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5143500" cx="9144000"/>
  <p:notesSz cx="6858000" cy="9144000"/>
  <p:embeddedFontLst>
    <p:embeddedFont>
      <p:font typeface="Inconsolata"/>
      <p:regular r:id="rId32"/>
      <p:bold r:id="rId33"/>
    </p:embeddedFont>
    <p:embeddedFont>
      <p:font typeface="Poppins"/>
      <p:regular r:id="rId34"/>
      <p:bold r:id="rId35"/>
      <p:italic r:id="rId36"/>
      <p:boldItalic r:id="rId37"/>
    </p:embeddedFont>
    <p:embeddedFont>
      <p:font typeface="Anaheim"/>
      <p:regular r:id="rId38"/>
      <p:bold r:id="rId39"/>
    </p:embeddedFont>
    <p:embeddedFont>
      <p:font typeface="Inconsolata Medium"/>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j3gxZ4BrpDX2tzXjuUZ7IhcQm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consolataMedium-regular.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InconsolataMedium-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Inconsolata-bold.fntdata"/><Relationship Id="rId10" Type="http://schemas.openxmlformats.org/officeDocument/2006/relationships/slide" Target="slides/slide6.xml"/><Relationship Id="rId32" Type="http://schemas.openxmlformats.org/officeDocument/2006/relationships/font" Target="fonts/Inconsolata-regular.fntdata"/><Relationship Id="rId13" Type="http://schemas.openxmlformats.org/officeDocument/2006/relationships/slide" Target="slides/slide9.xml"/><Relationship Id="rId35" Type="http://schemas.openxmlformats.org/officeDocument/2006/relationships/font" Target="fonts/Poppins-bold.fntdata"/><Relationship Id="rId12" Type="http://schemas.openxmlformats.org/officeDocument/2006/relationships/slide" Target="slides/slide8.xml"/><Relationship Id="rId34" Type="http://schemas.openxmlformats.org/officeDocument/2006/relationships/font" Target="fonts/Poppins-regular.fntdata"/><Relationship Id="rId15" Type="http://schemas.openxmlformats.org/officeDocument/2006/relationships/slide" Target="slides/slide11.xml"/><Relationship Id="rId37" Type="http://schemas.openxmlformats.org/officeDocument/2006/relationships/font" Target="fonts/Poppins-boldItalic.fntdata"/><Relationship Id="rId14" Type="http://schemas.openxmlformats.org/officeDocument/2006/relationships/slide" Target="slides/slide10.xml"/><Relationship Id="rId36" Type="http://schemas.openxmlformats.org/officeDocument/2006/relationships/font" Target="fonts/Poppins-italic.fntdata"/><Relationship Id="rId17" Type="http://schemas.openxmlformats.org/officeDocument/2006/relationships/slide" Target="slides/slide13.xml"/><Relationship Id="rId39" Type="http://schemas.openxmlformats.org/officeDocument/2006/relationships/font" Target="fonts/Anaheim-bold.fntdata"/><Relationship Id="rId16" Type="http://schemas.openxmlformats.org/officeDocument/2006/relationships/slide" Target="slides/slide12.xml"/><Relationship Id="rId38" Type="http://schemas.openxmlformats.org/officeDocument/2006/relationships/font" Target="fonts/Anaheim-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9" name="Google Shape;5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8" name="Google Shape;7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9" name="Google Shape;8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2" name="Google Shape;99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7" name="Google Shape;99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3f68990ad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3f68990a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475dd15fd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475dd15fd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3adf7f9e96_1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33adf7f9e96_1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"I'll be exploring two major facets of modern workplace communication: active listening and dismantling hierarchies.</a:t>
            </a:r>
            <a:endParaRPr/>
          </a:p>
          <a:p>
            <a:pPr indent="0" lvl="0" marL="0" rtl="0" algn="l">
              <a:spcBef>
                <a:spcPts val="0"/>
              </a:spcBef>
              <a:spcAft>
                <a:spcPts val="0"/>
              </a:spcAft>
              <a:buClr>
                <a:schemeClr val="dk1"/>
              </a:buClr>
              <a:buSzPts val="1100"/>
              <a:buFont typeface="Arial"/>
              <a:buNone/>
            </a:pPr>
            <a:r>
              <a:rPr lang="en"/>
              <a:t>% Active listening has its roots in psychology and counseling, and it has since become an essential skill in parenting, corporate communications, and beyond.</a:t>
            </a:r>
            <a:endParaRPr/>
          </a:p>
          <a:p>
            <a:pPr indent="0" lvl="0" marL="0" rtl="0" algn="l">
              <a:spcBef>
                <a:spcPts val="0"/>
              </a:spcBef>
              <a:spcAft>
                <a:spcPts val="0"/>
              </a:spcAft>
              <a:buClr>
                <a:schemeClr val="dk1"/>
              </a:buClr>
              <a:buSzPts val="1100"/>
              <a:buFont typeface="Arial"/>
              <a:buNone/>
            </a:pPr>
            <a:r>
              <a:rPr lang="en"/>
              <a:t>% Meanwhile, dismantling traditional hierarchies is about ensuring that everyone’s voice is heard, not just those at the top.</a:t>
            </a:r>
            <a:endParaRPr/>
          </a:p>
          <a:p>
            <a:pPr indent="0" lvl="0" marL="0" rtl="0" algn="l">
              <a:spcBef>
                <a:spcPts val="0"/>
              </a:spcBef>
              <a:spcAft>
                <a:spcPts val="0"/>
              </a:spcAft>
              <a:buClr>
                <a:schemeClr val="dk1"/>
              </a:buClr>
              <a:buSzPts val="1100"/>
              <a:buFont typeface="Arial"/>
              <a:buNone/>
            </a:pPr>
            <a:r>
              <a:rPr lang="en"/>
              <a:t>% We'll see why both are critical to fostering a more inclusive, innovative, and productive work environment."</a:t>
            </a:r>
            <a:endParaRPr/>
          </a:p>
          <a:p>
            <a:pPr indent="0" lvl="0" marL="0" rtl="0" algn="l">
              <a:spcBef>
                <a:spcPts val="0"/>
              </a:spcBef>
              <a:spcAft>
                <a:spcPts val="0"/>
              </a:spcAft>
              <a:buNone/>
            </a:pPr>
            <a:br>
              <a:rPr lang="en"/>
            </a:br>
            <a:br>
              <a:rPr lang="en"/>
            </a:br>
            <a:r>
              <a:rPr lang="en"/>
              <a:t>Original:</a:t>
            </a:r>
            <a:br>
              <a:rPr lang="en"/>
            </a:br>
            <a:r>
              <a:rPr lang="en"/>
              <a:t>https://www.overleaf.com/project/67b4c688b13c79ef5983da21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3adf7f9e9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7" name="Google Shape;1197;g33adf7f9e9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3adf7f9e96_1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33adf7f9e96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Speaker notes:</a:t>
            </a:r>
            <a:endParaRPr/>
          </a:p>
          <a:p>
            <a:pPr indent="0" lvl="0" marL="0" rtl="0" algn="l">
              <a:spcBef>
                <a:spcPts val="0"/>
              </a:spcBef>
              <a:spcAft>
                <a:spcPts val="0"/>
              </a:spcAft>
              <a:buClr>
                <a:schemeClr val="dk1"/>
              </a:buClr>
              <a:buSzPts val="1100"/>
              <a:buFont typeface="Arial"/>
              <a:buNone/>
            </a:pPr>
            <a:r>
              <a:rPr lang="en"/>
              <a:t>% "Active Listening, as a formal term, is often traced back to Carl Rogers in the 1950s.</a:t>
            </a:r>
            <a:endParaRPr/>
          </a:p>
          <a:p>
            <a:pPr indent="0" lvl="0" marL="0" rtl="0" algn="l">
              <a:spcBef>
                <a:spcPts val="0"/>
              </a:spcBef>
              <a:spcAft>
                <a:spcPts val="0"/>
              </a:spcAft>
              <a:buClr>
                <a:schemeClr val="dk1"/>
              </a:buClr>
              <a:buSzPts val="1100"/>
              <a:buFont typeface="Arial"/>
              <a:buNone/>
            </a:pPr>
            <a:r>
              <a:rPr lang="en"/>
              <a:t>% Rogers believed that empathetic understanding was crucial in therapeutic settings.</a:t>
            </a:r>
            <a:endParaRPr/>
          </a:p>
          <a:p>
            <a:pPr indent="0" lvl="0" marL="0" rtl="0" algn="l">
              <a:spcBef>
                <a:spcPts val="0"/>
              </a:spcBef>
              <a:spcAft>
                <a:spcPts val="0"/>
              </a:spcAft>
              <a:buClr>
                <a:schemeClr val="dk1"/>
              </a:buClr>
              <a:buSzPts val="1100"/>
              <a:buFont typeface="Arial"/>
              <a:buNone/>
            </a:pPr>
            <a:r>
              <a:rPr lang="en"/>
              <a:t>% Over time, this skill was found to be just as important in schools and businesses, helping to improve dialogue and mutual understanding."</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33adf7f9e96_1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33adf7f9e96_1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Speaker notes:</a:t>
            </a:r>
            <a:endParaRPr/>
          </a:p>
          <a:p>
            <a:pPr indent="0" lvl="0" marL="0" rtl="0" algn="l">
              <a:spcBef>
                <a:spcPts val="0"/>
              </a:spcBef>
              <a:spcAft>
                <a:spcPts val="0"/>
              </a:spcAft>
              <a:buClr>
                <a:schemeClr val="dk1"/>
              </a:buClr>
              <a:buSzPts val="1100"/>
              <a:buFont typeface="Arial"/>
              <a:buNone/>
            </a:pPr>
            <a:r>
              <a:rPr lang="en"/>
              <a:t>% "Active listening is more than just hearing words. It’s about giving the speaker room to share, showing genuine interest through your body language, clarifying any confusing points, and reflecting back to ensure you understood them correctly.</a:t>
            </a:r>
            <a:endParaRPr/>
          </a:p>
          <a:p>
            <a:pPr indent="0" lvl="0" marL="0" rtl="0" algn="l">
              <a:spcBef>
                <a:spcPts val="0"/>
              </a:spcBef>
              <a:spcAft>
                <a:spcPts val="0"/>
              </a:spcAft>
              <a:buClr>
                <a:schemeClr val="dk1"/>
              </a:buClr>
              <a:buSzPts val="1100"/>
              <a:buFont typeface="Arial"/>
              <a:buNone/>
            </a:pPr>
            <a:r>
              <a:rPr lang="en"/>
              <a:t>% One of the biggest pitfalls is rushing to judge or offer advice before fully hearing the other person.</a:t>
            </a:r>
            <a:endParaRPr/>
          </a:p>
          <a:p>
            <a:pPr indent="0" lvl="0" marL="0" rtl="0" algn="l">
              <a:spcBef>
                <a:spcPts val="0"/>
              </a:spcBef>
              <a:spcAft>
                <a:spcPts val="0"/>
              </a:spcAft>
              <a:buClr>
                <a:schemeClr val="dk1"/>
              </a:buClr>
              <a:buSzPts val="1100"/>
              <a:buFont typeface="Arial"/>
              <a:buNone/>
            </a:pPr>
            <a:r>
              <a:rPr lang="en"/>
              <a:t>% When done well, active listening fosters a sense of trust and encourages team members to share openly."</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g33adf7f9e96_1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9" name="Google Shape;1459;g33adf7f9e96_1_4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33adf7f9e96_1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33adf7f9e96_1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Speaker notes:</a:t>
            </a:r>
            <a:endParaRPr/>
          </a:p>
          <a:p>
            <a:pPr indent="0" lvl="0" marL="0" rtl="0" algn="l">
              <a:spcBef>
                <a:spcPts val="0"/>
              </a:spcBef>
              <a:spcAft>
                <a:spcPts val="0"/>
              </a:spcAft>
              <a:buClr>
                <a:schemeClr val="dk1"/>
              </a:buClr>
              <a:buSzPts val="1100"/>
              <a:buFont typeface="Arial"/>
              <a:buNone/>
            </a:pPr>
            <a:r>
              <a:rPr lang="en"/>
              <a:t>% "The classic workplace structure was shaped by Frederick Taylor’s Scientific Management, emphasizing efficiency with a clear chain of command.</a:t>
            </a:r>
            <a:endParaRPr/>
          </a:p>
          <a:p>
            <a:pPr indent="0" lvl="0" marL="0" rtl="0" algn="l">
              <a:spcBef>
                <a:spcPts val="0"/>
              </a:spcBef>
              <a:spcAft>
                <a:spcPts val="0"/>
              </a:spcAft>
              <a:buClr>
                <a:schemeClr val="dk1"/>
              </a:buClr>
              <a:buSzPts val="1100"/>
              <a:buFont typeface="Arial"/>
              <a:buNone/>
            </a:pPr>
            <a:r>
              <a:rPr lang="en"/>
              <a:t>% However, from the 1980s onward, there’s been a shift towards flatter structures and collaborative leadership—particularly driven by tech startups.</a:t>
            </a:r>
            <a:endParaRPr/>
          </a:p>
          <a:p>
            <a:pPr indent="0" lvl="0" marL="0" rtl="0" algn="l">
              <a:spcBef>
                <a:spcPts val="0"/>
              </a:spcBef>
              <a:spcAft>
                <a:spcPts val="0"/>
              </a:spcAft>
              <a:buClr>
                <a:schemeClr val="dk1"/>
              </a:buClr>
              <a:buSzPts val="1100"/>
              <a:buFont typeface="Arial"/>
              <a:buNone/>
            </a:pPr>
            <a:r>
              <a:rPr lang="en"/>
              <a:t>% This shift is about giving everyone a seat at the table."</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3adf7f9e96_1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33adf7f9e96_1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Speaker notes:</a:t>
            </a:r>
            <a:endParaRPr/>
          </a:p>
          <a:p>
            <a:pPr indent="0" lvl="0" marL="0" rtl="0" algn="l">
              <a:spcBef>
                <a:spcPts val="0"/>
              </a:spcBef>
              <a:spcAft>
                <a:spcPts val="0"/>
              </a:spcAft>
              <a:buClr>
                <a:schemeClr val="dk1"/>
              </a:buClr>
              <a:buSzPts val="1100"/>
              <a:buFont typeface="Arial"/>
              <a:buNone/>
            </a:pPr>
            <a:r>
              <a:rPr lang="en"/>
              <a:t>% "Dismantling hierarchies doesn’t mean having no structure at all; it means ensuring that every individual’s voice counts.</a:t>
            </a:r>
            <a:endParaRPr/>
          </a:p>
          <a:p>
            <a:pPr indent="0" lvl="0" marL="0" rtl="0" algn="l">
              <a:spcBef>
                <a:spcPts val="0"/>
              </a:spcBef>
              <a:spcAft>
                <a:spcPts val="0"/>
              </a:spcAft>
              <a:buClr>
                <a:schemeClr val="dk1"/>
              </a:buClr>
              <a:buSzPts val="1100"/>
              <a:buFont typeface="Arial"/>
              <a:buNone/>
            </a:pPr>
            <a:r>
              <a:rPr lang="en"/>
              <a:t>% One way is by rotating leadership responsibilities so no single person always has the power.</a:t>
            </a:r>
            <a:endParaRPr/>
          </a:p>
          <a:p>
            <a:pPr indent="0" lvl="0" marL="0" rtl="0" algn="l">
              <a:spcBef>
                <a:spcPts val="0"/>
              </a:spcBef>
              <a:spcAft>
                <a:spcPts val="0"/>
              </a:spcAft>
              <a:buClr>
                <a:schemeClr val="dk1"/>
              </a:buClr>
              <a:buSzPts val="1100"/>
              <a:buFont typeface="Arial"/>
              <a:buNone/>
            </a:pPr>
            <a:r>
              <a:rPr lang="en"/>
              <a:t>% Open-door policies and transparent decision-making also signal that the organization values open communication.</a:t>
            </a:r>
            <a:endParaRPr/>
          </a:p>
          <a:p>
            <a:pPr indent="0" lvl="0" marL="0" rtl="0" algn="l">
              <a:spcBef>
                <a:spcPts val="0"/>
              </a:spcBef>
              <a:spcAft>
                <a:spcPts val="0"/>
              </a:spcAft>
              <a:buClr>
                <a:schemeClr val="dk1"/>
              </a:buClr>
              <a:buSzPts val="1100"/>
              <a:buFont typeface="Arial"/>
              <a:buNone/>
            </a:pPr>
            <a:r>
              <a:rPr lang="en"/>
              <a:t>% According to a Harvard Business Review study, companies with strong employee voice are far more likely to outperform their competitors, and Gallup research shows that engaged teams are significantly more profitable."</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g33adf7f9e96_1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2" name="Google Shape;1702;g33adf7f9e96_1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Speaker notes:</a:t>
            </a:r>
            <a:endParaRPr/>
          </a:p>
          <a:p>
            <a:pPr indent="0" lvl="0" marL="0" rtl="0" algn="l">
              <a:spcBef>
                <a:spcPts val="0"/>
              </a:spcBef>
              <a:spcAft>
                <a:spcPts val="0"/>
              </a:spcAft>
              <a:buClr>
                <a:schemeClr val="dk1"/>
              </a:buClr>
              <a:buSzPts val="1100"/>
              <a:buFont typeface="Arial"/>
              <a:buNone/>
            </a:pPr>
            <a:r>
              <a:rPr lang="en"/>
              <a:t>% "In conclusion, active listening and dismantling hierarchies are two critical components of modern workplace communication.</a:t>
            </a:r>
            <a:endParaRPr/>
          </a:p>
          <a:p>
            <a:pPr indent="0" lvl="0" marL="0" rtl="0" algn="l">
              <a:spcBef>
                <a:spcPts val="0"/>
              </a:spcBef>
              <a:spcAft>
                <a:spcPts val="0"/>
              </a:spcAft>
              <a:buClr>
                <a:schemeClr val="dk1"/>
              </a:buClr>
              <a:buSzPts val="1100"/>
              <a:buFont typeface="Arial"/>
              <a:buNone/>
            </a:pPr>
            <a:r>
              <a:rPr lang="en"/>
              <a:t>% By practicing active listening, we show respect and empathy, improving both team morale and problem-solving.</a:t>
            </a:r>
            <a:endParaRPr/>
          </a:p>
          <a:p>
            <a:pPr indent="0" lvl="0" marL="0" rtl="0" algn="l">
              <a:spcBef>
                <a:spcPts val="0"/>
              </a:spcBef>
              <a:spcAft>
                <a:spcPts val="0"/>
              </a:spcAft>
              <a:buClr>
                <a:schemeClr val="dk1"/>
              </a:buClr>
              <a:buSzPts val="1100"/>
              <a:buFont typeface="Arial"/>
              <a:buNone/>
            </a:pPr>
            <a:r>
              <a:rPr lang="en"/>
              <a:t>% By moving away from rigid top-down models, we create an environment where new ideas can flourish and everyone feels valued.</a:t>
            </a:r>
            <a:endParaRPr/>
          </a:p>
          <a:p>
            <a:pPr indent="0" lvl="0" marL="0" rtl="0" algn="l">
              <a:spcBef>
                <a:spcPts val="0"/>
              </a:spcBef>
              <a:spcAft>
                <a:spcPts val="0"/>
              </a:spcAft>
              <a:buClr>
                <a:schemeClr val="dk1"/>
              </a:buClr>
              <a:buSzPts val="1100"/>
              <a:buFont typeface="Arial"/>
              <a:buNone/>
            </a:pPr>
            <a:r>
              <a:rPr lang="en"/>
              <a:t>% Here are some references if you’d like to explore further."</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332bf0ce26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3" name="Google Shape;1713;g332bf0ce26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g332bf0ce26c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7" name="Google Shape;1837;g332bf0ce26c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rgbClr val="191919"/>
              </a:buClr>
              <a:buSzPts val="1400"/>
              <a:buFont typeface="Nunito Light"/>
              <a:buChar char="-"/>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g332bf0ce26c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g332bf0ce26c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Font typeface="Arial"/>
              <a:buChar char="-"/>
            </a:pPr>
            <a:r>
              <a:rPr b="1" lang="en" sz="1400">
                <a:solidFill>
                  <a:schemeClr val="dk1"/>
                </a:solidFill>
                <a:latin typeface="Inconsolata"/>
                <a:ea typeface="Inconsolata"/>
                <a:cs typeface="Inconsolata"/>
                <a:sym typeface="Inconsolata"/>
              </a:rPr>
              <a:t>Deepens Understanding Through Explanation</a:t>
            </a:r>
            <a:r>
              <a:rPr lang="en" sz="1400">
                <a:solidFill>
                  <a:schemeClr val="dk1"/>
                </a:solidFill>
                <a:latin typeface="Inconsolata Medium"/>
                <a:ea typeface="Inconsolata Medium"/>
                <a:cs typeface="Inconsolata Medium"/>
                <a:sym typeface="Inconsolata Medium"/>
              </a:rPr>
              <a:t> – Articulating ideas aloud transforms abstract thoughts into structured language, enhancing comprehension. This process, often referred to as the "protégé effect," suggests that teaching or explaining concepts to others reinforces one's own understanding.</a:t>
            </a:r>
            <a:endParaRPr sz="1400">
              <a:solidFill>
                <a:schemeClr val="dk1"/>
              </a:solidFill>
              <a:latin typeface="Inconsolata Medium"/>
              <a:ea typeface="Inconsolata Medium"/>
              <a:cs typeface="Inconsolata Medium"/>
              <a:sym typeface="Inconsolata Medium"/>
            </a:endParaRPr>
          </a:p>
          <a:p>
            <a:pPr indent="-298450" lvl="0" marL="457200" rtl="0" algn="l">
              <a:lnSpc>
                <a:spcPct val="115000"/>
              </a:lnSpc>
              <a:spcBef>
                <a:spcPts val="0"/>
              </a:spcBef>
              <a:spcAft>
                <a:spcPts val="0"/>
              </a:spcAft>
              <a:buClr>
                <a:schemeClr val="dk1"/>
              </a:buClr>
              <a:buSzPts val="1100"/>
              <a:buFont typeface="Arial"/>
              <a:buChar char="-"/>
            </a:pPr>
            <a:r>
              <a:rPr b="1" lang="en" sz="1400">
                <a:solidFill>
                  <a:schemeClr val="dk1"/>
                </a:solidFill>
                <a:latin typeface="Inconsolata"/>
                <a:ea typeface="Inconsolata"/>
                <a:cs typeface="Inconsolata"/>
                <a:sym typeface="Inconsolata"/>
              </a:rPr>
              <a:t>Clarifies Complex Thoughts</a:t>
            </a:r>
            <a:r>
              <a:rPr lang="en" sz="1400">
                <a:solidFill>
                  <a:schemeClr val="dk1"/>
                </a:solidFill>
                <a:latin typeface="Inconsolata Medium"/>
                <a:ea typeface="Inconsolata Medium"/>
                <a:cs typeface="Inconsolata Medium"/>
                <a:sym typeface="Inconsolata Medium"/>
              </a:rPr>
              <a:t> – Expressing thoughts verbally compels the brain to organize them logically, facilitating deeper reasoning and problem-solving. This method, known as "thinking aloud," has been shown to aid learning and cognitive processing.</a:t>
            </a:r>
            <a:endParaRPr sz="1400">
              <a:solidFill>
                <a:schemeClr val="dk1"/>
              </a:solidFill>
              <a:latin typeface="Inconsolata Medium"/>
              <a:ea typeface="Inconsolata Medium"/>
              <a:cs typeface="Inconsolata Medium"/>
              <a:sym typeface="Inconsolata Medium"/>
            </a:endParaRPr>
          </a:p>
          <a:p>
            <a:pPr indent="-298450" lvl="0" marL="457200" rtl="0" algn="l">
              <a:lnSpc>
                <a:spcPct val="115000"/>
              </a:lnSpc>
              <a:spcBef>
                <a:spcPts val="0"/>
              </a:spcBef>
              <a:spcAft>
                <a:spcPts val="0"/>
              </a:spcAft>
              <a:buClr>
                <a:schemeClr val="dk1"/>
              </a:buClr>
              <a:buSzPts val="1100"/>
              <a:buFont typeface="Arial"/>
              <a:buChar char="-"/>
            </a:pPr>
            <a:r>
              <a:rPr b="1" lang="en" sz="1400">
                <a:solidFill>
                  <a:schemeClr val="dk1"/>
                </a:solidFill>
                <a:latin typeface="Inconsolata"/>
                <a:ea typeface="Inconsolata"/>
                <a:cs typeface="Inconsolata"/>
                <a:sym typeface="Inconsolata"/>
              </a:rPr>
              <a:t>Enhances Memory Retention</a:t>
            </a:r>
            <a:r>
              <a:rPr lang="en" sz="1400">
                <a:solidFill>
                  <a:schemeClr val="dk1"/>
                </a:solidFill>
                <a:latin typeface="Inconsolata Medium"/>
                <a:ea typeface="Inconsolata Medium"/>
                <a:cs typeface="Inconsolata Medium"/>
                <a:sym typeface="Inconsolata Medium"/>
              </a:rPr>
              <a:t> – Reading information aloud engages both speaking and hearing faculties, creating distinct memory traces that improve recall. Research indicates that this dual action significantly benefits memory retention.</a:t>
            </a:r>
            <a:endParaRPr b="1" sz="1400">
              <a:solidFill>
                <a:schemeClr val="dk1"/>
              </a:solidFill>
              <a:latin typeface="Inconsolata"/>
              <a:ea typeface="Inconsolata"/>
              <a:cs typeface="Inconsolata"/>
              <a:sym typeface="Inconsolata"/>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332bf0ce26c_1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5" name="Google Shape;2025;g332bf0ce26c_1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In conclusion, proper language, verbal expression, and effective communication are essential for both personal and professional growth. Clear language reduces misunderstandings and helps us explain ideas more precisely. Speaking aloud allows us to process and refine our thoughts, which aids problem-solving and memory retention. Lastly, explaining ideas not only reinforces our own understanding but also makes learning easier for others.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332bf0ce26c_1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6" name="Google Shape;2036;g332bf0ce26c_1_4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g332bf0ce26c_1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4" name="Google Shape;2044;g332bf0ce26c_1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Font typeface="Arial"/>
              <a:buChar char="-"/>
            </a:pPr>
            <a:r>
              <a:rPr b="1" lang="en">
                <a:solidFill>
                  <a:schemeClr val="dk1"/>
                </a:solidFill>
              </a:rPr>
              <a:t>Encourages Growth and Improvement</a:t>
            </a:r>
            <a:r>
              <a:rPr lang="en">
                <a:solidFill>
                  <a:schemeClr val="dk1"/>
                </a:solidFill>
              </a:rPr>
              <a:t> – Constructive feedback helps people see where they can improve but also see what areas they are strong in. It provides clear guidance on how to refine skills and improve.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Char char="-"/>
            </a:pPr>
            <a:r>
              <a:rPr b="1" lang="en">
                <a:solidFill>
                  <a:schemeClr val="dk1"/>
                </a:solidFill>
              </a:rPr>
              <a:t>Effective Delivery Enhances Impact</a:t>
            </a:r>
            <a:r>
              <a:rPr lang="en">
                <a:solidFill>
                  <a:schemeClr val="dk1"/>
                </a:solidFill>
              </a:rPr>
              <a:t> – For feedback to be constructive, it must be clear, specific, and delivered in a way that the recipient can understand and apply. Poorly communicated feedback can cause confusion or discouragement.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Char char="-"/>
            </a:pPr>
            <a:r>
              <a:rPr b="1" lang="en">
                <a:solidFill>
                  <a:schemeClr val="dk1"/>
                </a:solidFill>
              </a:rPr>
              <a:t>Reinforces Understanding</a:t>
            </a:r>
            <a:r>
              <a:rPr lang="en">
                <a:solidFill>
                  <a:schemeClr val="dk1"/>
                </a:solidFill>
              </a:rPr>
              <a:t> – Feedback is crucial for good communication and growth, as it helps individuals recognize gaps in their knowledge and refine their thinking. When feedback is specific and well-delivered, it allows for deeper reflection and ensures continuous improvement in both learning and performance.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332bf0ce26c_1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332bf0ce26c_1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Font typeface="Arial"/>
              <a:buChar char="-"/>
            </a:pPr>
            <a:r>
              <a:rPr b="1" lang="en" sz="1400">
                <a:solidFill>
                  <a:schemeClr val="dk1"/>
                </a:solidFill>
                <a:latin typeface="Inconsolata"/>
                <a:ea typeface="Inconsolata"/>
                <a:cs typeface="Inconsolata"/>
                <a:sym typeface="Inconsolata"/>
              </a:rPr>
              <a:t>Case Study: Impact of Critical Feedback in Education</a:t>
            </a:r>
            <a:r>
              <a:rPr lang="en" sz="1400">
                <a:solidFill>
                  <a:schemeClr val="dk1"/>
                </a:solidFill>
                <a:latin typeface="Inconsolata Medium"/>
                <a:ea typeface="Inconsolata Medium"/>
                <a:cs typeface="Inconsolata Medium"/>
                <a:sym typeface="Inconsolata Medium"/>
              </a:rPr>
              <a:t> – A study conducted by Hattie and Timperley on feedback in educational settings demonstrated that students who received specific, critical feedback performed significantly better than those who only received general praise. The feedback helped learners not only identify errors but also understand the steps needed to improve, resulting in a measurable increase in achievement. (Hattie, J., &amp; Timperley, H. (2007). The Power of Feedback. Review of Educational Research.)</a:t>
            </a:r>
            <a:br>
              <a:rPr lang="en" sz="1400">
                <a:solidFill>
                  <a:schemeClr val="dk1"/>
                </a:solidFill>
                <a:latin typeface="Inconsolata Medium"/>
                <a:ea typeface="Inconsolata Medium"/>
                <a:cs typeface="Inconsolata Medium"/>
                <a:sym typeface="Inconsolata Medium"/>
              </a:rPr>
            </a:br>
            <a:endParaRPr sz="1400">
              <a:solidFill>
                <a:schemeClr val="dk1"/>
              </a:solidFill>
              <a:latin typeface="Inconsolata Medium"/>
              <a:ea typeface="Inconsolata Medium"/>
              <a:cs typeface="Inconsolata Medium"/>
              <a:sym typeface="Inconsolata Medium"/>
            </a:endParaRPr>
          </a:p>
          <a:p>
            <a:pPr indent="-298450" lvl="0" marL="457200" rtl="0" algn="l">
              <a:lnSpc>
                <a:spcPct val="115000"/>
              </a:lnSpc>
              <a:spcBef>
                <a:spcPts val="0"/>
              </a:spcBef>
              <a:spcAft>
                <a:spcPts val="0"/>
              </a:spcAft>
              <a:buClr>
                <a:schemeClr val="dk1"/>
              </a:buClr>
              <a:buSzPts val="1100"/>
              <a:buFont typeface="Arial"/>
              <a:buChar char="-"/>
            </a:pPr>
            <a:r>
              <a:rPr b="1" lang="en" sz="1400">
                <a:solidFill>
                  <a:schemeClr val="dk1"/>
                </a:solidFill>
                <a:latin typeface="Inconsolata"/>
                <a:ea typeface="Inconsolata"/>
                <a:cs typeface="Inconsolata"/>
                <a:sym typeface="Inconsolata"/>
              </a:rPr>
              <a:t>Application to the Workplace</a:t>
            </a:r>
            <a:r>
              <a:rPr lang="en" sz="1400">
                <a:solidFill>
                  <a:schemeClr val="dk1"/>
                </a:solidFill>
                <a:latin typeface="Inconsolata Medium"/>
                <a:ea typeface="Inconsolata Medium"/>
                <a:cs typeface="Inconsolata Medium"/>
                <a:sym typeface="Inconsolata Medium"/>
              </a:rPr>
              <a:t> – In the work world, the same principles apply: employees who receive good, critical feedback are more likely to improve performance and develop the necessary skills for career advancement. </a:t>
            </a:r>
            <a:endParaRPr sz="1400">
              <a:solidFill>
                <a:schemeClr val="dk1"/>
              </a:solidFill>
              <a:latin typeface="Inconsolata Medium"/>
              <a:ea typeface="Inconsolata Medium"/>
              <a:cs typeface="Inconsolata Medium"/>
              <a:sym typeface="Inconsolata Medium"/>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consolata Medium"/>
                <a:ea typeface="Inconsolata Medium"/>
                <a:cs typeface="Inconsolata Medium"/>
                <a:sym typeface="Inconsolata Medium"/>
              </a:rPr>
              <a:t>Select References</a:t>
            </a:r>
            <a:endParaRPr sz="1400">
              <a:solidFill>
                <a:schemeClr val="dk1"/>
              </a:solidFill>
              <a:latin typeface="Inconsolata Medium"/>
              <a:ea typeface="Inconsolata Medium"/>
              <a:cs typeface="Inconsolata Medium"/>
              <a:sym typeface="Inconsolata Medium"/>
            </a:endParaRPr>
          </a:p>
          <a:p>
            <a:pPr indent="-298450" lvl="0" marL="457200" rtl="0" algn="l">
              <a:lnSpc>
                <a:spcPct val="115000"/>
              </a:lnSpc>
              <a:spcBef>
                <a:spcPts val="1200"/>
              </a:spcBef>
              <a:spcAft>
                <a:spcPts val="0"/>
              </a:spcAft>
              <a:buClr>
                <a:schemeClr val="dk1"/>
              </a:buClr>
              <a:buSzPts val="1100"/>
              <a:buFont typeface="Arial"/>
              <a:buChar char="-"/>
            </a:pPr>
            <a:r>
              <a:rPr lang="en" sz="1400">
                <a:solidFill>
                  <a:schemeClr val="dk1"/>
                </a:solidFill>
                <a:latin typeface="Inconsolata Medium"/>
                <a:ea typeface="Inconsolata Medium"/>
                <a:cs typeface="Inconsolata Medium"/>
                <a:sym typeface="Inconsolata Medium"/>
              </a:rPr>
              <a:t>Hattie, J., &amp; Timperley, H. (2007). The Power of Feedback. Review of Educational Research.</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32bf0ce26c_1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4" name="Google Shape;2234;g332bf0ce26c_1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conclusion, feedback is a powerful tool for growth and improvement. Constructive feedback helps individuals recognize both their strengths and areas for development, offering the clarity needed to refine their skills. However, feedback must be delivered clearly and specifically to have the desired impact—this ensures it leads to progress rather than confusion. Finally, feedback encourages continuous improvement by helping individuals reflect on their performance, identify knowledge gaps, and take actionable steps to grow.</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5" name="Google Shape;224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1"/>
          <p:cNvSpPr txBox="1"/>
          <p:nvPr>
            <p:ph type="ctrTitle"/>
          </p:nvPr>
        </p:nvSpPr>
        <p:spPr>
          <a:xfrm>
            <a:off x="1074450" y="682575"/>
            <a:ext cx="6995100" cy="16101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191919"/>
              </a:buClr>
              <a:buSzPts val="5200"/>
              <a:buNone/>
              <a:defRPr sz="96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31"/>
          <p:cNvSpPr txBox="1"/>
          <p:nvPr>
            <p:ph idx="1" type="subTitle"/>
          </p:nvPr>
        </p:nvSpPr>
        <p:spPr>
          <a:xfrm>
            <a:off x="1007425" y="2328400"/>
            <a:ext cx="2465100" cy="7428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1" name="Shape 11"/>
        <p:cNvGrpSpPr/>
        <p:nvPr/>
      </p:nvGrpSpPr>
      <p:grpSpPr>
        <a:xfrm>
          <a:off x="0" y="0"/>
          <a:ext cx="0" cy="0"/>
          <a:chOff x="0" y="0"/>
          <a:chExt cx="0" cy="0"/>
        </a:xfrm>
      </p:grpSpPr>
      <p:sp>
        <p:nvSpPr>
          <p:cNvPr id="12" name="Google Shape;12;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3" name="Google Shape;13;p32"/>
          <p:cNvSpPr txBox="1"/>
          <p:nvPr>
            <p:ph idx="1" type="subTitle"/>
          </p:nvPr>
        </p:nvSpPr>
        <p:spPr>
          <a:xfrm>
            <a:off x="1251700" y="2275275"/>
            <a:ext cx="29373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 name="Google Shape;14;p32"/>
          <p:cNvSpPr txBox="1"/>
          <p:nvPr>
            <p:ph idx="2" type="subTitle"/>
          </p:nvPr>
        </p:nvSpPr>
        <p:spPr>
          <a:xfrm>
            <a:off x="4954977" y="2275275"/>
            <a:ext cx="29373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 name="Google Shape;15;p32"/>
          <p:cNvSpPr txBox="1"/>
          <p:nvPr>
            <p:ph idx="3" type="subTitle"/>
          </p:nvPr>
        </p:nvSpPr>
        <p:spPr>
          <a:xfrm>
            <a:off x="4954988" y="3954875"/>
            <a:ext cx="29373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 name="Google Shape;16;p32"/>
          <p:cNvSpPr txBox="1"/>
          <p:nvPr>
            <p:ph idx="4" type="subTitle"/>
          </p:nvPr>
        </p:nvSpPr>
        <p:spPr>
          <a:xfrm>
            <a:off x="1251714" y="3954900"/>
            <a:ext cx="29373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7" name="Google Shape;17;p32"/>
          <p:cNvSpPr txBox="1"/>
          <p:nvPr>
            <p:ph idx="5" type="title"/>
          </p:nvPr>
        </p:nvSpPr>
        <p:spPr>
          <a:xfrm>
            <a:off x="1350102" y="1426883"/>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Font typeface="Inconsolata"/>
              <a:buNone/>
              <a:defRPr sz="2800">
                <a:latin typeface="Inconsolata"/>
                <a:ea typeface="Inconsolata"/>
                <a:cs typeface="Inconsolata"/>
                <a:sym typeface="Inconsolata"/>
              </a:defRPr>
            </a:lvl1pPr>
            <a:lvl2pPr lvl="1" algn="l">
              <a:lnSpc>
                <a:spcPct val="100000"/>
              </a:lnSpc>
              <a:spcBef>
                <a:spcPts val="0"/>
              </a:spcBef>
              <a:spcAft>
                <a:spcPts val="0"/>
              </a:spcAft>
              <a:buSzPts val="3000"/>
              <a:buFont typeface="Inconsolata"/>
              <a:buNone/>
              <a:defRPr sz="3000">
                <a:latin typeface="Inconsolata"/>
                <a:ea typeface="Inconsolata"/>
                <a:cs typeface="Inconsolata"/>
                <a:sym typeface="Inconsolata"/>
              </a:defRPr>
            </a:lvl2pPr>
            <a:lvl3pPr lvl="2" algn="l">
              <a:lnSpc>
                <a:spcPct val="100000"/>
              </a:lnSpc>
              <a:spcBef>
                <a:spcPts val="0"/>
              </a:spcBef>
              <a:spcAft>
                <a:spcPts val="0"/>
              </a:spcAft>
              <a:buSzPts val="3000"/>
              <a:buFont typeface="Inconsolata"/>
              <a:buNone/>
              <a:defRPr sz="3000">
                <a:latin typeface="Inconsolata"/>
                <a:ea typeface="Inconsolata"/>
                <a:cs typeface="Inconsolata"/>
                <a:sym typeface="Inconsolata"/>
              </a:defRPr>
            </a:lvl3pPr>
            <a:lvl4pPr lvl="3" algn="l">
              <a:lnSpc>
                <a:spcPct val="100000"/>
              </a:lnSpc>
              <a:spcBef>
                <a:spcPts val="0"/>
              </a:spcBef>
              <a:spcAft>
                <a:spcPts val="0"/>
              </a:spcAft>
              <a:buSzPts val="3000"/>
              <a:buFont typeface="Inconsolata"/>
              <a:buNone/>
              <a:defRPr sz="3000">
                <a:latin typeface="Inconsolata"/>
                <a:ea typeface="Inconsolata"/>
                <a:cs typeface="Inconsolata"/>
                <a:sym typeface="Inconsolata"/>
              </a:defRPr>
            </a:lvl4pPr>
            <a:lvl5pPr lvl="4" algn="l">
              <a:lnSpc>
                <a:spcPct val="100000"/>
              </a:lnSpc>
              <a:spcBef>
                <a:spcPts val="0"/>
              </a:spcBef>
              <a:spcAft>
                <a:spcPts val="0"/>
              </a:spcAft>
              <a:buSzPts val="3000"/>
              <a:buFont typeface="Inconsolata"/>
              <a:buNone/>
              <a:defRPr sz="3000">
                <a:latin typeface="Inconsolata"/>
                <a:ea typeface="Inconsolata"/>
                <a:cs typeface="Inconsolata"/>
                <a:sym typeface="Inconsolata"/>
              </a:defRPr>
            </a:lvl5pPr>
            <a:lvl6pPr lvl="5" algn="l">
              <a:lnSpc>
                <a:spcPct val="100000"/>
              </a:lnSpc>
              <a:spcBef>
                <a:spcPts val="0"/>
              </a:spcBef>
              <a:spcAft>
                <a:spcPts val="0"/>
              </a:spcAft>
              <a:buSzPts val="3000"/>
              <a:buFont typeface="Inconsolata"/>
              <a:buNone/>
              <a:defRPr sz="3000">
                <a:latin typeface="Inconsolata"/>
                <a:ea typeface="Inconsolata"/>
                <a:cs typeface="Inconsolata"/>
                <a:sym typeface="Inconsolata"/>
              </a:defRPr>
            </a:lvl6pPr>
            <a:lvl7pPr lvl="6" algn="l">
              <a:lnSpc>
                <a:spcPct val="100000"/>
              </a:lnSpc>
              <a:spcBef>
                <a:spcPts val="0"/>
              </a:spcBef>
              <a:spcAft>
                <a:spcPts val="0"/>
              </a:spcAft>
              <a:buSzPts val="3000"/>
              <a:buFont typeface="Inconsolata"/>
              <a:buNone/>
              <a:defRPr sz="3000">
                <a:latin typeface="Inconsolata"/>
                <a:ea typeface="Inconsolata"/>
                <a:cs typeface="Inconsolata"/>
                <a:sym typeface="Inconsolata"/>
              </a:defRPr>
            </a:lvl7pPr>
            <a:lvl8pPr lvl="7" algn="l">
              <a:lnSpc>
                <a:spcPct val="100000"/>
              </a:lnSpc>
              <a:spcBef>
                <a:spcPts val="0"/>
              </a:spcBef>
              <a:spcAft>
                <a:spcPts val="0"/>
              </a:spcAft>
              <a:buSzPts val="3000"/>
              <a:buFont typeface="Inconsolata"/>
              <a:buNone/>
              <a:defRPr sz="3000">
                <a:latin typeface="Inconsolata"/>
                <a:ea typeface="Inconsolata"/>
                <a:cs typeface="Inconsolata"/>
                <a:sym typeface="Inconsolata"/>
              </a:defRPr>
            </a:lvl8pPr>
            <a:lvl9pPr lvl="8" algn="l">
              <a:lnSpc>
                <a:spcPct val="100000"/>
              </a:lnSpc>
              <a:spcBef>
                <a:spcPts val="0"/>
              </a:spcBef>
              <a:spcAft>
                <a:spcPts val="0"/>
              </a:spcAft>
              <a:buSzPts val="3000"/>
              <a:buFont typeface="Inconsolata"/>
              <a:buNone/>
              <a:defRPr sz="3000">
                <a:latin typeface="Inconsolata"/>
                <a:ea typeface="Inconsolata"/>
                <a:cs typeface="Inconsolata"/>
                <a:sym typeface="Inconsolata"/>
              </a:defRPr>
            </a:lvl9pPr>
          </a:lstStyle>
          <a:p/>
        </p:txBody>
      </p:sp>
      <p:sp>
        <p:nvSpPr>
          <p:cNvPr id="18" name="Google Shape;18;p32"/>
          <p:cNvSpPr txBox="1"/>
          <p:nvPr>
            <p:ph idx="6" type="title"/>
          </p:nvPr>
        </p:nvSpPr>
        <p:spPr>
          <a:xfrm>
            <a:off x="5053390" y="3106491"/>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Font typeface="Inconsolata"/>
              <a:buNone/>
              <a:defRPr sz="2800">
                <a:latin typeface="Inconsolata"/>
                <a:ea typeface="Inconsolata"/>
                <a:cs typeface="Inconsolata"/>
                <a:sym typeface="Inconsolata"/>
              </a:defRPr>
            </a:lvl1pPr>
            <a:lvl2pPr lvl="1" algn="l">
              <a:lnSpc>
                <a:spcPct val="100000"/>
              </a:lnSpc>
              <a:spcBef>
                <a:spcPts val="0"/>
              </a:spcBef>
              <a:spcAft>
                <a:spcPts val="0"/>
              </a:spcAft>
              <a:buSzPts val="3000"/>
              <a:buFont typeface="Inconsolata"/>
              <a:buNone/>
              <a:defRPr sz="3000">
                <a:latin typeface="Inconsolata"/>
                <a:ea typeface="Inconsolata"/>
                <a:cs typeface="Inconsolata"/>
                <a:sym typeface="Inconsolata"/>
              </a:defRPr>
            </a:lvl2pPr>
            <a:lvl3pPr lvl="2" algn="l">
              <a:lnSpc>
                <a:spcPct val="100000"/>
              </a:lnSpc>
              <a:spcBef>
                <a:spcPts val="0"/>
              </a:spcBef>
              <a:spcAft>
                <a:spcPts val="0"/>
              </a:spcAft>
              <a:buSzPts val="3000"/>
              <a:buFont typeface="Inconsolata"/>
              <a:buNone/>
              <a:defRPr sz="3000">
                <a:latin typeface="Inconsolata"/>
                <a:ea typeface="Inconsolata"/>
                <a:cs typeface="Inconsolata"/>
                <a:sym typeface="Inconsolata"/>
              </a:defRPr>
            </a:lvl3pPr>
            <a:lvl4pPr lvl="3" algn="l">
              <a:lnSpc>
                <a:spcPct val="100000"/>
              </a:lnSpc>
              <a:spcBef>
                <a:spcPts val="0"/>
              </a:spcBef>
              <a:spcAft>
                <a:spcPts val="0"/>
              </a:spcAft>
              <a:buSzPts val="3000"/>
              <a:buFont typeface="Inconsolata"/>
              <a:buNone/>
              <a:defRPr sz="3000">
                <a:latin typeface="Inconsolata"/>
                <a:ea typeface="Inconsolata"/>
                <a:cs typeface="Inconsolata"/>
                <a:sym typeface="Inconsolata"/>
              </a:defRPr>
            </a:lvl4pPr>
            <a:lvl5pPr lvl="4" algn="l">
              <a:lnSpc>
                <a:spcPct val="100000"/>
              </a:lnSpc>
              <a:spcBef>
                <a:spcPts val="0"/>
              </a:spcBef>
              <a:spcAft>
                <a:spcPts val="0"/>
              </a:spcAft>
              <a:buSzPts val="3000"/>
              <a:buFont typeface="Inconsolata"/>
              <a:buNone/>
              <a:defRPr sz="3000">
                <a:latin typeface="Inconsolata"/>
                <a:ea typeface="Inconsolata"/>
                <a:cs typeface="Inconsolata"/>
                <a:sym typeface="Inconsolata"/>
              </a:defRPr>
            </a:lvl5pPr>
            <a:lvl6pPr lvl="5" algn="l">
              <a:lnSpc>
                <a:spcPct val="100000"/>
              </a:lnSpc>
              <a:spcBef>
                <a:spcPts val="0"/>
              </a:spcBef>
              <a:spcAft>
                <a:spcPts val="0"/>
              </a:spcAft>
              <a:buSzPts val="3000"/>
              <a:buFont typeface="Inconsolata"/>
              <a:buNone/>
              <a:defRPr sz="3000">
                <a:latin typeface="Inconsolata"/>
                <a:ea typeface="Inconsolata"/>
                <a:cs typeface="Inconsolata"/>
                <a:sym typeface="Inconsolata"/>
              </a:defRPr>
            </a:lvl6pPr>
            <a:lvl7pPr lvl="6" algn="l">
              <a:lnSpc>
                <a:spcPct val="100000"/>
              </a:lnSpc>
              <a:spcBef>
                <a:spcPts val="0"/>
              </a:spcBef>
              <a:spcAft>
                <a:spcPts val="0"/>
              </a:spcAft>
              <a:buSzPts val="3000"/>
              <a:buFont typeface="Inconsolata"/>
              <a:buNone/>
              <a:defRPr sz="3000">
                <a:latin typeface="Inconsolata"/>
                <a:ea typeface="Inconsolata"/>
                <a:cs typeface="Inconsolata"/>
                <a:sym typeface="Inconsolata"/>
              </a:defRPr>
            </a:lvl7pPr>
            <a:lvl8pPr lvl="7" algn="l">
              <a:lnSpc>
                <a:spcPct val="100000"/>
              </a:lnSpc>
              <a:spcBef>
                <a:spcPts val="0"/>
              </a:spcBef>
              <a:spcAft>
                <a:spcPts val="0"/>
              </a:spcAft>
              <a:buSzPts val="3000"/>
              <a:buFont typeface="Inconsolata"/>
              <a:buNone/>
              <a:defRPr sz="3000">
                <a:latin typeface="Inconsolata"/>
                <a:ea typeface="Inconsolata"/>
                <a:cs typeface="Inconsolata"/>
                <a:sym typeface="Inconsolata"/>
              </a:defRPr>
            </a:lvl8pPr>
            <a:lvl9pPr lvl="8" algn="l">
              <a:lnSpc>
                <a:spcPct val="100000"/>
              </a:lnSpc>
              <a:spcBef>
                <a:spcPts val="0"/>
              </a:spcBef>
              <a:spcAft>
                <a:spcPts val="0"/>
              </a:spcAft>
              <a:buSzPts val="3000"/>
              <a:buFont typeface="Inconsolata"/>
              <a:buNone/>
              <a:defRPr sz="3000">
                <a:latin typeface="Inconsolata"/>
                <a:ea typeface="Inconsolata"/>
                <a:cs typeface="Inconsolata"/>
                <a:sym typeface="Inconsolata"/>
              </a:defRPr>
            </a:lvl9pPr>
          </a:lstStyle>
          <a:p/>
        </p:txBody>
      </p:sp>
      <p:sp>
        <p:nvSpPr>
          <p:cNvPr id="19" name="Google Shape;19;p32"/>
          <p:cNvSpPr txBox="1"/>
          <p:nvPr>
            <p:ph idx="7" type="title"/>
          </p:nvPr>
        </p:nvSpPr>
        <p:spPr>
          <a:xfrm>
            <a:off x="5053377" y="1426883"/>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Font typeface="Inconsolata"/>
              <a:buNone/>
              <a:defRPr sz="2800">
                <a:latin typeface="Inconsolata"/>
                <a:ea typeface="Inconsolata"/>
                <a:cs typeface="Inconsolata"/>
                <a:sym typeface="Inconsolata"/>
              </a:defRPr>
            </a:lvl1pPr>
            <a:lvl2pPr lvl="1" algn="l">
              <a:lnSpc>
                <a:spcPct val="100000"/>
              </a:lnSpc>
              <a:spcBef>
                <a:spcPts val="0"/>
              </a:spcBef>
              <a:spcAft>
                <a:spcPts val="0"/>
              </a:spcAft>
              <a:buSzPts val="3000"/>
              <a:buFont typeface="Inconsolata"/>
              <a:buNone/>
              <a:defRPr sz="3000">
                <a:latin typeface="Inconsolata"/>
                <a:ea typeface="Inconsolata"/>
                <a:cs typeface="Inconsolata"/>
                <a:sym typeface="Inconsolata"/>
              </a:defRPr>
            </a:lvl2pPr>
            <a:lvl3pPr lvl="2" algn="l">
              <a:lnSpc>
                <a:spcPct val="100000"/>
              </a:lnSpc>
              <a:spcBef>
                <a:spcPts val="0"/>
              </a:spcBef>
              <a:spcAft>
                <a:spcPts val="0"/>
              </a:spcAft>
              <a:buSzPts val="3000"/>
              <a:buFont typeface="Inconsolata"/>
              <a:buNone/>
              <a:defRPr sz="3000">
                <a:latin typeface="Inconsolata"/>
                <a:ea typeface="Inconsolata"/>
                <a:cs typeface="Inconsolata"/>
                <a:sym typeface="Inconsolata"/>
              </a:defRPr>
            </a:lvl3pPr>
            <a:lvl4pPr lvl="3" algn="l">
              <a:lnSpc>
                <a:spcPct val="100000"/>
              </a:lnSpc>
              <a:spcBef>
                <a:spcPts val="0"/>
              </a:spcBef>
              <a:spcAft>
                <a:spcPts val="0"/>
              </a:spcAft>
              <a:buSzPts val="3000"/>
              <a:buFont typeface="Inconsolata"/>
              <a:buNone/>
              <a:defRPr sz="3000">
                <a:latin typeface="Inconsolata"/>
                <a:ea typeface="Inconsolata"/>
                <a:cs typeface="Inconsolata"/>
                <a:sym typeface="Inconsolata"/>
              </a:defRPr>
            </a:lvl4pPr>
            <a:lvl5pPr lvl="4" algn="l">
              <a:lnSpc>
                <a:spcPct val="100000"/>
              </a:lnSpc>
              <a:spcBef>
                <a:spcPts val="0"/>
              </a:spcBef>
              <a:spcAft>
                <a:spcPts val="0"/>
              </a:spcAft>
              <a:buSzPts val="3000"/>
              <a:buFont typeface="Inconsolata"/>
              <a:buNone/>
              <a:defRPr sz="3000">
                <a:latin typeface="Inconsolata"/>
                <a:ea typeface="Inconsolata"/>
                <a:cs typeface="Inconsolata"/>
                <a:sym typeface="Inconsolata"/>
              </a:defRPr>
            </a:lvl5pPr>
            <a:lvl6pPr lvl="5" algn="l">
              <a:lnSpc>
                <a:spcPct val="100000"/>
              </a:lnSpc>
              <a:spcBef>
                <a:spcPts val="0"/>
              </a:spcBef>
              <a:spcAft>
                <a:spcPts val="0"/>
              </a:spcAft>
              <a:buSzPts val="3000"/>
              <a:buFont typeface="Inconsolata"/>
              <a:buNone/>
              <a:defRPr sz="3000">
                <a:latin typeface="Inconsolata"/>
                <a:ea typeface="Inconsolata"/>
                <a:cs typeface="Inconsolata"/>
                <a:sym typeface="Inconsolata"/>
              </a:defRPr>
            </a:lvl6pPr>
            <a:lvl7pPr lvl="6" algn="l">
              <a:lnSpc>
                <a:spcPct val="100000"/>
              </a:lnSpc>
              <a:spcBef>
                <a:spcPts val="0"/>
              </a:spcBef>
              <a:spcAft>
                <a:spcPts val="0"/>
              </a:spcAft>
              <a:buSzPts val="3000"/>
              <a:buFont typeface="Inconsolata"/>
              <a:buNone/>
              <a:defRPr sz="3000">
                <a:latin typeface="Inconsolata"/>
                <a:ea typeface="Inconsolata"/>
                <a:cs typeface="Inconsolata"/>
                <a:sym typeface="Inconsolata"/>
              </a:defRPr>
            </a:lvl7pPr>
            <a:lvl8pPr lvl="7" algn="l">
              <a:lnSpc>
                <a:spcPct val="100000"/>
              </a:lnSpc>
              <a:spcBef>
                <a:spcPts val="0"/>
              </a:spcBef>
              <a:spcAft>
                <a:spcPts val="0"/>
              </a:spcAft>
              <a:buSzPts val="3000"/>
              <a:buFont typeface="Inconsolata"/>
              <a:buNone/>
              <a:defRPr sz="3000">
                <a:latin typeface="Inconsolata"/>
                <a:ea typeface="Inconsolata"/>
                <a:cs typeface="Inconsolata"/>
                <a:sym typeface="Inconsolata"/>
              </a:defRPr>
            </a:lvl8pPr>
            <a:lvl9pPr lvl="8" algn="l">
              <a:lnSpc>
                <a:spcPct val="100000"/>
              </a:lnSpc>
              <a:spcBef>
                <a:spcPts val="0"/>
              </a:spcBef>
              <a:spcAft>
                <a:spcPts val="0"/>
              </a:spcAft>
              <a:buSzPts val="3000"/>
              <a:buFont typeface="Inconsolata"/>
              <a:buNone/>
              <a:defRPr sz="3000">
                <a:latin typeface="Inconsolata"/>
                <a:ea typeface="Inconsolata"/>
                <a:cs typeface="Inconsolata"/>
                <a:sym typeface="Inconsolata"/>
              </a:defRPr>
            </a:lvl9pPr>
          </a:lstStyle>
          <a:p/>
        </p:txBody>
      </p:sp>
      <p:sp>
        <p:nvSpPr>
          <p:cNvPr id="20" name="Google Shape;20;p32"/>
          <p:cNvSpPr txBox="1"/>
          <p:nvPr>
            <p:ph idx="8" type="title"/>
          </p:nvPr>
        </p:nvSpPr>
        <p:spPr>
          <a:xfrm>
            <a:off x="1350115" y="3106508"/>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Font typeface="Inconsolata"/>
              <a:buNone/>
              <a:defRPr sz="2800">
                <a:latin typeface="Inconsolata"/>
                <a:ea typeface="Inconsolata"/>
                <a:cs typeface="Inconsolata"/>
                <a:sym typeface="Inconsolata"/>
              </a:defRPr>
            </a:lvl1pPr>
            <a:lvl2pPr lvl="1" algn="l">
              <a:lnSpc>
                <a:spcPct val="100000"/>
              </a:lnSpc>
              <a:spcBef>
                <a:spcPts val="0"/>
              </a:spcBef>
              <a:spcAft>
                <a:spcPts val="0"/>
              </a:spcAft>
              <a:buSzPts val="3000"/>
              <a:buFont typeface="Inconsolata"/>
              <a:buNone/>
              <a:defRPr sz="3000">
                <a:latin typeface="Inconsolata"/>
                <a:ea typeface="Inconsolata"/>
                <a:cs typeface="Inconsolata"/>
                <a:sym typeface="Inconsolata"/>
              </a:defRPr>
            </a:lvl2pPr>
            <a:lvl3pPr lvl="2" algn="l">
              <a:lnSpc>
                <a:spcPct val="100000"/>
              </a:lnSpc>
              <a:spcBef>
                <a:spcPts val="0"/>
              </a:spcBef>
              <a:spcAft>
                <a:spcPts val="0"/>
              </a:spcAft>
              <a:buSzPts val="3000"/>
              <a:buFont typeface="Inconsolata"/>
              <a:buNone/>
              <a:defRPr sz="3000">
                <a:latin typeface="Inconsolata"/>
                <a:ea typeface="Inconsolata"/>
                <a:cs typeface="Inconsolata"/>
                <a:sym typeface="Inconsolata"/>
              </a:defRPr>
            </a:lvl3pPr>
            <a:lvl4pPr lvl="3" algn="l">
              <a:lnSpc>
                <a:spcPct val="100000"/>
              </a:lnSpc>
              <a:spcBef>
                <a:spcPts val="0"/>
              </a:spcBef>
              <a:spcAft>
                <a:spcPts val="0"/>
              </a:spcAft>
              <a:buSzPts val="3000"/>
              <a:buFont typeface="Inconsolata"/>
              <a:buNone/>
              <a:defRPr sz="3000">
                <a:latin typeface="Inconsolata"/>
                <a:ea typeface="Inconsolata"/>
                <a:cs typeface="Inconsolata"/>
                <a:sym typeface="Inconsolata"/>
              </a:defRPr>
            </a:lvl4pPr>
            <a:lvl5pPr lvl="4" algn="l">
              <a:lnSpc>
                <a:spcPct val="100000"/>
              </a:lnSpc>
              <a:spcBef>
                <a:spcPts val="0"/>
              </a:spcBef>
              <a:spcAft>
                <a:spcPts val="0"/>
              </a:spcAft>
              <a:buSzPts val="3000"/>
              <a:buFont typeface="Inconsolata"/>
              <a:buNone/>
              <a:defRPr sz="3000">
                <a:latin typeface="Inconsolata"/>
                <a:ea typeface="Inconsolata"/>
                <a:cs typeface="Inconsolata"/>
                <a:sym typeface="Inconsolata"/>
              </a:defRPr>
            </a:lvl5pPr>
            <a:lvl6pPr lvl="5" algn="l">
              <a:lnSpc>
                <a:spcPct val="100000"/>
              </a:lnSpc>
              <a:spcBef>
                <a:spcPts val="0"/>
              </a:spcBef>
              <a:spcAft>
                <a:spcPts val="0"/>
              </a:spcAft>
              <a:buSzPts val="3000"/>
              <a:buFont typeface="Inconsolata"/>
              <a:buNone/>
              <a:defRPr sz="3000">
                <a:latin typeface="Inconsolata"/>
                <a:ea typeface="Inconsolata"/>
                <a:cs typeface="Inconsolata"/>
                <a:sym typeface="Inconsolata"/>
              </a:defRPr>
            </a:lvl6pPr>
            <a:lvl7pPr lvl="6" algn="l">
              <a:lnSpc>
                <a:spcPct val="100000"/>
              </a:lnSpc>
              <a:spcBef>
                <a:spcPts val="0"/>
              </a:spcBef>
              <a:spcAft>
                <a:spcPts val="0"/>
              </a:spcAft>
              <a:buSzPts val="3000"/>
              <a:buFont typeface="Inconsolata"/>
              <a:buNone/>
              <a:defRPr sz="3000">
                <a:latin typeface="Inconsolata"/>
                <a:ea typeface="Inconsolata"/>
                <a:cs typeface="Inconsolata"/>
                <a:sym typeface="Inconsolata"/>
              </a:defRPr>
            </a:lvl7pPr>
            <a:lvl8pPr lvl="7" algn="l">
              <a:lnSpc>
                <a:spcPct val="100000"/>
              </a:lnSpc>
              <a:spcBef>
                <a:spcPts val="0"/>
              </a:spcBef>
              <a:spcAft>
                <a:spcPts val="0"/>
              </a:spcAft>
              <a:buSzPts val="3000"/>
              <a:buFont typeface="Inconsolata"/>
              <a:buNone/>
              <a:defRPr sz="3000">
                <a:latin typeface="Inconsolata"/>
                <a:ea typeface="Inconsolata"/>
                <a:cs typeface="Inconsolata"/>
                <a:sym typeface="Inconsolata"/>
              </a:defRPr>
            </a:lvl8pPr>
            <a:lvl9pPr lvl="8" algn="l">
              <a:lnSpc>
                <a:spcPct val="100000"/>
              </a:lnSpc>
              <a:spcBef>
                <a:spcPts val="0"/>
              </a:spcBef>
              <a:spcAft>
                <a:spcPts val="0"/>
              </a:spcAft>
              <a:buSzPts val="3000"/>
              <a:buFont typeface="Inconsolata"/>
              <a:buNone/>
              <a:defRPr sz="3000">
                <a:latin typeface="Inconsolata"/>
                <a:ea typeface="Inconsolata"/>
                <a:cs typeface="Inconsolata"/>
                <a:sym typeface="Inconsolata"/>
              </a:defRPr>
            </a:lvl9pPr>
          </a:lstStyle>
          <a:p/>
        </p:txBody>
      </p:sp>
      <p:sp>
        <p:nvSpPr>
          <p:cNvPr id="21" name="Google Shape;21;p32"/>
          <p:cNvSpPr txBox="1"/>
          <p:nvPr>
            <p:ph idx="9" type="subTitle"/>
          </p:nvPr>
        </p:nvSpPr>
        <p:spPr>
          <a:xfrm>
            <a:off x="1251700" y="1986275"/>
            <a:ext cx="2937300" cy="39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l">
              <a:lnSpc>
                <a:spcPct val="100000"/>
              </a:lnSpc>
              <a:spcBef>
                <a:spcPts val="0"/>
              </a:spcBef>
              <a:spcAft>
                <a:spcPts val="0"/>
              </a:spcAft>
              <a:buSzPts val="2400"/>
              <a:buFont typeface="Poppins"/>
              <a:buNone/>
              <a:defRPr sz="2400">
                <a:latin typeface="Poppins"/>
                <a:ea typeface="Poppins"/>
                <a:cs typeface="Poppins"/>
                <a:sym typeface="Poppins"/>
              </a:defRPr>
            </a:lvl2pPr>
            <a:lvl3pPr lvl="2" algn="l">
              <a:lnSpc>
                <a:spcPct val="100000"/>
              </a:lnSpc>
              <a:spcBef>
                <a:spcPts val="0"/>
              </a:spcBef>
              <a:spcAft>
                <a:spcPts val="0"/>
              </a:spcAft>
              <a:buSzPts val="2400"/>
              <a:buFont typeface="Poppins"/>
              <a:buNone/>
              <a:defRPr sz="2400">
                <a:latin typeface="Poppins"/>
                <a:ea typeface="Poppins"/>
                <a:cs typeface="Poppins"/>
                <a:sym typeface="Poppins"/>
              </a:defRPr>
            </a:lvl3pPr>
            <a:lvl4pPr lvl="3" algn="l">
              <a:lnSpc>
                <a:spcPct val="100000"/>
              </a:lnSpc>
              <a:spcBef>
                <a:spcPts val="0"/>
              </a:spcBef>
              <a:spcAft>
                <a:spcPts val="0"/>
              </a:spcAft>
              <a:buSzPts val="2400"/>
              <a:buFont typeface="Poppins"/>
              <a:buNone/>
              <a:defRPr sz="2400">
                <a:latin typeface="Poppins"/>
                <a:ea typeface="Poppins"/>
                <a:cs typeface="Poppins"/>
                <a:sym typeface="Poppins"/>
              </a:defRPr>
            </a:lvl4pPr>
            <a:lvl5pPr lvl="4" algn="l">
              <a:lnSpc>
                <a:spcPct val="100000"/>
              </a:lnSpc>
              <a:spcBef>
                <a:spcPts val="0"/>
              </a:spcBef>
              <a:spcAft>
                <a:spcPts val="0"/>
              </a:spcAft>
              <a:buSzPts val="2400"/>
              <a:buFont typeface="Poppins"/>
              <a:buNone/>
              <a:defRPr sz="2400">
                <a:latin typeface="Poppins"/>
                <a:ea typeface="Poppins"/>
                <a:cs typeface="Poppins"/>
                <a:sym typeface="Poppins"/>
              </a:defRPr>
            </a:lvl5pPr>
            <a:lvl6pPr lvl="5" algn="l">
              <a:lnSpc>
                <a:spcPct val="100000"/>
              </a:lnSpc>
              <a:spcBef>
                <a:spcPts val="0"/>
              </a:spcBef>
              <a:spcAft>
                <a:spcPts val="0"/>
              </a:spcAft>
              <a:buSzPts val="2400"/>
              <a:buFont typeface="Poppins"/>
              <a:buNone/>
              <a:defRPr sz="2400">
                <a:latin typeface="Poppins"/>
                <a:ea typeface="Poppins"/>
                <a:cs typeface="Poppins"/>
                <a:sym typeface="Poppins"/>
              </a:defRPr>
            </a:lvl6pPr>
            <a:lvl7pPr lvl="6" algn="l">
              <a:lnSpc>
                <a:spcPct val="100000"/>
              </a:lnSpc>
              <a:spcBef>
                <a:spcPts val="0"/>
              </a:spcBef>
              <a:spcAft>
                <a:spcPts val="0"/>
              </a:spcAft>
              <a:buSzPts val="2400"/>
              <a:buFont typeface="Poppins"/>
              <a:buNone/>
              <a:defRPr sz="2400">
                <a:latin typeface="Poppins"/>
                <a:ea typeface="Poppins"/>
                <a:cs typeface="Poppins"/>
                <a:sym typeface="Poppins"/>
              </a:defRPr>
            </a:lvl7pPr>
            <a:lvl8pPr lvl="7" algn="l">
              <a:lnSpc>
                <a:spcPct val="100000"/>
              </a:lnSpc>
              <a:spcBef>
                <a:spcPts val="0"/>
              </a:spcBef>
              <a:spcAft>
                <a:spcPts val="0"/>
              </a:spcAft>
              <a:buSzPts val="2400"/>
              <a:buFont typeface="Poppins"/>
              <a:buNone/>
              <a:defRPr sz="2400">
                <a:latin typeface="Poppins"/>
                <a:ea typeface="Poppins"/>
                <a:cs typeface="Poppins"/>
                <a:sym typeface="Poppins"/>
              </a:defRPr>
            </a:lvl8pPr>
            <a:lvl9pPr lvl="8" algn="l">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22" name="Google Shape;22;p32"/>
          <p:cNvSpPr txBox="1"/>
          <p:nvPr>
            <p:ph idx="13" type="subTitle"/>
          </p:nvPr>
        </p:nvSpPr>
        <p:spPr>
          <a:xfrm>
            <a:off x="4954984" y="1986275"/>
            <a:ext cx="2937300" cy="39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l">
              <a:lnSpc>
                <a:spcPct val="100000"/>
              </a:lnSpc>
              <a:spcBef>
                <a:spcPts val="0"/>
              </a:spcBef>
              <a:spcAft>
                <a:spcPts val="0"/>
              </a:spcAft>
              <a:buSzPts val="2400"/>
              <a:buFont typeface="Poppins"/>
              <a:buNone/>
              <a:defRPr sz="2400">
                <a:latin typeface="Poppins"/>
                <a:ea typeface="Poppins"/>
                <a:cs typeface="Poppins"/>
                <a:sym typeface="Poppins"/>
              </a:defRPr>
            </a:lvl2pPr>
            <a:lvl3pPr lvl="2" algn="l">
              <a:lnSpc>
                <a:spcPct val="100000"/>
              </a:lnSpc>
              <a:spcBef>
                <a:spcPts val="0"/>
              </a:spcBef>
              <a:spcAft>
                <a:spcPts val="0"/>
              </a:spcAft>
              <a:buSzPts val="2400"/>
              <a:buFont typeface="Poppins"/>
              <a:buNone/>
              <a:defRPr sz="2400">
                <a:latin typeface="Poppins"/>
                <a:ea typeface="Poppins"/>
                <a:cs typeface="Poppins"/>
                <a:sym typeface="Poppins"/>
              </a:defRPr>
            </a:lvl3pPr>
            <a:lvl4pPr lvl="3" algn="l">
              <a:lnSpc>
                <a:spcPct val="100000"/>
              </a:lnSpc>
              <a:spcBef>
                <a:spcPts val="0"/>
              </a:spcBef>
              <a:spcAft>
                <a:spcPts val="0"/>
              </a:spcAft>
              <a:buSzPts val="2400"/>
              <a:buFont typeface="Poppins"/>
              <a:buNone/>
              <a:defRPr sz="2400">
                <a:latin typeface="Poppins"/>
                <a:ea typeface="Poppins"/>
                <a:cs typeface="Poppins"/>
                <a:sym typeface="Poppins"/>
              </a:defRPr>
            </a:lvl4pPr>
            <a:lvl5pPr lvl="4" algn="l">
              <a:lnSpc>
                <a:spcPct val="100000"/>
              </a:lnSpc>
              <a:spcBef>
                <a:spcPts val="0"/>
              </a:spcBef>
              <a:spcAft>
                <a:spcPts val="0"/>
              </a:spcAft>
              <a:buSzPts val="2400"/>
              <a:buFont typeface="Poppins"/>
              <a:buNone/>
              <a:defRPr sz="2400">
                <a:latin typeface="Poppins"/>
                <a:ea typeface="Poppins"/>
                <a:cs typeface="Poppins"/>
                <a:sym typeface="Poppins"/>
              </a:defRPr>
            </a:lvl5pPr>
            <a:lvl6pPr lvl="5" algn="l">
              <a:lnSpc>
                <a:spcPct val="100000"/>
              </a:lnSpc>
              <a:spcBef>
                <a:spcPts val="0"/>
              </a:spcBef>
              <a:spcAft>
                <a:spcPts val="0"/>
              </a:spcAft>
              <a:buSzPts val="2400"/>
              <a:buFont typeface="Poppins"/>
              <a:buNone/>
              <a:defRPr sz="2400">
                <a:latin typeface="Poppins"/>
                <a:ea typeface="Poppins"/>
                <a:cs typeface="Poppins"/>
                <a:sym typeface="Poppins"/>
              </a:defRPr>
            </a:lvl6pPr>
            <a:lvl7pPr lvl="6" algn="l">
              <a:lnSpc>
                <a:spcPct val="100000"/>
              </a:lnSpc>
              <a:spcBef>
                <a:spcPts val="0"/>
              </a:spcBef>
              <a:spcAft>
                <a:spcPts val="0"/>
              </a:spcAft>
              <a:buSzPts val="2400"/>
              <a:buFont typeface="Poppins"/>
              <a:buNone/>
              <a:defRPr sz="2400">
                <a:latin typeface="Poppins"/>
                <a:ea typeface="Poppins"/>
                <a:cs typeface="Poppins"/>
                <a:sym typeface="Poppins"/>
              </a:defRPr>
            </a:lvl7pPr>
            <a:lvl8pPr lvl="7" algn="l">
              <a:lnSpc>
                <a:spcPct val="100000"/>
              </a:lnSpc>
              <a:spcBef>
                <a:spcPts val="0"/>
              </a:spcBef>
              <a:spcAft>
                <a:spcPts val="0"/>
              </a:spcAft>
              <a:buSzPts val="2400"/>
              <a:buFont typeface="Poppins"/>
              <a:buNone/>
              <a:defRPr sz="2400">
                <a:latin typeface="Poppins"/>
                <a:ea typeface="Poppins"/>
                <a:cs typeface="Poppins"/>
                <a:sym typeface="Poppins"/>
              </a:defRPr>
            </a:lvl8pPr>
            <a:lvl9pPr lvl="8" algn="l">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23" name="Google Shape;23;p32"/>
          <p:cNvSpPr txBox="1"/>
          <p:nvPr>
            <p:ph idx="14" type="subTitle"/>
          </p:nvPr>
        </p:nvSpPr>
        <p:spPr>
          <a:xfrm>
            <a:off x="1251713" y="3665900"/>
            <a:ext cx="2937300" cy="39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l">
              <a:lnSpc>
                <a:spcPct val="100000"/>
              </a:lnSpc>
              <a:spcBef>
                <a:spcPts val="0"/>
              </a:spcBef>
              <a:spcAft>
                <a:spcPts val="0"/>
              </a:spcAft>
              <a:buSzPts val="2400"/>
              <a:buFont typeface="Poppins"/>
              <a:buNone/>
              <a:defRPr sz="2400">
                <a:latin typeface="Poppins"/>
                <a:ea typeface="Poppins"/>
                <a:cs typeface="Poppins"/>
                <a:sym typeface="Poppins"/>
              </a:defRPr>
            </a:lvl2pPr>
            <a:lvl3pPr lvl="2" algn="l">
              <a:lnSpc>
                <a:spcPct val="100000"/>
              </a:lnSpc>
              <a:spcBef>
                <a:spcPts val="0"/>
              </a:spcBef>
              <a:spcAft>
                <a:spcPts val="0"/>
              </a:spcAft>
              <a:buSzPts val="2400"/>
              <a:buFont typeface="Poppins"/>
              <a:buNone/>
              <a:defRPr sz="2400">
                <a:latin typeface="Poppins"/>
                <a:ea typeface="Poppins"/>
                <a:cs typeface="Poppins"/>
                <a:sym typeface="Poppins"/>
              </a:defRPr>
            </a:lvl3pPr>
            <a:lvl4pPr lvl="3" algn="l">
              <a:lnSpc>
                <a:spcPct val="100000"/>
              </a:lnSpc>
              <a:spcBef>
                <a:spcPts val="0"/>
              </a:spcBef>
              <a:spcAft>
                <a:spcPts val="0"/>
              </a:spcAft>
              <a:buSzPts val="2400"/>
              <a:buFont typeface="Poppins"/>
              <a:buNone/>
              <a:defRPr sz="2400">
                <a:latin typeface="Poppins"/>
                <a:ea typeface="Poppins"/>
                <a:cs typeface="Poppins"/>
                <a:sym typeface="Poppins"/>
              </a:defRPr>
            </a:lvl4pPr>
            <a:lvl5pPr lvl="4" algn="l">
              <a:lnSpc>
                <a:spcPct val="100000"/>
              </a:lnSpc>
              <a:spcBef>
                <a:spcPts val="0"/>
              </a:spcBef>
              <a:spcAft>
                <a:spcPts val="0"/>
              </a:spcAft>
              <a:buSzPts val="2400"/>
              <a:buFont typeface="Poppins"/>
              <a:buNone/>
              <a:defRPr sz="2400">
                <a:latin typeface="Poppins"/>
                <a:ea typeface="Poppins"/>
                <a:cs typeface="Poppins"/>
                <a:sym typeface="Poppins"/>
              </a:defRPr>
            </a:lvl5pPr>
            <a:lvl6pPr lvl="5" algn="l">
              <a:lnSpc>
                <a:spcPct val="100000"/>
              </a:lnSpc>
              <a:spcBef>
                <a:spcPts val="0"/>
              </a:spcBef>
              <a:spcAft>
                <a:spcPts val="0"/>
              </a:spcAft>
              <a:buSzPts val="2400"/>
              <a:buFont typeface="Poppins"/>
              <a:buNone/>
              <a:defRPr sz="2400">
                <a:latin typeface="Poppins"/>
                <a:ea typeface="Poppins"/>
                <a:cs typeface="Poppins"/>
                <a:sym typeface="Poppins"/>
              </a:defRPr>
            </a:lvl6pPr>
            <a:lvl7pPr lvl="6" algn="l">
              <a:lnSpc>
                <a:spcPct val="100000"/>
              </a:lnSpc>
              <a:spcBef>
                <a:spcPts val="0"/>
              </a:spcBef>
              <a:spcAft>
                <a:spcPts val="0"/>
              </a:spcAft>
              <a:buSzPts val="2400"/>
              <a:buFont typeface="Poppins"/>
              <a:buNone/>
              <a:defRPr sz="2400">
                <a:latin typeface="Poppins"/>
                <a:ea typeface="Poppins"/>
                <a:cs typeface="Poppins"/>
                <a:sym typeface="Poppins"/>
              </a:defRPr>
            </a:lvl7pPr>
            <a:lvl8pPr lvl="7" algn="l">
              <a:lnSpc>
                <a:spcPct val="100000"/>
              </a:lnSpc>
              <a:spcBef>
                <a:spcPts val="0"/>
              </a:spcBef>
              <a:spcAft>
                <a:spcPts val="0"/>
              </a:spcAft>
              <a:buSzPts val="2400"/>
              <a:buFont typeface="Poppins"/>
              <a:buNone/>
              <a:defRPr sz="2400">
                <a:latin typeface="Poppins"/>
                <a:ea typeface="Poppins"/>
                <a:cs typeface="Poppins"/>
                <a:sym typeface="Poppins"/>
              </a:defRPr>
            </a:lvl8pPr>
            <a:lvl9pPr lvl="8" algn="l">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24" name="Google Shape;24;p32"/>
          <p:cNvSpPr txBox="1"/>
          <p:nvPr>
            <p:ph idx="15" type="subTitle"/>
          </p:nvPr>
        </p:nvSpPr>
        <p:spPr>
          <a:xfrm>
            <a:off x="4954988" y="3665950"/>
            <a:ext cx="2937300" cy="39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l">
              <a:lnSpc>
                <a:spcPct val="100000"/>
              </a:lnSpc>
              <a:spcBef>
                <a:spcPts val="0"/>
              </a:spcBef>
              <a:spcAft>
                <a:spcPts val="0"/>
              </a:spcAft>
              <a:buSzPts val="2400"/>
              <a:buFont typeface="Poppins"/>
              <a:buNone/>
              <a:defRPr sz="2400">
                <a:latin typeface="Poppins"/>
                <a:ea typeface="Poppins"/>
                <a:cs typeface="Poppins"/>
                <a:sym typeface="Poppins"/>
              </a:defRPr>
            </a:lvl2pPr>
            <a:lvl3pPr lvl="2" algn="l">
              <a:lnSpc>
                <a:spcPct val="100000"/>
              </a:lnSpc>
              <a:spcBef>
                <a:spcPts val="0"/>
              </a:spcBef>
              <a:spcAft>
                <a:spcPts val="0"/>
              </a:spcAft>
              <a:buSzPts val="2400"/>
              <a:buFont typeface="Poppins"/>
              <a:buNone/>
              <a:defRPr sz="2400">
                <a:latin typeface="Poppins"/>
                <a:ea typeface="Poppins"/>
                <a:cs typeface="Poppins"/>
                <a:sym typeface="Poppins"/>
              </a:defRPr>
            </a:lvl3pPr>
            <a:lvl4pPr lvl="3" algn="l">
              <a:lnSpc>
                <a:spcPct val="100000"/>
              </a:lnSpc>
              <a:spcBef>
                <a:spcPts val="0"/>
              </a:spcBef>
              <a:spcAft>
                <a:spcPts val="0"/>
              </a:spcAft>
              <a:buSzPts val="2400"/>
              <a:buFont typeface="Poppins"/>
              <a:buNone/>
              <a:defRPr sz="2400">
                <a:latin typeface="Poppins"/>
                <a:ea typeface="Poppins"/>
                <a:cs typeface="Poppins"/>
                <a:sym typeface="Poppins"/>
              </a:defRPr>
            </a:lvl4pPr>
            <a:lvl5pPr lvl="4" algn="l">
              <a:lnSpc>
                <a:spcPct val="100000"/>
              </a:lnSpc>
              <a:spcBef>
                <a:spcPts val="0"/>
              </a:spcBef>
              <a:spcAft>
                <a:spcPts val="0"/>
              </a:spcAft>
              <a:buSzPts val="2400"/>
              <a:buFont typeface="Poppins"/>
              <a:buNone/>
              <a:defRPr sz="2400">
                <a:latin typeface="Poppins"/>
                <a:ea typeface="Poppins"/>
                <a:cs typeface="Poppins"/>
                <a:sym typeface="Poppins"/>
              </a:defRPr>
            </a:lvl5pPr>
            <a:lvl6pPr lvl="5" algn="l">
              <a:lnSpc>
                <a:spcPct val="100000"/>
              </a:lnSpc>
              <a:spcBef>
                <a:spcPts val="0"/>
              </a:spcBef>
              <a:spcAft>
                <a:spcPts val="0"/>
              </a:spcAft>
              <a:buSzPts val="2400"/>
              <a:buFont typeface="Poppins"/>
              <a:buNone/>
              <a:defRPr sz="2400">
                <a:latin typeface="Poppins"/>
                <a:ea typeface="Poppins"/>
                <a:cs typeface="Poppins"/>
                <a:sym typeface="Poppins"/>
              </a:defRPr>
            </a:lvl6pPr>
            <a:lvl7pPr lvl="6" algn="l">
              <a:lnSpc>
                <a:spcPct val="100000"/>
              </a:lnSpc>
              <a:spcBef>
                <a:spcPts val="0"/>
              </a:spcBef>
              <a:spcAft>
                <a:spcPts val="0"/>
              </a:spcAft>
              <a:buSzPts val="2400"/>
              <a:buFont typeface="Poppins"/>
              <a:buNone/>
              <a:defRPr sz="2400">
                <a:latin typeface="Poppins"/>
                <a:ea typeface="Poppins"/>
                <a:cs typeface="Poppins"/>
                <a:sym typeface="Poppins"/>
              </a:defRPr>
            </a:lvl7pPr>
            <a:lvl8pPr lvl="7" algn="l">
              <a:lnSpc>
                <a:spcPct val="100000"/>
              </a:lnSpc>
              <a:spcBef>
                <a:spcPts val="0"/>
              </a:spcBef>
              <a:spcAft>
                <a:spcPts val="0"/>
              </a:spcAft>
              <a:buSzPts val="2400"/>
              <a:buFont typeface="Poppins"/>
              <a:buNone/>
              <a:defRPr sz="2400">
                <a:latin typeface="Poppins"/>
                <a:ea typeface="Poppins"/>
                <a:cs typeface="Poppins"/>
                <a:sym typeface="Poppins"/>
              </a:defRPr>
            </a:lvl8pPr>
            <a:lvl9pPr lvl="8" algn="l">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grpSp>
        <p:nvGrpSpPr>
          <p:cNvPr id="25" name="Google Shape;25;p32"/>
          <p:cNvGrpSpPr/>
          <p:nvPr/>
        </p:nvGrpSpPr>
        <p:grpSpPr>
          <a:xfrm flipH="1">
            <a:off x="8420913" y="190570"/>
            <a:ext cx="519897" cy="409496"/>
            <a:chOff x="7162662" y="1366775"/>
            <a:chExt cx="519897" cy="409496"/>
          </a:xfrm>
        </p:grpSpPr>
        <p:sp>
          <p:nvSpPr>
            <p:cNvPr id="26" name="Google Shape;26;p32"/>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2"/>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2"/>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2"/>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2"/>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2"/>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2"/>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33" name="Shape 33"/>
        <p:cNvGrpSpPr/>
        <p:nvPr/>
      </p:nvGrpSpPr>
      <p:grpSpPr>
        <a:xfrm>
          <a:off x="0" y="0"/>
          <a:ext cx="0" cy="0"/>
          <a:chOff x="0" y="0"/>
          <a:chExt cx="0" cy="0"/>
        </a:xfrm>
      </p:grpSpPr>
      <p:sp>
        <p:nvSpPr>
          <p:cNvPr id="34" name="Google Shape;34;p33"/>
          <p:cNvSpPr txBox="1"/>
          <p:nvPr>
            <p:ph type="title"/>
          </p:nvPr>
        </p:nvSpPr>
        <p:spPr>
          <a:xfrm>
            <a:off x="865625" y="1955750"/>
            <a:ext cx="3930000" cy="1416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5" name="Google Shape;35;p33"/>
          <p:cNvSpPr txBox="1"/>
          <p:nvPr>
            <p:ph idx="2" type="title"/>
          </p:nvPr>
        </p:nvSpPr>
        <p:spPr>
          <a:xfrm>
            <a:off x="2297975" y="851200"/>
            <a:ext cx="10653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Inconsolata"/>
              <a:buNone/>
              <a:defRPr sz="6000">
                <a:latin typeface="Inconsolata"/>
                <a:ea typeface="Inconsolata"/>
                <a:cs typeface="Inconsolata"/>
                <a:sym typeface="Inconsolata"/>
              </a:defRPr>
            </a:lvl1pPr>
            <a:lvl2pPr lvl="1"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2pPr>
            <a:lvl3pPr lvl="2"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3pPr>
            <a:lvl4pPr lvl="3"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4pPr>
            <a:lvl5pPr lvl="4"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5pPr>
            <a:lvl6pPr lvl="5"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6pPr>
            <a:lvl7pPr lvl="6"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7pPr>
            <a:lvl8pPr lvl="7"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8pPr>
            <a:lvl9pPr lvl="8"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9pPr>
          </a:lstStyle>
          <a:p/>
        </p:txBody>
      </p:sp>
      <p:sp>
        <p:nvSpPr>
          <p:cNvPr id="36" name="Google Shape;36;p33"/>
          <p:cNvSpPr txBox="1"/>
          <p:nvPr>
            <p:ph idx="1" type="subTitle"/>
          </p:nvPr>
        </p:nvSpPr>
        <p:spPr>
          <a:xfrm>
            <a:off x="1313075" y="3637150"/>
            <a:ext cx="3035100" cy="7041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80000" dist="38100">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7" name="Shape 37"/>
        <p:cNvGrpSpPr/>
        <p:nvPr/>
      </p:nvGrpSpPr>
      <p:grpSpPr>
        <a:xfrm>
          <a:off x="0" y="0"/>
          <a:ext cx="0" cy="0"/>
          <a:chOff x="0" y="0"/>
          <a:chExt cx="0" cy="0"/>
        </a:xfrm>
      </p:grpSpPr>
      <p:sp>
        <p:nvSpPr>
          <p:cNvPr id="38" name="Google Shape;38;p34"/>
          <p:cNvSpPr txBox="1"/>
          <p:nvPr>
            <p:ph hasCustomPrompt="1" type="title"/>
          </p:nvPr>
        </p:nvSpPr>
        <p:spPr>
          <a:xfrm>
            <a:off x="2471550" y="1402775"/>
            <a:ext cx="5560800" cy="91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5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9" name="Google Shape;39;p34"/>
          <p:cNvSpPr txBox="1"/>
          <p:nvPr>
            <p:ph idx="1" type="subTitle"/>
          </p:nvPr>
        </p:nvSpPr>
        <p:spPr>
          <a:xfrm>
            <a:off x="2471550" y="2400775"/>
            <a:ext cx="5560800" cy="4971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20000" dist="28575">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8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35"/>
          <p:cNvSpPr txBox="1"/>
          <p:nvPr>
            <p:ph type="title"/>
          </p:nvPr>
        </p:nvSpPr>
        <p:spPr>
          <a:xfrm>
            <a:off x="720000" y="445025"/>
            <a:ext cx="7710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2" name="Google Shape;42;p35"/>
          <p:cNvSpPr txBox="1"/>
          <p:nvPr>
            <p:ph idx="1" type="subTitle"/>
          </p:nvPr>
        </p:nvSpPr>
        <p:spPr>
          <a:xfrm>
            <a:off x="720000" y="1541950"/>
            <a:ext cx="41337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36"/>
          <p:cNvSpPr txBox="1"/>
          <p:nvPr>
            <p:ph type="title"/>
          </p:nvPr>
        </p:nvSpPr>
        <p:spPr>
          <a:xfrm>
            <a:off x="2130050" y="1064188"/>
            <a:ext cx="3924300" cy="1416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5" name="Google Shape;45;p36"/>
          <p:cNvSpPr txBox="1"/>
          <p:nvPr>
            <p:ph idx="2" type="title"/>
          </p:nvPr>
        </p:nvSpPr>
        <p:spPr>
          <a:xfrm>
            <a:off x="720000" y="1322025"/>
            <a:ext cx="10653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Inconsolata"/>
              <a:buNone/>
              <a:defRPr sz="6000">
                <a:latin typeface="Inconsolata"/>
                <a:ea typeface="Inconsolata"/>
                <a:cs typeface="Inconsolata"/>
                <a:sym typeface="Inconsolata"/>
              </a:defRPr>
            </a:lvl1pPr>
            <a:lvl2pPr lvl="1"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2pPr>
            <a:lvl3pPr lvl="2"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3pPr>
            <a:lvl4pPr lvl="3"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4pPr>
            <a:lvl5pPr lvl="4"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5pPr>
            <a:lvl6pPr lvl="5"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6pPr>
            <a:lvl7pPr lvl="6"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7pPr>
            <a:lvl8pPr lvl="7"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8pPr>
            <a:lvl9pPr lvl="8"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9pPr>
          </a:lstStyle>
          <a:p/>
        </p:txBody>
      </p:sp>
      <p:sp>
        <p:nvSpPr>
          <p:cNvPr id="46" name="Google Shape;46;p36"/>
          <p:cNvSpPr txBox="1"/>
          <p:nvPr>
            <p:ph idx="1" type="subTitle"/>
          </p:nvPr>
        </p:nvSpPr>
        <p:spPr>
          <a:xfrm>
            <a:off x="720000" y="2640475"/>
            <a:ext cx="5334300" cy="471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80000" dist="38100">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37"/>
          <p:cNvSpPr txBox="1"/>
          <p:nvPr>
            <p:ph type="title"/>
          </p:nvPr>
        </p:nvSpPr>
        <p:spPr>
          <a:xfrm>
            <a:off x="929025" y="1166300"/>
            <a:ext cx="4872900" cy="1460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500"/>
              <a:buNone/>
              <a:defRPr sz="96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49" name="Google Shape;49;p37"/>
          <p:cNvSpPr txBox="1"/>
          <p:nvPr>
            <p:ph idx="1" type="subTitle"/>
          </p:nvPr>
        </p:nvSpPr>
        <p:spPr>
          <a:xfrm>
            <a:off x="929025" y="2783775"/>
            <a:ext cx="4872900" cy="6711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680000" dist="38100">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0" name="Shape 50"/>
        <p:cNvGrpSpPr/>
        <p:nvPr/>
      </p:nvGrpSpPr>
      <p:grpSpPr>
        <a:xfrm>
          <a:off x="0" y="0"/>
          <a:ext cx="0" cy="0"/>
          <a:chOff x="0" y="0"/>
          <a:chExt cx="0" cy="0"/>
        </a:xfrm>
      </p:grpSpPr>
      <p:sp>
        <p:nvSpPr>
          <p:cNvPr id="51" name="Google Shape;51;p38"/>
          <p:cNvSpPr txBox="1"/>
          <p:nvPr>
            <p:ph type="title"/>
          </p:nvPr>
        </p:nvSpPr>
        <p:spPr>
          <a:xfrm>
            <a:off x="897575" y="534600"/>
            <a:ext cx="6295200" cy="141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74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2" name="Google Shape;52;p38"/>
          <p:cNvSpPr txBox="1"/>
          <p:nvPr>
            <p:ph idx="1" type="subTitle"/>
          </p:nvPr>
        </p:nvSpPr>
        <p:spPr>
          <a:xfrm>
            <a:off x="1254119" y="1908400"/>
            <a:ext cx="3735000" cy="10587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20000" dist="28575">
              <a:srgbClr val="000000"/>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3" name="Google Shape;53;p38"/>
          <p:cNvSpPr txBox="1"/>
          <p:nvPr/>
        </p:nvSpPr>
        <p:spPr>
          <a:xfrm>
            <a:off x="1167125" y="3667400"/>
            <a:ext cx="3972900" cy="76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200"/>
              <a:buFont typeface="Arial"/>
              <a:buNone/>
            </a:pPr>
            <a:r>
              <a:rPr b="0" i="0" lang="en" sz="1200" u="none" cap="none" strike="noStrike">
                <a:solidFill>
                  <a:schemeClr val="dk1"/>
                </a:solidFill>
                <a:latin typeface="Inconsolata Medium"/>
                <a:ea typeface="Inconsolata Medium"/>
                <a:cs typeface="Inconsolata Medium"/>
                <a:sym typeface="Inconsolata Medium"/>
              </a:rPr>
              <a:t>CREDITS: This presentation template was created by </a:t>
            </a:r>
            <a:r>
              <a:rPr b="0" i="0" lang="en" sz="1200" u="sng" cap="none" strike="noStrike">
                <a:solidFill>
                  <a:schemeClr val="dk1"/>
                </a:solidFill>
                <a:latin typeface="Inconsolata Medium"/>
                <a:ea typeface="Inconsolata Medium"/>
                <a:cs typeface="Inconsolata Medium"/>
                <a:sym typeface="Inconsolata Medium"/>
                <a:hlinkClick r:id="rId2">
                  <a:extLst>
                    <a:ext uri="{A12FA001-AC4F-418D-AE19-62706E023703}">
                      <ahyp:hlinkClr val="tx"/>
                    </a:ext>
                  </a:extLst>
                </a:hlinkClick>
              </a:rPr>
              <a:t>Slidesgo</a:t>
            </a:r>
            <a:r>
              <a:rPr b="0" i="0" lang="en" sz="1200" u="none" cap="none" strike="noStrike">
                <a:solidFill>
                  <a:schemeClr val="dk1"/>
                </a:solidFill>
                <a:latin typeface="Inconsolata Medium"/>
                <a:ea typeface="Inconsolata Medium"/>
                <a:cs typeface="Inconsolata Medium"/>
                <a:sym typeface="Inconsolata Medium"/>
              </a:rPr>
              <a:t>, and includes icons by </a:t>
            </a:r>
            <a:r>
              <a:rPr b="0" i="0" lang="en" sz="1200" u="sng" cap="none" strike="noStrike">
                <a:solidFill>
                  <a:schemeClr val="dk1"/>
                </a:solidFill>
                <a:latin typeface="Inconsolata Medium"/>
                <a:ea typeface="Inconsolata Medium"/>
                <a:cs typeface="Inconsolata Medium"/>
                <a:sym typeface="Inconsolata Medium"/>
                <a:hlinkClick r:id="rId3">
                  <a:extLst>
                    <a:ext uri="{A12FA001-AC4F-418D-AE19-62706E023703}">
                      <ahyp:hlinkClr val="tx"/>
                    </a:ext>
                  </a:extLst>
                </a:hlinkClick>
              </a:rPr>
              <a:t>Flaticon</a:t>
            </a:r>
            <a:r>
              <a:rPr b="0" i="0" lang="en" sz="1200" u="none" cap="none" strike="noStrike">
                <a:solidFill>
                  <a:schemeClr val="dk1"/>
                </a:solidFill>
                <a:latin typeface="Inconsolata Medium"/>
                <a:ea typeface="Inconsolata Medium"/>
                <a:cs typeface="Inconsolata Medium"/>
                <a:sym typeface="Inconsolata Medium"/>
              </a:rPr>
              <a:t>, and infographics &amp; images by </a:t>
            </a:r>
            <a:r>
              <a:rPr b="0" i="0" lang="en" sz="1200" u="sng" cap="none" strike="noStrike">
                <a:solidFill>
                  <a:schemeClr val="dk1"/>
                </a:solidFill>
                <a:latin typeface="Inconsolata Medium"/>
                <a:ea typeface="Inconsolata Medium"/>
                <a:cs typeface="Inconsolata Medium"/>
                <a:sym typeface="Inconsolata Medium"/>
                <a:hlinkClick r:id="rId4">
                  <a:extLst>
                    <a:ext uri="{A12FA001-AC4F-418D-AE19-62706E023703}">
                      <ahyp:hlinkClr val="tx"/>
                    </a:ext>
                  </a:extLst>
                </a:hlinkClick>
              </a:rPr>
              <a:t>Freepik</a:t>
            </a:r>
            <a:r>
              <a:rPr b="0" i="0" lang="en" sz="1200" u="sng" cap="none" strike="noStrike">
                <a:solidFill>
                  <a:schemeClr val="dk1"/>
                </a:solidFill>
                <a:latin typeface="Inconsolata Medium"/>
                <a:ea typeface="Inconsolata Medium"/>
                <a:cs typeface="Inconsolata Medium"/>
                <a:sym typeface="Inconsolata Medium"/>
              </a:rPr>
              <a:t> </a:t>
            </a:r>
            <a:endParaRPr b="0" i="0" sz="1200" u="sng" cap="none" strike="noStrike">
              <a:solidFill>
                <a:schemeClr val="dk1"/>
              </a:solidFill>
              <a:latin typeface="Inconsolata Medium"/>
              <a:ea typeface="Inconsolata Medium"/>
              <a:cs typeface="Inconsolata Medium"/>
              <a:sym typeface="Inconsolata Medium"/>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4" name="Shape 54"/>
        <p:cNvGrpSpPr/>
        <p:nvPr/>
      </p:nvGrpSpPr>
      <p:grpSpPr>
        <a:xfrm>
          <a:off x="0" y="0"/>
          <a:ext cx="0" cy="0"/>
          <a:chOff x="0" y="0"/>
          <a:chExt cx="0" cy="0"/>
        </a:xfrm>
      </p:grpSpPr>
      <p:sp>
        <p:nvSpPr>
          <p:cNvPr id="55" name="Google Shape;55;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6" name="Google Shape;56;p39"/>
          <p:cNvSpPr txBox="1"/>
          <p:nvPr>
            <p:ph idx="1" type="subTitle"/>
          </p:nvPr>
        </p:nvSpPr>
        <p:spPr>
          <a:xfrm>
            <a:off x="720000" y="3164427"/>
            <a:ext cx="23928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7" name="Google Shape;57;p39"/>
          <p:cNvSpPr txBox="1"/>
          <p:nvPr>
            <p:ph idx="2" type="subTitle"/>
          </p:nvPr>
        </p:nvSpPr>
        <p:spPr>
          <a:xfrm>
            <a:off x="3375539" y="3164427"/>
            <a:ext cx="23928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8" name="Google Shape;58;p39"/>
          <p:cNvSpPr txBox="1"/>
          <p:nvPr>
            <p:ph idx="3" type="subTitle"/>
          </p:nvPr>
        </p:nvSpPr>
        <p:spPr>
          <a:xfrm>
            <a:off x="6031075" y="3164427"/>
            <a:ext cx="23928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9" name="Google Shape;59;p39"/>
          <p:cNvSpPr txBox="1"/>
          <p:nvPr>
            <p:ph idx="4" type="subTitle"/>
          </p:nvPr>
        </p:nvSpPr>
        <p:spPr>
          <a:xfrm>
            <a:off x="720000" y="2635225"/>
            <a:ext cx="2392800" cy="4500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2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60" name="Google Shape;60;p39"/>
          <p:cNvSpPr txBox="1"/>
          <p:nvPr>
            <p:ph idx="5" type="subTitle"/>
          </p:nvPr>
        </p:nvSpPr>
        <p:spPr>
          <a:xfrm>
            <a:off x="3375539" y="2635225"/>
            <a:ext cx="2392800" cy="4500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2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61" name="Google Shape;61;p39"/>
          <p:cNvSpPr txBox="1"/>
          <p:nvPr>
            <p:ph idx="6" type="subTitle"/>
          </p:nvPr>
        </p:nvSpPr>
        <p:spPr>
          <a:xfrm>
            <a:off x="6031075" y="2635225"/>
            <a:ext cx="2392800" cy="4500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2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62" name="Shape 62"/>
        <p:cNvGrpSpPr/>
        <p:nvPr/>
      </p:nvGrpSpPr>
      <p:grpSpPr>
        <a:xfrm>
          <a:off x="0" y="0"/>
          <a:ext cx="0" cy="0"/>
          <a:chOff x="0" y="0"/>
          <a:chExt cx="0" cy="0"/>
        </a:xfrm>
      </p:grpSpPr>
      <p:sp>
        <p:nvSpPr>
          <p:cNvPr id="63" name="Google Shape;63;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4" name="Google Shape;64;p40"/>
          <p:cNvSpPr txBox="1"/>
          <p:nvPr>
            <p:ph idx="1" type="subTitle"/>
          </p:nvPr>
        </p:nvSpPr>
        <p:spPr>
          <a:xfrm>
            <a:off x="721796" y="2429067"/>
            <a:ext cx="23658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5" name="Google Shape;65;p40"/>
          <p:cNvSpPr txBox="1"/>
          <p:nvPr>
            <p:ph idx="2" type="subTitle"/>
          </p:nvPr>
        </p:nvSpPr>
        <p:spPr>
          <a:xfrm>
            <a:off x="3389894" y="2429067"/>
            <a:ext cx="2362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6" name="Google Shape;66;p40"/>
          <p:cNvSpPr txBox="1"/>
          <p:nvPr>
            <p:ph idx="3" type="subTitle"/>
          </p:nvPr>
        </p:nvSpPr>
        <p:spPr>
          <a:xfrm>
            <a:off x="2058200" y="4071904"/>
            <a:ext cx="23658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7" name="Google Shape;67;p40"/>
          <p:cNvSpPr txBox="1"/>
          <p:nvPr>
            <p:ph idx="4" type="subTitle"/>
          </p:nvPr>
        </p:nvSpPr>
        <p:spPr>
          <a:xfrm>
            <a:off x="4723600" y="4071904"/>
            <a:ext cx="2362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 name="Google Shape;68;p40"/>
          <p:cNvSpPr txBox="1"/>
          <p:nvPr>
            <p:ph idx="5" type="subTitle"/>
          </p:nvPr>
        </p:nvSpPr>
        <p:spPr>
          <a:xfrm>
            <a:off x="6052598" y="2429067"/>
            <a:ext cx="23658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 name="Google Shape;69;p40"/>
          <p:cNvSpPr txBox="1"/>
          <p:nvPr>
            <p:ph idx="6" type="subTitle"/>
          </p:nvPr>
        </p:nvSpPr>
        <p:spPr>
          <a:xfrm>
            <a:off x="720000" y="2035350"/>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70" name="Google Shape;70;p40"/>
          <p:cNvSpPr txBox="1"/>
          <p:nvPr>
            <p:ph idx="7" type="subTitle"/>
          </p:nvPr>
        </p:nvSpPr>
        <p:spPr>
          <a:xfrm>
            <a:off x="3388100" y="2035350"/>
            <a:ext cx="23658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71" name="Google Shape;71;p40"/>
          <p:cNvSpPr txBox="1"/>
          <p:nvPr>
            <p:ph idx="8" type="subTitle"/>
          </p:nvPr>
        </p:nvSpPr>
        <p:spPr>
          <a:xfrm>
            <a:off x="6050800" y="2035350"/>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72" name="Google Shape;72;p40"/>
          <p:cNvSpPr txBox="1"/>
          <p:nvPr>
            <p:ph idx="9" type="subTitle"/>
          </p:nvPr>
        </p:nvSpPr>
        <p:spPr>
          <a:xfrm>
            <a:off x="2056400" y="3623108"/>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73" name="Google Shape;73;p40"/>
          <p:cNvSpPr txBox="1"/>
          <p:nvPr>
            <p:ph idx="13" type="subTitle"/>
          </p:nvPr>
        </p:nvSpPr>
        <p:spPr>
          <a:xfrm>
            <a:off x="4721800" y="3623108"/>
            <a:ext cx="23658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4" name="Shape 74"/>
        <p:cNvGrpSpPr/>
        <p:nvPr/>
      </p:nvGrpSpPr>
      <p:grpSpPr>
        <a:xfrm>
          <a:off x="0" y="0"/>
          <a:ext cx="0" cy="0"/>
          <a:chOff x="0" y="0"/>
          <a:chExt cx="0" cy="0"/>
        </a:xfrm>
      </p:grpSpPr>
      <p:sp>
        <p:nvSpPr>
          <p:cNvPr id="75" name="Google Shape;75;p4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6" name="Google Shape;76;p41"/>
          <p:cNvSpPr txBox="1"/>
          <p:nvPr>
            <p:ph idx="1" type="subTitle"/>
          </p:nvPr>
        </p:nvSpPr>
        <p:spPr>
          <a:xfrm>
            <a:off x="723700" y="2352867"/>
            <a:ext cx="23658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 name="Google Shape;77;p41"/>
          <p:cNvSpPr txBox="1"/>
          <p:nvPr>
            <p:ph idx="2" type="subTitle"/>
          </p:nvPr>
        </p:nvSpPr>
        <p:spPr>
          <a:xfrm>
            <a:off x="3390900" y="2352867"/>
            <a:ext cx="2362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8" name="Google Shape;78;p41"/>
          <p:cNvSpPr txBox="1"/>
          <p:nvPr>
            <p:ph idx="3" type="subTitle"/>
          </p:nvPr>
        </p:nvSpPr>
        <p:spPr>
          <a:xfrm>
            <a:off x="723700" y="4071904"/>
            <a:ext cx="23658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 name="Google Shape;79;p41"/>
          <p:cNvSpPr txBox="1"/>
          <p:nvPr>
            <p:ph idx="4" type="subTitle"/>
          </p:nvPr>
        </p:nvSpPr>
        <p:spPr>
          <a:xfrm>
            <a:off x="3390900" y="4071904"/>
            <a:ext cx="2362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0" name="Google Shape;80;p41"/>
          <p:cNvSpPr txBox="1"/>
          <p:nvPr>
            <p:ph idx="5" type="subTitle"/>
          </p:nvPr>
        </p:nvSpPr>
        <p:spPr>
          <a:xfrm>
            <a:off x="6054500" y="2352867"/>
            <a:ext cx="23658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 name="Google Shape;81;p41"/>
          <p:cNvSpPr txBox="1"/>
          <p:nvPr>
            <p:ph idx="6" type="subTitle"/>
          </p:nvPr>
        </p:nvSpPr>
        <p:spPr>
          <a:xfrm>
            <a:off x="6054500" y="4071904"/>
            <a:ext cx="23658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2" name="Google Shape;82;p41"/>
          <p:cNvSpPr txBox="1"/>
          <p:nvPr>
            <p:ph idx="7" type="subTitle"/>
          </p:nvPr>
        </p:nvSpPr>
        <p:spPr>
          <a:xfrm>
            <a:off x="721900" y="1959150"/>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83" name="Google Shape;83;p41"/>
          <p:cNvSpPr txBox="1"/>
          <p:nvPr>
            <p:ph idx="8" type="subTitle"/>
          </p:nvPr>
        </p:nvSpPr>
        <p:spPr>
          <a:xfrm>
            <a:off x="3389100" y="1959150"/>
            <a:ext cx="23658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84" name="Google Shape;84;p41"/>
          <p:cNvSpPr txBox="1"/>
          <p:nvPr>
            <p:ph idx="9" type="subTitle"/>
          </p:nvPr>
        </p:nvSpPr>
        <p:spPr>
          <a:xfrm>
            <a:off x="6052700" y="1959150"/>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85" name="Google Shape;85;p41"/>
          <p:cNvSpPr txBox="1"/>
          <p:nvPr>
            <p:ph idx="13" type="subTitle"/>
          </p:nvPr>
        </p:nvSpPr>
        <p:spPr>
          <a:xfrm>
            <a:off x="721900" y="3623108"/>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86" name="Google Shape;86;p41"/>
          <p:cNvSpPr txBox="1"/>
          <p:nvPr>
            <p:ph idx="14" type="subTitle"/>
          </p:nvPr>
        </p:nvSpPr>
        <p:spPr>
          <a:xfrm>
            <a:off x="3389100" y="3623108"/>
            <a:ext cx="23658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87" name="Google Shape;87;p41"/>
          <p:cNvSpPr txBox="1"/>
          <p:nvPr>
            <p:ph idx="15" type="subTitle"/>
          </p:nvPr>
        </p:nvSpPr>
        <p:spPr>
          <a:xfrm>
            <a:off x="6052700" y="3623108"/>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8" name="Shape 88"/>
        <p:cNvGrpSpPr/>
        <p:nvPr/>
      </p:nvGrpSpPr>
      <p:grpSpPr>
        <a:xfrm>
          <a:off x="0" y="0"/>
          <a:ext cx="0" cy="0"/>
          <a:chOff x="0" y="0"/>
          <a:chExt cx="0" cy="0"/>
        </a:xfrm>
      </p:grpSpPr>
      <p:sp>
        <p:nvSpPr>
          <p:cNvPr id="89" name="Google Shape;89;p42"/>
          <p:cNvSpPr txBox="1"/>
          <p:nvPr>
            <p:ph type="title"/>
          </p:nvPr>
        </p:nvSpPr>
        <p:spPr>
          <a:xfrm>
            <a:off x="3005725" y="1299575"/>
            <a:ext cx="4688100" cy="1484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0" name="Shape 90"/>
        <p:cNvGrpSpPr/>
        <p:nvPr/>
      </p:nvGrpSpPr>
      <p:grpSpPr>
        <a:xfrm>
          <a:off x="0" y="0"/>
          <a:ext cx="0" cy="0"/>
          <a:chOff x="0" y="0"/>
          <a:chExt cx="0" cy="0"/>
        </a:xfrm>
      </p:grpSpPr>
      <p:sp>
        <p:nvSpPr>
          <p:cNvPr id="91" name="Google Shape;91;p43"/>
          <p:cNvSpPr txBox="1"/>
          <p:nvPr>
            <p:ph type="title"/>
          </p:nvPr>
        </p:nvSpPr>
        <p:spPr>
          <a:xfrm>
            <a:off x="4049125" y="3223400"/>
            <a:ext cx="4261200" cy="682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92" name="Google Shape;92;p43"/>
          <p:cNvSpPr txBox="1"/>
          <p:nvPr>
            <p:ph idx="1" type="subTitle"/>
          </p:nvPr>
        </p:nvSpPr>
        <p:spPr>
          <a:xfrm>
            <a:off x="713225" y="1511325"/>
            <a:ext cx="7717500" cy="1478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grpSp>
        <p:nvGrpSpPr>
          <p:cNvPr id="93" name="Google Shape;93;p43"/>
          <p:cNvGrpSpPr/>
          <p:nvPr/>
        </p:nvGrpSpPr>
        <p:grpSpPr>
          <a:xfrm>
            <a:off x="8109687" y="170975"/>
            <a:ext cx="519897" cy="409496"/>
            <a:chOff x="7162662" y="1366775"/>
            <a:chExt cx="519897" cy="409496"/>
          </a:xfrm>
        </p:grpSpPr>
        <p:sp>
          <p:nvSpPr>
            <p:cNvPr id="94" name="Google Shape;94;p43"/>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3"/>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43"/>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43"/>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43"/>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43"/>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43"/>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 name="Google Shape;101;p43"/>
          <p:cNvGrpSpPr/>
          <p:nvPr/>
        </p:nvGrpSpPr>
        <p:grpSpPr>
          <a:xfrm flipH="1">
            <a:off x="8430787" y="445025"/>
            <a:ext cx="519897" cy="409496"/>
            <a:chOff x="7162662" y="1366775"/>
            <a:chExt cx="519897" cy="409496"/>
          </a:xfrm>
        </p:grpSpPr>
        <p:sp>
          <p:nvSpPr>
            <p:cNvPr id="102" name="Google Shape;102;p43"/>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3"/>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43"/>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3"/>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3"/>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3"/>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43"/>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11" name="Google Shape;111;p44"/>
          <p:cNvSpPr txBox="1"/>
          <p:nvPr>
            <p:ph idx="1" type="subTitle"/>
          </p:nvPr>
        </p:nvSpPr>
        <p:spPr>
          <a:xfrm>
            <a:off x="5055280" y="3761149"/>
            <a:ext cx="2505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 name="Google Shape;112;p44"/>
          <p:cNvSpPr txBox="1"/>
          <p:nvPr>
            <p:ph idx="2" type="subTitle"/>
          </p:nvPr>
        </p:nvSpPr>
        <p:spPr>
          <a:xfrm>
            <a:off x="1583188" y="3761149"/>
            <a:ext cx="2505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3" name="Google Shape;113;p44"/>
          <p:cNvSpPr txBox="1"/>
          <p:nvPr>
            <p:ph idx="3" type="subTitle"/>
          </p:nvPr>
        </p:nvSpPr>
        <p:spPr>
          <a:xfrm>
            <a:off x="5055280" y="3225375"/>
            <a:ext cx="2505600" cy="4698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46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100"/>
              <a:buFont typeface="Poppins"/>
              <a:buNone/>
              <a:defRPr sz="2100">
                <a:latin typeface="Poppins"/>
                <a:ea typeface="Poppins"/>
                <a:cs typeface="Poppins"/>
                <a:sym typeface="Poppins"/>
              </a:defRPr>
            </a:lvl2pPr>
            <a:lvl3pPr lvl="2" algn="ctr">
              <a:lnSpc>
                <a:spcPct val="100000"/>
              </a:lnSpc>
              <a:spcBef>
                <a:spcPts val="0"/>
              </a:spcBef>
              <a:spcAft>
                <a:spcPts val="0"/>
              </a:spcAft>
              <a:buSzPts val="2100"/>
              <a:buFont typeface="Poppins"/>
              <a:buNone/>
              <a:defRPr sz="2100">
                <a:latin typeface="Poppins"/>
                <a:ea typeface="Poppins"/>
                <a:cs typeface="Poppins"/>
                <a:sym typeface="Poppins"/>
              </a:defRPr>
            </a:lvl3pPr>
            <a:lvl4pPr lvl="3" algn="ctr">
              <a:lnSpc>
                <a:spcPct val="100000"/>
              </a:lnSpc>
              <a:spcBef>
                <a:spcPts val="0"/>
              </a:spcBef>
              <a:spcAft>
                <a:spcPts val="0"/>
              </a:spcAft>
              <a:buSzPts val="2100"/>
              <a:buFont typeface="Poppins"/>
              <a:buNone/>
              <a:defRPr sz="2100">
                <a:latin typeface="Poppins"/>
                <a:ea typeface="Poppins"/>
                <a:cs typeface="Poppins"/>
                <a:sym typeface="Poppins"/>
              </a:defRPr>
            </a:lvl4pPr>
            <a:lvl5pPr lvl="4" algn="ctr">
              <a:lnSpc>
                <a:spcPct val="100000"/>
              </a:lnSpc>
              <a:spcBef>
                <a:spcPts val="0"/>
              </a:spcBef>
              <a:spcAft>
                <a:spcPts val="0"/>
              </a:spcAft>
              <a:buSzPts val="2100"/>
              <a:buFont typeface="Poppins"/>
              <a:buNone/>
              <a:defRPr sz="2100">
                <a:latin typeface="Poppins"/>
                <a:ea typeface="Poppins"/>
                <a:cs typeface="Poppins"/>
                <a:sym typeface="Poppins"/>
              </a:defRPr>
            </a:lvl5pPr>
            <a:lvl6pPr lvl="5" algn="ctr">
              <a:lnSpc>
                <a:spcPct val="100000"/>
              </a:lnSpc>
              <a:spcBef>
                <a:spcPts val="0"/>
              </a:spcBef>
              <a:spcAft>
                <a:spcPts val="0"/>
              </a:spcAft>
              <a:buSzPts val="2100"/>
              <a:buFont typeface="Poppins"/>
              <a:buNone/>
              <a:defRPr sz="2100">
                <a:latin typeface="Poppins"/>
                <a:ea typeface="Poppins"/>
                <a:cs typeface="Poppins"/>
                <a:sym typeface="Poppins"/>
              </a:defRPr>
            </a:lvl6pPr>
            <a:lvl7pPr lvl="6" algn="ctr">
              <a:lnSpc>
                <a:spcPct val="100000"/>
              </a:lnSpc>
              <a:spcBef>
                <a:spcPts val="0"/>
              </a:spcBef>
              <a:spcAft>
                <a:spcPts val="0"/>
              </a:spcAft>
              <a:buSzPts val="2100"/>
              <a:buFont typeface="Poppins"/>
              <a:buNone/>
              <a:defRPr sz="2100">
                <a:latin typeface="Poppins"/>
                <a:ea typeface="Poppins"/>
                <a:cs typeface="Poppins"/>
                <a:sym typeface="Poppins"/>
              </a:defRPr>
            </a:lvl7pPr>
            <a:lvl8pPr lvl="7" algn="ctr">
              <a:lnSpc>
                <a:spcPct val="100000"/>
              </a:lnSpc>
              <a:spcBef>
                <a:spcPts val="0"/>
              </a:spcBef>
              <a:spcAft>
                <a:spcPts val="0"/>
              </a:spcAft>
              <a:buSzPts val="2100"/>
              <a:buFont typeface="Poppins"/>
              <a:buNone/>
              <a:defRPr sz="2100">
                <a:latin typeface="Poppins"/>
                <a:ea typeface="Poppins"/>
                <a:cs typeface="Poppins"/>
                <a:sym typeface="Poppins"/>
              </a:defRPr>
            </a:lvl8pPr>
            <a:lvl9pPr lvl="8" algn="ctr">
              <a:lnSpc>
                <a:spcPct val="100000"/>
              </a:lnSpc>
              <a:spcBef>
                <a:spcPts val="0"/>
              </a:spcBef>
              <a:spcAft>
                <a:spcPts val="0"/>
              </a:spcAft>
              <a:buSzPts val="2100"/>
              <a:buFont typeface="Poppins"/>
              <a:buNone/>
              <a:defRPr sz="2100">
                <a:latin typeface="Poppins"/>
                <a:ea typeface="Poppins"/>
                <a:cs typeface="Poppins"/>
                <a:sym typeface="Poppins"/>
              </a:defRPr>
            </a:lvl9pPr>
          </a:lstStyle>
          <a:p/>
        </p:txBody>
      </p:sp>
      <p:sp>
        <p:nvSpPr>
          <p:cNvPr id="114" name="Google Shape;114;p44"/>
          <p:cNvSpPr txBox="1"/>
          <p:nvPr>
            <p:ph idx="4" type="subTitle"/>
          </p:nvPr>
        </p:nvSpPr>
        <p:spPr>
          <a:xfrm>
            <a:off x="1583188" y="3225375"/>
            <a:ext cx="2505600" cy="4698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46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100"/>
              <a:buFont typeface="Poppins"/>
              <a:buNone/>
              <a:defRPr sz="2100">
                <a:latin typeface="Poppins"/>
                <a:ea typeface="Poppins"/>
                <a:cs typeface="Poppins"/>
                <a:sym typeface="Poppins"/>
              </a:defRPr>
            </a:lvl2pPr>
            <a:lvl3pPr lvl="2" algn="ctr">
              <a:lnSpc>
                <a:spcPct val="100000"/>
              </a:lnSpc>
              <a:spcBef>
                <a:spcPts val="0"/>
              </a:spcBef>
              <a:spcAft>
                <a:spcPts val="0"/>
              </a:spcAft>
              <a:buSzPts val="2100"/>
              <a:buFont typeface="Poppins"/>
              <a:buNone/>
              <a:defRPr sz="2100">
                <a:latin typeface="Poppins"/>
                <a:ea typeface="Poppins"/>
                <a:cs typeface="Poppins"/>
                <a:sym typeface="Poppins"/>
              </a:defRPr>
            </a:lvl3pPr>
            <a:lvl4pPr lvl="3" algn="ctr">
              <a:lnSpc>
                <a:spcPct val="100000"/>
              </a:lnSpc>
              <a:spcBef>
                <a:spcPts val="0"/>
              </a:spcBef>
              <a:spcAft>
                <a:spcPts val="0"/>
              </a:spcAft>
              <a:buSzPts val="2100"/>
              <a:buFont typeface="Poppins"/>
              <a:buNone/>
              <a:defRPr sz="2100">
                <a:latin typeface="Poppins"/>
                <a:ea typeface="Poppins"/>
                <a:cs typeface="Poppins"/>
                <a:sym typeface="Poppins"/>
              </a:defRPr>
            </a:lvl4pPr>
            <a:lvl5pPr lvl="4" algn="ctr">
              <a:lnSpc>
                <a:spcPct val="100000"/>
              </a:lnSpc>
              <a:spcBef>
                <a:spcPts val="0"/>
              </a:spcBef>
              <a:spcAft>
                <a:spcPts val="0"/>
              </a:spcAft>
              <a:buSzPts val="2100"/>
              <a:buFont typeface="Poppins"/>
              <a:buNone/>
              <a:defRPr sz="2100">
                <a:latin typeface="Poppins"/>
                <a:ea typeface="Poppins"/>
                <a:cs typeface="Poppins"/>
                <a:sym typeface="Poppins"/>
              </a:defRPr>
            </a:lvl5pPr>
            <a:lvl6pPr lvl="5" algn="ctr">
              <a:lnSpc>
                <a:spcPct val="100000"/>
              </a:lnSpc>
              <a:spcBef>
                <a:spcPts val="0"/>
              </a:spcBef>
              <a:spcAft>
                <a:spcPts val="0"/>
              </a:spcAft>
              <a:buSzPts val="2100"/>
              <a:buFont typeface="Poppins"/>
              <a:buNone/>
              <a:defRPr sz="2100">
                <a:latin typeface="Poppins"/>
                <a:ea typeface="Poppins"/>
                <a:cs typeface="Poppins"/>
                <a:sym typeface="Poppins"/>
              </a:defRPr>
            </a:lvl6pPr>
            <a:lvl7pPr lvl="6" algn="ctr">
              <a:lnSpc>
                <a:spcPct val="100000"/>
              </a:lnSpc>
              <a:spcBef>
                <a:spcPts val="0"/>
              </a:spcBef>
              <a:spcAft>
                <a:spcPts val="0"/>
              </a:spcAft>
              <a:buSzPts val="2100"/>
              <a:buFont typeface="Poppins"/>
              <a:buNone/>
              <a:defRPr sz="2100">
                <a:latin typeface="Poppins"/>
                <a:ea typeface="Poppins"/>
                <a:cs typeface="Poppins"/>
                <a:sym typeface="Poppins"/>
              </a:defRPr>
            </a:lvl7pPr>
            <a:lvl8pPr lvl="7" algn="ctr">
              <a:lnSpc>
                <a:spcPct val="100000"/>
              </a:lnSpc>
              <a:spcBef>
                <a:spcPts val="0"/>
              </a:spcBef>
              <a:spcAft>
                <a:spcPts val="0"/>
              </a:spcAft>
              <a:buSzPts val="2100"/>
              <a:buFont typeface="Poppins"/>
              <a:buNone/>
              <a:defRPr sz="2100">
                <a:latin typeface="Poppins"/>
                <a:ea typeface="Poppins"/>
                <a:cs typeface="Poppins"/>
                <a:sym typeface="Poppins"/>
              </a:defRPr>
            </a:lvl8pPr>
            <a:lvl9pPr lvl="8" algn="ctr">
              <a:lnSpc>
                <a:spcPct val="100000"/>
              </a:lnSpc>
              <a:spcBef>
                <a:spcPts val="0"/>
              </a:spcBef>
              <a:spcAft>
                <a:spcPts val="0"/>
              </a:spcAft>
              <a:buSzPts val="2100"/>
              <a:buFont typeface="Poppins"/>
              <a:buNone/>
              <a:defRPr sz="2100">
                <a:latin typeface="Poppins"/>
                <a:ea typeface="Poppins"/>
                <a:cs typeface="Poppins"/>
                <a:sym typeface="Poppi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7" name="Shape 117"/>
        <p:cNvGrpSpPr/>
        <p:nvPr/>
      </p:nvGrpSpPr>
      <p:grpSpPr>
        <a:xfrm>
          <a:off x="0" y="0"/>
          <a:ext cx="0" cy="0"/>
          <a:chOff x="0" y="0"/>
          <a:chExt cx="0" cy="0"/>
        </a:xfrm>
      </p:grpSpPr>
      <p:sp>
        <p:nvSpPr>
          <p:cNvPr id="118" name="Google Shape;118;p4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19" name="Google Shape;119;p46"/>
          <p:cNvGrpSpPr/>
          <p:nvPr/>
        </p:nvGrpSpPr>
        <p:grpSpPr>
          <a:xfrm flipH="1">
            <a:off x="8048084" y="110668"/>
            <a:ext cx="914602" cy="572681"/>
            <a:chOff x="7759537" y="301184"/>
            <a:chExt cx="1073224" cy="672003"/>
          </a:xfrm>
        </p:grpSpPr>
        <p:grpSp>
          <p:nvGrpSpPr>
            <p:cNvPr id="120" name="Google Shape;120;p46"/>
            <p:cNvGrpSpPr/>
            <p:nvPr/>
          </p:nvGrpSpPr>
          <p:grpSpPr>
            <a:xfrm flipH="1">
              <a:off x="8244549" y="301184"/>
              <a:ext cx="588212" cy="463304"/>
              <a:chOff x="7162662" y="1366775"/>
              <a:chExt cx="519897" cy="409496"/>
            </a:xfrm>
          </p:grpSpPr>
          <p:sp>
            <p:nvSpPr>
              <p:cNvPr id="121" name="Google Shape;121;p46"/>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46"/>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6"/>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6"/>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46"/>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6"/>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6"/>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 name="Google Shape;128;p46"/>
            <p:cNvGrpSpPr/>
            <p:nvPr/>
          </p:nvGrpSpPr>
          <p:grpSpPr>
            <a:xfrm>
              <a:off x="7759537" y="509883"/>
              <a:ext cx="588212" cy="463304"/>
              <a:chOff x="7162662" y="1366775"/>
              <a:chExt cx="519897" cy="409496"/>
            </a:xfrm>
          </p:grpSpPr>
          <p:sp>
            <p:nvSpPr>
              <p:cNvPr id="129" name="Google Shape;129;p46"/>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46"/>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46"/>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46"/>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6"/>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6"/>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6"/>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6" name="Shape 136"/>
        <p:cNvGrpSpPr/>
        <p:nvPr/>
      </p:nvGrpSpPr>
      <p:grpSpPr>
        <a:xfrm>
          <a:off x="0" y="0"/>
          <a:ext cx="0" cy="0"/>
          <a:chOff x="0" y="0"/>
          <a:chExt cx="0" cy="0"/>
        </a:xfrm>
      </p:grpSpPr>
      <p:sp>
        <p:nvSpPr>
          <p:cNvPr id="137" name="Google Shape;137;p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38" name="Google Shape;138;p47"/>
          <p:cNvSpPr txBox="1"/>
          <p:nvPr>
            <p:ph idx="1" type="body"/>
          </p:nvPr>
        </p:nvSpPr>
        <p:spPr>
          <a:xfrm>
            <a:off x="720000" y="1215752"/>
            <a:ext cx="7704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Nunito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grpSp>
        <p:nvGrpSpPr>
          <p:cNvPr id="139" name="Google Shape;139;p47"/>
          <p:cNvGrpSpPr/>
          <p:nvPr/>
        </p:nvGrpSpPr>
        <p:grpSpPr>
          <a:xfrm flipH="1">
            <a:off x="98727" y="4399250"/>
            <a:ext cx="519897" cy="409496"/>
            <a:chOff x="7162662" y="1366775"/>
            <a:chExt cx="519897" cy="409496"/>
          </a:xfrm>
        </p:grpSpPr>
        <p:sp>
          <p:nvSpPr>
            <p:cNvPr id="140" name="Google Shape;140;p47"/>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47"/>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7"/>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7"/>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7"/>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47"/>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7"/>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 name="Google Shape;147;p47"/>
          <p:cNvGrpSpPr/>
          <p:nvPr/>
        </p:nvGrpSpPr>
        <p:grpSpPr>
          <a:xfrm>
            <a:off x="8109687" y="170975"/>
            <a:ext cx="519897" cy="409496"/>
            <a:chOff x="7162662" y="1366775"/>
            <a:chExt cx="519897" cy="409496"/>
          </a:xfrm>
        </p:grpSpPr>
        <p:sp>
          <p:nvSpPr>
            <p:cNvPr id="148" name="Google Shape;148;p47"/>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7"/>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47"/>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47"/>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7"/>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7"/>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7"/>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 name="Google Shape;155;p47"/>
          <p:cNvGrpSpPr/>
          <p:nvPr/>
        </p:nvGrpSpPr>
        <p:grpSpPr>
          <a:xfrm flipH="1">
            <a:off x="8430787" y="445025"/>
            <a:ext cx="519897" cy="409496"/>
            <a:chOff x="7162662" y="1366775"/>
            <a:chExt cx="519897" cy="409496"/>
          </a:xfrm>
        </p:grpSpPr>
        <p:sp>
          <p:nvSpPr>
            <p:cNvPr id="156" name="Google Shape;156;p47"/>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7"/>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7"/>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7"/>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47"/>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7"/>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7"/>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63" name="Shape 163"/>
        <p:cNvGrpSpPr/>
        <p:nvPr/>
      </p:nvGrpSpPr>
      <p:grpSpPr>
        <a:xfrm>
          <a:off x="0" y="0"/>
          <a:ext cx="0" cy="0"/>
          <a:chOff x="0" y="0"/>
          <a:chExt cx="0" cy="0"/>
        </a:xfrm>
      </p:grpSpPr>
      <p:sp>
        <p:nvSpPr>
          <p:cNvPr id="164" name="Google Shape;164;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65" name="Google Shape;165;p51"/>
          <p:cNvGrpSpPr/>
          <p:nvPr/>
        </p:nvGrpSpPr>
        <p:grpSpPr>
          <a:xfrm flipH="1">
            <a:off x="98727" y="4399250"/>
            <a:ext cx="519897" cy="409496"/>
            <a:chOff x="7162662" y="1366775"/>
            <a:chExt cx="519897" cy="409496"/>
          </a:xfrm>
        </p:grpSpPr>
        <p:sp>
          <p:nvSpPr>
            <p:cNvPr id="166" name="Google Shape;166;p51"/>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51"/>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1"/>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51"/>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1"/>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51"/>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51"/>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3" name="Google Shape;173;p51"/>
          <p:cNvGrpSpPr/>
          <p:nvPr/>
        </p:nvGrpSpPr>
        <p:grpSpPr>
          <a:xfrm>
            <a:off x="8109687" y="170975"/>
            <a:ext cx="519897" cy="409496"/>
            <a:chOff x="7162662" y="1366775"/>
            <a:chExt cx="519897" cy="409496"/>
          </a:xfrm>
        </p:grpSpPr>
        <p:sp>
          <p:nvSpPr>
            <p:cNvPr id="174" name="Google Shape;174;p51"/>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51"/>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51"/>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51"/>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51"/>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51"/>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51"/>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1" name="Google Shape;181;p51"/>
          <p:cNvGrpSpPr/>
          <p:nvPr/>
        </p:nvGrpSpPr>
        <p:grpSpPr>
          <a:xfrm flipH="1">
            <a:off x="8430787" y="445025"/>
            <a:ext cx="519897" cy="409496"/>
            <a:chOff x="7162662" y="1366775"/>
            <a:chExt cx="519897" cy="409496"/>
          </a:xfrm>
        </p:grpSpPr>
        <p:sp>
          <p:nvSpPr>
            <p:cNvPr id="182" name="Google Shape;182;p51"/>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1"/>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51"/>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51"/>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1"/>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51"/>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1"/>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89" name="Shape 189"/>
        <p:cNvGrpSpPr/>
        <p:nvPr/>
      </p:nvGrpSpPr>
      <p:grpSpPr>
        <a:xfrm>
          <a:off x="0" y="0"/>
          <a:ext cx="0" cy="0"/>
          <a:chOff x="0" y="0"/>
          <a:chExt cx="0" cy="0"/>
        </a:xfrm>
      </p:grpSpPr>
      <p:sp>
        <p:nvSpPr>
          <p:cNvPr id="190" name="Google Shape;190;p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91" name="Google Shape;191;p52"/>
          <p:cNvSpPr txBox="1"/>
          <p:nvPr>
            <p:ph idx="1" type="subTitle"/>
          </p:nvPr>
        </p:nvSpPr>
        <p:spPr>
          <a:xfrm>
            <a:off x="4831277" y="1551350"/>
            <a:ext cx="3438900" cy="287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2" name="Google Shape;192;p52"/>
          <p:cNvSpPr txBox="1"/>
          <p:nvPr>
            <p:ph idx="2" type="subTitle"/>
          </p:nvPr>
        </p:nvSpPr>
        <p:spPr>
          <a:xfrm>
            <a:off x="873825" y="1551350"/>
            <a:ext cx="3438900" cy="287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93" name="Google Shape;193;p52"/>
          <p:cNvGrpSpPr/>
          <p:nvPr/>
        </p:nvGrpSpPr>
        <p:grpSpPr>
          <a:xfrm flipH="1">
            <a:off x="454001" y="136086"/>
            <a:ext cx="419817" cy="330668"/>
            <a:chOff x="7162662" y="1366775"/>
            <a:chExt cx="519897" cy="409496"/>
          </a:xfrm>
        </p:grpSpPr>
        <p:sp>
          <p:nvSpPr>
            <p:cNvPr id="194" name="Google Shape;194;p52"/>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52"/>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2"/>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52"/>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2"/>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52"/>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52"/>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 name="Google Shape;201;p52"/>
          <p:cNvGrpSpPr/>
          <p:nvPr/>
        </p:nvGrpSpPr>
        <p:grpSpPr>
          <a:xfrm>
            <a:off x="108026" y="285036"/>
            <a:ext cx="419817" cy="330668"/>
            <a:chOff x="7162662" y="1366775"/>
            <a:chExt cx="519897" cy="409496"/>
          </a:xfrm>
        </p:grpSpPr>
        <p:sp>
          <p:nvSpPr>
            <p:cNvPr id="202" name="Google Shape;202;p52"/>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52"/>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52"/>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52"/>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52"/>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52"/>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52"/>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9" name="Shape 209"/>
        <p:cNvGrpSpPr/>
        <p:nvPr/>
      </p:nvGrpSpPr>
      <p:grpSpPr>
        <a:xfrm>
          <a:off x="0" y="0"/>
          <a:ext cx="0" cy="0"/>
          <a:chOff x="0" y="0"/>
          <a:chExt cx="0" cy="0"/>
        </a:xfrm>
      </p:grpSpPr>
      <p:sp>
        <p:nvSpPr>
          <p:cNvPr id="210" name="Google Shape;210;p5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11" name="Google Shape;211;p53"/>
          <p:cNvSpPr txBox="1"/>
          <p:nvPr>
            <p:ph idx="1" type="subTitle"/>
          </p:nvPr>
        </p:nvSpPr>
        <p:spPr>
          <a:xfrm>
            <a:off x="4923200" y="2710731"/>
            <a:ext cx="31128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 name="Google Shape;212;p53"/>
          <p:cNvSpPr txBox="1"/>
          <p:nvPr>
            <p:ph idx="2" type="subTitle"/>
          </p:nvPr>
        </p:nvSpPr>
        <p:spPr>
          <a:xfrm>
            <a:off x="1107999" y="2710731"/>
            <a:ext cx="31128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3" name="Google Shape;213;p53"/>
          <p:cNvSpPr txBox="1"/>
          <p:nvPr>
            <p:ph idx="3" type="subTitle"/>
          </p:nvPr>
        </p:nvSpPr>
        <p:spPr>
          <a:xfrm>
            <a:off x="1107999" y="2195575"/>
            <a:ext cx="31128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5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214" name="Google Shape;214;p53"/>
          <p:cNvSpPr txBox="1"/>
          <p:nvPr>
            <p:ph idx="4" type="subTitle"/>
          </p:nvPr>
        </p:nvSpPr>
        <p:spPr>
          <a:xfrm>
            <a:off x="4923201" y="2195575"/>
            <a:ext cx="31128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5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grpSp>
        <p:nvGrpSpPr>
          <p:cNvPr id="215" name="Google Shape;215;p53"/>
          <p:cNvGrpSpPr/>
          <p:nvPr/>
        </p:nvGrpSpPr>
        <p:grpSpPr>
          <a:xfrm>
            <a:off x="8432262" y="134530"/>
            <a:ext cx="519897" cy="409496"/>
            <a:chOff x="7162662" y="1366775"/>
            <a:chExt cx="519897" cy="409496"/>
          </a:xfrm>
        </p:grpSpPr>
        <p:sp>
          <p:nvSpPr>
            <p:cNvPr id="216" name="Google Shape;216;p53"/>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53"/>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53"/>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53"/>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53"/>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53"/>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53"/>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23" name="Shape 223"/>
        <p:cNvGrpSpPr/>
        <p:nvPr/>
      </p:nvGrpSpPr>
      <p:grpSpPr>
        <a:xfrm>
          <a:off x="0" y="0"/>
          <a:ext cx="0" cy="0"/>
          <a:chOff x="0" y="0"/>
          <a:chExt cx="0" cy="0"/>
        </a:xfrm>
      </p:grpSpPr>
      <p:sp>
        <p:nvSpPr>
          <p:cNvPr id="224" name="Google Shape;224;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25" name="Google Shape;225;p54"/>
          <p:cNvSpPr txBox="1"/>
          <p:nvPr>
            <p:ph idx="1" type="subTitle"/>
          </p:nvPr>
        </p:nvSpPr>
        <p:spPr>
          <a:xfrm>
            <a:off x="1898100" y="2143225"/>
            <a:ext cx="22005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6" name="Google Shape;226;p54"/>
          <p:cNvSpPr txBox="1"/>
          <p:nvPr>
            <p:ph idx="2" type="subTitle"/>
          </p:nvPr>
        </p:nvSpPr>
        <p:spPr>
          <a:xfrm>
            <a:off x="5045404" y="2143225"/>
            <a:ext cx="22005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7" name="Google Shape;227;p54"/>
          <p:cNvSpPr txBox="1"/>
          <p:nvPr>
            <p:ph idx="3" type="subTitle"/>
          </p:nvPr>
        </p:nvSpPr>
        <p:spPr>
          <a:xfrm>
            <a:off x="1898100" y="3638175"/>
            <a:ext cx="22005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8" name="Google Shape;228;p54"/>
          <p:cNvSpPr txBox="1"/>
          <p:nvPr>
            <p:ph idx="4" type="subTitle"/>
          </p:nvPr>
        </p:nvSpPr>
        <p:spPr>
          <a:xfrm>
            <a:off x="5045404" y="3638175"/>
            <a:ext cx="22005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9" name="Google Shape;229;p54"/>
          <p:cNvSpPr txBox="1"/>
          <p:nvPr>
            <p:ph idx="5" type="subTitle"/>
          </p:nvPr>
        </p:nvSpPr>
        <p:spPr>
          <a:xfrm>
            <a:off x="1898100" y="1709950"/>
            <a:ext cx="2200500" cy="450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9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230" name="Google Shape;230;p54"/>
          <p:cNvSpPr txBox="1"/>
          <p:nvPr>
            <p:ph idx="6" type="subTitle"/>
          </p:nvPr>
        </p:nvSpPr>
        <p:spPr>
          <a:xfrm>
            <a:off x="1898100" y="3204950"/>
            <a:ext cx="2200500" cy="450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9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231" name="Google Shape;231;p54"/>
          <p:cNvSpPr txBox="1"/>
          <p:nvPr>
            <p:ph idx="7" type="subTitle"/>
          </p:nvPr>
        </p:nvSpPr>
        <p:spPr>
          <a:xfrm>
            <a:off x="5045400" y="1709950"/>
            <a:ext cx="2200500" cy="450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9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sp>
        <p:nvSpPr>
          <p:cNvPr id="232" name="Google Shape;232;p54"/>
          <p:cNvSpPr txBox="1"/>
          <p:nvPr>
            <p:ph idx="8" type="subTitle"/>
          </p:nvPr>
        </p:nvSpPr>
        <p:spPr>
          <a:xfrm>
            <a:off x="5045400" y="3204950"/>
            <a:ext cx="2200500" cy="450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9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SzPts val="2400"/>
              <a:buFont typeface="Poppins"/>
              <a:buNone/>
              <a:defRPr sz="2400">
                <a:latin typeface="Poppins"/>
                <a:ea typeface="Poppins"/>
                <a:cs typeface="Poppins"/>
                <a:sym typeface="Poppins"/>
              </a:defRPr>
            </a:lvl2pPr>
            <a:lvl3pPr lvl="2" algn="ctr">
              <a:lnSpc>
                <a:spcPct val="100000"/>
              </a:lnSpc>
              <a:spcBef>
                <a:spcPts val="0"/>
              </a:spcBef>
              <a:spcAft>
                <a:spcPts val="0"/>
              </a:spcAft>
              <a:buSzPts val="2400"/>
              <a:buFont typeface="Poppins"/>
              <a:buNone/>
              <a:defRPr sz="2400">
                <a:latin typeface="Poppins"/>
                <a:ea typeface="Poppins"/>
                <a:cs typeface="Poppins"/>
                <a:sym typeface="Poppins"/>
              </a:defRPr>
            </a:lvl3pPr>
            <a:lvl4pPr lvl="3" algn="ctr">
              <a:lnSpc>
                <a:spcPct val="100000"/>
              </a:lnSpc>
              <a:spcBef>
                <a:spcPts val="0"/>
              </a:spcBef>
              <a:spcAft>
                <a:spcPts val="0"/>
              </a:spcAft>
              <a:buSzPts val="2400"/>
              <a:buFont typeface="Poppins"/>
              <a:buNone/>
              <a:defRPr sz="2400">
                <a:latin typeface="Poppins"/>
                <a:ea typeface="Poppins"/>
                <a:cs typeface="Poppins"/>
                <a:sym typeface="Poppins"/>
              </a:defRPr>
            </a:lvl4pPr>
            <a:lvl5pPr lvl="4" algn="ctr">
              <a:lnSpc>
                <a:spcPct val="100000"/>
              </a:lnSpc>
              <a:spcBef>
                <a:spcPts val="0"/>
              </a:spcBef>
              <a:spcAft>
                <a:spcPts val="0"/>
              </a:spcAft>
              <a:buSzPts val="2400"/>
              <a:buFont typeface="Poppins"/>
              <a:buNone/>
              <a:defRPr sz="2400">
                <a:latin typeface="Poppins"/>
                <a:ea typeface="Poppins"/>
                <a:cs typeface="Poppins"/>
                <a:sym typeface="Poppins"/>
              </a:defRPr>
            </a:lvl5pPr>
            <a:lvl6pPr lvl="5" algn="ctr">
              <a:lnSpc>
                <a:spcPct val="100000"/>
              </a:lnSpc>
              <a:spcBef>
                <a:spcPts val="0"/>
              </a:spcBef>
              <a:spcAft>
                <a:spcPts val="0"/>
              </a:spcAft>
              <a:buSzPts val="2400"/>
              <a:buFont typeface="Poppins"/>
              <a:buNone/>
              <a:defRPr sz="2400">
                <a:latin typeface="Poppins"/>
                <a:ea typeface="Poppins"/>
                <a:cs typeface="Poppins"/>
                <a:sym typeface="Poppins"/>
              </a:defRPr>
            </a:lvl6pPr>
            <a:lvl7pPr lvl="6" algn="ctr">
              <a:lnSpc>
                <a:spcPct val="100000"/>
              </a:lnSpc>
              <a:spcBef>
                <a:spcPts val="0"/>
              </a:spcBef>
              <a:spcAft>
                <a:spcPts val="0"/>
              </a:spcAft>
              <a:buSzPts val="2400"/>
              <a:buFont typeface="Poppins"/>
              <a:buNone/>
              <a:defRPr sz="2400">
                <a:latin typeface="Poppins"/>
                <a:ea typeface="Poppins"/>
                <a:cs typeface="Poppins"/>
                <a:sym typeface="Poppins"/>
              </a:defRPr>
            </a:lvl7pPr>
            <a:lvl8pPr lvl="7" algn="ctr">
              <a:lnSpc>
                <a:spcPct val="100000"/>
              </a:lnSpc>
              <a:spcBef>
                <a:spcPts val="0"/>
              </a:spcBef>
              <a:spcAft>
                <a:spcPts val="0"/>
              </a:spcAft>
              <a:buSzPts val="2400"/>
              <a:buFont typeface="Poppins"/>
              <a:buNone/>
              <a:defRPr sz="2400">
                <a:latin typeface="Poppins"/>
                <a:ea typeface="Poppins"/>
                <a:cs typeface="Poppins"/>
                <a:sym typeface="Poppins"/>
              </a:defRPr>
            </a:lvl8pPr>
            <a:lvl9pPr lvl="8" algn="ctr">
              <a:lnSpc>
                <a:spcPct val="100000"/>
              </a:lnSpc>
              <a:spcBef>
                <a:spcPts val="0"/>
              </a:spcBef>
              <a:spcAft>
                <a:spcPts val="0"/>
              </a:spcAft>
              <a:buSzPts val="2400"/>
              <a:buFont typeface="Poppins"/>
              <a:buNone/>
              <a:defRPr sz="2400">
                <a:latin typeface="Poppins"/>
                <a:ea typeface="Poppins"/>
                <a:cs typeface="Poppins"/>
                <a:sym typeface="Poppins"/>
              </a:defRPr>
            </a:lvl9pPr>
          </a:lstStyle>
          <a:p/>
        </p:txBody>
      </p:sp>
      <p:grpSp>
        <p:nvGrpSpPr>
          <p:cNvPr id="233" name="Google Shape;233;p54"/>
          <p:cNvGrpSpPr/>
          <p:nvPr/>
        </p:nvGrpSpPr>
        <p:grpSpPr>
          <a:xfrm>
            <a:off x="243200" y="4107150"/>
            <a:ext cx="1056357" cy="1036344"/>
            <a:chOff x="243200" y="4107150"/>
            <a:chExt cx="1056357" cy="1036344"/>
          </a:xfrm>
        </p:grpSpPr>
        <p:sp>
          <p:nvSpPr>
            <p:cNvPr id="234" name="Google Shape;234;p54"/>
            <p:cNvSpPr/>
            <p:nvPr/>
          </p:nvSpPr>
          <p:spPr>
            <a:xfrm>
              <a:off x="674433" y="4196817"/>
              <a:ext cx="172180" cy="451531"/>
            </a:xfrm>
            <a:custGeom>
              <a:rect b="b" l="l" r="r" t="t"/>
              <a:pathLst>
                <a:path extrusionOk="0" h="9714" w="3704">
                  <a:moveTo>
                    <a:pt x="1852" y="1"/>
                  </a:moveTo>
                  <a:cubicBezTo>
                    <a:pt x="830" y="1"/>
                    <a:pt x="1" y="2175"/>
                    <a:pt x="1" y="4857"/>
                  </a:cubicBezTo>
                  <a:cubicBezTo>
                    <a:pt x="1" y="6144"/>
                    <a:pt x="196" y="7381"/>
                    <a:pt x="543" y="8290"/>
                  </a:cubicBezTo>
                  <a:cubicBezTo>
                    <a:pt x="891" y="9201"/>
                    <a:pt x="1361" y="9713"/>
                    <a:pt x="1852" y="9713"/>
                  </a:cubicBezTo>
                  <a:cubicBezTo>
                    <a:pt x="2343" y="9713"/>
                    <a:pt x="2814" y="9201"/>
                    <a:pt x="3162" y="8290"/>
                  </a:cubicBezTo>
                  <a:cubicBezTo>
                    <a:pt x="3509" y="7381"/>
                    <a:pt x="3704" y="6144"/>
                    <a:pt x="3704" y="4857"/>
                  </a:cubicBezTo>
                  <a:cubicBezTo>
                    <a:pt x="3704" y="2175"/>
                    <a:pt x="2875" y="1"/>
                    <a:pt x="18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54"/>
            <p:cNvSpPr/>
            <p:nvPr/>
          </p:nvSpPr>
          <p:spPr>
            <a:xfrm>
              <a:off x="867760" y="4107150"/>
              <a:ext cx="187335" cy="309666"/>
            </a:xfrm>
            <a:custGeom>
              <a:rect b="b" l="l" r="r" t="t"/>
              <a:pathLst>
                <a:path extrusionOk="0" h="6662" w="4030">
                  <a:moveTo>
                    <a:pt x="2855" y="1"/>
                  </a:moveTo>
                  <a:cubicBezTo>
                    <a:pt x="2085" y="1"/>
                    <a:pt x="1109" y="1208"/>
                    <a:pt x="580" y="2875"/>
                  </a:cubicBezTo>
                  <a:cubicBezTo>
                    <a:pt x="0" y="4697"/>
                    <a:pt x="175" y="6378"/>
                    <a:pt x="967" y="6630"/>
                  </a:cubicBezTo>
                  <a:cubicBezTo>
                    <a:pt x="1034" y="6651"/>
                    <a:pt x="1104" y="6661"/>
                    <a:pt x="1175" y="6661"/>
                  </a:cubicBezTo>
                  <a:cubicBezTo>
                    <a:pt x="1945" y="6661"/>
                    <a:pt x="2921" y="5454"/>
                    <a:pt x="3451" y="3787"/>
                  </a:cubicBezTo>
                  <a:cubicBezTo>
                    <a:pt x="4030" y="1965"/>
                    <a:pt x="3856" y="284"/>
                    <a:pt x="3063" y="32"/>
                  </a:cubicBezTo>
                  <a:cubicBezTo>
                    <a:pt x="2996" y="11"/>
                    <a:pt x="2926" y="1"/>
                    <a:pt x="28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4"/>
            <p:cNvSpPr/>
            <p:nvPr/>
          </p:nvSpPr>
          <p:spPr>
            <a:xfrm>
              <a:off x="243200" y="4650449"/>
              <a:ext cx="330229" cy="148279"/>
            </a:xfrm>
            <a:custGeom>
              <a:rect b="b" l="l" r="r" t="t"/>
              <a:pathLst>
                <a:path extrusionOk="0" h="3190" w="7104">
                  <a:moveTo>
                    <a:pt x="2550" y="1"/>
                  </a:moveTo>
                  <a:cubicBezTo>
                    <a:pt x="1240" y="1"/>
                    <a:pt x="247" y="387"/>
                    <a:pt x="139" y="1017"/>
                  </a:cubicBezTo>
                  <a:cubicBezTo>
                    <a:pt x="1" y="1838"/>
                    <a:pt x="1415" y="2761"/>
                    <a:pt x="3300" y="3080"/>
                  </a:cubicBezTo>
                  <a:cubicBezTo>
                    <a:pt x="3736" y="3154"/>
                    <a:pt x="4159" y="3189"/>
                    <a:pt x="4554" y="3189"/>
                  </a:cubicBezTo>
                  <a:cubicBezTo>
                    <a:pt x="5864" y="3189"/>
                    <a:pt x="6858" y="2803"/>
                    <a:pt x="6964" y="2173"/>
                  </a:cubicBezTo>
                  <a:cubicBezTo>
                    <a:pt x="7104" y="1353"/>
                    <a:pt x="5688" y="430"/>
                    <a:pt x="3804" y="110"/>
                  </a:cubicBezTo>
                  <a:cubicBezTo>
                    <a:pt x="3367" y="36"/>
                    <a:pt x="2944" y="1"/>
                    <a:pt x="25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54"/>
            <p:cNvSpPr/>
            <p:nvPr/>
          </p:nvSpPr>
          <p:spPr>
            <a:xfrm>
              <a:off x="882402" y="4378893"/>
              <a:ext cx="331949" cy="289911"/>
            </a:xfrm>
            <a:custGeom>
              <a:rect b="b" l="l" r="r" t="t"/>
              <a:pathLst>
                <a:path extrusionOk="0" h="6237" w="7141">
                  <a:moveTo>
                    <a:pt x="5607" y="1"/>
                  </a:moveTo>
                  <a:cubicBezTo>
                    <a:pt x="4708" y="1"/>
                    <a:pt x="3412" y="669"/>
                    <a:pt x="2267" y="1805"/>
                  </a:cubicBezTo>
                  <a:cubicBezTo>
                    <a:pt x="693" y="3365"/>
                    <a:pt x="0" y="5219"/>
                    <a:pt x="721" y="5945"/>
                  </a:cubicBezTo>
                  <a:cubicBezTo>
                    <a:pt x="917" y="6143"/>
                    <a:pt x="1198" y="6237"/>
                    <a:pt x="1535" y="6237"/>
                  </a:cubicBezTo>
                  <a:cubicBezTo>
                    <a:pt x="2433" y="6237"/>
                    <a:pt x="3729" y="5569"/>
                    <a:pt x="4874" y="4433"/>
                  </a:cubicBezTo>
                  <a:cubicBezTo>
                    <a:pt x="6448" y="2872"/>
                    <a:pt x="7141" y="1019"/>
                    <a:pt x="6420" y="292"/>
                  </a:cubicBezTo>
                  <a:cubicBezTo>
                    <a:pt x="6224" y="95"/>
                    <a:pt x="5943" y="1"/>
                    <a:pt x="56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54"/>
            <p:cNvSpPr/>
            <p:nvPr/>
          </p:nvSpPr>
          <p:spPr>
            <a:xfrm>
              <a:off x="350950" y="4248088"/>
              <a:ext cx="345802" cy="388222"/>
            </a:xfrm>
            <a:custGeom>
              <a:rect b="b" l="l" r="r" t="t"/>
              <a:pathLst>
                <a:path extrusionOk="0" h="8352" w="7439">
                  <a:moveTo>
                    <a:pt x="1582" y="0"/>
                  </a:moveTo>
                  <a:cubicBezTo>
                    <a:pt x="1348" y="0"/>
                    <a:pt x="1139" y="57"/>
                    <a:pt x="964" y="178"/>
                  </a:cubicBezTo>
                  <a:cubicBezTo>
                    <a:pt x="1" y="841"/>
                    <a:pt x="454" y="3169"/>
                    <a:pt x="1977" y="5378"/>
                  </a:cubicBezTo>
                  <a:cubicBezTo>
                    <a:pt x="2707" y="6438"/>
                    <a:pt x="3593" y="7329"/>
                    <a:pt x="4436" y="7854"/>
                  </a:cubicBezTo>
                  <a:cubicBezTo>
                    <a:pt x="4967" y="8184"/>
                    <a:pt x="5455" y="8352"/>
                    <a:pt x="5858" y="8352"/>
                  </a:cubicBezTo>
                  <a:cubicBezTo>
                    <a:pt x="6096" y="8352"/>
                    <a:pt x="6304" y="8294"/>
                    <a:pt x="6475" y="8176"/>
                  </a:cubicBezTo>
                  <a:cubicBezTo>
                    <a:pt x="7438" y="7512"/>
                    <a:pt x="6985" y="5184"/>
                    <a:pt x="5463" y="2975"/>
                  </a:cubicBezTo>
                  <a:cubicBezTo>
                    <a:pt x="4217" y="1167"/>
                    <a:pt x="2641" y="0"/>
                    <a:pt x="158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54"/>
            <p:cNvSpPr/>
            <p:nvPr/>
          </p:nvSpPr>
          <p:spPr>
            <a:xfrm>
              <a:off x="759684" y="4630229"/>
              <a:ext cx="20453" cy="323983"/>
            </a:xfrm>
            <a:custGeom>
              <a:rect b="b" l="l" r="r" t="t"/>
              <a:pathLst>
                <a:path extrusionOk="0" h="6970" w="440">
                  <a:moveTo>
                    <a:pt x="147" y="1"/>
                  </a:moveTo>
                  <a:cubicBezTo>
                    <a:pt x="146" y="1"/>
                    <a:pt x="146" y="1"/>
                    <a:pt x="145" y="1"/>
                  </a:cubicBezTo>
                  <a:cubicBezTo>
                    <a:pt x="64" y="2"/>
                    <a:pt x="0" y="69"/>
                    <a:pt x="2" y="150"/>
                  </a:cubicBezTo>
                  <a:lnTo>
                    <a:pt x="145" y="6827"/>
                  </a:lnTo>
                  <a:cubicBezTo>
                    <a:pt x="147" y="6907"/>
                    <a:pt x="212" y="6970"/>
                    <a:pt x="292" y="6970"/>
                  </a:cubicBezTo>
                  <a:lnTo>
                    <a:pt x="295" y="6970"/>
                  </a:lnTo>
                  <a:cubicBezTo>
                    <a:pt x="376" y="6969"/>
                    <a:pt x="440" y="6901"/>
                    <a:pt x="438" y="6821"/>
                  </a:cubicBezTo>
                  <a:lnTo>
                    <a:pt x="294" y="144"/>
                  </a:lnTo>
                  <a:cubicBezTo>
                    <a:pt x="293" y="64"/>
                    <a:pt x="226" y="1"/>
                    <a:pt x="1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54"/>
            <p:cNvSpPr/>
            <p:nvPr/>
          </p:nvSpPr>
          <p:spPr>
            <a:xfrm>
              <a:off x="751596" y="4331851"/>
              <a:ext cx="21848" cy="311991"/>
            </a:xfrm>
            <a:custGeom>
              <a:rect b="b" l="l" r="r" t="t"/>
              <a:pathLst>
                <a:path extrusionOk="0" h="6712" w="470">
                  <a:moveTo>
                    <a:pt x="148" y="0"/>
                  </a:moveTo>
                  <a:cubicBezTo>
                    <a:pt x="147" y="0"/>
                    <a:pt x="146" y="0"/>
                    <a:pt x="146" y="0"/>
                  </a:cubicBezTo>
                  <a:cubicBezTo>
                    <a:pt x="65" y="2"/>
                    <a:pt x="1" y="69"/>
                    <a:pt x="3" y="150"/>
                  </a:cubicBezTo>
                  <a:lnTo>
                    <a:pt x="176" y="6570"/>
                  </a:lnTo>
                  <a:cubicBezTo>
                    <a:pt x="178" y="6649"/>
                    <a:pt x="243" y="6712"/>
                    <a:pt x="322" y="6712"/>
                  </a:cubicBezTo>
                  <a:lnTo>
                    <a:pt x="326" y="6712"/>
                  </a:lnTo>
                  <a:cubicBezTo>
                    <a:pt x="407" y="6710"/>
                    <a:pt x="470" y="6642"/>
                    <a:pt x="468" y="6562"/>
                  </a:cubicBezTo>
                  <a:lnTo>
                    <a:pt x="296" y="142"/>
                  </a:lnTo>
                  <a:cubicBezTo>
                    <a:pt x="294" y="63"/>
                    <a:pt x="228" y="0"/>
                    <a:pt x="1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54"/>
            <p:cNvSpPr/>
            <p:nvPr/>
          </p:nvSpPr>
          <p:spPr>
            <a:xfrm>
              <a:off x="751596" y="4283137"/>
              <a:ext cx="14410" cy="36489"/>
            </a:xfrm>
            <a:custGeom>
              <a:rect b="b" l="l" r="r" t="t"/>
              <a:pathLst>
                <a:path extrusionOk="0" h="785" w="310">
                  <a:moveTo>
                    <a:pt x="157" y="1"/>
                  </a:moveTo>
                  <a:cubicBezTo>
                    <a:pt x="81" y="1"/>
                    <a:pt x="18" y="65"/>
                    <a:pt x="16" y="143"/>
                  </a:cubicBezTo>
                  <a:lnTo>
                    <a:pt x="3" y="635"/>
                  </a:lnTo>
                  <a:cubicBezTo>
                    <a:pt x="1" y="716"/>
                    <a:pt x="65" y="783"/>
                    <a:pt x="146" y="785"/>
                  </a:cubicBezTo>
                  <a:lnTo>
                    <a:pt x="150" y="785"/>
                  </a:lnTo>
                  <a:cubicBezTo>
                    <a:pt x="229" y="785"/>
                    <a:pt x="294" y="722"/>
                    <a:pt x="296" y="642"/>
                  </a:cubicBezTo>
                  <a:lnTo>
                    <a:pt x="308" y="150"/>
                  </a:lnTo>
                  <a:cubicBezTo>
                    <a:pt x="309" y="70"/>
                    <a:pt x="247" y="2"/>
                    <a:pt x="166" y="1"/>
                  </a:cubicBezTo>
                  <a:cubicBezTo>
                    <a:pt x="163" y="1"/>
                    <a:pt x="160" y="1"/>
                    <a:pt x="1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4"/>
            <p:cNvSpPr/>
            <p:nvPr/>
          </p:nvSpPr>
          <p:spPr>
            <a:xfrm>
              <a:off x="643753" y="4606476"/>
              <a:ext cx="99803" cy="339322"/>
            </a:xfrm>
            <a:custGeom>
              <a:rect b="b" l="l" r="r" t="t"/>
              <a:pathLst>
                <a:path extrusionOk="0" h="7300" w="2147">
                  <a:moveTo>
                    <a:pt x="167" y="0"/>
                  </a:moveTo>
                  <a:cubicBezTo>
                    <a:pt x="146" y="0"/>
                    <a:pt x="125" y="5"/>
                    <a:pt x="105" y="15"/>
                  </a:cubicBezTo>
                  <a:cubicBezTo>
                    <a:pt x="31" y="49"/>
                    <a:pt x="1" y="136"/>
                    <a:pt x="36" y="209"/>
                  </a:cubicBezTo>
                  <a:cubicBezTo>
                    <a:pt x="1112" y="2470"/>
                    <a:pt x="1723" y="4809"/>
                    <a:pt x="1850" y="7161"/>
                  </a:cubicBezTo>
                  <a:cubicBezTo>
                    <a:pt x="1854" y="7238"/>
                    <a:pt x="1919" y="7299"/>
                    <a:pt x="1996" y="7299"/>
                  </a:cubicBezTo>
                  <a:cubicBezTo>
                    <a:pt x="1999" y="7299"/>
                    <a:pt x="2002" y="7299"/>
                    <a:pt x="2004" y="7298"/>
                  </a:cubicBezTo>
                  <a:cubicBezTo>
                    <a:pt x="2085" y="7294"/>
                    <a:pt x="2147" y="7226"/>
                    <a:pt x="2143" y="7145"/>
                  </a:cubicBezTo>
                  <a:cubicBezTo>
                    <a:pt x="2012" y="4754"/>
                    <a:pt x="1392" y="2379"/>
                    <a:pt x="300" y="84"/>
                  </a:cubicBezTo>
                  <a:cubicBezTo>
                    <a:pt x="274" y="31"/>
                    <a:pt x="222" y="0"/>
                    <a:pt x="1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54"/>
            <p:cNvSpPr/>
            <p:nvPr/>
          </p:nvSpPr>
          <p:spPr>
            <a:xfrm>
              <a:off x="496073" y="4380287"/>
              <a:ext cx="163255" cy="239803"/>
            </a:xfrm>
            <a:custGeom>
              <a:rect b="b" l="l" r="r" t="t"/>
              <a:pathLst>
                <a:path extrusionOk="0" h="5159" w="3512">
                  <a:moveTo>
                    <a:pt x="164" y="0"/>
                  </a:moveTo>
                  <a:cubicBezTo>
                    <a:pt x="130" y="0"/>
                    <a:pt x="96" y="12"/>
                    <a:pt x="69" y="36"/>
                  </a:cubicBezTo>
                  <a:cubicBezTo>
                    <a:pt x="8" y="89"/>
                    <a:pt x="0" y="182"/>
                    <a:pt x="54" y="243"/>
                  </a:cubicBezTo>
                  <a:cubicBezTo>
                    <a:pt x="923" y="1246"/>
                    <a:pt x="2176" y="2898"/>
                    <a:pt x="3213" y="5075"/>
                  </a:cubicBezTo>
                  <a:cubicBezTo>
                    <a:pt x="3238" y="5127"/>
                    <a:pt x="3290" y="5159"/>
                    <a:pt x="3345" y="5159"/>
                  </a:cubicBezTo>
                  <a:cubicBezTo>
                    <a:pt x="3366" y="5159"/>
                    <a:pt x="3387" y="5154"/>
                    <a:pt x="3408" y="5144"/>
                  </a:cubicBezTo>
                  <a:cubicBezTo>
                    <a:pt x="3480" y="5109"/>
                    <a:pt x="3512" y="5022"/>
                    <a:pt x="3477" y="4950"/>
                  </a:cubicBezTo>
                  <a:cubicBezTo>
                    <a:pt x="2427" y="2743"/>
                    <a:pt x="1156" y="1068"/>
                    <a:pt x="274" y="51"/>
                  </a:cubicBezTo>
                  <a:cubicBezTo>
                    <a:pt x="246" y="17"/>
                    <a:pt x="205" y="0"/>
                    <a:pt x="1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54"/>
            <p:cNvSpPr/>
            <p:nvPr/>
          </p:nvSpPr>
          <p:spPr>
            <a:xfrm>
              <a:off x="449636" y="4331108"/>
              <a:ext cx="38676" cy="37418"/>
            </a:xfrm>
            <a:custGeom>
              <a:rect b="b" l="l" r="r" t="t"/>
              <a:pathLst>
                <a:path extrusionOk="0" h="805" w="832">
                  <a:moveTo>
                    <a:pt x="162" y="1"/>
                  </a:moveTo>
                  <a:cubicBezTo>
                    <a:pt x="123" y="1"/>
                    <a:pt x="83" y="17"/>
                    <a:pt x="55" y="49"/>
                  </a:cubicBezTo>
                  <a:cubicBezTo>
                    <a:pt x="1" y="107"/>
                    <a:pt x="5" y="200"/>
                    <a:pt x="63" y="254"/>
                  </a:cubicBezTo>
                  <a:cubicBezTo>
                    <a:pt x="66" y="256"/>
                    <a:pt x="257" y="432"/>
                    <a:pt x="564" y="758"/>
                  </a:cubicBezTo>
                  <a:cubicBezTo>
                    <a:pt x="592" y="788"/>
                    <a:pt x="631" y="804"/>
                    <a:pt x="670" y="804"/>
                  </a:cubicBezTo>
                  <a:cubicBezTo>
                    <a:pt x="706" y="804"/>
                    <a:pt x="742" y="791"/>
                    <a:pt x="771" y="764"/>
                  </a:cubicBezTo>
                  <a:cubicBezTo>
                    <a:pt x="829" y="709"/>
                    <a:pt x="832" y="616"/>
                    <a:pt x="777" y="558"/>
                  </a:cubicBezTo>
                  <a:cubicBezTo>
                    <a:pt x="461" y="222"/>
                    <a:pt x="269" y="47"/>
                    <a:pt x="261" y="39"/>
                  </a:cubicBezTo>
                  <a:cubicBezTo>
                    <a:pt x="233" y="14"/>
                    <a:pt x="197" y="1"/>
                    <a:pt x="1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4"/>
            <p:cNvSpPr/>
            <p:nvPr/>
          </p:nvSpPr>
          <p:spPr>
            <a:xfrm>
              <a:off x="774001" y="4638317"/>
              <a:ext cx="154935" cy="290516"/>
            </a:xfrm>
            <a:custGeom>
              <a:rect b="b" l="l" r="r" t="t"/>
              <a:pathLst>
                <a:path extrusionOk="0" h="6250" w="3333">
                  <a:moveTo>
                    <a:pt x="3167" y="1"/>
                  </a:moveTo>
                  <a:cubicBezTo>
                    <a:pt x="3122" y="1"/>
                    <a:pt x="3077" y="22"/>
                    <a:pt x="3049" y="61"/>
                  </a:cubicBezTo>
                  <a:cubicBezTo>
                    <a:pt x="1790" y="1801"/>
                    <a:pt x="773" y="3819"/>
                    <a:pt x="27" y="6057"/>
                  </a:cubicBezTo>
                  <a:cubicBezTo>
                    <a:pt x="1" y="6133"/>
                    <a:pt x="43" y="6216"/>
                    <a:pt x="119" y="6242"/>
                  </a:cubicBezTo>
                  <a:cubicBezTo>
                    <a:pt x="135" y="6247"/>
                    <a:pt x="151" y="6250"/>
                    <a:pt x="165" y="6250"/>
                  </a:cubicBezTo>
                  <a:cubicBezTo>
                    <a:pt x="226" y="6250"/>
                    <a:pt x="284" y="6211"/>
                    <a:pt x="304" y="6149"/>
                  </a:cubicBezTo>
                  <a:cubicBezTo>
                    <a:pt x="1040" y="3939"/>
                    <a:pt x="2044" y="1949"/>
                    <a:pt x="3285" y="232"/>
                  </a:cubicBezTo>
                  <a:cubicBezTo>
                    <a:pt x="3332" y="167"/>
                    <a:pt x="3318" y="76"/>
                    <a:pt x="3252" y="28"/>
                  </a:cubicBezTo>
                  <a:cubicBezTo>
                    <a:pt x="3227" y="10"/>
                    <a:pt x="3197" y="1"/>
                    <a:pt x="31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54"/>
            <p:cNvSpPr/>
            <p:nvPr/>
          </p:nvSpPr>
          <p:spPr>
            <a:xfrm>
              <a:off x="913453" y="4524572"/>
              <a:ext cx="114307" cy="127362"/>
            </a:xfrm>
            <a:custGeom>
              <a:rect b="b" l="l" r="r" t="t"/>
              <a:pathLst>
                <a:path extrusionOk="0" h="2740" w="2459">
                  <a:moveTo>
                    <a:pt x="2296" y="0"/>
                  </a:moveTo>
                  <a:cubicBezTo>
                    <a:pt x="2260" y="0"/>
                    <a:pt x="2224" y="13"/>
                    <a:pt x="2196" y="40"/>
                  </a:cubicBezTo>
                  <a:cubicBezTo>
                    <a:pt x="1430" y="767"/>
                    <a:pt x="708" y="1597"/>
                    <a:pt x="49" y="2508"/>
                  </a:cubicBezTo>
                  <a:cubicBezTo>
                    <a:pt x="1" y="2573"/>
                    <a:pt x="15" y="2664"/>
                    <a:pt x="81" y="2713"/>
                  </a:cubicBezTo>
                  <a:cubicBezTo>
                    <a:pt x="107" y="2730"/>
                    <a:pt x="137" y="2740"/>
                    <a:pt x="166" y="2740"/>
                  </a:cubicBezTo>
                  <a:cubicBezTo>
                    <a:pt x="213" y="2740"/>
                    <a:pt x="257" y="2719"/>
                    <a:pt x="285" y="2679"/>
                  </a:cubicBezTo>
                  <a:cubicBezTo>
                    <a:pt x="934" y="1783"/>
                    <a:pt x="1644" y="967"/>
                    <a:pt x="2397" y="252"/>
                  </a:cubicBezTo>
                  <a:cubicBezTo>
                    <a:pt x="2456" y="196"/>
                    <a:pt x="2458" y="104"/>
                    <a:pt x="2403" y="45"/>
                  </a:cubicBezTo>
                  <a:cubicBezTo>
                    <a:pt x="2374" y="15"/>
                    <a:pt x="2335" y="0"/>
                    <a:pt x="22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54"/>
            <p:cNvSpPr/>
            <p:nvPr/>
          </p:nvSpPr>
          <p:spPr>
            <a:xfrm>
              <a:off x="1042912" y="4443970"/>
              <a:ext cx="90832" cy="67074"/>
            </a:xfrm>
            <a:custGeom>
              <a:rect b="b" l="l" r="r" t="t"/>
              <a:pathLst>
                <a:path extrusionOk="0" h="1443" w="1954">
                  <a:moveTo>
                    <a:pt x="1786" y="0"/>
                  </a:moveTo>
                  <a:cubicBezTo>
                    <a:pt x="1764" y="0"/>
                    <a:pt x="1741" y="5"/>
                    <a:pt x="1719" y="16"/>
                  </a:cubicBezTo>
                  <a:cubicBezTo>
                    <a:pt x="1692" y="31"/>
                    <a:pt x="1033" y="372"/>
                    <a:pt x="70" y="1184"/>
                  </a:cubicBezTo>
                  <a:cubicBezTo>
                    <a:pt x="8" y="1237"/>
                    <a:pt x="1" y="1329"/>
                    <a:pt x="53" y="1391"/>
                  </a:cubicBezTo>
                  <a:cubicBezTo>
                    <a:pt x="81" y="1425"/>
                    <a:pt x="123" y="1442"/>
                    <a:pt x="164" y="1442"/>
                  </a:cubicBezTo>
                  <a:cubicBezTo>
                    <a:pt x="198" y="1442"/>
                    <a:pt x="231" y="1431"/>
                    <a:pt x="259" y="1408"/>
                  </a:cubicBezTo>
                  <a:cubicBezTo>
                    <a:pt x="1194" y="620"/>
                    <a:pt x="1846" y="281"/>
                    <a:pt x="1853" y="277"/>
                  </a:cubicBezTo>
                  <a:cubicBezTo>
                    <a:pt x="1925" y="240"/>
                    <a:pt x="1953" y="152"/>
                    <a:pt x="1917" y="80"/>
                  </a:cubicBezTo>
                  <a:cubicBezTo>
                    <a:pt x="1891" y="29"/>
                    <a:pt x="1840" y="0"/>
                    <a:pt x="17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54"/>
            <p:cNvSpPr/>
            <p:nvPr/>
          </p:nvSpPr>
          <p:spPr>
            <a:xfrm>
              <a:off x="768749" y="4387725"/>
              <a:ext cx="156469" cy="577824"/>
            </a:xfrm>
            <a:custGeom>
              <a:rect b="b" l="l" r="r" t="t"/>
              <a:pathLst>
                <a:path extrusionOk="0" h="12431" w="3366">
                  <a:moveTo>
                    <a:pt x="3202" y="0"/>
                  </a:moveTo>
                  <a:cubicBezTo>
                    <a:pt x="3140" y="0"/>
                    <a:pt x="3083" y="39"/>
                    <a:pt x="3062" y="101"/>
                  </a:cubicBezTo>
                  <a:cubicBezTo>
                    <a:pt x="2025" y="3366"/>
                    <a:pt x="654" y="8125"/>
                    <a:pt x="13" y="12261"/>
                  </a:cubicBezTo>
                  <a:cubicBezTo>
                    <a:pt x="0" y="12341"/>
                    <a:pt x="55" y="12415"/>
                    <a:pt x="135" y="12428"/>
                  </a:cubicBezTo>
                  <a:cubicBezTo>
                    <a:pt x="142" y="12429"/>
                    <a:pt x="150" y="12430"/>
                    <a:pt x="158" y="12430"/>
                  </a:cubicBezTo>
                  <a:cubicBezTo>
                    <a:pt x="228" y="12430"/>
                    <a:pt x="290" y="12379"/>
                    <a:pt x="301" y="12306"/>
                  </a:cubicBezTo>
                  <a:cubicBezTo>
                    <a:pt x="940" y="8189"/>
                    <a:pt x="2307" y="3445"/>
                    <a:pt x="3341" y="191"/>
                  </a:cubicBezTo>
                  <a:cubicBezTo>
                    <a:pt x="3365" y="113"/>
                    <a:pt x="3324" y="31"/>
                    <a:pt x="3246" y="7"/>
                  </a:cubicBezTo>
                  <a:cubicBezTo>
                    <a:pt x="3231" y="2"/>
                    <a:pt x="3216" y="0"/>
                    <a:pt x="32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54"/>
            <p:cNvSpPr/>
            <p:nvPr/>
          </p:nvSpPr>
          <p:spPr>
            <a:xfrm>
              <a:off x="909967" y="4298662"/>
              <a:ext cx="44300" cy="102680"/>
            </a:xfrm>
            <a:custGeom>
              <a:rect b="b" l="l" r="r" t="t"/>
              <a:pathLst>
                <a:path extrusionOk="0" h="2209" w="953">
                  <a:moveTo>
                    <a:pt x="790" y="1"/>
                  </a:moveTo>
                  <a:cubicBezTo>
                    <a:pt x="728" y="1"/>
                    <a:pt x="671" y="40"/>
                    <a:pt x="650" y="100"/>
                  </a:cubicBezTo>
                  <a:cubicBezTo>
                    <a:pt x="440" y="729"/>
                    <a:pt x="229" y="1373"/>
                    <a:pt x="24" y="2017"/>
                  </a:cubicBezTo>
                  <a:cubicBezTo>
                    <a:pt x="0" y="2095"/>
                    <a:pt x="43" y="2177"/>
                    <a:pt x="120" y="2201"/>
                  </a:cubicBezTo>
                  <a:cubicBezTo>
                    <a:pt x="134" y="2206"/>
                    <a:pt x="149" y="2208"/>
                    <a:pt x="164" y="2208"/>
                  </a:cubicBezTo>
                  <a:cubicBezTo>
                    <a:pt x="226" y="2208"/>
                    <a:pt x="283" y="2169"/>
                    <a:pt x="303" y="2106"/>
                  </a:cubicBezTo>
                  <a:cubicBezTo>
                    <a:pt x="507" y="1463"/>
                    <a:pt x="718" y="820"/>
                    <a:pt x="928" y="194"/>
                  </a:cubicBezTo>
                  <a:cubicBezTo>
                    <a:pt x="953" y="117"/>
                    <a:pt x="912" y="34"/>
                    <a:pt x="835" y="8"/>
                  </a:cubicBezTo>
                  <a:cubicBezTo>
                    <a:pt x="820" y="3"/>
                    <a:pt x="805" y="1"/>
                    <a:pt x="7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54"/>
            <p:cNvSpPr/>
            <p:nvPr/>
          </p:nvSpPr>
          <p:spPr>
            <a:xfrm>
              <a:off x="946968" y="4212621"/>
              <a:ext cx="37142" cy="75999"/>
            </a:xfrm>
            <a:custGeom>
              <a:rect b="b" l="l" r="r" t="t"/>
              <a:pathLst>
                <a:path extrusionOk="0" h="1635" w="799">
                  <a:moveTo>
                    <a:pt x="633" y="0"/>
                  </a:moveTo>
                  <a:cubicBezTo>
                    <a:pt x="573" y="0"/>
                    <a:pt x="517" y="37"/>
                    <a:pt x="496" y="96"/>
                  </a:cubicBezTo>
                  <a:cubicBezTo>
                    <a:pt x="494" y="101"/>
                    <a:pt x="312" y="602"/>
                    <a:pt x="27" y="1441"/>
                  </a:cubicBezTo>
                  <a:cubicBezTo>
                    <a:pt x="1" y="1517"/>
                    <a:pt x="41" y="1600"/>
                    <a:pt x="118" y="1626"/>
                  </a:cubicBezTo>
                  <a:cubicBezTo>
                    <a:pt x="134" y="1631"/>
                    <a:pt x="150" y="1634"/>
                    <a:pt x="165" y="1634"/>
                  </a:cubicBezTo>
                  <a:cubicBezTo>
                    <a:pt x="226" y="1634"/>
                    <a:pt x="283" y="1596"/>
                    <a:pt x="304" y="1535"/>
                  </a:cubicBezTo>
                  <a:cubicBezTo>
                    <a:pt x="588" y="699"/>
                    <a:pt x="769" y="201"/>
                    <a:pt x="771" y="196"/>
                  </a:cubicBezTo>
                  <a:cubicBezTo>
                    <a:pt x="798" y="120"/>
                    <a:pt x="759" y="36"/>
                    <a:pt x="683" y="9"/>
                  </a:cubicBezTo>
                  <a:cubicBezTo>
                    <a:pt x="666" y="3"/>
                    <a:pt x="649" y="0"/>
                    <a:pt x="6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54"/>
            <p:cNvSpPr/>
            <p:nvPr/>
          </p:nvSpPr>
          <p:spPr>
            <a:xfrm>
              <a:off x="554643" y="4724219"/>
              <a:ext cx="161349" cy="162317"/>
            </a:xfrm>
            <a:custGeom>
              <a:rect b="b" l="l" r="r" t="t"/>
              <a:pathLst>
                <a:path extrusionOk="0" h="3492" w="3471">
                  <a:moveTo>
                    <a:pt x="166" y="0"/>
                  </a:moveTo>
                  <a:cubicBezTo>
                    <a:pt x="107" y="0"/>
                    <a:pt x="51" y="36"/>
                    <a:pt x="29" y="94"/>
                  </a:cubicBezTo>
                  <a:cubicBezTo>
                    <a:pt x="1" y="170"/>
                    <a:pt x="39" y="254"/>
                    <a:pt x="114" y="282"/>
                  </a:cubicBezTo>
                  <a:cubicBezTo>
                    <a:pt x="1630" y="858"/>
                    <a:pt x="2658" y="1905"/>
                    <a:pt x="3168" y="3392"/>
                  </a:cubicBezTo>
                  <a:cubicBezTo>
                    <a:pt x="3189" y="3453"/>
                    <a:pt x="3245" y="3491"/>
                    <a:pt x="3306" y="3491"/>
                  </a:cubicBezTo>
                  <a:cubicBezTo>
                    <a:pt x="3322" y="3491"/>
                    <a:pt x="3338" y="3489"/>
                    <a:pt x="3353" y="3483"/>
                  </a:cubicBezTo>
                  <a:cubicBezTo>
                    <a:pt x="3430" y="3457"/>
                    <a:pt x="3471" y="3374"/>
                    <a:pt x="3445" y="3297"/>
                  </a:cubicBezTo>
                  <a:cubicBezTo>
                    <a:pt x="2905" y="1723"/>
                    <a:pt x="1819" y="617"/>
                    <a:pt x="217" y="9"/>
                  </a:cubicBezTo>
                  <a:cubicBezTo>
                    <a:pt x="200" y="3"/>
                    <a:pt x="183" y="0"/>
                    <a:pt x="1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54"/>
            <p:cNvSpPr/>
            <p:nvPr/>
          </p:nvSpPr>
          <p:spPr>
            <a:xfrm>
              <a:off x="445313" y="4701814"/>
              <a:ext cx="124766" cy="36024"/>
            </a:xfrm>
            <a:custGeom>
              <a:rect b="b" l="l" r="r" t="t"/>
              <a:pathLst>
                <a:path extrusionOk="0" h="775" w="2684">
                  <a:moveTo>
                    <a:pt x="148" y="1"/>
                  </a:moveTo>
                  <a:cubicBezTo>
                    <a:pt x="72" y="1"/>
                    <a:pt x="9" y="62"/>
                    <a:pt x="4" y="138"/>
                  </a:cubicBezTo>
                  <a:cubicBezTo>
                    <a:pt x="0" y="219"/>
                    <a:pt x="61" y="288"/>
                    <a:pt x="142" y="293"/>
                  </a:cubicBezTo>
                  <a:cubicBezTo>
                    <a:pt x="990" y="342"/>
                    <a:pt x="1771" y="501"/>
                    <a:pt x="2466" y="765"/>
                  </a:cubicBezTo>
                  <a:cubicBezTo>
                    <a:pt x="2483" y="772"/>
                    <a:pt x="2501" y="775"/>
                    <a:pt x="2517" y="775"/>
                  </a:cubicBezTo>
                  <a:cubicBezTo>
                    <a:pt x="2576" y="775"/>
                    <a:pt x="2632" y="738"/>
                    <a:pt x="2655" y="680"/>
                  </a:cubicBezTo>
                  <a:cubicBezTo>
                    <a:pt x="2683" y="605"/>
                    <a:pt x="2646" y="520"/>
                    <a:pt x="2570" y="491"/>
                  </a:cubicBezTo>
                  <a:cubicBezTo>
                    <a:pt x="1847" y="218"/>
                    <a:pt x="1036" y="53"/>
                    <a:pt x="160" y="1"/>
                  </a:cubicBezTo>
                  <a:cubicBezTo>
                    <a:pt x="156" y="1"/>
                    <a:pt x="152" y="1"/>
                    <a:pt x="1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54"/>
            <p:cNvSpPr/>
            <p:nvPr/>
          </p:nvSpPr>
          <p:spPr>
            <a:xfrm>
              <a:off x="373727" y="4701349"/>
              <a:ext cx="42348" cy="15851"/>
            </a:xfrm>
            <a:custGeom>
              <a:rect b="b" l="l" r="r" t="t"/>
              <a:pathLst>
                <a:path extrusionOk="0" h="341" w="911">
                  <a:moveTo>
                    <a:pt x="766" y="0"/>
                  </a:moveTo>
                  <a:cubicBezTo>
                    <a:pt x="762" y="0"/>
                    <a:pt x="759" y="1"/>
                    <a:pt x="755" y="1"/>
                  </a:cubicBezTo>
                  <a:cubicBezTo>
                    <a:pt x="375" y="17"/>
                    <a:pt x="146" y="48"/>
                    <a:pt x="136" y="50"/>
                  </a:cubicBezTo>
                  <a:cubicBezTo>
                    <a:pt x="55" y="62"/>
                    <a:pt x="1" y="135"/>
                    <a:pt x="12" y="215"/>
                  </a:cubicBezTo>
                  <a:cubicBezTo>
                    <a:pt x="22" y="288"/>
                    <a:pt x="85" y="341"/>
                    <a:pt x="156" y="341"/>
                  </a:cubicBezTo>
                  <a:cubicBezTo>
                    <a:pt x="163" y="341"/>
                    <a:pt x="170" y="340"/>
                    <a:pt x="177" y="340"/>
                  </a:cubicBezTo>
                  <a:cubicBezTo>
                    <a:pt x="179" y="339"/>
                    <a:pt x="404" y="307"/>
                    <a:pt x="767" y="294"/>
                  </a:cubicBezTo>
                  <a:cubicBezTo>
                    <a:pt x="848" y="291"/>
                    <a:pt x="911" y="222"/>
                    <a:pt x="906" y="142"/>
                  </a:cubicBezTo>
                  <a:cubicBezTo>
                    <a:pt x="904" y="64"/>
                    <a:pt x="842" y="0"/>
                    <a:pt x="7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54"/>
            <p:cNvSpPr/>
            <p:nvPr/>
          </p:nvSpPr>
          <p:spPr>
            <a:xfrm>
              <a:off x="969374" y="4651193"/>
              <a:ext cx="330183" cy="148233"/>
            </a:xfrm>
            <a:custGeom>
              <a:rect b="b" l="l" r="r" t="t"/>
              <a:pathLst>
                <a:path extrusionOk="0" h="3189" w="7103">
                  <a:moveTo>
                    <a:pt x="4556" y="1"/>
                  </a:moveTo>
                  <a:cubicBezTo>
                    <a:pt x="4160" y="1"/>
                    <a:pt x="3736" y="36"/>
                    <a:pt x="3299" y="110"/>
                  </a:cubicBezTo>
                  <a:cubicBezTo>
                    <a:pt x="1415" y="429"/>
                    <a:pt x="0" y="1353"/>
                    <a:pt x="139" y="2173"/>
                  </a:cubicBezTo>
                  <a:cubicBezTo>
                    <a:pt x="245" y="2803"/>
                    <a:pt x="1239" y="3189"/>
                    <a:pt x="2549" y="3189"/>
                  </a:cubicBezTo>
                  <a:cubicBezTo>
                    <a:pt x="2943" y="3189"/>
                    <a:pt x="3367" y="3154"/>
                    <a:pt x="3803" y="3080"/>
                  </a:cubicBezTo>
                  <a:cubicBezTo>
                    <a:pt x="5688" y="2761"/>
                    <a:pt x="7102" y="1838"/>
                    <a:pt x="6964" y="1017"/>
                  </a:cubicBezTo>
                  <a:cubicBezTo>
                    <a:pt x="6857" y="387"/>
                    <a:pt x="5864" y="1"/>
                    <a:pt x="455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54"/>
            <p:cNvSpPr/>
            <p:nvPr/>
          </p:nvSpPr>
          <p:spPr>
            <a:xfrm>
              <a:off x="826528" y="4723475"/>
              <a:ext cx="163255" cy="163061"/>
            </a:xfrm>
            <a:custGeom>
              <a:rect b="b" l="l" r="r" t="t"/>
              <a:pathLst>
                <a:path extrusionOk="0" h="3508" w="3512">
                  <a:moveTo>
                    <a:pt x="3346" y="1"/>
                  </a:moveTo>
                  <a:cubicBezTo>
                    <a:pt x="3329" y="1"/>
                    <a:pt x="3312" y="4"/>
                    <a:pt x="3296" y="10"/>
                  </a:cubicBezTo>
                  <a:cubicBezTo>
                    <a:pt x="1671" y="614"/>
                    <a:pt x="572" y="1725"/>
                    <a:pt x="27" y="3314"/>
                  </a:cubicBezTo>
                  <a:cubicBezTo>
                    <a:pt x="1" y="3390"/>
                    <a:pt x="42" y="3474"/>
                    <a:pt x="118" y="3500"/>
                  </a:cubicBezTo>
                  <a:cubicBezTo>
                    <a:pt x="134" y="3505"/>
                    <a:pt x="150" y="3507"/>
                    <a:pt x="165" y="3507"/>
                  </a:cubicBezTo>
                  <a:cubicBezTo>
                    <a:pt x="226" y="3507"/>
                    <a:pt x="283" y="3469"/>
                    <a:pt x="304" y="3408"/>
                  </a:cubicBezTo>
                  <a:cubicBezTo>
                    <a:pt x="818" y="1907"/>
                    <a:pt x="1859" y="855"/>
                    <a:pt x="3397" y="284"/>
                  </a:cubicBezTo>
                  <a:cubicBezTo>
                    <a:pt x="3473" y="255"/>
                    <a:pt x="3512" y="171"/>
                    <a:pt x="3483" y="96"/>
                  </a:cubicBezTo>
                  <a:cubicBezTo>
                    <a:pt x="3461" y="37"/>
                    <a:pt x="3405" y="1"/>
                    <a:pt x="33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54"/>
            <p:cNvSpPr/>
            <p:nvPr/>
          </p:nvSpPr>
          <p:spPr>
            <a:xfrm>
              <a:off x="974394" y="4701349"/>
              <a:ext cx="132017" cy="35792"/>
            </a:xfrm>
            <a:custGeom>
              <a:rect b="b" l="l" r="r" t="t"/>
              <a:pathLst>
                <a:path extrusionOk="0" h="770" w="2840">
                  <a:moveTo>
                    <a:pt x="2690" y="1"/>
                  </a:moveTo>
                  <a:cubicBezTo>
                    <a:pt x="2688" y="1"/>
                    <a:pt x="2686" y="1"/>
                    <a:pt x="2684" y="1"/>
                  </a:cubicBezTo>
                  <a:cubicBezTo>
                    <a:pt x="1750" y="37"/>
                    <a:pt x="885" y="199"/>
                    <a:pt x="115" y="486"/>
                  </a:cubicBezTo>
                  <a:cubicBezTo>
                    <a:pt x="39" y="514"/>
                    <a:pt x="0" y="598"/>
                    <a:pt x="29" y="674"/>
                  </a:cubicBezTo>
                  <a:cubicBezTo>
                    <a:pt x="51" y="732"/>
                    <a:pt x="106" y="769"/>
                    <a:pt x="166" y="769"/>
                  </a:cubicBezTo>
                  <a:cubicBezTo>
                    <a:pt x="183" y="769"/>
                    <a:pt x="200" y="766"/>
                    <a:pt x="216" y="760"/>
                  </a:cubicBezTo>
                  <a:cubicBezTo>
                    <a:pt x="957" y="485"/>
                    <a:pt x="1791" y="327"/>
                    <a:pt x="2696" y="293"/>
                  </a:cubicBezTo>
                  <a:cubicBezTo>
                    <a:pt x="2777" y="291"/>
                    <a:pt x="2840" y="222"/>
                    <a:pt x="2837" y="142"/>
                  </a:cubicBezTo>
                  <a:cubicBezTo>
                    <a:pt x="2834" y="63"/>
                    <a:pt x="2772" y="1"/>
                    <a:pt x="26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54"/>
            <p:cNvSpPr/>
            <p:nvPr/>
          </p:nvSpPr>
          <p:spPr>
            <a:xfrm>
              <a:off x="530564" y="4857115"/>
              <a:ext cx="490975" cy="286379"/>
            </a:xfrm>
            <a:custGeom>
              <a:rect b="b" l="l" r="r" t="t"/>
              <a:pathLst>
                <a:path extrusionOk="0" h="6161" w="10562">
                  <a:moveTo>
                    <a:pt x="350" y="0"/>
                  </a:moveTo>
                  <a:cubicBezTo>
                    <a:pt x="125" y="726"/>
                    <a:pt x="0" y="1514"/>
                    <a:pt x="0" y="2337"/>
                  </a:cubicBezTo>
                  <a:cubicBezTo>
                    <a:pt x="0" y="3667"/>
                    <a:pt x="323" y="5003"/>
                    <a:pt x="876" y="6160"/>
                  </a:cubicBezTo>
                  <a:lnTo>
                    <a:pt x="9687" y="6160"/>
                  </a:lnTo>
                  <a:cubicBezTo>
                    <a:pt x="10240" y="5003"/>
                    <a:pt x="10562" y="3667"/>
                    <a:pt x="10562" y="2337"/>
                  </a:cubicBezTo>
                  <a:cubicBezTo>
                    <a:pt x="10562" y="1514"/>
                    <a:pt x="10438" y="727"/>
                    <a:pt x="102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54"/>
            <p:cNvSpPr/>
            <p:nvPr/>
          </p:nvSpPr>
          <p:spPr>
            <a:xfrm>
              <a:off x="531959" y="4907875"/>
              <a:ext cx="488139" cy="25472"/>
            </a:xfrm>
            <a:custGeom>
              <a:rect b="b" l="l" r="r" t="t"/>
              <a:pathLst>
                <a:path extrusionOk="0" h="548" w="10501">
                  <a:moveTo>
                    <a:pt x="67" y="1"/>
                  </a:moveTo>
                  <a:cubicBezTo>
                    <a:pt x="39" y="180"/>
                    <a:pt x="18" y="363"/>
                    <a:pt x="1" y="547"/>
                  </a:cubicBezTo>
                  <a:lnTo>
                    <a:pt x="10500" y="547"/>
                  </a:lnTo>
                  <a:cubicBezTo>
                    <a:pt x="10485" y="363"/>
                    <a:pt x="10463" y="180"/>
                    <a:pt x="104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54"/>
            <p:cNvSpPr/>
            <p:nvPr/>
          </p:nvSpPr>
          <p:spPr>
            <a:xfrm>
              <a:off x="533353" y="5012324"/>
              <a:ext cx="485443" cy="25426"/>
            </a:xfrm>
            <a:custGeom>
              <a:rect b="b" l="l" r="r" t="t"/>
              <a:pathLst>
                <a:path extrusionOk="0" h="547" w="10443">
                  <a:moveTo>
                    <a:pt x="0" y="0"/>
                  </a:moveTo>
                  <a:cubicBezTo>
                    <a:pt x="21" y="183"/>
                    <a:pt x="51" y="366"/>
                    <a:pt x="83" y="546"/>
                  </a:cubicBezTo>
                  <a:lnTo>
                    <a:pt x="10359" y="546"/>
                  </a:lnTo>
                  <a:cubicBezTo>
                    <a:pt x="10392" y="366"/>
                    <a:pt x="10421" y="183"/>
                    <a:pt x="1044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4"/>
            <p:cNvSpPr/>
            <p:nvPr/>
          </p:nvSpPr>
          <p:spPr>
            <a:xfrm>
              <a:off x="550274" y="4947386"/>
              <a:ext cx="39559" cy="39557"/>
            </a:xfrm>
            <a:custGeom>
              <a:rect b="b" l="l" r="r" t="t"/>
              <a:pathLst>
                <a:path extrusionOk="0" h="851" w="851">
                  <a:moveTo>
                    <a:pt x="425" y="1"/>
                  </a:moveTo>
                  <a:cubicBezTo>
                    <a:pt x="191" y="1"/>
                    <a:pt x="0" y="191"/>
                    <a:pt x="0" y="426"/>
                  </a:cubicBezTo>
                  <a:cubicBezTo>
                    <a:pt x="0" y="661"/>
                    <a:pt x="191" y="851"/>
                    <a:pt x="425" y="851"/>
                  </a:cubicBezTo>
                  <a:cubicBezTo>
                    <a:pt x="660" y="851"/>
                    <a:pt x="850" y="660"/>
                    <a:pt x="850" y="426"/>
                  </a:cubicBezTo>
                  <a:cubicBezTo>
                    <a:pt x="850" y="191"/>
                    <a:pt x="660"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54"/>
            <p:cNvSpPr/>
            <p:nvPr/>
          </p:nvSpPr>
          <p:spPr>
            <a:xfrm>
              <a:off x="649052" y="4947386"/>
              <a:ext cx="39559" cy="39557"/>
            </a:xfrm>
            <a:custGeom>
              <a:rect b="b" l="l" r="r" t="t"/>
              <a:pathLst>
                <a:path extrusionOk="0" h="851" w="851">
                  <a:moveTo>
                    <a:pt x="425" y="1"/>
                  </a:moveTo>
                  <a:cubicBezTo>
                    <a:pt x="190" y="1"/>
                    <a:pt x="0" y="191"/>
                    <a:pt x="0" y="426"/>
                  </a:cubicBezTo>
                  <a:cubicBezTo>
                    <a:pt x="0" y="661"/>
                    <a:pt x="190" y="851"/>
                    <a:pt x="425" y="851"/>
                  </a:cubicBezTo>
                  <a:cubicBezTo>
                    <a:pt x="660" y="851"/>
                    <a:pt x="850" y="660"/>
                    <a:pt x="850" y="426"/>
                  </a:cubicBezTo>
                  <a:cubicBezTo>
                    <a:pt x="850" y="191"/>
                    <a:pt x="660"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54"/>
            <p:cNvSpPr/>
            <p:nvPr/>
          </p:nvSpPr>
          <p:spPr>
            <a:xfrm>
              <a:off x="747831" y="4947386"/>
              <a:ext cx="39559" cy="39557"/>
            </a:xfrm>
            <a:custGeom>
              <a:rect b="b" l="l" r="r" t="t"/>
              <a:pathLst>
                <a:path extrusionOk="0" h="851" w="851">
                  <a:moveTo>
                    <a:pt x="425" y="1"/>
                  </a:moveTo>
                  <a:cubicBezTo>
                    <a:pt x="190" y="1"/>
                    <a:pt x="0" y="191"/>
                    <a:pt x="0" y="426"/>
                  </a:cubicBezTo>
                  <a:cubicBezTo>
                    <a:pt x="0" y="661"/>
                    <a:pt x="190" y="851"/>
                    <a:pt x="425" y="851"/>
                  </a:cubicBezTo>
                  <a:cubicBezTo>
                    <a:pt x="660" y="851"/>
                    <a:pt x="850" y="660"/>
                    <a:pt x="850" y="426"/>
                  </a:cubicBezTo>
                  <a:cubicBezTo>
                    <a:pt x="850" y="191"/>
                    <a:pt x="660"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4"/>
            <p:cNvSpPr/>
            <p:nvPr/>
          </p:nvSpPr>
          <p:spPr>
            <a:xfrm>
              <a:off x="846609" y="4947386"/>
              <a:ext cx="39512" cy="39557"/>
            </a:xfrm>
            <a:custGeom>
              <a:rect b="b" l="l" r="r" t="t"/>
              <a:pathLst>
                <a:path extrusionOk="0" h="851" w="850">
                  <a:moveTo>
                    <a:pt x="425" y="1"/>
                  </a:moveTo>
                  <a:cubicBezTo>
                    <a:pt x="190" y="1"/>
                    <a:pt x="0" y="191"/>
                    <a:pt x="0" y="426"/>
                  </a:cubicBezTo>
                  <a:cubicBezTo>
                    <a:pt x="0" y="661"/>
                    <a:pt x="190" y="851"/>
                    <a:pt x="425" y="851"/>
                  </a:cubicBezTo>
                  <a:cubicBezTo>
                    <a:pt x="659" y="851"/>
                    <a:pt x="850" y="660"/>
                    <a:pt x="850" y="426"/>
                  </a:cubicBezTo>
                  <a:cubicBezTo>
                    <a:pt x="850" y="191"/>
                    <a:pt x="659"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54"/>
            <p:cNvSpPr/>
            <p:nvPr/>
          </p:nvSpPr>
          <p:spPr>
            <a:xfrm>
              <a:off x="945295" y="4947386"/>
              <a:ext cx="39559" cy="39557"/>
            </a:xfrm>
            <a:custGeom>
              <a:rect b="b" l="l" r="r" t="t"/>
              <a:pathLst>
                <a:path extrusionOk="0" h="851" w="851">
                  <a:moveTo>
                    <a:pt x="426" y="1"/>
                  </a:moveTo>
                  <a:cubicBezTo>
                    <a:pt x="192" y="1"/>
                    <a:pt x="1" y="191"/>
                    <a:pt x="1" y="426"/>
                  </a:cubicBezTo>
                  <a:cubicBezTo>
                    <a:pt x="1" y="661"/>
                    <a:pt x="192" y="851"/>
                    <a:pt x="426" y="851"/>
                  </a:cubicBezTo>
                  <a:cubicBezTo>
                    <a:pt x="661" y="851"/>
                    <a:pt x="851" y="660"/>
                    <a:pt x="851" y="426"/>
                  </a:cubicBezTo>
                  <a:cubicBezTo>
                    <a:pt x="851" y="191"/>
                    <a:pt x="661" y="1"/>
                    <a:pt x="4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 name="Google Shape;265;p54"/>
          <p:cNvGrpSpPr/>
          <p:nvPr/>
        </p:nvGrpSpPr>
        <p:grpSpPr>
          <a:xfrm flipH="1">
            <a:off x="8529701" y="136086"/>
            <a:ext cx="419817" cy="330668"/>
            <a:chOff x="7162662" y="1366775"/>
            <a:chExt cx="519897" cy="409496"/>
          </a:xfrm>
        </p:grpSpPr>
        <p:sp>
          <p:nvSpPr>
            <p:cNvPr id="266" name="Google Shape;266;p54"/>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54"/>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54"/>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54"/>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54"/>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54"/>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54"/>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3" name="Google Shape;273;p54"/>
          <p:cNvGrpSpPr/>
          <p:nvPr/>
        </p:nvGrpSpPr>
        <p:grpSpPr>
          <a:xfrm>
            <a:off x="8183726" y="208836"/>
            <a:ext cx="419817" cy="330668"/>
            <a:chOff x="7162662" y="1366775"/>
            <a:chExt cx="519897" cy="409496"/>
          </a:xfrm>
        </p:grpSpPr>
        <p:sp>
          <p:nvSpPr>
            <p:cNvPr id="274" name="Google Shape;274;p54"/>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54"/>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54"/>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54"/>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54"/>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54"/>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4"/>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1" name="Shape 281"/>
        <p:cNvGrpSpPr/>
        <p:nvPr/>
      </p:nvGrpSpPr>
      <p:grpSpPr>
        <a:xfrm>
          <a:off x="0" y="0"/>
          <a:ext cx="0" cy="0"/>
          <a:chOff x="0" y="0"/>
          <a:chExt cx="0" cy="0"/>
        </a:xfrm>
      </p:grpSpPr>
      <p:sp>
        <p:nvSpPr>
          <p:cNvPr id="282" name="Google Shape;282;p55"/>
          <p:cNvSpPr/>
          <p:nvPr>
            <p:ph idx="2" type="pic"/>
          </p:nvPr>
        </p:nvSpPr>
        <p:spPr>
          <a:xfrm>
            <a:off x="0" y="0"/>
            <a:ext cx="9144000" cy="5143500"/>
          </a:xfrm>
          <a:prstGeom prst="rect">
            <a:avLst/>
          </a:prstGeom>
          <a:noFill/>
          <a:ln>
            <a:noFill/>
          </a:ln>
        </p:spPr>
      </p:sp>
      <p:sp>
        <p:nvSpPr>
          <p:cNvPr id="283" name="Google Shape;283;p55"/>
          <p:cNvSpPr txBox="1"/>
          <p:nvPr>
            <p:ph type="title"/>
          </p:nvPr>
        </p:nvSpPr>
        <p:spPr>
          <a:xfrm>
            <a:off x="713225" y="3994425"/>
            <a:ext cx="7747500" cy="6888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680000" dist="28575">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84" name="Shape 284"/>
        <p:cNvGrpSpPr/>
        <p:nvPr/>
      </p:nvGrpSpPr>
      <p:grpSpPr>
        <a:xfrm>
          <a:off x="0" y="0"/>
          <a:ext cx="0" cy="0"/>
          <a:chOff x="0" y="0"/>
          <a:chExt cx="0" cy="0"/>
        </a:xfrm>
      </p:grpSpPr>
      <p:sp>
        <p:nvSpPr>
          <p:cNvPr id="285" name="Google Shape;285;p56"/>
          <p:cNvSpPr txBox="1"/>
          <p:nvPr>
            <p:ph type="title"/>
          </p:nvPr>
        </p:nvSpPr>
        <p:spPr>
          <a:xfrm>
            <a:off x="720000" y="846125"/>
            <a:ext cx="3221100" cy="2346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86" name="Google Shape;286;p56"/>
          <p:cNvSpPr txBox="1"/>
          <p:nvPr>
            <p:ph idx="1" type="subTitle"/>
          </p:nvPr>
        </p:nvSpPr>
        <p:spPr>
          <a:xfrm>
            <a:off x="720000" y="3192325"/>
            <a:ext cx="3221100" cy="111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87" name="Google Shape;287;p56"/>
          <p:cNvSpPr/>
          <p:nvPr>
            <p:ph idx="2" type="pic"/>
          </p:nvPr>
        </p:nvSpPr>
        <p:spPr>
          <a:xfrm>
            <a:off x="4215850" y="690300"/>
            <a:ext cx="4215000" cy="3762900"/>
          </a:xfrm>
          <a:prstGeom prst="rect">
            <a:avLst/>
          </a:prstGeom>
          <a:noFill/>
          <a:ln cap="flat" cmpd="sng" w="9525">
            <a:solidFill>
              <a:schemeClr val="dk1"/>
            </a:solidFill>
            <a:prstDash val="solid"/>
            <a:round/>
            <a:headEnd len="sm" w="sm" type="none"/>
            <a:tailEnd len="sm" w="sm" type="none"/>
          </a:ln>
          <a:effectLst>
            <a:outerShdw rotWithShape="0" algn="bl" dir="2400000" dist="28575">
              <a:srgbClr val="000000"/>
            </a:outerShdw>
          </a:effectLst>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8" name="Shape 288"/>
        <p:cNvGrpSpPr/>
        <p:nvPr/>
      </p:nvGrpSpPr>
      <p:grpSpPr>
        <a:xfrm>
          <a:off x="0" y="0"/>
          <a:ext cx="0" cy="0"/>
          <a:chOff x="0" y="0"/>
          <a:chExt cx="0" cy="0"/>
        </a:xfrm>
      </p:grpSpPr>
      <p:sp>
        <p:nvSpPr>
          <p:cNvPr id="289" name="Google Shape;289;p57"/>
          <p:cNvSpPr txBox="1"/>
          <p:nvPr>
            <p:ph type="title"/>
          </p:nvPr>
        </p:nvSpPr>
        <p:spPr>
          <a:xfrm>
            <a:off x="2223600" y="738142"/>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90" name="Google Shape;290;p57"/>
          <p:cNvSpPr txBox="1"/>
          <p:nvPr>
            <p:ph idx="1" type="subTitle"/>
          </p:nvPr>
        </p:nvSpPr>
        <p:spPr>
          <a:xfrm>
            <a:off x="2223600" y="1428226"/>
            <a:ext cx="4696800" cy="372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460000" dist="28575">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Inconsolata"/>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4pPr>
            <a:lvl5pPr lvl="4"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5pPr>
            <a:lvl6pPr lvl="5"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6pPr>
            <a:lvl7pPr lvl="6"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7pPr>
            <a:lvl8pPr lvl="7"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8pPr>
            <a:lvl9pPr lvl="8"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9pPr>
          </a:lstStyle>
          <a:p/>
        </p:txBody>
      </p:sp>
      <p:sp>
        <p:nvSpPr>
          <p:cNvPr id="291" name="Google Shape;291;p57"/>
          <p:cNvSpPr txBox="1"/>
          <p:nvPr>
            <p:ph idx="2" type="title"/>
          </p:nvPr>
        </p:nvSpPr>
        <p:spPr>
          <a:xfrm>
            <a:off x="2223600" y="2039990"/>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92" name="Google Shape;292;p57"/>
          <p:cNvSpPr txBox="1"/>
          <p:nvPr>
            <p:ph idx="3" type="subTitle"/>
          </p:nvPr>
        </p:nvSpPr>
        <p:spPr>
          <a:xfrm>
            <a:off x="2223600" y="2728503"/>
            <a:ext cx="4696800" cy="372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460000" dist="28575">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Inconsolata"/>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4pPr>
            <a:lvl5pPr lvl="4"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5pPr>
            <a:lvl6pPr lvl="5"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6pPr>
            <a:lvl7pPr lvl="6"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7pPr>
            <a:lvl8pPr lvl="7"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8pPr>
            <a:lvl9pPr lvl="8"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9pPr>
          </a:lstStyle>
          <a:p/>
        </p:txBody>
      </p:sp>
      <p:sp>
        <p:nvSpPr>
          <p:cNvPr id="293" name="Google Shape;293;p57"/>
          <p:cNvSpPr txBox="1"/>
          <p:nvPr>
            <p:ph idx="4" type="title"/>
          </p:nvPr>
        </p:nvSpPr>
        <p:spPr>
          <a:xfrm>
            <a:off x="2223600" y="3341838"/>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94" name="Google Shape;294;p57"/>
          <p:cNvSpPr txBox="1"/>
          <p:nvPr>
            <p:ph idx="5" type="subTitle"/>
          </p:nvPr>
        </p:nvSpPr>
        <p:spPr>
          <a:xfrm>
            <a:off x="2223600" y="4028781"/>
            <a:ext cx="4696800" cy="372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460000" dist="28575">
              <a:srgbClr val="000000"/>
            </a:outerShdw>
          </a:effectLst>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Inconsolata"/>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4pPr>
            <a:lvl5pPr lvl="4"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5pPr>
            <a:lvl6pPr lvl="5"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6pPr>
            <a:lvl7pPr lvl="6"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7pPr>
            <a:lvl8pPr lvl="7"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8pPr>
            <a:lvl9pPr lvl="8" algn="ctr">
              <a:lnSpc>
                <a:spcPct val="100000"/>
              </a:lnSpc>
              <a:spcBef>
                <a:spcPts val="0"/>
              </a:spcBef>
              <a:spcAft>
                <a:spcPts val="0"/>
              </a:spcAft>
              <a:buClr>
                <a:schemeClr val="dk1"/>
              </a:buClr>
              <a:buSzPts val="2100"/>
              <a:buFont typeface="Inconsolata"/>
              <a:buNone/>
              <a:defRPr sz="2100">
                <a:solidFill>
                  <a:schemeClr val="dk1"/>
                </a:solidFill>
                <a:latin typeface="Inconsolata"/>
                <a:ea typeface="Inconsolata"/>
                <a:cs typeface="Inconsolata"/>
                <a:sym typeface="Inconsolata"/>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95" name="Shape 295"/>
        <p:cNvGrpSpPr/>
        <p:nvPr/>
      </p:nvGrpSpPr>
      <p:grpSpPr>
        <a:xfrm>
          <a:off x="0" y="0"/>
          <a:ext cx="0" cy="0"/>
          <a:chOff x="0" y="0"/>
          <a:chExt cx="0" cy="0"/>
        </a:xfrm>
      </p:grpSpPr>
      <p:sp>
        <p:nvSpPr>
          <p:cNvPr id="296" name="Google Shape;296;p58"/>
          <p:cNvSpPr txBox="1"/>
          <p:nvPr>
            <p:ph type="title"/>
          </p:nvPr>
        </p:nvSpPr>
        <p:spPr>
          <a:xfrm>
            <a:off x="1216350" y="1962150"/>
            <a:ext cx="1398900" cy="40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Inconsolata"/>
              <a:buNone/>
              <a:defRPr sz="3600">
                <a:latin typeface="Inconsolata"/>
                <a:ea typeface="Inconsolata"/>
                <a:cs typeface="Inconsolata"/>
                <a:sym typeface="Inconsolata"/>
              </a:defRPr>
            </a:lvl1pPr>
            <a:lvl2pPr lvl="1"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2pPr>
            <a:lvl3pPr lvl="2"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3pPr>
            <a:lvl4pPr lvl="3"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4pPr>
            <a:lvl5pPr lvl="4"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5pPr>
            <a:lvl6pPr lvl="5"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6pPr>
            <a:lvl7pPr lvl="6"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7pPr>
            <a:lvl8pPr lvl="7"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8pPr>
            <a:lvl9pPr lvl="8"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9pPr>
          </a:lstStyle>
          <a:p/>
        </p:txBody>
      </p:sp>
      <p:sp>
        <p:nvSpPr>
          <p:cNvPr id="297" name="Google Shape;297;p58"/>
          <p:cNvSpPr txBox="1"/>
          <p:nvPr>
            <p:ph idx="1" type="subTitle"/>
          </p:nvPr>
        </p:nvSpPr>
        <p:spPr>
          <a:xfrm>
            <a:off x="720000" y="3629175"/>
            <a:ext cx="2391600" cy="75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Inconsolata"/>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Inconsolata"/>
              <a:buNone/>
              <a:defRPr sz="2100">
                <a:latin typeface="Inconsolata"/>
                <a:ea typeface="Inconsolata"/>
                <a:cs typeface="Inconsolata"/>
                <a:sym typeface="Inconsolata"/>
              </a:defRPr>
            </a:lvl4pPr>
            <a:lvl5pPr lvl="4" algn="ctr">
              <a:lnSpc>
                <a:spcPct val="100000"/>
              </a:lnSpc>
              <a:spcBef>
                <a:spcPts val="0"/>
              </a:spcBef>
              <a:spcAft>
                <a:spcPts val="0"/>
              </a:spcAft>
              <a:buSzPts val="2100"/>
              <a:buFont typeface="Inconsolata"/>
              <a:buNone/>
              <a:defRPr sz="2100">
                <a:latin typeface="Inconsolata"/>
                <a:ea typeface="Inconsolata"/>
                <a:cs typeface="Inconsolata"/>
                <a:sym typeface="Inconsolata"/>
              </a:defRPr>
            </a:lvl5pPr>
            <a:lvl6pPr lvl="5" algn="ctr">
              <a:lnSpc>
                <a:spcPct val="100000"/>
              </a:lnSpc>
              <a:spcBef>
                <a:spcPts val="0"/>
              </a:spcBef>
              <a:spcAft>
                <a:spcPts val="0"/>
              </a:spcAft>
              <a:buSzPts val="2100"/>
              <a:buFont typeface="Inconsolata"/>
              <a:buNone/>
              <a:defRPr sz="2100">
                <a:latin typeface="Inconsolata"/>
                <a:ea typeface="Inconsolata"/>
                <a:cs typeface="Inconsolata"/>
                <a:sym typeface="Inconsolata"/>
              </a:defRPr>
            </a:lvl6pPr>
            <a:lvl7pPr lvl="6" algn="ctr">
              <a:lnSpc>
                <a:spcPct val="100000"/>
              </a:lnSpc>
              <a:spcBef>
                <a:spcPts val="0"/>
              </a:spcBef>
              <a:spcAft>
                <a:spcPts val="0"/>
              </a:spcAft>
              <a:buSzPts val="2100"/>
              <a:buFont typeface="Inconsolata"/>
              <a:buNone/>
              <a:defRPr sz="2100">
                <a:latin typeface="Inconsolata"/>
                <a:ea typeface="Inconsolata"/>
                <a:cs typeface="Inconsolata"/>
                <a:sym typeface="Inconsolata"/>
              </a:defRPr>
            </a:lvl7pPr>
            <a:lvl8pPr lvl="7" algn="ctr">
              <a:lnSpc>
                <a:spcPct val="100000"/>
              </a:lnSpc>
              <a:spcBef>
                <a:spcPts val="0"/>
              </a:spcBef>
              <a:spcAft>
                <a:spcPts val="0"/>
              </a:spcAft>
              <a:buSzPts val="2100"/>
              <a:buFont typeface="Inconsolata"/>
              <a:buNone/>
              <a:defRPr sz="2100">
                <a:latin typeface="Inconsolata"/>
                <a:ea typeface="Inconsolata"/>
                <a:cs typeface="Inconsolata"/>
                <a:sym typeface="Inconsolata"/>
              </a:defRPr>
            </a:lvl8pPr>
            <a:lvl9pPr lvl="8" algn="ctr">
              <a:lnSpc>
                <a:spcPct val="100000"/>
              </a:lnSpc>
              <a:spcBef>
                <a:spcPts val="0"/>
              </a:spcBef>
              <a:spcAft>
                <a:spcPts val="0"/>
              </a:spcAft>
              <a:buSzPts val="2100"/>
              <a:buFont typeface="Inconsolata"/>
              <a:buNone/>
              <a:defRPr sz="2100">
                <a:latin typeface="Inconsolata"/>
                <a:ea typeface="Inconsolata"/>
                <a:cs typeface="Inconsolata"/>
                <a:sym typeface="Inconsolata"/>
              </a:defRPr>
            </a:lvl9pPr>
          </a:lstStyle>
          <a:p/>
        </p:txBody>
      </p:sp>
      <p:sp>
        <p:nvSpPr>
          <p:cNvPr id="298" name="Google Shape;298;p58"/>
          <p:cNvSpPr txBox="1"/>
          <p:nvPr>
            <p:ph idx="2" type="subTitle"/>
          </p:nvPr>
        </p:nvSpPr>
        <p:spPr>
          <a:xfrm>
            <a:off x="720000" y="3137650"/>
            <a:ext cx="2391600" cy="4998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9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299" name="Google Shape;299;p58"/>
          <p:cNvSpPr txBox="1"/>
          <p:nvPr>
            <p:ph idx="3" type="title"/>
          </p:nvPr>
        </p:nvSpPr>
        <p:spPr>
          <a:xfrm>
            <a:off x="3873100" y="1962150"/>
            <a:ext cx="1397700" cy="40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Inconsolata"/>
              <a:buNone/>
              <a:defRPr sz="3600">
                <a:latin typeface="Inconsolata"/>
                <a:ea typeface="Inconsolata"/>
                <a:cs typeface="Inconsolata"/>
                <a:sym typeface="Inconsolata"/>
              </a:defRPr>
            </a:lvl1pPr>
            <a:lvl2pPr lvl="1"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2pPr>
            <a:lvl3pPr lvl="2"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3pPr>
            <a:lvl4pPr lvl="3"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4pPr>
            <a:lvl5pPr lvl="4"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5pPr>
            <a:lvl6pPr lvl="5"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6pPr>
            <a:lvl7pPr lvl="6"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7pPr>
            <a:lvl8pPr lvl="7"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8pPr>
            <a:lvl9pPr lvl="8"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9pPr>
          </a:lstStyle>
          <a:p/>
        </p:txBody>
      </p:sp>
      <p:sp>
        <p:nvSpPr>
          <p:cNvPr id="300" name="Google Shape;300;p58"/>
          <p:cNvSpPr txBox="1"/>
          <p:nvPr>
            <p:ph idx="4" type="subTitle"/>
          </p:nvPr>
        </p:nvSpPr>
        <p:spPr>
          <a:xfrm>
            <a:off x="3376150" y="3629175"/>
            <a:ext cx="2391600" cy="75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Inconsolata"/>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Inconsolata"/>
              <a:buNone/>
              <a:defRPr sz="2100">
                <a:latin typeface="Inconsolata"/>
                <a:ea typeface="Inconsolata"/>
                <a:cs typeface="Inconsolata"/>
                <a:sym typeface="Inconsolata"/>
              </a:defRPr>
            </a:lvl4pPr>
            <a:lvl5pPr lvl="4" algn="ctr">
              <a:lnSpc>
                <a:spcPct val="100000"/>
              </a:lnSpc>
              <a:spcBef>
                <a:spcPts val="0"/>
              </a:spcBef>
              <a:spcAft>
                <a:spcPts val="0"/>
              </a:spcAft>
              <a:buSzPts val="2100"/>
              <a:buFont typeface="Inconsolata"/>
              <a:buNone/>
              <a:defRPr sz="2100">
                <a:latin typeface="Inconsolata"/>
                <a:ea typeface="Inconsolata"/>
                <a:cs typeface="Inconsolata"/>
                <a:sym typeface="Inconsolata"/>
              </a:defRPr>
            </a:lvl5pPr>
            <a:lvl6pPr lvl="5" algn="ctr">
              <a:lnSpc>
                <a:spcPct val="100000"/>
              </a:lnSpc>
              <a:spcBef>
                <a:spcPts val="0"/>
              </a:spcBef>
              <a:spcAft>
                <a:spcPts val="0"/>
              </a:spcAft>
              <a:buSzPts val="2100"/>
              <a:buFont typeface="Inconsolata"/>
              <a:buNone/>
              <a:defRPr sz="2100">
                <a:latin typeface="Inconsolata"/>
                <a:ea typeface="Inconsolata"/>
                <a:cs typeface="Inconsolata"/>
                <a:sym typeface="Inconsolata"/>
              </a:defRPr>
            </a:lvl6pPr>
            <a:lvl7pPr lvl="6" algn="ctr">
              <a:lnSpc>
                <a:spcPct val="100000"/>
              </a:lnSpc>
              <a:spcBef>
                <a:spcPts val="0"/>
              </a:spcBef>
              <a:spcAft>
                <a:spcPts val="0"/>
              </a:spcAft>
              <a:buSzPts val="2100"/>
              <a:buFont typeface="Inconsolata"/>
              <a:buNone/>
              <a:defRPr sz="2100">
                <a:latin typeface="Inconsolata"/>
                <a:ea typeface="Inconsolata"/>
                <a:cs typeface="Inconsolata"/>
                <a:sym typeface="Inconsolata"/>
              </a:defRPr>
            </a:lvl7pPr>
            <a:lvl8pPr lvl="7" algn="ctr">
              <a:lnSpc>
                <a:spcPct val="100000"/>
              </a:lnSpc>
              <a:spcBef>
                <a:spcPts val="0"/>
              </a:spcBef>
              <a:spcAft>
                <a:spcPts val="0"/>
              </a:spcAft>
              <a:buSzPts val="2100"/>
              <a:buFont typeface="Inconsolata"/>
              <a:buNone/>
              <a:defRPr sz="2100">
                <a:latin typeface="Inconsolata"/>
                <a:ea typeface="Inconsolata"/>
                <a:cs typeface="Inconsolata"/>
                <a:sym typeface="Inconsolata"/>
              </a:defRPr>
            </a:lvl8pPr>
            <a:lvl9pPr lvl="8" algn="ctr">
              <a:lnSpc>
                <a:spcPct val="100000"/>
              </a:lnSpc>
              <a:spcBef>
                <a:spcPts val="0"/>
              </a:spcBef>
              <a:spcAft>
                <a:spcPts val="0"/>
              </a:spcAft>
              <a:buSzPts val="2100"/>
              <a:buFont typeface="Inconsolata"/>
              <a:buNone/>
              <a:defRPr sz="2100">
                <a:latin typeface="Inconsolata"/>
                <a:ea typeface="Inconsolata"/>
                <a:cs typeface="Inconsolata"/>
                <a:sym typeface="Inconsolata"/>
              </a:defRPr>
            </a:lvl9pPr>
          </a:lstStyle>
          <a:p/>
        </p:txBody>
      </p:sp>
      <p:sp>
        <p:nvSpPr>
          <p:cNvPr id="301" name="Google Shape;301;p58"/>
          <p:cNvSpPr txBox="1"/>
          <p:nvPr>
            <p:ph idx="5" type="subTitle"/>
          </p:nvPr>
        </p:nvSpPr>
        <p:spPr>
          <a:xfrm>
            <a:off x="3376150" y="3137650"/>
            <a:ext cx="2391600" cy="499800"/>
          </a:xfrm>
          <a:prstGeom prst="rect">
            <a:avLst/>
          </a:prstGeom>
          <a:solidFill>
            <a:schemeClr val="lt2"/>
          </a:solidFill>
          <a:ln cap="flat" cmpd="sng" w="9525">
            <a:solidFill>
              <a:schemeClr val="dk1"/>
            </a:solidFill>
            <a:prstDash val="solid"/>
            <a:round/>
            <a:headEnd len="sm" w="sm" type="none"/>
            <a:tailEnd len="sm" w="sm" type="none"/>
          </a:ln>
          <a:effectLst>
            <a:outerShdw rotWithShape="0" algn="bl" dir="19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oppins"/>
              <a:buNone/>
              <a:defRPr b="1" sz="2100">
                <a:solidFill>
                  <a:schemeClr val="lt1"/>
                </a:solidFill>
                <a:latin typeface="Poppins"/>
                <a:ea typeface="Poppins"/>
                <a:cs typeface="Poppins"/>
                <a:sym typeface="Poppins"/>
              </a:defRPr>
            </a:lvl1pPr>
            <a:lvl2pPr lvl="1"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302" name="Google Shape;302;p58"/>
          <p:cNvSpPr txBox="1"/>
          <p:nvPr>
            <p:ph idx="6" type="title"/>
          </p:nvPr>
        </p:nvSpPr>
        <p:spPr>
          <a:xfrm>
            <a:off x="6529250" y="1962150"/>
            <a:ext cx="1397700" cy="40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Inconsolata"/>
              <a:buNone/>
              <a:defRPr sz="3600">
                <a:latin typeface="Inconsolata"/>
                <a:ea typeface="Inconsolata"/>
                <a:cs typeface="Inconsolata"/>
                <a:sym typeface="Inconsolata"/>
              </a:defRPr>
            </a:lvl1pPr>
            <a:lvl2pPr lvl="1"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2pPr>
            <a:lvl3pPr lvl="2"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3pPr>
            <a:lvl4pPr lvl="3"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4pPr>
            <a:lvl5pPr lvl="4"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5pPr>
            <a:lvl6pPr lvl="5"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6pPr>
            <a:lvl7pPr lvl="6"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7pPr>
            <a:lvl8pPr lvl="7"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8pPr>
            <a:lvl9pPr lvl="8" algn="ctr">
              <a:lnSpc>
                <a:spcPct val="100000"/>
              </a:lnSpc>
              <a:spcBef>
                <a:spcPts val="0"/>
              </a:spcBef>
              <a:spcAft>
                <a:spcPts val="0"/>
              </a:spcAft>
              <a:buClr>
                <a:schemeClr val="lt1"/>
              </a:buClr>
              <a:buSzPts val="6000"/>
              <a:buFont typeface="Inconsolata"/>
              <a:buNone/>
              <a:defRPr sz="6000">
                <a:solidFill>
                  <a:schemeClr val="lt1"/>
                </a:solidFill>
                <a:latin typeface="Inconsolata"/>
                <a:ea typeface="Inconsolata"/>
                <a:cs typeface="Inconsolata"/>
                <a:sym typeface="Inconsolata"/>
              </a:defRPr>
            </a:lvl9pPr>
          </a:lstStyle>
          <a:p/>
        </p:txBody>
      </p:sp>
      <p:sp>
        <p:nvSpPr>
          <p:cNvPr id="303" name="Google Shape;303;p58"/>
          <p:cNvSpPr txBox="1"/>
          <p:nvPr>
            <p:ph idx="7" type="subTitle"/>
          </p:nvPr>
        </p:nvSpPr>
        <p:spPr>
          <a:xfrm>
            <a:off x="6032300" y="3629175"/>
            <a:ext cx="2391600" cy="75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Inconsolata"/>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Inconsolata"/>
              <a:buNone/>
              <a:defRPr sz="2100">
                <a:latin typeface="Inconsolata"/>
                <a:ea typeface="Inconsolata"/>
                <a:cs typeface="Inconsolata"/>
                <a:sym typeface="Inconsolata"/>
              </a:defRPr>
            </a:lvl4pPr>
            <a:lvl5pPr lvl="4" algn="ctr">
              <a:lnSpc>
                <a:spcPct val="100000"/>
              </a:lnSpc>
              <a:spcBef>
                <a:spcPts val="0"/>
              </a:spcBef>
              <a:spcAft>
                <a:spcPts val="0"/>
              </a:spcAft>
              <a:buSzPts val="2100"/>
              <a:buFont typeface="Inconsolata"/>
              <a:buNone/>
              <a:defRPr sz="2100">
                <a:latin typeface="Inconsolata"/>
                <a:ea typeface="Inconsolata"/>
                <a:cs typeface="Inconsolata"/>
                <a:sym typeface="Inconsolata"/>
              </a:defRPr>
            </a:lvl5pPr>
            <a:lvl6pPr lvl="5" algn="ctr">
              <a:lnSpc>
                <a:spcPct val="100000"/>
              </a:lnSpc>
              <a:spcBef>
                <a:spcPts val="0"/>
              </a:spcBef>
              <a:spcAft>
                <a:spcPts val="0"/>
              </a:spcAft>
              <a:buSzPts val="2100"/>
              <a:buFont typeface="Inconsolata"/>
              <a:buNone/>
              <a:defRPr sz="2100">
                <a:latin typeface="Inconsolata"/>
                <a:ea typeface="Inconsolata"/>
                <a:cs typeface="Inconsolata"/>
                <a:sym typeface="Inconsolata"/>
              </a:defRPr>
            </a:lvl6pPr>
            <a:lvl7pPr lvl="6" algn="ctr">
              <a:lnSpc>
                <a:spcPct val="100000"/>
              </a:lnSpc>
              <a:spcBef>
                <a:spcPts val="0"/>
              </a:spcBef>
              <a:spcAft>
                <a:spcPts val="0"/>
              </a:spcAft>
              <a:buSzPts val="2100"/>
              <a:buFont typeface="Inconsolata"/>
              <a:buNone/>
              <a:defRPr sz="2100">
                <a:latin typeface="Inconsolata"/>
                <a:ea typeface="Inconsolata"/>
                <a:cs typeface="Inconsolata"/>
                <a:sym typeface="Inconsolata"/>
              </a:defRPr>
            </a:lvl7pPr>
            <a:lvl8pPr lvl="7" algn="ctr">
              <a:lnSpc>
                <a:spcPct val="100000"/>
              </a:lnSpc>
              <a:spcBef>
                <a:spcPts val="0"/>
              </a:spcBef>
              <a:spcAft>
                <a:spcPts val="0"/>
              </a:spcAft>
              <a:buSzPts val="2100"/>
              <a:buFont typeface="Inconsolata"/>
              <a:buNone/>
              <a:defRPr sz="2100">
                <a:latin typeface="Inconsolata"/>
                <a:ea typeface="Inconsolata"/>
                <a:cs typeface="Inconsolata"/>
                <a:sym typeface="Inconsolata"/>
              </a:defRPr>
            </a:lvl8pPr>
            <a:lvl9pPr lvl="8" algn="ctr">
              <a:lnSpc>
                <a:spcPct val="100000"/>
              </a:lnSpc>
              <a:spcBef>
                <a:spcPts val="0"/>
              </a:spcBef>
              <a:spcAft>
                <a:spcPts val="0"/>
              </a:spcAft>
              <a:buSzPts val="2100"/>
              <a:buFont typeface="Inconsolata"/>
              <a:buNone/>
              <a:defRPr sz="2100">
                <a:latin typeface="Inconsolata"/>
                <a:ea typeface="Inconsolata"/>
                <a:cs typeface="Inconsolata"/>
                <a:sym typeface="Inconsolata"/>
              </a:defRPr>
            </a:lvl9pPr>
          </a:lstStyle>
          <a:p/>
        </p:txBody>
      </p:sp>
      <p:sp>
        <p:nvSpPr>
          <p:cNvPr id="304" name="Google Shape;304;p58"/>
          <p:cNvSpPr txBox="1"/>
          <p:nvPr>
            <p:ph idx="8" type="subTitle"/>
          </p:nvPr>
        </p:nvSpPr>
        <p:spPr>
          <a:xfrm>
            <a:off x="6032300" y="3137650"/>
            <a:ext cx="2391600" cy="499800"/>
          </a:xfrm>
          <a:prstGeom prst="rect">
            <a:avLst/>
          </a:prstGeom>
          <a:solidFill>
            <a:schemeClr val="accent2"/>
          </a:solidFill>
          <a:ln cap="flat" cmpd="sng" w="9525">
            <a:solidFill>
              <a:schemeClr val="dk1"/>
            </a:solidFill>
            <a:prstDash val="solid"/>
            <a:round/>
            <a:headEnd len="sm" w="sm" type="none"/>
            <a:tailEnd len="sm" w="sm" type="none"/>
          </a:ln>
          <a:effectLst>
            <a:outerShdw rotWithShape="0" algn="bl" dir="1980000" dist="28575">
              <a:srgbClr val="000000"/>
            </a:outerShdw>
          </a:effectLst>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oppins"/>
              <a:buNone/>
              <a:defRPr b="1" sz="2100">
                <a:solidFill>
                  <a:schemeClr val="dk1"/>
                </a:solidFill>
                <a:latin typeface="Poppins"/>
                <a:ea typeface="Poppins"/>
                <a:cs typeface="Poppins"/>
                <a:sym typeface="Poppins"/>
              </a:defRPr>
            </a:lvl1pPr>
            <a:lvl2pPr lvl="1"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algn="ctr">
              <a:lnSpc>
                <a:spcPct val="10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305" name="Google Shape;305;p58"/>
          <p:cNvSpPr txBox="1"/>
          <p:nvPr>
            <p:ph idx="9"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06" name="Shape 306"/>
        <p:cNvGrpSpPr/>
        <p:nvPr/>
      </p:nvGrpSpPr>
      <p:grpSpPr>
        <a:xfrm>
          <a:off x="0" y="0"/>
          <a:ext cx="0" cy="0"/>
          <a:chOff x="0" y="0"/>
          <a:chExt cx="0" cy="0"/>
        </a:xfrm>
      </p:grpSpPr>
      <p:sp>
        <p:nvSpPr>
          <p:cNvPr id="307" name="Google Shape;307;p59"/>
          <p:cNvSpPr txBox="1"/>
          <p:nvPr>
            <p:ph type="title"/>
          </p:nvPr>
        </p:nvSpPr>
        <p:spPr>
          <a:xfrm>
            <a:off x="720000" y="1349275"/>
            <a:ext cx="3233100" cy="1299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08" name="Google Shape;308;p59"/>
          <p:cNvSpPr txBox="1"/>
          <p:nvPr>
            <p:ph idx="1" type="subTitle"/>
          </p:nvPr>
        </p:nvSpPr>
        <p:spPr>
          <a:xfrm>
            <a:off x="720000" y="2572875"/>
            <a:ext cx="3233100" cy="109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309" name="Google Shape;309;p59"/>
          <p:cNvGrpSpPr/>
          <p:nvPr/>
        </p:nvGrpSpPr>
        <p:grpSpPr>
          <a:xfrm>
            <a:off x="179900" y="3843600"/>
            <a:ext cx="718468" cy="1299902"/>
            <a:chOff x="103700" y="3843600"/>
            <a:chExt cx="718468" cy="1299902"/>
          </a:xfrm>
        </p:grpSpPr>
        <p:sp>
          <p:nvSpPr>
            <p:cNvPr id="310" name="Google Shape;310;p59"/>
            <p:cNvSpPr/>
            <p:nvPr/>
          </p:nvSpPr>
          <p:spPr>
            <a:xfrm>
              <a:off x="103700" y="4335385"/>
              <a:ext cx="342080" cy="419259"/>
            </a:xfrm>
            <a:custGeom>
              <a:rect b="b" l="l" r="r" t="t"/>
              <a:pathLst>
                <a:path extrusionOk="0" h="6220" w="5075">
                  <a:moveTo>
                    <a:pt x="1257" y="1"/>
                  </a:moveTo>
                  <a:cubicBezTo>
                    <a:pt x="1239" y="1"/>
                    <a:pt x="1223" y="19"/>
                    <a:pt x="1233" y="39"/>
                  </a:cubicBezTo>
                  <a:cubicBezTo>
                    <a:pt x="1261" y="97"/>
                    <a:pt x="1298" y="172"/>
                    <a:pt x="1338" y="258"/>
                  </a:cubicBezTo>
                  <a:cubicBezTo>
                    <a:pt x="1373" y="346"/>
                    <a:pt x="1414" y="442"/>
                    <a:pt x="1456" y="542"/>
                  </a:cubicBezTo>
                  <a:cubicBezTo>
                    <a:pt x="1532" y="737"/>
                    <a:pt x="1611" y="942"/>
                    <a:pt x="1669" y="1096"/>
                  </a:cubicBezTo>
                  <a:cubicBezTo>
                    <a:pt x="1707" y="1189"/>
                    <a:pt x="1745" y="1274"/>
                    <a:pt x="1782" y="1349"/>
                  </a:cubicBezTo>
                  <a:cubicBezTo>
                    <a:pt x="1815" y="1427"/>
                    <a:pt x="1848" y="1497"/>
                    <a:pt x="1878" y="1552"/>
                  </a:cubicBezTo>
                  <a:lnTo>
                    <a:pt x="1715" y="1442"/>
                  </a:lnTo>
                  <a:lnTo>
                    <a:pt x="1547" y="1341"/>
                  </a:lnTo>
                  <a:cubicBezTo>
                    <a:pt x="1541" y="1315"/>
                    <a:pt x="1525" y="1283"/>
                    <a:pt x="1497" y="1248"/>
                  </a:cubicBezTo>
                  <a:cubicBezTo>
                    <a:pt x="1469" y="1214"/>
                    <a:pt x="1430" y="1178"/>
                    <a:pt x="1382" y="1140"/>
                  </a:cubicBezTo>
                  <a:cubicBezTo>
                    <a:pt x="1286" y="1062"/>
                    <a:pt x="1149" y="989"/>
                    <a:pt x="990" y="931"/>
                  </a:cubicBezTo>
                  <a:cubicBezTo>
                    <a:pt x="850" y="882"/>
                    <a:pt x="657" y="849"/>
                    <a:pt x="474" y="848"/>
                  </a:cubicBezTo>
                  <a:cubicBezTo>
                    <a:pt x="463" y="848"/>
                    <a:pt x="452" y="848"/>
                    <a:pt x="440" y="848"/>
                  </a:cubicBezTo>
                  <a:cubicBezTo>
                    <a:pt x="271" y="848"/>
                    <a:pt x="117" y="870"/>
                    <a:pt x="24" y="892"/>
                  </a:cubicBezTo>
                  <a:cubicBezTo>
                    <a:pt x="1" y="899"/>
                    <a:pt x="4" y="938"/>
                    <a:pt x="24" y="945"/>
                  </a:cubicBezTo>
                  <a:cubicBezTo>
                    <a:pt x="117" y="971"/>
                    <a:pt x="268" y="1028"/>
                    <a:pt x="423" y="1094"/>
                  </a:cubicBezTo>
                  <a:cubicBezTo>
                    <a:pt x="578" y="1158"/>
                    <a:pt x="735" y="1236"/>
                    <a:pt x="863" y="1281"/>
                  </a:cubicBezTo>
                  <a:cubicBezTo>
                    <a:pt x="1095" y="1365"/>
                    <a:pt x="1308" y="1424"/>
                    <a:pt x="1433" y="1424"/>
                  </a:cubicBezTo>
                  <a:cubicBezTo>
                    <a:pt x="1451" y="1424"/>
                    <a:pt x="1467" y="1423"/>
                    <a:pt x="1481" y="1420"/>
                  </a:cubicBezTo>
                  <a:lnTo>
                    <a:pt x="1649" y="1520"/>
                  </a:lnTo>
                  <a:cubicBezTo>
                    <a:pt x="1705" y="1554"/>
                    <a:pt x="1757" y="1592"/>
                    <a:pt x="1812" y="1629"/>
                  </a:cubicBezTo>
                  <a:cubicBezTo>
                    <a:pt x="1764" y="1623"/>
                    <a:pt x="1711" y="1619"/>
                    <a:pt x="1653" y="1619"/>
                  </a:cubicBezTo>
                  <a:cubicBezTo>
                    <a:pt x="1636" y="1619"/>
                    <a:pt x="1619" y="1620"/>
                    <a:pt x="1601" y="1620"/>
                  </a:cubicBezTo>
                  <a:cubicBezTo>
                    <a:pt x="1521" y="1627"/>
                    <a:pt x="1437" y="1637"/>
                    <a:pt x="1350" y="1655"/>
                  </a:cubicBezTo>
                  <a:cubicBezTo>
                    <a:pt x="1279" y="1668"/>
                    <a:pt x="1196" y="1696"/>
                    <a:pt x="1112" y="1731"/>
                  </a:cubicBezTo>
                  <a:cubicBezTo>
                    <a:pt x="1028" y="1765"/>
                    <a:pt x="945" y="1802"/>
                    <a:pt x="864" y="1850"/>
                  </a:cubicBezTo>
                  <a:cubicBezTo>
                    <a:pt x="785" y="1896"/>
                    <a:pt x="711" y="1944"/>
                    <a:pt x="648" y="1989"/>
                  </a:cubicBezTo>
                  <a:cubicBezTo>
                    <a:pt x="584" y="2035"/>
                    <a:pt x="532" y="2079"/>
                    <a:pt x="493" y="2112"/>
                  </a:cubicBezTo>
                  <a:cubicBezTo>
                    <a:pt x="476" y="2126"/>
                    <a:pt x="475" y="2159"/>
                    <a:pt x="490" y="2159"/>
                  </a:cubicBezTo>
                  <a:cubicBezTo>
                    <a:pt x="491" y="2159"/>
                    <a:pt x="492" y="2159"/>
                    <a:pt x="493" y="2159"/>
                  </a:cubicBezTo>
                  <a:cubicBezTo>
                    <a:pt x="570" y="2135"/>
                    <a:pt x="701" y="2106"/>
                    <a:pt x="853" y="2077"/>
                  </a:cubicBezTo>
                  <a:cubicBezTo>
                    <a:pt x="931" y="2063"/>
                    <a:pt x="1010" y="2050"/>
                    <a:pt x="1087" y="2036"/>
                  </a:cubicBezTo>
                  <a:cubicBezTo>
                    <a:pt x="1166" y="2024"/>
                    <a:pt x="1243" y="2012"/>
                    <a:pt x="1314" y="1995"/>
                  </a:cubicBezTo>
                  <a:cubicBezTo>
                    <a:pt x="1472" y="1960"/>
                    <a:pt x="1625" y="1930"/>
                    <a:pt x="1753" y="1891"/>
                  </a:cubicBezTo>
                  <a:cubicBezTo>
                    <a:pt x="1879" y="1854"/>
                    <a:pt x="1975" y="1821"/>
                    <a:pt x="2018" y="1780"/>
                  </a:cubicBezTo>
                  <a:cubicBezTo>
                    <a:pt x="2084" y="1834"/>
                    <a:pt x="2154" y="1884"/>
                    <a:pt x="2218" y="1942"/>
                  </a:cubicBezTo>
                  <a:lnTo>
                    <a:pt x="2409" y="2115"/>
                  </a:lnTo>
                  <a:cubicBezTo>
                    <a:pt x="2347" y="2099"/>
                    <a:pt x="2277" y="2085"/>
                    <a:pt x="2199" y="2076"/>
                  </a:cubicBezTo>
                  <a:cubicBezTo>
                    <a:pt x="2145" y="2068"/>
                    <a:pt x="2087" y="2064"/>
                    <a:pt x="2025" y="2064"/>
                  </a:cubicBezTo>
                  <a:cubicBezTo>
                    <a:pt x="2000" y="2064"/>
                    <a:pt x="1974" y="2065"/>
                    <a:pt x="1947" y="2066"/>
                  </a:cubicBezTo>
                  <a:cubicBezTo>
                    <a:pt x="1796" y="2074"/>
                    <a:pt x="1605" y="2109"/>
                    <a:pt x="1429" y="2172"/>
                  </a:cubicBezTo>
                  <a:cubicBezTo>
                    <a:pt x="1341" y="2203"/>
                    <a:pt x="1259" y="2233"/>
                    <a:pt x="1188" y="2266"/>
                  </a:cubicBezTo>
                  <a:cubicBezTo>
                    <a:pt x="1114" y="2299"/>
                    <a:pt x="1052" y="2331"/>
                    <a:pt x="1007" y="2356"/>
                  </a:cubicBezTo>
                  <a:cubicBezTo>
                    <a:pt x="987" y="2367"/>
                    <a:pt x="980" y="2402"/>
                    <a:pt x="998" y="2402"/>
                  </a:cubicBezTo>
                  <a:cubicBezTo>
                    <a:pt x="998" y="2402"/>
                    <a:pt x="999" y="2402"/>
                    <a:pt x="999" y="2402"/>
                  </a:cubicBezTo>
                  <a:cubicBezTo>
                    <a:pt x="1084" y="2394"/>
                    <a:pt x="1221" y="2396"/>
                    <a:pt x="1381" y="2394"/>
                  </a:cubicBezTo>
                  <a:cubicBezTo>
                    <a:pt x="1387" y="2394"/>
                    <a:pt x="1393" y="2394"/>
                    <a:pt x="1399" y="2394"/>
                  </a:cubicBezTo>
                  <a:cubicBezTo>
                    <a:pt x="1472" y="2394"/>
                    <a:pt x="1547" y="2399"/>
                    <a:pt x="1622" y="2399"/>
                  </a:cubicBezTo>
                  <a:cubicBezTo>
                    <a:pt x="1706" y="2399"/>
                    <a:pt x="1786" y="2398"/>
                    <a:pt x="1856" y="2398"/>
                  </a:cubicBezTo>
                  <a:cubicBezTo>
                    <a:pt x="2018" y="2395"/>
                    <a:pt x="2181" y="2380"/>
                    <a:pt x="2310" y="2367"/>
                  </a:cubicBezTo>
                  <a:cubicBezTo>
                    <a:pt x="2440" y="2353"/>
                    <a:pt x="2541" y="2330"/>
                    <a:pt x="2589" y="2296"/>
                  </a:cubicBezTo>
                  <a:cubicBezTo>
                    <a:pt x="2711" y="2417"/>
                    <a:pt x="2820" y="2551"/>
                    <a:pt x="2931" y="2683"/>
                  </a:cubicBezTo>
                  <a:cubicBezTo>
                    <a:pt x="2812" y="2636"/>
                    <a:pt x="2660" y="2587"/>
                    <a:pt x="2479" y="2570"/>
                  </a:cubicBezTo>
                  <a:cubicBezTo>
                    <a:pt x="2426" y="2565"/>
                    <a:pt x="2368" y="2563"/>
                    <a:pt x="2307" y="2563"/>
                  </a:cubicBezTo>
                  <a:cubicBezTo>
                    <a:pt x="2193" y="2563"/>
                    <a:pt x="2068" y="2572"/>
                    <a:pt x="1946" y="2593"/>
                  </a:cubicBezTo>
                  <a:cubicBezTo>
                    <a:pt x="1761" y="2626"/>
                    <a:pt x="1596" y="2668"/>
                    <a:pt x="1495" y="2701"/>
                  </a:cubicBezTo>
                  <a:cubicBezTo>
                    <a:pt x="1472" y="2709"/>
                    <a:pt x="1461" y="2743"/>
                    <a:pt x="1480" y="2745"/>
                  </a:cubicBezTo>
                  <a:cubicBezTo>
                    <a:pt x="1569" y="2759"/>
                    <a:pt x="1712" y="2782"/>
                    <a:pt x="1867" y="2807"/>
                  </a:cubicBezTo>
                  <a:cubicBezTo>
                    <a:pt x="2021" y="2841"/>
                    <a:pt x="2202" y="2866"/>
                    <a:pt x="2344" y="2887"/>
                  </a:cubicBezTo>
                  <a:cubicBezTo>
                    <a:pt x="2507" y="2908"/>
                    <a:pt x="2668" y="2919"/>
                    <a:pt x="2802" y="2919"/>
                  </a:cubicBezTo>
                  <a:cubicBezTo>
                    <a:pt x="2821" y="2919"/>
                    <a:pt x="2840" y="2919"/>
                    <a:pt x="2859" y="2919"/>
                  </a:cubicBezTo>
                  <a:cubicBezTo>
                    <a:pt x="2962" y="2919"/>
                    <a:pt x="3043" y="2909"/>
                    <a:pt x="3087" y="2886"/>
                  </a:cubicBezTo>
                  <a:lnTo>
                    <a:pt x="3241" y="3094"/>
                  </a:lnTo>
                  <a:lnTo>
                    <a:pt x="3384" y="3310"/>
                  </a:lnTo>
                  <a:cubicBezTo>
                    <a:pt x="3274" y="3249"/>
                    <a:pt x="3126" y="3185"/>
                    <a:pt x="2946" y="3146"/>
                  </a:cubicBezTo>
                  <a:cubicBezTo>
                    <a:pt x="2817" y="3117"/>
                    <a:pt x="2653" y="3095"/>
                    <a:pt x="2487" y="3095"/>
                  </a:cubicBezTo>
                  <a:cubicBezTo>
                    <a:pt x="2461" y="3095"/>
                    <a:pt x="2435" y="3096"/>
                    <a:pt x="2409" y="3097"/>
                  </a:cubicBezTo>
                  <a:cubicBezTo>
                    <a:pt x="2220" y="3101"/>
                    <a:pt x="2047" y="3119"/>
                    <a:pt x="1943" y="3135"/>
                  </a:cubicBezTo>
                  <a:cubicBezTo>
                    <a:pt x="1918" y="3139"/>
                    <a:pt x="1903" y="3170"/>
                    <a:pt x="1922" y="3178"/>
                  </a:cubicBezTo>
                  <a:cubicBezTo>
                    <a:pt x="2005" y="3205"/>
                    <a:pt x="2145" y="3251"/>
                    <a:pt x="2304" y="3298"/>
                  </a:cubicBezTo>
                  <a:cubicBezTo>
                    <a:pt x="2459" y="3355"/>
                    <a:pt x="2634" y="3414"/>
                    <a:pt x="2780" y="3447"/>
                  </a:cubicBezTo>
                  <a:cubicBezTo>
                    <a:pt x="2940" y="3487"/>
                    <a:pt x="3100" y="3517"/>
                    <a:pt x="3232" y="3531"/>
                  </a:cubicBezTo>
                  <a:cubicBezTo>
                    <a:pt x="3296" y="3538"/>
                    <a:pt x="3352" y="3543"/>
                    <a:pt x="3399" y="3543"/>
                  </a:cubicBezTo>
                  <a:cubicBezTo>
                    <a:pt x="3451" y="3543"/>
                    <a:pt x="3492" y="3538"/>
                    <a:pt x="3520" y="3526"/>
                  </a:cubicBezTo>
                  <a:lnTo>
                    <a:pt x="3652" y="3750"/>
                  </a:lnTo>
                  <a:lnTo>
                    <a:pt x="3772" y="3978"/>
                  </a:lnTo>
                  <a:cubicBezTo>
                    <a:pt x="3668" y="3906"/>
                    <a:pt x="3527" y="3828"/>
                    <a:pt x="3352" y="3771"/>
                  </a:cubicBezTo>
                  <a:cubicBezTo>
                    <a:pt x="3210" y="3720"/>
                    <a:pt x="3015" y="3683"/>
                    <a:pt x="2824" y="3667"/>
                  </a:cubicBezTo>
                  <a:cubicBezTo>
                    <a:pt x="2671" y="3652"/>
                    <a:pt x="2530" y="3647"/>
                    <a:pt x="2422" y="3647"/>
                  </a:cubicBezTo>
                  <a:cubicBezTo>
                    <a:pt x="2396" y="3647"/>
                    <a:pt x="2371" y="3647"/>
                    <a:pt x="2349" y="3648"/>
                  </a:cubicBezTo>
                  <a:cubicBezTo>
                    <a:pt x="2324" y="3649"/>
                    <a:pt x="2305" y="3680"/>
                    <a:pt x="2324" y="3689"/>
                  </a:cubicBezTo>
                  <a:cubicBezTo>
                    <a:pt x="2411" y="3725"/>
                    <a:pt x="2543" y="3793"/>
                    <a:pt x="2699" y="3860"/>
                  </a:cubicBezTo>
                  <a:cubicBezTo>
                    <a:pt x="2851" y="3929"/>
                    <a:pt x="3014" y="4006"/>
                    <a:pt x="3156" y="4053"/>
                  </a:cubicBezTo>
                  <a:cubicBezTo>
                    <a:pt x="3312" y="4108"/>
                    <a:pt x="3467" y="4155"/>
                    <a:pt x="3597" y="4183"/>
                  </a:cubicBezTo>
                  <a:cubicBezTo>
                    <a:pt x="3686" y="4203"/>
                    <a:pt x="3763" y="4216"/>
                    <a:pt x="3820" y="4216"/>
                  </a:cubicBezTo>
                  <a:cubicBezTo>
                    <a:pt x="3845" y="4216"/>
                    <a:pt x="3866" y="4213"/>
                    <a:pt x="3883" y="4208"/>
                  </a:cubicBezTo>
                  <a:cubicBezTo>
                    <a:pt x="3959" y="4363"/>
                    <a:pt x="4021" y="4524"/>
                    <a:pt x="4084" y="4685"/>
                  </a:cubicBezTo>
                  <a:cubicBezTo>
                    <a:pt x="3988" y="4602"/>
                    <a:pt x="3855" y="4509"/>
                    <a:pt x="3691" y="4433"/>
                  </a:cubicBezTo>
                  <a:cubicBezTo>
                    <a:pt x="3552" y="4369"/>
                    <a:pt x="3365" y="4310"/>
                    <a:pt x="3176" y="4274"/>
                  </a:cubicBezTo>
                  <a:cubicBezTo>
                    <a:pt x="2990" y="4236"/>
                    <a:pt x="2818" y="4216"/>
                    <a:pt x="2707" y="4208"/>
                  </a:cubicBezTo>
                  <a:cubicBezTo>
                    <a:pt x="2707" y="4208"/>
                    <a:pt x="2706" y="4208"/>
                    <a:pt x="2706" y="4208"/>
                  </a:cubicBezTo>
                  <a:cubicBezTo>
                    <a:pt x="2682" y="4208"/>
                    <a:pt x="2661" y="4237"/>
                    <a:pt x="2679" y="4247"/>
                  </a:cubicBezTo>
                  <a:cubicBezTo>
                    <a:pt x="2761" y="4291"/>
                    <a:pt x="2884" y="4370"/>
                    <a:pt x="3032" y="4452"/>
                  </a:cubicBezTo>
                  <a:cubicBezTo>
                    <a:pt x="3171" y="4538"/>
                    <a:pt x="3333" y="4627"/>
                    <a:pt x="3462" y="4691"/>
                  </a:cubicBezTo>
                  <a:cubicBezTo>
                    <a:pt x="3744" y="4821"/>
                    <a:pt x="4009" y="4929"/>
                    <a:pt x="4140" y="4929"/>
                  </a:cubicBezTo>
                  <a:cubicBezTo>
                    <a:pt x="4151" y="4929"/>
                    <a:pt x="4160" y="4928"/>
                    <a:pt x="4169" y="4927"/>
                  </a:cubicBezTo>
                  <a:lnTo>
                    <a:pt x="4243" y="5174"/>
                  </a:lnTo>
                  <a:lnTo>
                    <a:pt x="4307" y="5424"/>
                  </a:lnTo>
                  <a:cubicBezTo>
                    <a:pt x="4223" y="5329"/>
                    <a:pt x="4103" y="5221"/>
                    <a:pt x="3948" y="5126"/>
                  </a:cubicBezTo>
                  <a:cubicBezTo>
                    <a:pt x="3825" y="5046"/>
                    <a:pt x="3635" y="4969"/>
                    <a:pt x="3459" y="4911"/>
                  </a:cubicBezTo>
                  <a:cubicBezTo>
                    <a:pt x="3278" y="4853"/>
                    <a:pt x="3106" y="4816"/>
                    <a:pt x="3002" y="4796"/>
                  </a:cubicBezTo>
                  <a:cubicBezTo>
                    <a:pt x="3000" y="4795"/>
                    <a:pt x="2998" y="4795"/>
                    <a:pt x="2997" y="4795"/>
                  </a:cubicBezTo>
                  <a:cubicBezTo>
                    <a:pt x="2974" y="4795"/>
                    <a:pt x="2954" y="4819"/>
                    <a:pt x="2968" y="4830"/>
                  </a:cubicBezTo>
                  <a:cubicBezTo>
                    <a:pt x="3037" y="4884"/>
                    <a:pt x="3165" y="4971"/>
                    <a:pt x="3293" y="5071"/>
                  </a:cubicBezTo>
                  <a:cubicBezTo>
                    <a:pt x="3426" y="5168"/>
                    <a:pt x="3565" y="5276"/>
                    <a:pt x="3690" y="5353"/>
                  </a:cubicBezTo>
                  <a:cubicBezTo>
                    <a:pt x="3969" y="5526"/>
                    <a:pt x="4239" y="5674"/>
                    <a:pt x="4356" y="5674"/>
                  </a:cubicBezTo>
                  <a:cubicBezTo>
                    <a:pt x="4357" y="5674"/>
                    <a:pt x="4358" y="5674"/>
                    <a:pt x="4359" y="5674"/>
                  </a:cubicBezTo>
                  <a:cubicBezTo>
                    <a:pt x="4390" y="5842"/>
                    <a:pt x="4412" y="6014"/>
                    <a:pt x="4420" y="6182"/>
                  </a:cubicBezTo>
                  <a:cubicBezTo>
                    <a:pt x="4421" y="6204"/>
                    <a:pt x="4443" y="6220"/>
                    <a:pt x="4471" y="6220"/>
                  </a:cubicBezTo>
                  <a:cubicBezTo>
                    <a:pt x="4472" y="6220"/>
                    <a:pt x="4472" y="6220"/>
                    <a:pt x="4473" y="6220"/>
                  </a:cubicBezTo>
                  <a:cubicBezTo>
                    <a:pt x="4499" y="6220"/>
                    <a:pt x="4521" y="6200"/>
                    <a:pt x="4520" y="6179"/>
                  </a:cubicBezTo>
                  <a:cubicBezTo>
                    <a:pt x="4513" y="6003"/>
                    <a:pt x="4490" y="5828"/>
                    <a:pt x="4458" y="5656"/>
                  </a:cubicBezTo>
                  <a:cubicBezTo>
                    <a:pt x="4567" y="5626"/>
                    <a:pt x="4774" y="5376"/>
                    <a:pt x="4914" y="5017"/>
                  </a:cubicBezTo>
                  <a:cubicBezTo>
                    <a:pt x="4972" y="4864"/>
                    <a:pt x="5020" y="4653"/>
                    <a:pt x="5043" y="4452"/>
                  </a:cubicBezTo>
                  <a:cubicBezTo>
                    <a:pt x="5071" y="4247"/>
                    <a:pt x="5070" y="4056"/>
                    <a:pt x="5074" y="3935"/>
                  </a:cubicBezTo>
                  <a:cubicBezTo>
                    <a:pt x="5074" y="3920"/>
                    <a:pt x="5063" y="3911"/>
                    <a:pt x="5050" y="3911"/>
                  </a:cubicBezTo>
                  <a:cubicBezTo>
                    <a:pt x="5040" y="3911"/>
                    <a:pt x="5029" y="3917"/>
                    <a:pt x="5024" y="3928"/>
                  </a:cubicBezTo>
                  <a:cubicBezTo>
                    <a:pt x="4974" y="4038"/>
                    <a:pt x="4892" y="4219"/>
                    <a:pt x="4805" y="4409"/>
                  </a:cubicBezTo>
                  <a:cubicBezTo>
                    <a:pt x="4714" y="4599"/>
                    <a:pt x="4625" y="4789"/>
                    <a:pt x="4565" y="4940"/>
                  </a:cubicBezTo>
                  <a:cubicBezTo>
                    <a:pt x="4495" y="5123"/>
                    <a:pt x="4437" y="5288"/>
                    <a:pt x="4408" y="5413"/>
                  </a:cubicBezTo>
                  <a:cubicBezTo>
                    <a:pt x="4388" y="5326"/>
                    <a:pt x="4365" y="5240"/>
                    <a:pt x="4343" y="5153"/>
                  </a:cubicBezTo>
                  <a:lnTo>
                    <a:pt x="4265" y="4895"/>
                  </a:lnTo>
                  <a:cubicBezTo>
                    <a:pt x="4317" y="4872"/>
                    <a:pt x="4384" y="4794"/>
                    <a:pt x="4452" y="4674"/>
                  </a:cubicBezTo>
                  <a:cubicBezTo>
                    <a:pt x="4521" y="4552"/>
                    <a:pt x="4586" y="4392"/>
                    <a:pt x="4634" y="4207"/>
                  </a:cubicBezTo>
                  <a:cubicBezTo>
                    <a:pt x="4679" y="4047"/>
                    <a:pt x="4692" y="3839"/>
                    <a:pt x="4699" y="3634"/>
                  </a:cubicBezTo>
                  <a:cubicBezTo>
                    <a:pt x="4698" y="3435"/>
                    <a:pt x="4688" y="3238"/>
                    <a:pt x="4673" y="3123"/>
                  </a:cubicBezTo>
                  <a:cubicBezTo>
                    <a:pt x="4671" y="3109"/>
                    <a:pt x="4660" y="3103"/>
                    <a:pt x="4648" y="3103"/>
                  </a:cubicBezTo>
                  <a:cubicBezTo>
                    <a:pt x="4637" y="3103"/>
                    <a:pt x="4625" y="3109"/>
                    <a:pt x="4621" y="3122"/>
                  </a:cubicBezTo>
                  <a:cubicBezTo>
                    <a:pt x="4588" y="3236"/>
                    <a:pt x="4521" y="3427"/>
                    <a:pt x="4456" y="3622"/>
                  </a:cubicBezTo>
                  <a:cubicBezTo>
                    <a:pt x="4393" y="3816"/>
                    <a:pt x="4318" y="4020"/>
                    <a:pt x="4280" y="4174"/>
                  </a:cubicBezTo>
                  <a:cubicBezTo>
                    <a:pt x="4232" y="4365"/>
                    <a:pt x="4195" y="4533"/>
                    <a:pt x="4182" y="4660"/>
                  </a:cubicBezTo>
                  <a:cubicBezTo>
                    <a:pt x="4118" y="4495"/>
                    <a:pt x="4053" y="4328"/>
                    <a:pt x="3976" y="4167"/>
                  </a:cubicBezTo>
                  <a:cubicBezTo>
                    <a:pt x="4024" y="4138"/>
                    <a:pt x="4083" y="4051"/>
                    <a:pt x="4138" y="3923"/>
                  </a:cubicBezTo>
                  <a:cubicBezTo>
                    <a:pt x="4190" y="3797"/>
                    <a:pt x="4237" y="3630"/>
                    <a:pt x="4267" y="3440"/>
                  </a:cubicBezTo>
                  <a:cubicBezTo>
                    <a:pt x="4287" y="3282"/>
                    <a:pt x="4288" y="3068"/>
                    <a:pt x="4269" y="2868"/>
                  </a:cubicBezTo>
                  <a:cubicBezTo>
                    <a:pt x="4246" y="2671"/>
                    <a:pt x="4218" y="2478"/>
                    <a:pt x="4192" y="2366"/>
                  </a:cubicBezTo>
                  <a:cubicBezTo>
                    <a:pt x="4189" y="2354"/>
                    <a:pt x="4179" y="2348"/>
                    <a:pt x="4169" y="2348"/>
                  </a:cubicBezTo>
                  <a:cubicBezTo>
                    <a:pt x="4157" y="2348"/>
                    <a:pt x="4144" y="2356"/>
                    <a:pt x="4142" y="2371"/>
                  </a:cubicBezTo>
                  <a:cubicBezTo>
                    <a:pt x="4118" y="2486"/>
                    <a:pt x="4071" y="2683"/>
                    <a:pt x="4027" y="2883"/>
                  </a:cubicBezTo>
                  <a:cubicBezTo>
                    <a:pt x="3984" y="3081"/>
                    <a:pt x="3933" y="3291"/>
                    <a:pt x="3911" y="3448"/>
                  </a:cubicBezTo>
                  <a:cubicBezTo>
                    <a:pt x="3886" y="3642"/>
                    <a:pt x="3866" y="3816"/>
                    <a:pt x="3868" y="3943"/>
                  </a:cubicBezTo>
                  <a:lnTo>
                    <a:pt x="3743" y="3706"/>
                  </a:lnTo>
                  <a:lnTo>
                    <a:pt x="3607" y="3475"/>
                  </a:lnTo>
                  <a:cubicBezTo>
                    <a:pt x="3653" y="3441"/>
                    <a:pt x="3704" y="3347"/>
                    <a:pt x="3743" y="3215"/>
                  </a:cubicBezTo>
                  <a:cubicBezTo>
                    <a:pt x="3781" y="3085"/>
                    <a:pt x="3810" y="2914"/>
                    <a:pt x="3822" y="2723"/>
                  </a:cubicBezTo>
                  <a:cubicBezTo>
                    <a:pt x="3827" y="2562"/>
                    <a:pt x="3803" y="2354"/>
                    <a:pt x="3767" y="2155"/>
                  </a:cubicBezTo>
                  <a:cubicBezTo>
                    <a:pt x="3723" y="1958"/>
                    <a:pt x="3666" y="1770"/>
                    <a:pt x="3629" y="1654"/>
                  </a:cubicBezTo>
                  <a:cubicBezTo>
                    <a:pt x="3626" y="1643"/>
                    <a:pt x="3617" y="1638"/>
                    <a:pt x="3608" y="1638"/>
                  </a:cubicBezTo>
                  <a:cubicBezTo>
                    <a:pt x="3595" y="1638"/>
                    <a:pt x="3580" y="1648"/>
                    <a:pt x="3579" y="1664"/>
                  </a:cubicBezTo>
                  <a:cubicBezTo>
                    <a:pt x="3568" y="1785"/>
                    <a:pt x="3547" y="1984"/>
                    <a:pt x="3526" y="2193"/>
                  </a:cubicBezTo>
                  <a:cubicBezTo>
                    <a:pt x="3508" y="2397"/>
                    <a:pt x="3471" y="2611"/>
                    <a:pt x="3467" y="2768"/>
                  </a:cubicBezTo>
                  <a:cubicBezTo>
                    <a:pt x="3463" y="2962"/>
                    <a:pt x="3459" y="3138"/>
                    <a:pt x="3475" y="3265"/>
                  </a:cubicBezTo>
                  <a:lnTo>
                    <a:pt x="3327" y="3041"/>
                  </a:lnTo>
                  <a:lnTo>
                    <a:pt x="3169" y="2826"/>
                  </a:lnTo>
                  <a:cubicBezTo>
                    <a:pt x="3210" y="2787"/>
                    <a:pt x="3250" y="2690"/>
                    <a:pt x="3278" y="2553"/>
                  </a:cubicBezTo>
                  <a:cubicBezTo>
                    <a:pt x="3302" y="2420"/>
                    <a:pt x="3312" y="2247"/>
                    <a:pt x="3300" y="2054"/>
                  </a:cubicBezTo>
                  <a:cubicBezTo>
                    <a:pt x="3293" y="1886"/>
                    <a:pt x="3232" y="1683"/>
                    <a:pt x="3169" y="1484"/>
                  </a:cubicBezTo>
                  <a:cubicBezTo>
                    <a:pt x="3100" y="1290"/>
                    <a:pt x="3012" y="1108"/>
                    <a:pt x="2958" y="997"/>
                  </a:cubicBezTo>
                  <a:cubicBezTo>
                    <a:pt x="2953" y="988"/>
                    <a:pt x="2944" y="984"/>
                    <a:pt x="2936" y="984"/>
                  </a:cubicBezTo>
                  <a:cubicBezTo>
                    <a:pt x="2921" y="984"/>
                    <a:pt x="2906" y="996"/>
                    <a:pt x="2908" y="1014"/>
                  </a:cubicBezTo>
                  <a:cubicBezTo>
                    <a:pt x="2918" y="1138"/>
                    <a:pt x="2925" y="1343"/>
                    <a:pt x="2934" y="1550"/>
                  </a:cubicBezTo>
                  <a:cubicBezTo>
                    <a:pt x="2943" y="1757"/>
                    <a:pt x="2937" y="1978"/>
                    <a:pt x="2953" y="2135"/>
                  </a:cubicBezTo>
                  <a:cubicBezTo>
                    <a:pt x="2972" y="2330"/>
                    <a:pt x="2985" y="2506"/>
                    <a:pt x="3016" y="2629"/>
                  </a:cubicBezTo>
                  <a:cubicBezTo>
                    <a:pt x="2901" y="2492"/>
                    <a:pt x="2789" y="2353"/>
                    <a:pt x="2662" y="2227"/>
                  </a:cubicBezTo>
                  <a:cubicBezTo>
                    <a:pt x="2698" y="2184"/>
                    <a:pt x="2725" y="2082"/>
                    <a:pt x="2735" y="1943"/>
                  </a:cubicBezTo>
                  <a:cubicBezTo>
                    <a:pt x="2745" y="1802"/>
                    <a:pt x="2727" y="1632"/>
                    <a:pt x="2688" y="1440"/>
                  </a:cubicBezTo>
                  <a:cubicBezTo>
                    <a:pt x="2672" y="1356"/>
                    <a:pt x="2640" y="1268"/>
                    <a:pt x="2602" y="1175"/>
                  </a:cubicBezTo>
                  <a:cubicBezTo>
                    <a:pt x="2562" y="1081"/>
                    <a:pt x="2520" y="980"/>
                    <a:pt x="2468" y="889"/>
                  </a:cubicBezTo>
                  <a:cubicBezTo>
                    <a:pt x="2365" y="707"/>
                    <a:pt x="2252" y="533"/>
                    <a:pt x="2171" y="437"/>
                  </a:cubicBezTo>
                  <a:cubicBezTo>
                    <a:pt x="2166" y="430"/>
                    <a:pt x="2158" y="426"/>
                    <a:pt x="2151" y="426"/>
                  </a:cubicBezTo>
                  <a:cubicBezTo>
                    <a:pt x="2135" y="426"/>
                    <a:pt x="2120" y="441"/>
                    <a:pt x="2125" y="460"/>
                  </a:cubicBezTo>
                  <a:cubicBezTo>
                    <a:pt x="2140" y="521"/>
                    <a:pt x="2160" y="601"/>
                    <a:pt x="2182" y="692"/>
                  </a:cubicBezTo>
                  <a:cubicBezTo>
                    <a:pt x="2203" y="783"/>
                    <a:pt x="2223" y="887"/>
                    <a:pt x="2243" y="990"/>
                  </a:cubicBezTo>
                  <a:cubicBezTo>
                    <a:pt x="2287" y="1194"/>
                    <a:pt x="2317" y="1413"/>
                    <a:pt x="2353" y="1568"/>
                  </a:cubicBezTo>
                  <a:cubicBezTo>
                    <a:pt x="2378" y="1664"/>
                    <a:pt x="2400" y="1754"/>
                    <a:pt x="2421" y="1837"/>
                  </a:cubicBezTo>
                  <a:cubicBezTo>
                    <a:pt x="2442" y="1919"/>
                    <a:pt x="2464" y="1990"/>
                    <a:pt x="2487" y="2050"/>
                  </a:cubicBezTo>
                  <a:lnTo>
                    <a:pt x="2287" y="1869"/>
                  </a:lnTo>
                  <a:cubicBezTo>
                    <a:pt x="2221" y="1809"/>
                    <a:pt x="2149" y="1757"/>
                    <a:pt x="2080" y="1700"/>
                  </a:cubicBezTo>
                  <a:cubicBezTo>
                    <a:pt x="2108" y="1652"/>
                    <a:pt x="2123" y="1546"/>
                    <a:pt x="2109" y="1407"/>
                  </a:cubicBezTo>
                  <a:cubicBezTo>
                    <a:pt x="2093" y="1273"/>
                    <a:pt x="2055" y="1097"/>
                    <a:pt x="1980" y="916"/>
                  </a:cubicBezTo>
                  <a:cubicBezTo>
                    <a:pt x="1947" y="840"/>
                    <a:pt x="1902" y="754"/>
                    <a:pt x="1849" y="665"/>
                  </a:cubicBezTo>
                  <a:cubicBezTo>
                    <a:pt x="1794" y="576"/>
                    <a:pt x="1728" y="491"/>
                    <a:pt x="1662" y="405"/>
                  </a:cubicBezTo>
                  <a:cubicBezTo>
                    <a:pt x="1526" y="239"/>
                    <a:pt x="1374" y="91"/>
                    <a:pt x="1275" y="8"/>
                  </a:cubicBezTo>
                  <a:cubicBezTo>
                    <a:pt x="1269" y="3"/>
                    <a:pt x="1263" y="1"/>
                    <a:pt x="12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9"/>
            <p:cNvSpPr/>
            <p:nvPr/>
          </p:nvSpPr>
          <p:spPr>
            <a:xfrm>
              <a:off x="387406" y="3843600"/>
              <a:ext cx="262138" cy="919876"/>
            </a:xfrm>
            <a:custGeom>
              <a:rect b="b" l="l" r="r" t="t"/>
              <a:pathLst>
                <a:path extrusionOk="0" h="13647" w="3889">
                  <a:moveTo>
                    <a:pt x="3698" y="1"/>
                  </a:moveTo>
                  <a:cubicBezTo>
                    <a:pt x="3690" y="1"/>
                    <a:pt x="3680" y="5"/>
                    <a:pt x="3670" y="16"/>
                  </a:cubicBezTo>
                  <a:cubicBezTo>
                    <a:pt x="3540" y="156"/>
                    <a:pt x="3341" y="394"/>
                    <a:pt x="3146" y="663"/>
                  </a:cubicBezTo>
                  <a:cubicBezTo>
                    <a:pt x="3097" y="732"/>
                    <a:pt x="3048" y="801"/>
                    <a:pt x="2999" y="869"/>
                  </a:cubicBezTo>
                  <a:cubicBezTo>
                    <a:pt x="2954" y="941"/>
                    <a:pt x="2907" y="1011"/>
                    <a:pt x="2863" y="1080"/>
                  </a:cubicBezTo>
                  <a:cubicBezTo>
                    <a:pt x="2774" y="1218"/>
                    <a:pt x="2699" y="1355"/>
                    <a:pt x="2637" y="1477"/>
                  </a:cubicBezTo>
                  <a:cubicBezTo>
                    <a:pt x="2506" y="1731"/>
                    <a:pt x="2413" y="1979"/>
                    <a:pt x="2343" y="2181"/>
                  </a:cubicBezTo>
                  <a:cubicBezTo>
                    <a:pt x="2279" y="2385"/>
                    <a:pt x="2246" y="2548"/>
                    <a:pt x="2247" y="2640"/>
                  </a:cubicBezTo>
                  <a:lnTo>
                    <a:pt x="2173" y="2813"/>
                  </a:lnTo>
                  <a:lnTo>
                    <a:pt x="2106" y="2988"/>
                  </a:lnTo>
                  <a:lnTo>
                    <a:pt x="1970" y="3339"/>
                  </a:lnTo>
                  <a:cubicBezTo>
                    <a:pt x="1982" y="3229"/>
                    <a:pt x="1989" y="3105"/>
                    <a:pt x="1992" y="2970"/>
                  </a:cubicBezTo>
                  <a:cubicBezTo>
                    <a:pt x="1994" y="2835"/>
                    <a:pt x="1996" y="2690"/>
                    <a:pt x="1998" y="2541"/>
                  </a:cubicBezTo>
                  <a:cubicBezTo>
                    <a:pt x="1999" y="2415"/>
                    <a:pt x="1991" y="2273"/>
                    <a:pt x="1981" y="2125"/>
                  </a:cubicBezTo>
                  <a:cubicBezTo>
                    <a:pt x="1971" y="1977"/>
                    <a:pt x="1962" y="1824"/>
                    <a:pt x="1951" y="1676"/>
                  </a:cubicBezTo>
                  <a:cubicBezTo>
                    <a:pt x="1926" y="1378"/>
                    <a:pt x="1911" y="1101"/>
                    <a:pt x="1898" y="930"/>
                  </a:cubicBezTo>
                  <a:cubicBezTo>
                    <a:pt x="1897" y="915"/>
                    <a:pt x="1889" y="908"/>
                    <a:pt x="1879" y="908"/>
                  </a:cubicBezTo>
                  <a:cubicBezTo>
                    <a:pt x="1864" y="908"/>
                    <a:pt x="1844" y="924"/>
                    <a:pt x="1838" y="950"/>
                  </a:cubicBezTo>
                  <a:cubicBezTo>
                    <a:pt x="1816" y="1044"/>
                    <a:pt x="1787" y="1169"/>
                    <a:pt x="1754" y="1312"/>
                  </a:cubicBezTo>
                  <a:cubicBezTo>
                    <a:pt x="1727" y="1456"/>
                    <a:pt x="1698" y="1616"/>
                    <a:pt x="1670" y="1779"/>
                  </a:cubicBezTo>
                  <a:cubicBezTo>
                    <a:pt x="1641" y="1942"/>
                    <a:pt x="1626" y="2113"/>
                    <a:pt x="1610" y="2271"/>
                  </a:cubicBezTo>
                  <a:cubicBezTo>
                    <a:pt x="1597" y="2431"/>
                    <a:pt x="1586" y="2579"/>
                    <a:pt x="1592" y="2708"/>
                  </a:cubicBezTo>
                  <a:cubicBezTo>
                    <a:pt x="1600" y="3292"/>
                    <a:pt x="1713" y="3734"/>
                    <a:pt x="1811" y="3803"/>
                  </a:cubicBezTo>
                  <a:lnTo>
                    <a:pt x="1732" y="4037"/>
                  </a:lnTo>
                  <a:cubicBezTo>
                    <a:pt x="1707" y="4117"/>
                    <a:pt x="1686" y="4196"/>
                    <a:pt x="1663" y="4275"/>
                  </a:cubicBezTo>
                  <a:lnTo>
                    <a:pt x="1528" y="4752"/>
                  </a:lnTo>
                  <a:cubicBezTo>
                    <a:pt x="1530" y="4532"/>
                    <a:pt x="1511" y="4254"/>
                    <a:pt x="1477" y="3954"/>
                  </a:cubicBezTo>
                  <a:cubicBezTo>
                    <a:pt x="1458" y="3706"/>
                    <a:pt x="1400" y="3392"/>
                    <a:pt x="1351" y="3097"/>
                  </a:cubicBezTo>
                  <a:cubicBezTo>
                    <a:pt x="1302" y="2801"/>
                    <a:pt x="1257" y="2526"/>
                    <a:pt x="1228" y="2359"/>
                  </a:cubicBezTo>
                  <a:cubicBezTo>
                    <a:pt x="1227" y="2345"/>
                    <a:pt x="1219" y="2338"/>
                    <a:pt x="1210" y="2338"/>
                  </a:cubicBezTo>
                  <a:cubicBezTo>
                    <a:pt x="1194" y="2338"/>
                    <a:pt x="1174" y="2356"/>
                    <a:pt x="1170" y="2383"/>
                  </a:cubicBezTo>
                  <a:cubicBezTo>
                    <a:pt x="1146" y="2579"/>
                    <a:pt x="1102" y="2894"/>
                    <a:pt x="1082" y="3227"/>
                  </a:cubicBezTo>
                  <a:cubicBezTo>
                    <a:pt x="1065" y="3561"/>
                    <a:pt x="1056" y="3905"/>
                    <a:pt x="1091" y="4162"/>
                  </a:cubicBezTo>
                  <a:cubicBezTo>
                    <a:pt x="1125" y="4453"/>
                    <a:pt x="1173" y="4703"/>
                    <a:pt x="1239" y="4892"/>
                  </a:cubicBezTo>
                  <a:cubicBezTo>
                    <a:pt x="1301" y="5080"/>
                    <a:pt x="1364" y="5201"/>
                    <a:pt x="1416" y="5230"/>
                  </a:cubicBezTo>
                  <a:lnTo>
                    <a:pt x="1361" y="5472"/>
                  </a:lnTo>
                  <a:lnTo>
                    <a:pt x="1319" y="5716"/>
                  </a:lnTo>
                  <a:lnTo>
                    <a:pt x="1234" y="6204"/>
                  </a:lnTo>
                  <a:cubicBezTo>
                    <a:pt x="1213" y="5986"/>
                    <a:pt x="1166" y="5711"/>
                    <a:pt x="1098" y="5415"/>
                  </a:cubicBezTo>
                  <a:cubicBezTo>
                    <a:pt x="1054" y="5169"/>
                    <a:pt x="970" y="4863"/>
                    <a:pt x="887" y="4572"/>
                  </a:cubicBezTo>
                  <a:cubicBezTo>
                    <a:pt x="815" y="4286"/>
                    <a:pt x="742" y="4014"/>
                    <a:pt x="696" y="3848"/>
                  </a:cubicBezTo>
                  <a:cubicBezTo>
                    <a:pt x="693" y="3835"/>
                    <a:pt x="685" y="3829"/>
                    <a:pt x="677" y="3829"/>
                  </a:cubicBezTo>
                  <a:cubicBezTo>
                    <a:pt x="662" y="3829"/>
                    <a:pt x="643" y="3849"/>
                    <a:pt x="642" y="3879"/>
                  </a:cubicBezTo>
                  <a:cubicBezTo>
                    <a:pt x="618" y="4272"/>
                    <a:pt x="614" y="5160"/>
                    <a:pt x="738" y="5663"/>
                  </a:cubicBezTo>
                  <a:cubicBezTo>
                    <a:pt x="856" y="6235"/>
                    <a:pt x="1070" y="6646"/>
                    <a:pt x="1177" y="6692"/>
                  </a:cubicBezTo>
                  <a:cubicBezTo>
                    <a:pt x="1131" y="7019"/>
                    <a:pt x="1126" y="7351"/>
                    <a:pt x="1109" y="7680"/>
                  </a:cubicBezTo>
                  <a:cubicBezTo>
                    <a:pt x="1085" y="7573"/>
                    <a:pt x="1053" y="7453"/>
                    <a:pt x="1013" y="7324"/>
                  </a:cubicBezTo>
                  <a:cubicBezTo>
                    <a:pt x="994" y="7259"/>
                    <a:pt x="972" y="7191"/>
                    <a:pt x="949" y="7122"/>
                  </a:cubicBezTo>
                  <a:cubicBezTo>
                    <a:pt x="925" y="7053"/>
                    <a:pt x="902" y="6983"/>
                    <a:pt x="882" y="6911"/>
                  </a:cubicBezTo>
                  <a:cubicBezTo>
                    <a:pt x="811" y="6672"/>
                    <a:pt x="689" y="6376"/>
                    <a:pt x="578" y="6095"/>
                  </a:cubicBezTo>
                  <a:cubicBezTo>
                    <a:pt x="476" y="5817"/>
                    <a:pt x="374" y="5552"/>
                    <a:pt x="312" y="5391"/>
                  </a:cubicBezTo>
                  <a:cubicBezTo>
                    <a:pt x="308" y="5379"/>
                    <a:pt x="301" y="5374"/>
                    <a:pt x="293" y="5374"/>
                  </a:cubicBezTo>
                  <a:cubicBezTo>
                    <a:pt x="277" y="5374"/>
                    <a:pt x="260" y="5397"/>
                    <a:pt x="261" y="5427"/>
                  </a:cubicBezTo>
                  <a:cubicBezTo>
                    <a:pt x="268" y="5526"/>
                    <a:pt x="278" y="5655"/>
                    <a:pt x="288" y="5803"/>
                  </a:cubicBezTo>
                  <a:cubicBezTo>
                    <a:pt x="301" y="5950"/>
                    <a:pt x="312" y="6112"/>
                    <a:pt x="343" y="6280"/>
                  </a:cubicBezTo>
                  <a:cubicBezTo>
                    <a:pt x="370" y="6446"/>
                    <a:pt x="401" y="6615"/>
                    <a:pt x="433" y="6773"/>
                  </a:cubicBezTo>
                  <a:cubicBezTo>
                    <a:pt x="450" y="6851"/>
                    <a:pt x="466" y="6927"/>
                    <a:pt x="485" y="6999"/>
                  </a:cubicBezTo>
                  <a:cubicBezTo>
                    <a:pt x="507" y="7071"/>
                    <a:pt x="529" y="7138"/>
                    <a:pt x="551" y="7199"/>
                  </a:cubicBezTo>
                  <a:cubicBezTo>
                    <a:pt x="650" y="7478"/>
                    <a:pt x="754" y="7714"/>
                    <a:pt x="852" y="7882"/>
                  </a:cubicBezTo>
                  <a:cubicBezTo>
                    <a:pt x="954" y="8049"/>
                    <a:pt x="1043" y="8153"/>
                    <a:pt x="1099" y="8170"/>
                  </a:cubicBezTo>
                  <a:cubicBezTo>
                    <a:pt x="1097" y="8500"/>
                    <a:pt x="1102" y="8829"/>
                    <a:pt x="1107" y="9159"/>
                  </a:cubicBezTo>
                  <a:cubicBezTo>
                    <a:pt x="1044" y="8948"/>
                    <a:pt x="950" y="8688"/>
                    <a:pt x="830" y="8415"/>
                  </a:cubicBezTo>
                  <a:cubicBezTo>
                    <a:pt x="781" y="8301"/>
                    <a:pt x="720" y="8175"/>
                    <a:pt x="652" y="8046"/>
                  </a:cubicBezTo>
                  <a:cubicBezTo>
                    <a:pt x="618" y="7982"/>
                    <a:pt x="582" y="7915"/>
                    <a:pt x="547" y="7850"/>
                  </a:cubicBezTo>
                  <a:cubicBezTo>
                    <a:pt x="513" y="7783"/>
                    <a:pt x="479" y="7716"/>
                    <a:pt x="446" y="7649"/>
                  </a:cubicBezTo>
                  <a:cubicBezTo>
                    <a:pt x="304" y="7379"/>
                    <a:pt x="174" y="7128"/>
                    <a:pt x="94" y="6976"/>
                  </a:cubicBezTo>
                  <a:cubicBezTo>
                    <a:pt x="89" y="6966"/>
                    <a:pt x="82" y="6961"/>
                    <a:pt x="75" y="6961"/>
                  </a:cubicBezTo>
                  <a:cubicBezTo>
                    <a:pt x="58" y="6961"/>
                    <a:pt x="42" y="6987"/>
                    <a:pt x="48" y="7019"/>
                  </a:cubicBezTo>
                  <a:cubicBezTo>
                    <a:pt x="86" y="7216"/>
                    <a:pt x="148" y="7537"/>
                    <a:pt x="226" y="7861"/>
                  </a:cubicBezTo>
                  <a:cubicBezTo>
                    <a:pt x="317" y="8170"/>
                    <a:pt x="417" y="8490"/>
                    <a:pt x="520" y="8720"/>
                  </a:cubicBezTo>
                  <a:cubicBezTo>
                    <a:pt x="749" y="9244"/>
                    <a:pt x="1003" y="9617"/>
                    <a:pt x="1118" y="9648"/>
                  </a:cubicBezTo>
                  <a:cubicBezTo>
                    <a:pt x="1129" y="9977"/>
                    <a:pt x="1142" y="10307"/>
                    <a:pt x="1159" y="10636"/>
                  </a:cubicBezTo>
                  <a:cubicBezTo>
                    <a:pt x="1092" y="10426"/>
                    <a:pt x="985" y="10169"/>
                    <a:pt x="859" y="9901"/>
                  </a:cubicBezTo>
                  <a:cubicBezTo>
                    <a:pt x="643" y="9454"/>
                    <a:pt x="233" y="8821"/>
                    <a:pt x="52" y="8542"/>
                  </a:cubicBezTo>
                  <a:cubicBezTo>
                    <a:pt x="46" y="8533"/>
                    <a:pt x="40" y="8529"/>
                    <a:pt x="33" y="8529"/>
                  </a:cubicBezTo>
                  <a:cubicBezTo>
                    <a:pt x="16" y="8529"/>
                    <a:pt x="1" y="8556"/>
                    <a:pt x="9" y="8586"/>
                  </a:cubicBezTo>
                  <a:cubicBezTo>
                    <a:pt x="101" y="8950"/>
                    <a:pt x="341" y="9766"/>
                    <a:pt x="558" y="10217"/>
                  </a:cubicBezTo>
                  <a:cubicBezTo>
                    <a:pt x="806" y="10732"/>
                    <a:pt x="1071" y="11097"/>
                    <a:pt x="1188" y="11124"/>
                  </a:cubicBezTo>
                  <a:cubicBezTo>
                    <a:pt x="1209" y="11453"/>
                    <a:pt x="1233" y="11782"/>
                    <a:pt x="1261" y="12111"/>
                  </a:cubicBezTo>
                  <a:cubicBezTo>
                    <a:pt x="1184" y="11904"/>
                    <a:pt x="1071" y="11650"/>
                    <a:pt x="936" y="11386"/>
                  </a:cubicBezTo>
                  <a:cubicBezTo>
                    <a:pt x="706" y="10945"/>
                    <a:pt x="274" y="10327"/>
                    <a:pt x="86" y="10055"/>
                  </a:cubicBezTo>
                  <a:cubicBezTo>
                    <a:pt x="80" y="10047"/>
                    <a:pt x="73" y="10043"/>
                    <a:pt x="67" y="10043"/>
                  </a:cubicBezTo>
                  <a:cubicBezTo>
                    <a:pt x="50" y="10043"/>
                    <a:pt x="34" y="10070"/>
                    <a:pt x="43" y="10100"/>
                  </a:cubicBezTo>
                  <a:cubicBezTo>
                    <a:pt x="149" y="10460"/>
                    <a:pt x="413" y="11268"/>
                    <a:pt x="646" y="11711"/>
                  </a:cubicBezTo>
                  <a:cubicBezTo>
                    <a:pt x="909" y="12218"/>
                    <a:pt x="1188" y="12574"/>
                    <a:pt x="1305" y="12598"/>
                  </a:cubicBezTo>
                  <a:cubicBezTo>
                    <a:pt x="1337" y="12925"/>
                    <a:pt x="1372" y="13251"/>
                    <a:pt x="1414" y="13579"/>
                  </a:cubicBezTo>
                  <a:cubicBezTo>
                    <a:pt x="1419" y="13617"/>
                    <a:pt x="1443" y="13646"/>
                    <a:pt x="1469" y="13646"/>
                  </a:cubicBezTo>
                  <a:cubicBezTo>
                    <a:pt x="1471" y="13646"/>
                    <a:pt x="1472" y="13646"/>
                    <a:pt x="1474" y="13646"/>
                  </a:cubicBezTo>
                  <a:cubicBezTo>
                    <a:pt x="1501" y="13643"/>
                    <a:pt x="1519" y="13606"/>
                    <a:pt x="1514" y="13565"/>
                  </a:cubicBezTo>
                  <a:cubicBezTo>
                    <a:pt x="1472" y="13241"/>
                    <a:pt x="1437" y="12916"/>
                    <a:pt x="1406" y="12589"/>
                  </a:cubicBezTo>
                  <a:cubicBezTo>
                    <a:pt x="1516" y="12556"/>
                    <a:pt x="1721" y="12151"/>
                    <a:pt x="1911" y="11616"/>
                  </a:cubicBezTo>
                  <a:cubicBezTo>
                    <a:pt x="2072" y="11155"/>
                    <a:pt x="2249" y="10357"/>
                    <a:pt x="2330" y="10010"/>
                  </a:cubicBezTo>
                  <a:cubicBezTo>
                    <a:pt x="2336" y="9981"/>
                    <a:pt x="2320" y="9958"/>
                    <a:pt x="2304" y="9958"/>
                  </a:cubicBezTo>
                  <a:cubicBezTo>
                    <a:pt x="2297" y="9958"/>
                    <a:pt x="2291" y="9961"/>
                    <a:pt x="2285" y="9970"/>
                  </a:cubicBezTo>
                  <a:cubicBezTo>
                    <a:pt x="2115" y="10240"/>
                    <a:pt x="1743" y="10878"/>
                    <a:pt x="1578" y="11342"/>
                  </a:cubicBezTo>
                  <a:cubicBezTo>
                    <a:pt x="1475" y="11628"/>
                    <a:pt x="1402" y="11904"/>
                    <a:pt x="1363" y="12123"/>
                  </a:cubicBezTo>
                  <a:cubicBezTo>
                    <a:pt x="1333" y="11790"/>
                    <a:pt x="1310" y="11454"/>
                    <a:pt x="1288" y="11119"/>
                  </a:cubicBezTo>
                  <a:cubicBezTo>
                    <a:pt x="1401" y="11090"/>
                    <a:pt x="1619" y="10692"/>
                    <a:pt x="1826" y="10163"/>
                  </a:cubicBezTo>
                  <a:cubicBezTo>
                    <a:pt x="2003" y="9707"/>
                    <a:pt x="2204" y="8916"/>
                    <a:pt x="2298" y="8573"/>
                  </a:cubicBezTo>
                  <a:cubicBezTo>
                    <a:pt x="2305" y="8545"/>
                    <a:pt x="2289" y="8520"/>
                    <a:pt x="2273" y="8520"/>
                  </a:cubicBezTo>
                  <a:cubicBezTo>
                    <a:pt x="2266" y="8520"/>
                    <a:pt x="2259" y="8524"/>
                    <a:pt x="2254" y="8532"/>
                  </a:cubicBezTo>
                  <a:cubicBezTo>
                    <a:pt x="2076" y="8795"/>
                    <a:pt x="1681" y="9419"/>
                    <a:pt x="1502" y="9879"/>
                  </a:cubicBezTo>
                  <a:cubicBezTo>
                    <a:pt x="1389" y="10161"/>
                    <a:pt x="1309" y="10434"/>
                    <a:pt x="1261" y="10652"/>
                  </a:cubicBezTo>
                  <a:cubicBezTo>
                    <a:pt x="1244" y="10317"/>
                    <a:pt x="1231" y="9982"/>
                    <a:pt x="1220" y="9646"/>
                  </a:cubicBezTo>
                  <a:cubicBezTo>
                    <a:pt x="1332" y="9621"/>
                    <a:pt x="1564" y="9229"/>
                    <a:pt x="1789" y="8709"/>
                  </a:cubicBezTo>
                  <a:cubicBezTo>
                    <a:pt x="1883" y="8484"/>
                    <a:pt x="1990" y="8176"/>
                    <a:pt x="2084" y="7882"/>
                  </a:cubicBezTo>
                  <a:cubicBezTo>
                    <a:pt x="2187" y="7603"/>
                    <a:pt x="2278" y="7346"/>
                    <a:pt x="2330" y="7188"/>
                  </a:cubicBezTo>
                  <a:cubicBezTo>
                    <a:pt x="2340" y="7162"/>
                    <a:pt x="2324" y="7137"/>
                    <a:pt x="2307" y="7137"/>
                  </a:cubicBezTo>
                  <a:cubicBezTo>
                    <a:pt x="2300" y="7137"/>
                    <a:pt x="2294" y="7140"/>
                    <a:pt x="2288" y="7147"/>
                  </a:cubicBezTo>
                  <a:cubicBezTo>
                    <a:pt x="2194" y="7263"/>
                    <a:pt x="2040" y="7460"/>
                    <a:pt x="1881" y="7689"/>
                  </a:cubicBezTo>
                  <a:cubicBezTo>
                    <a:pt x="1841" y="7745"/>
                    <a:pt x="1801" y="7804"/>
                    <a:pt x="1763" y="7865"/>
                  </a:cubicBezTo>
                  <a:cubicBezTo>
                    <a:pt x="1726" y="7927"/>
                    <a:pt x="1690" y="7990"/>
                    <a:pt x="1656" y="8053"/>
                  </a:cubicBezTo>
                  <a:cubicBezTo>
                    <a:pt x="1586" y="8178"/>
                    <a:pt x="1524" y="8301"/>
                    <a:pt x="1474" y="8413"/>
                  </a:cubicBezTo>
                  <a:cubicBezTo>
                    <a:pt x="1354" y="8692"/>
                    <a:pt x="1260" y="8962"/>
                    <a:pt x="1209" y="9179"/>
                  </a:cubicBezTo>
                  <a:cubicBezTo>
                    <a:pt x="1202" y="8843"/>
                    <a:pt x="1198" y="8507"/>
                    <a:pt x="1201" y="8171"/>
                  </a:cubicBezTo>
                  <a:cubicBezTo>
                    <a:pt x="1257" y="8161"/>
                    <a:pt x="1347" y="8059"/>
                    <a:pt x="1452" y="7898"/>
                  </a:cubicBezTo>
                  <a:cubicBezTo>
                    <a:pt x="1560" y="7736"/>
                    <a:pt x="1691" y="7521"/>
                    <a:pt x="1816" y="7278"/>
                  </a:cubicBezTo>
                  <a:cubicBezTo>
                    <a:pt x="1843" y="7226"/>
                    <a:pt x="1871" y="7169"/>
                    <a:pt x="1899" y="7110"/>
                  </a:cubicBezTo>
                  <a:cubicBezTo>
                    <a:pt x="1929" y="7049"/>
                    <a:pt x="1961" y="6986"/>
                    <a:pt x="1994" y="6921"/>
                  </a:cubicBezTo>
                  <a:cubicBezTo>
                    <a:pt x="2060" y="6791"/>
                    <a:pt x="2124" y="6653"/>
                    <a:pt x="2184" y="6520"/>
                  </a:cubicBezTo>
                  <a:cubicBezTo>
                    <a:pt x="2241" y="6387"/>
                    <a:pt x="2310" y="6259"/>
                    <a:pt x="2367" y="6144"/>
                  </a:cubicBezTo>
                  <a:cubicBezTo>
                    <a:pt x="2423" y="6031"/>
                    <a:pt x="2472" y="5931"/>
                    <a:pt x="2510" y="5856"/>
                  </a:cubicBezTo>
                  <a:cubicBezTo>
                    <a:pt x="2523" y="5829"/>
                    <a:pt x="2509" y="5802"/>
                    <a:pt x="2490" y="5802"/>
                  </a:cubicBezTo>
                  <a:cubicBezTo>
                    <a:pt x="2485" y="5802"/>
                    <a:pt x="2479" y="5804"/>
                    <a:pt x="2473" y="5809"/>
                  </a:cubicBezTo>
                  <a:cubicBezTo>
                    <a:pt x="2364" y="5914"/>
                    <a:pt x="2185" y="6094"/>
                    <a:pt x="2000" y="6304"/>
                  </a:cubicBezTo>
                  <a:cubicBezTo>
                    <a:pt x="1822" y="6514"/>
                    <a:pt x="1648" y="6756"/>
                    <a:pt x="1524" y="6967"/>
                  </a:cubicBezTo>
                  <a:cubicBezTo>
                    <a:pt x="1485" y="7032"/>
                    <a:pt x="1451" y="7098"/>
                    <a:pt x="1423" y="7162"/>
                  </a:cubicBezTo>
                  <a:cubicBezTo>
                    <a:pt x="1392" y="7227"/>
                    <a:pt x="1365" y="7291"/>
                    <a:pt x="1339" y="7354"/>
                  </a:cubicBezTo>
                  <a:cubicBezTo>
                    <a:pt x="1286" y="7479"/>
                    <a:pt x="1243" y="7597"/>
                    <a:pt x="1210" y="7705"/>
                  </a:cubicBezTo>
                  <a:cubicBezTo>
                    <a:pt x="1226" y="7371"/>
                    <a:pt x="1231" y="7035"/>
                    <a:pt x="1278" y="6703"/>
                  </a:cubicBezTo>
                  <a:cubicBezTo>
                    <a:pt x="1395" y="6693"/>
                    <a:pt x="1665" y="6338"/>
                    <a:pt x="1986" y="5887"/>
                  </a:cubicBezTo>
                  <a:cubicBezTo>
                    <a:pt x="2245" y="5491"/>
                    <a:pt x="2650" y="4822"/>
                    <a:pt x="2833" y="4539"/>
                  </a:cubicBezTo>
                  <a:cubicBezTo>
                    <a:pt x="2849" y="4513"/>
                    <a:pt x="2837" y="4482"/>
                    <a:pt x="2817" y="4482"/>
                  </a:cubicBezTo>
                  <a:cubicBezTo>
                    <a:pt x="2812" y="4482"/>
                    <a:pt x="2807" y="4484"/>
                    <a:pt x="2801" y="4488"/>
                  </a:cubicBezTo>
                  <a:cubicBezTo>
                    <a:pt x="2682" y="4583"/>
                    <a:pt x="2486" y="4743"/>
                    <a:pt x="2277" y="4933"/>
                  </a:cubicBezTo>
                  <a:cubicBezTo>
                    <a:pt x="2081" y="5124"/>
                    <a:pt x="1876" y="5346"/>
                    <a:pt x="1729" y="5543"/>
                  </a:cubicBezTo>
                  <a:cubicBezTo>
                    <a:pt x="1562" y="5787"/>
                    <a:pt x="1424" y="6036"/>
                    <a:pt x="1330" y="6240"/>
                  </a:cubicBezTo>
                  <a:lnTo>
                    <a:pt x="1415" y="5745"/>
                  </a:lnTo>
                  <a:lnTo>
                    <a:pt x="1458" y="5498"/>
                  </a:lnTo>
                  <a:lnTo>
                    <a:pt x="1515" y="5253"/>
                  </a:lnTo>
                  <a:cubicBezTo>
                    <a:pt x="1515" y="5253"/>
                    <a:pt x="1516" y="5253"/>
                    <a:pt x="1516" y="5253"/>
                  </a:cubicBezTo>
                  <a:cubicBezTo>
                    <a:pt x="1574" y="5253"/>
                    <a:pt x="1684" y="5174"/>
                    <a:pt x="1820" y="5042"/>
                  </a:cubicBezTo>
                  <a:cubicBezTo>
                    <a:pt x="1954" y="4908"/>
                    <a:pt x="2130" y="4727"/>
                    <a:pt x="2309" y="4517"/>
                  </a:cubicBezTo>
                  <a:cubicBezTo>
                    <a:pt x="2458" y="4333"/>
                    <a:pt x="2657" y="4083"/>
                    <a:pt x="2833" y="3845"/>
                  </a:cubicBezTo>
                  <a:cubicBezTo>
                    <a:pt x="3012" y="3610"/>
                    <a:pt x="3183" y="3388"/>
                    <a:pt x="3288" y="3251"/>
                  </a:cubicBezTo>
                  <a:cubicBezTo>
                    <a:pt x="3308" y="3226"/>
                    <a:pt x="3299" y="3194"/>
                    <a:pt x="3278" y="3194"/>
                  </a:cubicBezTo>
                  <a:cubicBezTo>
                    <a:pt x="3274" y="3194"/>
                    <a:pt x="3269" y="3195"/>
                    <a:pt x="3263" y="3199"/>
                  </a:cubicBezTo>
                  <a:cubicBezTo>
                    <a:pt x="3132" y="3281"/>
                    <a:pt x="2924" y="3424"/>
                    <a:pt x="2700" y="3593"/>
                  </a:cubicBezTo>
                  <a:cubicBezTo>
                    <a:pt x="2478" y="3763"/>
                    <a:pt x="2258" y="3966"/>
                    <a:pt x="2091" y="4146"/>
                  </a:cubicBezTo>
                  <a:cubicBezTo>
                    <a:pt x="1898" y="4373"/>
                    <a:pt x="1733" y="4605"/>
                    <a:pt x="1620" y="4798"/>
                  </a:cubicBezTo>
                  <a:lnTo>
                    <a:pt x="1756" y="4315"/>
                  </a:lnTo>
                  <a:lnTo>
                    <a:pt x="1827" y="4074"/>
                  </a:lnTo>
                  <a:lnTo>
                    <a:pt x="1906" y="3836"/>
                  </a:lnTo>
                  <a:cubicBezTo>
                    <a:pt x="1909" y="3836"/>
                    <a:pt x="1912" y="3836"/>
                    <a:pt x="1915" y="3836"/>
                  </a:cubicBezTo>
                  <a:cubicBezTo>
                    <a:pt x="2038" y="3836"/>
                    <a:pt x="2378" y="3553"/>
                    <a:pt x="2769" y="3179"/>
                  </a:cubicBezTo>
                  <a:cubicBezTo>
                    <a:pt x="3113" y="2844"/>
                    <a:pt x="3625" y="2250"/>
                    <a:pt x="3867" y="2010"/>
                  </a:cubicBezTo>
                  <a:cubicBezTo>
                    <a:pt x="3889" y="1986"/>
                    <a:pt x="3881" y="1951"/>
                    <a:pt x="3858" y="1951"/>
                  </a:cubicBezTo>
                  <a:cubicBezTo>
                    <a:pt x="3854" y="1951"/>
                    <a:pt x="3850" y="1952"/>
                    <a:pt x="3846" y="1954"/>
                  </a:cubicBezTo>
                  <a:cubicBezTo>
                    <a:pt x="3710" y="2024"/>
                    <a:pt x="3479" y="2143"/>
                    <a:pt x="3248" y="2295"/>
                  </a:cubicBezTo>
                  <a:cubicBezTo>
                    <a:pt x="3132" y="2371"/>
                    <a:pt x="3008" y="2450"/>
                    <a:pt x="2897" y="2535"/>
                  </a:cubicBezTo>
                  <a:cubicBezTo>
                    <a:pt x="2786" y="2620"/>
                    <a:pt x="2681" y="2708"/>
                    <a:pt x="2592" y="2790"/>
                  </a:cubicBezTo>
                  <a:cubicBezTo>
                    <a:pt x="2479" y="2892"/>
                    <a:pt x="2380" y="2998"/>
                    <a:pt x="2291" y="3101"/>
                  </a:cubicBezTo>
                  <a:cubicBezTo>
                    <a:pt x="2202" y="3204"/>
                    <a:pt x="2124" y="3304"/>
                    <a:pt x="2057" y="3394"/>
                  </a:cubicBezTo>
                  <a:cubicBezTo>
                    <a:pt x="2148" y="3166"/>
                    <a:pt x="2228" y="2933"/>
                    <a:pt x="2327" y="2709"/>
                  </a:cubicBezTo>
                  <a:cubicBezTo>
                    <a:pt x="2391" y="2665"/>
                    <a:pt x="2486" y="2532"/>
                    <a:pt x="2594" y="2341"/>
                  </a:cubicBezTo>
                  <a:cubicBezTo>
                    <a:pt x="2710" y="2156"/>
                    <a:pt x="2833" y="1907"/>
                    <a:pt x="2971" y="1639"/>
                  </a:cubicBezTo>
                  <a:cubicBezTo>
                    <a:pt x="3031" y="1520"/>
                    <a:pt x="3093" y="1380"/>
                    <a:pt x="3161" y="1235"/>
                  </a:cubicBezTo>
                  <a:cubicBezTo>
                    <a:pt x="3194" y="1162"/>
                    <a:pt x="3227" y="1086"/>
                    <a:pt x="3261" y="1012"/>
                  </a:cubicBezTo>
                  <a:cubicBezTo>
                    <a:pt x="3295" y="936"/>
                    <a:pt x="3329" y="862"/>
                    <a:pt x="3363" y="787"/>
                  </a:cubicBezTo>
                  <a:cubicBezTo>
                    <a:pt x="3497" y="490"/>
                    <a:pt x="3627" y="211"/>
                    <a:pt x="3713" y="45"/>
                  </a:cubicBezTo>
                  <a:cubicBezTo>
                    <a:pt x="3726" y="20"/>
                    <a:pt x="3715" y="1"/>
                    <a:pt x="36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59"/>
            <p:cNvSpPr/>
            <p:nvPr/>
          </p:nvSpPr>
          <p:spPr>
            <a:xfrm>
              <a:off x="499635" y="4223628"/>
              <a:ext cx="322533" cy="530410"/>
            </a:xfrm>
            <a:custGeom>
              <a:rect b="b" l="l" r="r" t="t"/>
              <a:pathLst>
                <a:path extrusionOk="0" h="7869" w="4785">
                  <a:moveTo>
                    <a:pt x="3073" y="0"/>
                  </a:moveTo>
                  <a:cubicBezTo>
                    <a:pt x="3062" y="0"/>
                    <a:pt x="3050" y="7"/>
                    <a:pt x="3045" y="20"/>
                  </a:cubicBezTo>
                  <a:cubicBezTo>
                    <a:pt x="2996" y="148"/>
                    <a:pt x="2918" y="356"/>
                    <a:pt x="2863" y="578"/>
                  </a:cubicBezTo>
                  <a:cubicBezTo>
                    <a:pt x="2802" y="799"/>
                    <a:pt x="2760" y="1033"/>
                    <a:pt x="2750" y="1213"/>
                  </a:cubicBezTo>
                  <a:cubicBezTo>
                    <a:pt x="2729" y="1626"/>
                    <a:pt x="2800" y="1965"/>
                    <a:pt x="2881" y="2046"/>
                  </a:cubicBezTo>
                  <a:cubicBezTo>
                    <a:pt x="2767" y="2223"/>
                    <a:pt x="2652" y="2399"/>
                    <a:pt x="2544" y="2581"/>
                  </a:cubicBezTo>
                  <a:cubicBezTo>
                    <a:pt x="2564" y="2434"/>
                    <a:pt x="2574" y="2242"/>
                    <a:pt x="2572" y="2030"/>
                  </a:cubicBezTo>
                  <a:cubicBezTo>
                    <a:pt x="2567" y="1851"/>
                    <a:pt x="2545" y="1623"/>
                    <a:pt x="2515" y="1400"/>
                  </a:cubicBezTo>
                  <a:cubicBezTo>
                    <a:pt x="2487" y="1179"/>
                    <a:pt x="2461" y="969"/>
                    <a:pt x="2444" y="841"/>
                  </a:cubicBezTo>
                  <a:cubicBezTo>
                    <a:pt x="2442" y="826"/>
                    <a:pt x="2431" y="818"/>
                    <a:pt x="2419" y="818"/>
                  </a:cubicBezTo>
                  <a:cubicBezTo>
                    <a:pt x="2407" y="818"/>
                    <a:pt x="2396" y="825"/>
                    <a:pt x="2391" y="839"/>
                  </a:cubicBezTo>
                  <a:cubicBezTo>
                    <a:pt x="2320" y="1094"/>
                    <a:pt x="2191" y="1669"/>
                    <a:pt x="2202" y="2029"/>
                  </a:cubicBezTo>
                  <a:cubicBezTo>
                    <a:pt x="2210" y="2439"/>
                    <a:pt x="2293" y="2772"/>
                    <a:pt x="2382" y="2849"/>
                  </a:cubicBezTo>
                  <a:cubicBezTo>
                    <a:pt x="2275" y="3031"/>
                    <a:pt x="2172" y="3214"/>
                    <a:pt x="2070" y="3400"/>
                  </a:cubicBezTo>
                  <a:cubicBezTo>
                    <a:pt x="2086" y="3253"/>
                    <a:pt x="2083" y="3060"/>
                    <a:pt x="2071" y="2849"/>
                  </a:cubicBezTo>
                  <a:cubicBezTo>
                    <a:pt x="2045" y="2498"/>
                    <a:pt x="1920" y="1930"/>
                    <a:pt x="1873" y="1677"/>
                  </a:cubicBezTo>
                  <a:cubicBezTo>
                    <a:pt x="1870" y="1663"/>
                    <a:pt x="1858" y="1656"/>
                    <a:pt x="1847" y="1656"/>
                  </a:cubicBezTo>
                  <a:cubicBezTo>
                    <a:pt x="1835" y="1656"/>
                    <a:pt x="1823" y="1663"/>
                    <a:pt x="1821" y="1678"/>
                  </a:cubicBezTo>
                  <a:cubicBezTo>
                    <a:pt x="1764" y="1931"/>
                    <a:pt x="1676" y="2509"/>
                    <a:pt x="1702" y="2866"/>
                  </a:cubicBezTo>
                  <a:cubicBezTo>
                    <a:pt x="1731" y="3273"/>
                    <a:pt x="1831" y="3603"/>
                    <a:pt x="1922" y="3676"/>
                  </a:cubicBezTo>
                  <a:cubicBezTo>
                    <a:pt x="1823" y="3862"/>
                    <a:pt x="1730" y="4051"/>
                    <a:pt x="1635" y="4240"/>
                  </a:cubicBezTo>
                  <a:cubicBezTo>
                    <a:pt x="1644" y="4093"/>
                    <a:pt x="1635" y="3901"/>
                    <a:pt x="1612" y="3690"/>
                  </a:cubicBezTo>
                  <a:cubicBezTo>
                    <a:pt x="1571" y="3340"/>
                    <a:pt x="1418" y="2781"/>
                    <a:pt x="1355" y="2532"/>
                  </a:cubicBezTo>
                  <a:cubicBezTo>
                    <a:pt x="1351" y="2519"/>
                    <a:pt x="1341" y="2513"/>
                    <a:pt x="1330" y="2513"/>
                  </a:cubicBezTo>
                  <a:cubicBezTo>
                    <a:pt x="1317" y="2513"/>
                    <a:pt x="1305" y="2521"/>
                    <a:pt x="1302" y="2536"/>
                  </a:cubicBezTo>
                  <a:cubicBezTo>
                    <a:pt x="1284" y="2663"/>
                    <a:pt x="1258" y="2871"/>
                    <a:pt x="1241" y="3092"/>
                  </a:cubicBezTo>
                  <a:cubicBezTo>
                    <a:pt x="1229" y="3313"/>
                    <a:pt x="1221" y="3544"/>
                    <a:pt x="1245" y="3722"/>
                  </a:cubicBezTo>
                  <a:cubicBezTo>
                    <a:pt x="1291" y="4127"/>
                    <a:pt x="1405" y="4454"/>
                    <a:pt x="1501" y="4522"/>
                  </a:cubicBezTo>
                  <a:cubicBezTo>
                    <a:pt x="1408" y="4712"/>
                    <a:pt x="1325" y="4906"/>
                    <a:pt x="1239" y="5099"/>
                  </a:cubicBezTo>
                  <a:cubicBezTo>
                    <a:pt x="1241" y="4951"/>
                    <a:pt x="1224" y="4760"/>
                    <a:pt x="1190" y="4550"/>
                  </a:cubicBezTo>
                  <a:cubicBezTo>
                    <a:pt x="1164" y="4376"/>
                    <a:pt x="1102" y="4150"/>
                    <a:pt x="1042" y="3939"/>
                  </a:cubicBezTo>
                  <a:cubicBezTo>
                    <a:pt x="983" y="3728"/>
                    <a:pt x="920" y="3527"/>
                    <a:pt x="881" y="3405"/>
                  </a:cubicBezTo>
                  <a:cubicBezTo>
                    <a:pt x="878" y="3392"/>
                    <a:pt x="867" y="3386"/>
                    <a:pt x="857" y="3386"/>
                  </a:cubicBezTo>
                  <a:cubicBezTo>
                    <a:pt x="844" y="3386"/>
                    <a:pt x="832" y="3395"/>
                    <a:pt x="830" y="3411"/>
                  </a:cubicBezTo>
                  <a:cubicBezTo>
                    <a:pt x="805" y="3664"/>
                    <a:pt x="764" y="4246"/>
                    <a:pt x="824" y="4602"/>
                  </a:cubicBezTo>
                  <a:cubicBezTo>
                    <a:pt x="888" y="5006"/>
                    <a:pt x="1022" y="5326"/>
                    <a:pt x="1120" y="5389"/>
                  </a:cubicBezTo>
                  <a:cubicBezTo>
                    <a:pt x="1041" y="5585"/>
                    <a:pt x="963" y="5781"/>
                    <a:pt x="894" y="5981"/>
                  </a:cubicBezTo>
                  <a:cubicBezTo>
                    <a:pt x="884" y="5833"/>
                    <a:pt x="856" y="5643"/>
                    <a:pt x="811" y="5435"/>
                  </a:cubicBezTo>
                  <a:cubicBezTo>
                    <a:pt x="772" y="5261"/>
                    <a:pt x="704" y="5040"/>
                    <a:pt x="632" y="4829"/>
                  </a:cubicBezTo>
                  <a:cubicBezTo>
                    <a:pt x="562" y="4621"/>
                    <a:pt x="491" y="4422"/>
                    <a:pt x="447" y="4301"/>
                  </a:cubicBezTo>
                  <a:cubicBezTo>
                    <a:pt x="443" y="4289"/>
                    <a:pt x="433" y="4283"/>
                    <a:pt x="423" y="4283"/>
                  </a:cubicBezTo>
                  <a:cubicBezTo>
                    <a:pt x="410" y="4283"/>
                    <a:pt x="397" y="4292"/>
                    <a:pt x="396" y="4309"/>
                  </a:cubicBezTo>
                  <a:cubicBezTo>
                    <a:pt x="380" y="4567"/>
                    <a:pt x="367" y="5155"/>
                    <a:pt x="449" y="5508"/>
                  </a:cubicBezTo>
                  <a:cubicBezTo>
                    <a:pt x="536" y="5911"/>
                    <a:pt x="689" y="6221"/>
                    <a:pt x="792" y="6277"/>
                  </a:cubicBezTo>
                  <a:cubicBezTo>
                    <a:pt x="725" y="6478"/>
                    <a:pt x="666" y="6680"/>
                    <a:pt x="611" y="6885"/>
                  </a:cubicBezTo>
                  <a:cubicBezTo>
                    <a:pt x="590" y="6738"/>
                    <a:pt x="548" y="6550"/>
                    <a:pt x="488" y="6345"/>
                  </a:cubicBezTo>
                  <a:cubicBezTo>
                    <a:pt x="388" y="6006"/>
                    <a:pt x="152" y="5468"/>
                    <a:pt x="57" y="5229"/>
                  </a:cubicBezTo>
                  <a:cubicBezTo>
                    <a:pt x="52" y="5218"/>
                    <a:pt x="42" y="5213"/>
                    <a:pt x="33" y="5213"/>
                  </a:cubicBezTo>
                  <a:cubicBezTo>
                    <a:pt x="19" y="5213"/>
                    <a:pt x="5" y="5223"/>
                    <a:pt x="5" y="5241"/>
                  </a:cubicBezTo>
                  <a:cubicBezTo>
                    <a:pt x="0" y="5500"/>
                    <a:pt x="25" y="6096"/>
                    <a:pt x="131" y="6445"/>
                  </a:cubicBezTo>
                  <a:cubicBezTo>
                    <a:pt x="248" y="6846"/>
                    <a:pt x="426" y="7143"/>
                    <a:pt x="534" y="7189"/>
                  </a:cubicBezTo>
                  <a:cubicBezTo>
                    <a:pt x="487" y="7395"/>
                    <a:pt x="446" y="7603"/>
                    <a:pt x="421" y="7815"/>
                  </a:cubicBezTo>
                  <a:cubicBezTo>
                    <a:pt x="418" y="7842"/>
                    <a:pt x="439" y="7866"/>
                    <a:pt x="466" y="7868"/>
                  </a:cubicBezTo>
                  <a:cubicBezTo>
                    <a:pt x="467" y="7868"/>
                    <a:pt x="467" y="7868"/>
                    <a:pt x="468" y="7868"/>
                  </a:cubicBezTo>
                  <a:cubicBezTo>
                    <a:pt x="496" y="7868"/>
                    <a:pt x="518" y="7851"/>
                    <a:pt x="520" y="7826"/>
                  </a:cubicBezTo>
                  <a:cubicBezTo>
                    <a:pt x="546" y="7621"/>
                    <a:pt x="586" y="7416"/>
                    <a:pt x="633" y="7212"/>
                  </a:cubicBezTo>
                  <a:cubicBezTo>
                    <a:pt x="636" y="7213"/>
                    <a:pt x="639" y="7213"/>
                    <a:pt x="643" y="7213"/>
                  </a:cubicBezTo>
                  <a:cubicBezTo>
                    <a:pt x="761" y="7213"/>
                    <a:pt x="1047" y="7037"/>
                    <a:pt x="1347" y="6805"/>
                  </a:cubicBezTo>
                  <a:cubicBezTo>
                    <a:pt x="1612" y="6596"/>
                    <a:pt x="1976" y="6222"/>
                    <a:pt x="2141" y="6062"/>
                  </a:cubicBezTo>
                  <a:cubicBezTo>
                    <a:pt x="2157" y="6047"/>
                    <a:pt x="2140" y="6022"/>
                    <a:pt x="2119" y="6022"/>
                  </a:cubicBezTo>
                  <a:cubicBezTo>
                    <a:pt x="2116" y="6022"/>
                    <a:pt x="2112" y="6022"/>
                    <a:pt x="2109" y="6024"/>
                  </a:cubicBezTo>
                  <a:cubicBezTo>
                    <a:pt x="1883" y="6105"/>
                    <a:pt x="1377" y="6325"/>
                    <a:pt x="1102" y="6538"/>
                  </a:cubicBezTo>
                  <a:cubicBezTo>
                    <a:pt x="934" y="6668"/>
                    <a:pt x="795" y="6806"/>
                    <a:pt x="704" y="6924"/>
                  </a:cubicBezTo>
                  <a:cubicBezTo>
                    <a:pt x="761" y="6718"/>
                    <a:pt x="820" y="6513"/>
                    <a:pt x="888" y="6309"/>
                  </a:cubicBezTo>
                  <a:cubicBezTo>
                    <a:pt x="895" y="6310"/>
                    <a:pt x="902" y="6311"/>
                    <a:pt x="910" y="6311"/>
                  </a:cubicBezTo>
                  <a:cubicBezTo>
                    <a:pt x="1037" y="6311"/>
                    <a:pt x="1327" y="6162"/>
                    <a:pt x="1635" y="5956"/>
                  </a:cubicBezTo>
                  <a:cubicBezTo>
                    <a:pt x="1915" y="5764"/>
                    <a:pt x="2309" y="5407"/>
                    <a:pt x="2480" y="5254"/>
                  </a:cubicBezTo>
                  <a:cubicBezTo>
                    <a:pt x="2497" y="5239"/>
                    <a:pt x="2481" y="5211"/>
                    <a:pt x="2459" y="5211"/>
                  </a:cubicBezTo>
                  <a:cubicBezTo>
                    <a:pt x="2456" y="5211"/>
                    <a:pt x="2453" y="5211"/>
                    <a:pt x="2450" y="5212"/>
                  </a:cubicBezTo>
                  <a:cubicBezTo>
                    <a:pt x="2336" y="5250"/>
                    <a:pt x="2149" y="5314"/>
                    <a:pt x="1952" y="5395"/>
                  </a:cubicBezTo>
                  <a:cubicBezTo>
                    <a:pt x="1759" y="5477"/>
                    <a:pt x="1553" y="5574"/>
                    <a:pt x="1410" y="5671"/>
                  </a:cubicBezTo>
                  <a:cubicBezTo>
                    <a:pt x="1233" y="5790"/>
                    <a:pt x="1084" y="5917"/>
                    <a:pt x="984" y="6027"/>
                  </a:cubicBezTo>
                  <a:cubicBezTo>
                    <a:pt x="1056" y="5825"/>
                    <a:pt x="1133" y="5626"/>
                    <a:pt x="1213" y="5426"/>
                  </a:cubicBezTo>
                  <a:cubicBezTo>
                    <a:pt x="1223" y="5429"/>
                    <a:pt x="1235" y="5430"/>
                    <a:pt x="1249" y="5430"/>
                  </a:cubicBezTo>
                  <a:cubicBezTo>
                    <a:pt x="1382" y="5430"/>
                    <a:pt x="1671" y="5302"/>
                    <a:pt x="1982" y="5119"/>
                  </a:cubicBezTo>
                  <a:cubicBezTo>
                    <a:pt x="2274" y="4943"/>
                    <a:pt x="2687" y="4603"/>
                    <a:pt x="2868" y="4454"/>
                  </a:cubicBezTo>
                  <a:cubicBezTo>
                    <a:pt x="2886" y="4438"/>
                    <a:pt x="2871" y="4410"/>
                    <a:pt x="2848" y="4410"/>
                  </a:cubicBezTo>
                  <a:cubicBezTo>
                    <a:pt x="2846" y="4410"/>
                    <a:pt x="2843" y="4410"/>
                    <a:pt x="2841" y="4411"/>
                  </a:cubicBezTo>
                  <a:cubicBezTo>
                    <a:pt x="2724" y="4443"/>
                    <a:pt x="2533" y="4500"/>
                    <a:pt x="2332" y="4572"/>
                  </a:cubicBezTo>
                  <a:cubicBezTo>
                    <a:pt x="2131" y="4644"/>
                    <a:pt x="1926" y="4733"/>
                    <a:pt x="1774" y="4820"/>
                  </a:cubicBezTo>
                  <a:cubicBezTo>
                    <a:pt x="1591" y="4929"/>
                    <a:pt x="1434" y="5048"/>
                    <a:pt x="1327" y="5152"/>
                  </a:cubicBezTo>
                  <a:cubicBezTo>
                    <a:pt x="1413" y="4955"/>
                    <a:pt x="1497" y="4758"/>
                    <a:pt x="1591" y="4565"/>
                  </a:cubicBezTo>
                  <a:cubicBezTo>
                    <a:pt x="1604" y="4569"/>
                    <a:pt x="1620" y="4571"/>
                    <a:pt x="1640" y="4571"/>
                  </a:cubicBezTo>
                  <a:cubicBezTo>
                    <a:pt x="1779" y="4571"/>
                    <a:pt x="2066" y="4461"/>
                    <a:pt x="2376" y="4296"/>
                  </a:cubicBezTo>
                  <a:cubicBezTo>
                    <a:pt x="2526" y="4213"/>
                    <a:pt x="2711" y="4092"/>
                    <a:pt x="2877" y="3971"/>
                  </a:cubicBezTo>
                  <a:cubicBezTo>
                    <a:pt x="3046" y="3852"/>
                    <a:pt x="3199" y="3738"/>
                    <a:pt x="3292" y="3668"/>
                  </a:cubicBezTo>
                  <a:cubicBezTo>
                    <a:pt x="3311" y="3653"/>
                    <a:pt x="3296" y="3623"/>
                    <a:pt x="3272" y="3623"/>
                  </a:cubicBezTo>
                  <a:cubicBezTo>
                    <a:pt x="3270" y="3623"/>
                    <a:pt x="3269" y="3623"/>
                    <a:pt x="3267" y="3624"/>
                  </a:cubicBezTo>
                  <a:cubicBezTo>
                    <a:pt x="3030" y="3675"/>
                    <a:pt x="2491" y="3821"/>
                    <a:pt x="2184" y="3986"/>
                  </a:cubicBezTo>
                  <a:cubicBezTo>
                    <a:pt x="1994" y="4086"/>
                    <a:pt x="1834" y="4199"/>
                    <a:pt x="1720" y="4296"/>
                  </a:cubicBezTo>
                  <a:cubicBezTo>
                    <a:pt x="1816" y="4104"/>
                    <a:pt x="1910" y="3912"/>
                    <a:pt x="2012" y="3723"/>
                  </a:cubicBezTo>
                  <a:cubicBezTo>
                    <a:pt x="2027" y="3729"/>
                    <a:pt x="2047" y="3732"/>
                    <a:pt x="2071" y="3732"/>
                  </a:cubicBezTo>
                  <a:cubicBezTo>
                    <a:pt x="2214" y="3732"/>
                    <a:pt x="2500" y="3635"/>
                    <a:pt x="2807" y="3488"/>
                  </a:cubicBezTo>
                  <a:cubicBezTo>
                    <a:pt x="3118" y="3338"/>
                    <a:pt x="3555" y="3034"/>
                    <a:pt x="3749" y="2910"/>
                  </a:cubicBezTo>
                  <a:cubicBezTo>
                    <a:pt x="3770" y="2896"/>
                    <a:pt x="3754" y="2865"/>
                    <a:pt x="3731" y="2865"/>
                  </a:cubicBezTo>
                  <a:cubicBezTo>
                    <a:pt x="3729" y="2865"/>
                    <a:pt x="3728" y="2865"/>
                    <a:pt x="3726" y="2865"/>
                  </a:cubicBezTo>
                  <a:cubicBezTo>
                    <a:pt x="3488" y="2901"/>
                    <a:pt x="2943" y="3019"/>
                    <a:pt x="2630" y="3170"/>
                  </a:cubicBezTo>
                  <a:cubicBezTo>
                    <a:pt x="2433" y="3262"/>
                    <a:pt x="2271" y="3368"/>
                    <a:pt x="2152" y="3460"/>
                  </a:cubicBezTo>
                  <a:cubicBezTo>
                    <a:pt x="2255" y="3272"/>
                    <a:pt x="2360" y="3084"/>
                    <a:pt x="2469" y="2901"/>
                  </a:cubicBezTo>
                  <a:cubicBezTo>
                    <a:pt x="2487" y="2908"/>
                    <a:pt x="2513" y="2912"/>
                    <a:pt x="2544" y="2912"/>
                  </a:cubicBezTo>
                  <a:cubicBezTo>
                    <a:pt x="2692" y="2912"/>
                    <a:pt x="2973" y="2831"/>
                    <a:pt x="3274" y="2706"/>
                  </a:cubicBezTo>
                  <a:cubicBezTo>
                    <a:pt x="3590" y="2571"/>
                    <a:pt x="4044" y="2299"/>
                    <a:pt x="4239" y="2189"/>
                  </a:cubicBezTo>
                  <a:cubicBezTo>
                    <a:pt x="4261" y="2177"/>
                    <a:pt x="4246" y="2144"/>
                    <a:pt x="4221" y="2144"/>
                  </a:cubicBezTo>
                  <a:cubicBezTo>
                    <a:pt x="4220" y="2144"/>
                    <a:pt x="4219" y="2144"/>
                    <a:pt x="4218" y="2144"/>
                  </a:cubicBezTo>
                  <a:cubicBezTo>
                    <a:pt x="4100" y="2155"/>
                    <a:pt x="3905" y="2179"/>
                    <a:pt x="3697" y="2218"/>
                  </a:cubicBezTo>
                  <a:cubicBezTo>
                    <a:pt x="3492" y="2260"/>
                    <a:pt x="3271" y="2313"/>
                    <a:pt x="3112" y="2380"/>
                  </a:cubicBezTo>
                  <a:cubicBezTo>
                    <a:pt x="2914" y="2461"/>
                    <a:pt x="2742" y="2557"/>
                    <a:pt x="2622" y="2645"/>
                  </a:cubicBezTo>
                  <a:cubicBezTo>
                    <a:pt x="2732" y="2461"/>
                    <a:pt x="2849" y="2282"/>
                    <a:pt x="2965" y="2102"/>
                  </a:cubicBezTo>
                  <a:cubicBezTo>
                    <a:pt x="2988" y="2114"/>
                    <a:pt x="3023" y="2119"/>
                    <a:pt x="3067" y="2119"/>
                  </a:cubicBezTo>
                  <a:cubicBezTo>
                    <a:pt x="3220" y="2119"/>
                    <a:pt x="3489" y="2053"/>
                    <a:pt x="3780" y="1955"/>
                  </a:cubicBezTo>
                  <a:cubicBezTo>
                    <a:pt x="3940" y="1902"/>
                    <a:pt x="4136" y="1812"/>
                    <a:pt x="4318" y="1731"/>
                  </a:cubicBezTo>
                  <a:cubicBezTo>
                    <a:pt x="4499" y="1648"/>
                    <a:pt x="4664" y="1578"/>
                    <a:pt x="4762" y="1533"/>
                  </a:cubicBezTo>
                  <a:cubicBezTo>
                    <a:pt x="4785" y="1524"/>
                    <a:pt x="4771" y="1488"/>
                    <a:pt x="4745" y="1487"/>
                  </a:cubicBezTo>
                  <a:cubicBezTo>
                    <a:pt x="4716" y="1486"/>
                    <a:pt x="4683" y="1486"/>
                    <a:pt x="4646" y="1486"/>
                  </a:cubicBezTo>
                  <a:cubicBezTo>
                    <a:pt x="4532" y="1486"/>
                    <a:pt x="4384" y="1491"/>
                    <a:pt x="4228" y="1506"/>
                  </a:cubicBezTo>
                  <a:cubicBezTo>
                    <a:pt x="4021" y="1527"/>
                    <a:pt x="3800" y="1567"/>
                    <a:pt x="3637" y="1622"/>
                  </a:cubicBezTo>
                  <a:cubicBezTo>
                    <a:pt x="3434" y="1689"/>
                    <a:pt x="3259" y="1775"/>
                    <a:pt x="3132" y="1855"/>
                  </a:cubicBezTo>
                  <a:cubicBezTo>
                    <a:pt x="3223" y="1727"/>
                    <a:pt x="3312" y="1597"/>
                    <a:pt x="3406" y="1473"/>
                  </a:cubicBezTo>
                  <a:cubicBezTo>
                    <a:pt x="3523" y="1454"/>
                    <a:pt x="3757" y="1228"/>
                    <a:pt x="4002" y="936"/>
                  </a:cubicBezTo>
                  <a:cubicBezTo>
                    <a:pt x="4057" y="872"/>
                    <a:pt x="4115" y="796"/>
                    <a:pt x="4174" y="712"/>
                  </a:cubicBezTo>
                  <a:cubicBezTo>
                    <a:pt x="4234" y="630"/>
                    <a:pt x="4296" y="544"/>
                    <a:pt x="4357" y="460"/>
                  </a:cubicBezTo>
                  <a:cubicBezTo>
                    <a:pt x="4478" y="291"/>
                    <a:pt x="4602" y="141"/>
                    <a:pt x="4684" y="50"/>
                  </a:cubicBezTo>
                  <a:cubicBezTo>
                    <a:pt x="4700" y="32"/>
                    <a:pt x="4686" y="4"/>
                    <a:pt x="4665" y="4"/>
                  </a:cubicBezTo>
                  <a:cubicBezTo>
                    <a:pt x="4662" y="4"/>
                    <a:pt x="4658" y="5"/>
                    <a:pt x="4655" y="7"/>
                  </a:cubicBezTo>
                  <a:cubicBezTo>
                    <a:pt x="4542" y="57"/>
                    <a:pt x="4357" y="153"/>
                    <a:pt x="4182" y="282"/>
                  </a:cubicBezTo>
                  <a:cubicBezTo>
                    <a:pt x="4092" y="345"/>
                    <a:pt x="4006" y="416"/>
                    <a:pt x="3926" y="485"/>
                  </a:cubicBezTo>
                  <a:cubicBezTo>
                    <a:pt x="3848" y="559"/>
                    <a:pt x="3774" y="629"/>
                    <a:pt x="3718" y="697"/>
                  </a:cubicBezTo>
                  <a:cubicBezTo>
                    <a:pt x="3480" y="979"/>
                    <a:pt x="3343" y="1265"/>
                    <a:pt x="3338" y="1395"/>
                  </a:cubicBezTo>
                  <a:cubicBezTo>
                    <a:pt x="3240" y="1523"/>
                    <a:pt x="3150" y="1655"/>
                    <a:pt x="3058" y="1785"/>
                  </a:cubicBezTo>
                  <a:cubicBezTo>
                    <a:pt x="3088" y="1642"/>
                    <a:pt x="3107" y="1450"/>
                    <a:pt x="3121" y="1238"/>
                  </a:cubicBezTo>
                  <a:cubicBezTo>
                    <a:pt x="3129" y="1059"/>
                    <a:pt x="3121" y="825"/>
                    <a:pt x="3113" y="601"/>
                  </a:cubicBezTo>
                  <a:cubicBezTo>
                    <a:pt x="3106" y="376"/>
                    <a:pt x="3099" y="160"/>
                    <a:pt x="3099" y="26"/>
                  </a:cubicBezTo>
                  <a:cubicBezTo>
                    <a:pt x="3099" y="9"/>
                    <a:pt x="3086" y="0"/>
                    <a:pt x="30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59"/>
            <p:cNvSpPr/>
            <p:nvPr/>
          </p:nvSpPr>
          <p:spPr>
            <a:xfrm>
              <a:off x="297084" y="4725995"/>
              <a:ext cx="353067" cy="417507"/>
            </a:xfrm>
            <a:custGeom>
              <a:rect b="b" l="l" r="r" t="t"/>
              <a:pathLst>
                <a:path extrusionOk="0" h="6194" w="5238">
                  <a:moveTo>
                    <a:pt x="394" y="1"/>
                  </a:moveTo>
                  <a:cubicBezTo>
                    <a:pt x="146" y="637"/>
                    <a:pt x="1" y="1387"/>
                    <a:pt x="1" y="2191"/>
                  </a:cubicBezTo>
                  <a:cubicBezTo>
                    <a:pt x="1" y="4101"/>
                    <a:pt x="813" y="5708"/>
                    <a:pt x="1920" y="6194"/>
                  </a:cubicBezTo>
                  <a:lnTo>
                    <a:pt x="3319" y="6194"/>
                  </a:lnTo>
                  <a:cubicBezTo>
                    <a:pt x="4425" y="5708"/>
                    <a:pt x="5238" y="4101"/>
                    <a:pt x="5238" y="2191"/>
                  </a:cubicBezTo>
                  <a:cubicBezTo>
                    <a:pt x="5238" y="1387"/>
                    <a:pt x="5093" y="637"/>
                    <a:pt x="4843"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14" name="Shape 314"/>
        <p:cNvGrpSpPr/>
        <p:nvPr/>
      </p:nvGrpSpPr>
      <p:grpSpPr>
        <a:xfrm>
          <a:off x="0" y="0"/>
          <a:ext cx="0" cy="0"/>
          <a:chOff x="0" y="0"/>
          <a:chExt cx="0" cy="0"/>
        </a:xfrm>
      </p:grpSpPr>
      <p:sp>
        <p:nvSpPr>
          <p:cNvPr id="315" name="Google Shape;315;p60"/>
          <p:cNvSpPr txBox="1"/>
          <p:nvPr>
            <p:ph type="title"/>
          </p:nvPr>
        </p:nvSpPr>
        <p:spPr>
          <a:xfrm>
            <a:off x="4239850" y="1821450"/>
            <a:ext cx="3690300" cy="572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16" name="Google Shape;316;p60"/>
          <p:cNvSpPr txBox="1"/>
          <p:nvPr>
            <p:ph idx="1" type="subTitle"/>
          </p:nvPr>
        </p:nvSpPr>
        <p:spPr>
          <a:xfrm>
            <a:off x="4240026" y="2317950"/>
            <a:ext cx="3690300" cy="1080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317" name="Shape 317"/>
        <p:cNvGrpSpPr/>
        <p:nvPr/>
      </p:nvGrpSpPr>
      <p:grpSpPr>
        <a:xfrm>
          <a:off x="0" y="0"/>
          <a:ext cx="0" cy="0"/>
          <a:chOff x="0" y="0"/>
          <a:chExt cx="0" cy="0"/>
        </a:xfrm>
      </p:grpSpPr>
      <p:sp>
        <p:nvSpPr>
          <p:cNvPr id="318" name="Google Shape;318;p6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19" name="Google Shape;319;p61"/>
          <p:cNvSpPr txBox="1"/>
          <p:nvPr>
            <p:ph idx="1" type="subTitle"/>
          </p:nvPr>
        </p:nvSpPr>
        <p:spPr>
          <a:xfrm>
            <a:off x="4831276" y="1267250"/>
            <a:ext cx="3438900" cy="31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300"/>
              </a:spcBef>
              <a:spcAft>
                <a:spcPts val="0"/>
              </a:spcAft>
              <a:buSzPts val="1400"/>
              <a:buFont typeface="Nunito Light"/>
              <a:buChar char="●"/>
              <a:defRPr/>
            </a:lvl1pPr>
            <a:lvl2pPr lvl="1" algn="ctr">
              <a:lnSpc>
                <a:spcPct val="100000"/>
              </a:lnSpc>
              <a:spcBef>
                <a:spcPts val="0"/>
              </a:spcBef>
              <a:spcAft>
                <a:spcPts val="0"/>
              </a:spcAft>
              <a:buSzPts val="1400"/>
              <a:buFont typeface="Nunito Light"/>
              <a:buChar char="○"/>
              <a:defRPr/>
            </a:lvl2pPr>
            <a:lvl3pPr lvl="2" algn="ctr">
              <a:lnSpc>
                <a:spcPct val="100000"/>
              </a:lnSpc>
              <a:spcBef>
                <a:spcPts val="0"/>
              </a:spcBef>
              <a:spcAft>
                <a:spcPts val="0"/>
              </a:spcAft>
              <a:buSzPts val="1400"/>
              <a:buFont typeface="Nunito Light"/>
              <a:buChar char="■"/>
              <a:defRPr/>
            </a:lvl3pPr>
            <a:lvl4pPr lvl="3" algn="ctr">
              <a:lnSpc>
                <a:spcPct val="100000"/>
              </a:lnSpc>
              <a:spcBef>
                <a:spcPts val="0"/>
              </a:spcBef>
              <a:spcAft>
                <a:spcPts val="0"/>
              </a:spcAft>
              <a:buSzPts val="1400"/>
              <a:buFont typeface="Nunito Light"/>
              <a:buChar char="●"/>
              <a:defRPr/>
            </a:lvl4pPr>
            <a:lvl5pPr lvl="4" algn="ctr">
              <a:lnSpc>
                <a:spcPct val="100000"/>
              </a:lnSpc>
              <a:spcBef>
                <a:spcPts val="0"/>
              </a:spcBef>
              <a:spcAft>
                <a:spcPts val="0"/>
              </a:spcAft>
              <a:buSzPts val="1400"/>
              <a:buFont typeface="Nunito Light"/>
              <a:buChar char="○"/>
              <a:defRPr/>
            </a:lvl5pPr>
            <a:lvl6pPr lvl="5" algn="ctr">
              <a:lnSpc>
                <a:spcPct val="100000"/>
              </a:lnSpc>
              <a:spcBef>
                <a:spcPts val="0"/>
              </a:spcBef>
              <a:spcAft>
                <a:spcPts val="0"/>
              </a:spcAft>
              <a:buSzPts val="1400"/>
              <a:buFont typeface="Nunito Light"/>
              <a:buChar char="■"/>
              <a:defRPr/>
            </a:lvl6pPr>
            <a:lvl7pPr lvl="6" algn="ctr">
              <a:lnSpc>
                <a:spcPct val="100000"/>
              </a:lnSpc>
              <a:spcBef>
                <a:spcPts val="0"/>
              </a:spcBef>
              <a:spcAft>
                <a:spcPts val="0"/>
              </a:spcAft>
              <a:buSzPts val="1400"/>
              <a:buFont typeface="Nunito Light"/>
              <a:buChar char="●"/>
              <a:defRPr/>
            </a:lvl7pPr>
            <a:lvl8pPr lvl="7" algn="ctr">
              <a:lnSpc>
                <a:spcPct val="100000"/>
              </a:lnSpc>
              <a:spcBef>
                <a:spcPts val="0"/>
              </a:spcBef>
              <a:spcAft>
                <a:spcPts val="0"/>
              </a:spcAft>
              <a:buSzPts val="1400"/>
              <a:buFont typeface="Nunito Light"/>
              <a:buChar char="○"/>
              <a:defRPr/>
            </a:lvl8pPr>
            <a:lvl9pPr lvl="8" algn="ctr">
              <a:lnSpc>
                <a:spcPct val="100000"/>
              </a:lnSpc>
              <a:spcBef>
                <a:spcPts val="0"/>
              </a:spcBef>
              <a:spcAft>
                <a:spcPts val="0"/>
              </a:spcAft>
              <a:buSzPts val="1400"/>
              <a:buFont typeface="Nunito Light"/>
              <a:buChar char="■"/>
              <a:defRPr/>
            </a:lvl9pPr>
          </a:lstStyle>
          <a:p/>
        </p:txBody>
      </p:sp>
      <p:sp>
        <p:nvSpPr>
          <p:cNvPr id="320" name="Google Shape;320;p61"/>
          <p:cNvSpPr txBox="1"/>
          <p:nvPr>
            <p:ph idx="2" type="subTitle"/>
          </p:nvPr>
        </p:nvSpPr>
        <p:spPr>
          <a:xfrm>
            <a:off x="873825" y="1267250"/>
            <a:ext cx="3438900" cy="31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Font typeface="Nunito Light"/>
              <a:buChar char="●"/>
              <a:defRPr/>
            </a:lvl1pPr>
            <a:lvl2pPr lvl="1" algn="ctr">
              <a:lnSpc>
                <a:spcPct val="100000"/>
              </a:lnSpc>
              <a:spcBef>
                <a:spcPts val="0"/>
              </a:spcBef>
              <a:spcAft>
                <a:spcPts val="0"/>
              </a:spcAft>
              <a:buSzPts val="1400"/>
              <a:buFont typeface="Nunito Light"/>
              <a:buChar char="○"/>
              <a:defRPr/>
            </a:lvl2pPr>
            <a:lvl3pPr lvl="2" algn="ctr">
              <a:lnSpc>
                <a:spcPct val="100000"/>
              </a:lnSpc>
              <a:spcBef>
                <a:spcPts val="0"/>
              </a:spcBef>
              <a:spcAft>
                <a:spcPts val="0"/>
              </a:spcAft>
              <a:buSzPts val="1400"/>
              <a:buFont typeface="Nunito Light"/>
              <a:buChar char="■"/>
              <a:defRPr/>
            </a:lvl3pPr>
            <a:lvl4pPr lvl="3" algn="ctr">
              <a:lnSpc>
                <a:spcPct val="100000"/>
              </a:lnSpc>
              <a:spcBef>
                <a:spcPts val="0"/>
              </a:spcBef>
              <a:spcAft>
                <a:spcPts val="0"/>
              </a:spcAft>
              <a:buSzPts val="1400"/>
              <a:buFont typeface="Nunito Light"/>
              <a:buChar char="●"/>
              <a:defRPr/>
            </a:lvl4pPr>
            <a:lvl5pPr lvl="4" algn="ctr">
              <a:lnSpc>
                <a:spcPct val="100000"/>
              </a:lnSpc>
              <a:spcBef>
                <a:spcPts val="0"/>
              </a:spcBef>
              <a:spcAft>
                <a:spcPts val="0"/>
              </a:spcAft>
              <a:buSzPts val="1400"/>
              <a:buFont typeface="Nunito Light"/>
              <a:buChar char="○"/>
              <a:defRPr/>
            </a:lvl5pPr>
            <a:lvl6pPr lvl="5" algn="ctr">
              <a:lnSpc>
                <a:spcPct val="100000"/>
              </a:lnSpc>
              <a:spcBef>
                <a:spcPts val="0"/>
              </a:spcBef>
              <a:spcAft>
                <a:spcPts val="0"/>
              </a:spcAft>
              <a:buSzPts val="1400"/>
              <a:buFont typeface="Nunito Light"/>
              <a:buChar char="■"/>
              <a:defRPr/>
            </a:lvl6pPr>
            <a:lvl7pPr lvl="6" algn="ctr">
              <a:lnSpc>
                <a:spcPct val="100000"/>
              </a:lnSpc>
              <a:spcBef>
                <a:spcPts val="0"/>
              </a:spcBef>
              <a:spcAft>
                <a:spcPts val="0"/>
              </a:spcAft>
              <a:buSzPts val="1400"/>
              <a:buFont typeface="Nunito Light"/>
              <a:buChar char="●"/>
              <a:defRPr/>
            </a:lvl7pPr>
            <a:lvl8pPr lvl="7" algn="ctr">
              <a:lnSpc>
                <a:spcPct val="100000"/>
              </a:lnSpc>
              <a:spcBef>
                <a:spcPts val="0"/>
              </a:spcBef>
              <a:spcAft>
                <a:spcPts val="0"/>
              </a:spcAft>
              <a:buSzPts val="1400"/>
              <a:buFont typeface="Nunito Light"/>
              <a:buChar char="○"/>
              <a:defRPr/>
            </a:lvl8pPr>
            <a:lvl9pPr lvl="8" algn="ctr">
              <a:lnSpc>
                <a:spcPct val="100000"/>
              </a:lnSpc>
              <a:spcBef>
                <a:spcPts val="0"/>
              </a:spcBef>
              <a:spcAft>
                <a:spcPts val="0"/>
              </a:spcAft>
              <a:buSzPts val="1400"/>
              <a:buFont typeface="Nunito Light"/>
              <a:buChar char="■"/>
              <a:defRPr/>
            </a:lvl9pPr>
          </a:lstStyle>
          <a:p/>
        </p:txBody>
      </p:sp>
      <p:grpSp>
        <p:nvGrpSpPr>
          <p:cNvPr id="321" name="Google Shape;321;p61"/>
          <p:cNvGrpSpPr/>
          <p:nvPr/>
        </p:nvGrpSpPr>
        <p:grpSpPr>
          <a:xfrm flipH="1">
            <a:off x="454001" y="136086"/>
            <a:ext cx="419817" cy="330668"/>
            <a:chOff x="7162662" y="1366775"/>
            <a:chExt cx="519897" cy="409496"/>
          </a:xfrm>
        </p:grpSpPr>
        <p:sp>
          <p:nvSpPr>
            <p:cNvPr id="322" name="Google Shape;322;p61"/>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61"/>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61"/>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61"/>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61"/>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61"/>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61"/>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9" name="Google Shape;329;p61"/>
          <p:cNvGrpSpPr/>
          <p:nvPr/>
        </p:nvGrpSpPr>
        <p:grpSpPr>
          <a:xfrm>
            <a:off x="108026" y="285036"/>
            <a:ext cx="419817" cy="330668"/>
            <a:chOff x="7162662" y="1366775"/>
            <a:chExt cx="519897" cy="409496"/>
          </a:xfrm>
        </p:grpSpPr>
        <p:sp>
          <p:nvSpPr>
            <p:cNvPr id="330" name="Google Shape;330;p61"/>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61"/>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61"/>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61"/>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61"/>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61"/>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61"/>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37" name="Shape 337"/>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8" name="Shape 338"/>
        <p:cNvGrpSpPr/>
        <p:nvPr/>
      </p:nvGrpSpPr>
      <p:grpSpPr>
        <a:xfrm>
          <a:off x="0" y="0"/>
          <a:ext cx="0" cy="0"/>
          <a:chOff x="0" y="0"/>
          <a:chExt cx="0" cy="0"/>
        </a:xfrm>
      </p:grpSpPr>
      <p:grpSp>
        <p:nvGrpSpPr>
          <p:cNvPr id="339" name="Google Shape;339;p63"/>
          <p:cNvGrpSpPr/>
          <p:nvPr/>
        </p:nvGrpSpPr>
        <p:grpSpPr>
          <a:xfrm flipH="1">
            <a:off x="605695" y="162449"/>
            <a:ext cx="498373" cy="392543"/>
            <a:chOff x="7162662" y="1366775"/>
            <a:chExt cx="519897" cy="409496"/>
          </a:xfrm>
        </p:grpSpPr>
        <p:sp>
          <p:nvSpPr>
            <p:cNvPr id="340" name="Google Shape;340;p63"/>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63"/>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63"/>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63"/>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63"/>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63"/>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63"/>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7" name="Google Shape;347;p63"/>
          <p:cNvGrpSpPr/>
          <p:nvPr/>
        </p:nvGrpSpPr>
        <p:grpSpPr>
          <a:xfrm>
            <a:off x="194781" y="339274"/>
            <a:ext cx="498373" cy="392543"/>
            <a:chOff x="7162662" y="1366775"/>
            <a:chExt cx="519897" cy="409496"/>
          </a:xfrm>
        </p:grpSpPr>
        <p:sp>
          <p:nvSpPr>
            <p:cNvPr id="348" name="Google Shape;348;p63"/>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63"/>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63"/>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63"/>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63"/>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63"/>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63"/>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5" name="Google Shape;355;p63"/>
          <p:cNvGrpSpPr/>
          <p:nvPr/>
        </p:nvGrpSpPr>
        <p:grpSpPr>
          <a:xfrm>
            <a:off x="8048550" y="4107150"/>
            <a:ext cx="1056357" cy="1036344"/>
            <a:chOff x="243200" y="4107150"/>
            <a:chExt cx="1056357" cy="1036344"/>
          </a:xfrm>
        </p:grpSpPr>
        <p:sp>
          <p:nvSpPr>
            <p:cNvPr id="356" name="Google Shape;356;p63"/>
            <p:cNvSpPr/>
            <p:nvPr/>
          </p:nvSpPr>
          <p:spPr>
            <a:xfrm>
              <a:off x="674433" y="4196817"/>
              <a:ext cx="172180" cy="451531"/>
            </a:xfrm>
            <a:custGeom>
              <a:rect b="b" l="l" r="r" t="t"/>
              <a:pathLst>
                <a:path extrusionOk="0" h="9714" w="3704">
                  <a:moveTo>
                    <a:pt x="1852" y="1"/>
                  </a:moveTo>
                  <a:cubicBezTo>
                    <a:pt x="830" y="1"/>
                    <a:pt x="1" y="2175"/>
                    <a:pt x="1" y="4857"/>
                  </a:cubicBezTo>
                  <a:cubicBezTo>
                    <a:pt x="1" y="6144"/>
                    <a:pt x="196" y="7381"/>
                    <a:pt x="543" y="8290"/>
                  </a:cubicBezTo>
                  <a:cubicBezTo>
                    <a:pt x="891" y="9201"/>
                    <a:pt x="1361" y="9713"/>
                    <a:pt x="1852" y="9713"/>
                  </a:cubicBezTo>
                  <a:cubicBezTo>
                    <a:pt x="2343" y="9713"/>
                    <a:pt x="2814" y="9201"/>
                    <a:pt x="3162" y="8290"/>
                  </a:cubicBezTo>
                  <a:cubicBezTo>
                    <a:pt x="3509" y="7381"/>
                    <a:pt x="3704" y="6144"/>
                    <a:pt x="3704" y="4857"/>
                  </a:cubicBezTo>
                  <a:cubicBezTo>
                    <a:pt x="3704" y="2175"/>
                    <a:pt x="2875" y="1"/>
                    <a:pt x="18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63"/>
            <p:cNvSpPr/>
            <p:nvPr/>
          </p:nvSpPr>
          <p:spPr>
            <a:xfrm>
              <a:off x="867760" y="4107150"/>
              <a:ext cx="187335" cy="309666"/>
            </a:xfrm>
            <a:custGeom>
              <a:rect b="b" l="l" r="r" t="t"/>
              <a:pathLst>
                <a:path extrusionOk="0" h="6662" w="4030">
                  <a:moveTo>
                    <a:pt x="2855" y="1"/>
                  </a:moveTo>
                  <a:cubicBezTo>
                    <a:pt x="2085" y="1"/>
                    <a:pt x="1109" y="1208"/>
                    <a:pt x="580" y="2875"/>
                  </a:cubicBezTo>
                  <a:cubicBezTo>
                    <a:pt x="0" y="4697"/>
                    <a:pt x="175" y="6378"/>
                    <a:pt x="967" y="6630"/>
                  </a:cubicBezTo>
                  <a:cubicBezTo>
                    <a:pt x="1034" y="6651"/>
                    <a:pt x="1104" y="6661"/>
                    <a:pt x="1175" y="6661"/>
                  </a:cubicBezTo>
                  <a:cubicBezTo>
                    <a:pt x="1945" y="6661"/>
                    <a:pt x="2921" y="5454"/>
                    <a:pt x="3451" y="3787"/>
                  </a:cubicBezTo>
                  <a:cubicBezTo>
                    <a:pt x="4030" y="1965"/>
                    <a:pt x="3856" y="284"/>
                    <a:pt x="3063" y="32"/>
                  </a:cubicBezTo>
                  <a:cubicBezTo>
                    <a:pt x="2996" y="11"/>
                    <a:pt x="2926" y="1"/>
                    <a:pt x="28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63"/>
            <p:cNvSpPr/>
            <p:nvPr/>
          </p:nvSpPr>
          <p:spPr>
            <a:xfrm>
              <a:off x="243200" y="4650449"/>
              <a:ext cx="330229" cy="148279"/>
            </a:xfrm>
            <a:custGeom>
              <a:rect b="b" l="l" r="r" t="t"/>
              <a:pathLst>
                <a:path extrusionOk="0" h="3190" w="7104">
                  <a:moveTo>
                    <a:pt x="2550" y="1"/>
                  </a:moveTo>
                  <a:cubicBezTo>
                    <a:pt x="1240" y="1"/>
                    <a:pt x="247" y="387"/>
                    <a:pt x="139" y="1017"/>
                  </a:cubicBezTo>
                  <a:cubicBezTo>
                    <a:pt x="1" y="1838"/>
                    <a:pt x="1415" y="2761"/>
                    <a:pt x="3300" y="3080"/>
                  </a:cubicBezTo>
                  <a:cubicBezTo>
                    <a:pt x="3736" y="3154"/>
                    <a:pt x="4159" y="3189"/>
                    <a:pt x="4554" y="3189"/>
                  </a:cubicBezTo>
                  <a:cubicBezTo>
                    <a:pt x="5864" y="3189"/>
                    <a:pt x="6858" y="2803"/>
                    <a:pt x="6964" y="2173"/>
                  </a:cubicBezTo>
                  <a:cubicBezTo>
                    <a:pt x="7104" y="1353"/>
                    <a:pt x="5688" y="430"/>
                    <a:pt x="3804" y="110"/>
                  </a:cubicBezTo>
                  <a:cubicBezTo>
                    <a:pt x="3367" y="36"/>
                    <a:pt x="2944" y="1"/>
                    <a:pt x="25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63"/>
            <p:cNvSpPr/>
            <p:nvPr/>
          </p:nvSpPr>
          <p:spPr>
            <a:xfrm>
              <a:off x="882402" y="4378893"/>
              <a:ext cx="331949" cy="289911"/>
            </a:xfrm>
            <a:custGeom>
              <a:rect b="b" l="l" r="r" t="t"/>
              <a:pathLst>
                <a:path extrusionOk="0" h="6237" w="7141">
                  <a:moveTo>
                    <a:pt x="5607" y="1"/>
                  </a:moveTo>
                  <a:cubicBezTo>
                    <a:pt x="4708" y="1"/>
                    <a:pt x="3412" y="669"/>
                    <a:pt x="2267" y="1805"/>
                  </a:cubicBezTo>
                  <a:cubicBezTo>
                    <a:pt x="693" y="3365"/>
                    <a:pt x="0" y="5219"/>
                    <a:pt x="721" y="5945"/>
                  </a:cubicBezTo>
                  <a:cubicBezTo>
                    <a:pt x="917" y="6143"/>
                    <a:pt x="1198" y="6237"/>
                    <a:pt x="1535" y="6237"/>
                  </a:cubicBezTo>
                  <a:cubicBezTo>
                    <a:pt x="2433" y="6237"/>
                    <a:pt x="3729" y="5569"/>
                    <a:pt x="4874" y="4433"/>
                  </a:cubicBezTo>
                  <a:cubicBezTo>
                    <a:pt x="6448" y="2872"/>
                    <a:pt x="7141" y="1019"/>
                    <a:pt x="6420" y="292"/>
                  </a:cubicBezTo>
                  <a:cubicBezTo>
                    <a:pt x="6224" y="95"/>
                    <a:pt x="5943" y="1"/>
                    <a:pt x="56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63"/>
            <p:cNvSpPr/>
            <p:nvPr/>
          </p:nvSpPr>
          <p:spPr>
            <a:xfrm>
              <a:off x="350950" y="4248088"/>
              <a:ext cx="345802" cy="388222"/>
            </a:xfrm>
            <a:custGeom>
              <a:rect b="b" l="l" r="r" t="t"/>
              <a:pathLst>
                <a:path extrusionOk="0" h="8352" w="7439">
                  <a:moveTo>
                    <a:pt x="1582" y="0"/>
                  </a:moveTo>
                  <a:cubicBezTo>
                    <a:pt x="1348" y="0"/>
                    <a:pt x="1139" y="57"/>
                    <a:pt x="964" y="178"/>
                  </a:cubicBezTo>
                  <a:cubicBezTo>
                    <a:pt x="1" y="841"/>
                    <a:pt x="454" y="3169"/>
                    <a:pt x="1977" y="5378"/>
                  </a:cubicBezTo>
                  <a:cubicBezTo>
                    <a:pt x="2707" y="6438"/>
                    <a:pt x="3593" y="7329"/>
                    <a:pt x="4436" y="7854"/>
                  </a:cubicBezTo>
                  <a:cubicBezTo>
                    <a:pt x="4967" y="8184"/>
                    <a:pt x="5455" y="8352"/>
                    <a:pt x="5858" y="8352"/>
                  </a:cubicBezTo>
                  <a:cubicBezTo>
                    <a:pt x="6096" y="8352"/>
                    <a:pt x="6304" y="8294"/>
                    <a:pt x="6475" y="8176"/>
                  </a:cubicBezTo>
                  <a:cubicBezTo>
                    <a:pt x="7438" y="7512"/>
                    <a:pt x="6985" y="5184"/>
                    <a:pt x="5463" y="2975"/>
                  </a:cubicBezTo>
                  <a:cubicBezTo>
                    <a:pt x="4217" y="1167"/>
                    <a:pt x="2641" y="0"/>
                    <a:pt x="158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63"/>
            <p:cNvSpPr/>
            <p:nvPr/>
          </p:nvSpPr>
          <p:spPr>
            <a:xfrm>
              <a:off x="759684" y="4630229"/>
              <a:ext cx="20453" cy="323983"/>
            </a:xfrm>
            <a:custGeom>
              <a:rect b="b" l="l" r="r" t="t"/>
              <a:pathLst>
                <a:path extrusionOk="0" h="6970" w="440">
                  <a:moveTo>
                    <a:pt x="147" y="1"/>
                  </a:moveTo>
                  <a:cubicBezTo>
                    <a:pt x="146" y="1"/>
                    <a:pt x="146" y="1"/>
                    <a:pt x="145" y="1"/>
                  </a:cubicBezTo>
                  <a:cubicBezTo>
                    <a:pt x="64" y="2"/>
                    <a:pt x="0" y="69"/>
                    <a:pt x="2" y="150"/>
                  </a:cubicBezTo>
                  <a:lnTo>
                    <a:pt x="145" y="6827"/>
                  </a:lnTo>
                  <a:cubicBezTo>
                    <a:pt x="147" y="6907"/>
                    <a:pt x="212" y="6970"/>
                    <a:pt x="292" y="6970"/>
                  </a:cubicBezTo>
                  <a:lnTo>
                    <a:pt x="295" y="6970"/>
                  </a:lnTo>
                  <a:cubicBezTo>
                    <a:pt x="376" y="6969"/>
                    <a:pt x="440" y="6901"/>
                    <a:pt x="438" y="6821"/>
                  </a:cubicBezTo>
                  <a:lnTo>
                    <a:pt x="294" y="144"/>
                  </a:lnTo>
                  <a:cubicBezTo>
                    <a:pt x="293" y="64"/>
                    <a:pt x="226" y="1"/>
                    <a:pt x="1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63"/>
            <p:cNvSpPr/>
            <p:nvPr/>
          </p:nvSpPr>
          <p:spPr>
            <a:xfrm>
              <a:off x="751596" y="4331851"/>
              <a:ext cx="21848" cy="311991"/>
            </a:xfrm>
            <a:custGeom>
              <a:rect b="b" l="l" r="r" t="t"/>
              <a:pathLst>
                <a:path extrusionOk="0" h="6712" w="470">
                  <a:moveTo>
                    <a:pt x="148" y="0"/>
                  </a:moveTo>
                  <a:cubicBezTo>
                    <a:pt x="147" y="0"/>
                    <a:pt x="146" y="0"/>
                    <a:pt x="146" y="0"/>
                  </a:cubicBezTo>
                  <a:cubicBezTo>
                    <a:pt x="65" y="2"/>
                    <a:pt x="1" y="69"/>
                    <a:pt x="3" y="150"/>
                  </a:cubicBezTo>
                  <a:lnTo>
                    <a:pt x="176" y="6570"/>
                  </a:lnTo>
                  <a:cubicBezTo>
                    <a:pt x="178" y="6649"/>
                    <a:pt x="243" y="6712"/>
                    <a:pt x="322" y="6712"/>
                  </a:cubicBezTo>
                  <a:lnTo>
                    <a:pt x="326" y="6712"/>
                  </a:lnTo>
                  <a:cubicBezTo>
                    <a:pt x="407" y="6710"/>
                    <a:pt x="470" y="6642"/>
                    <a:pt x="468" y="6562"/>
                  </a:cubicBezTo>
                  <a:lnTo>
                    <a:pt x="296" y="142"/>
                  </a:lnTo>
                  <a:cubicBezTo>
                    <a:pt x="294" y="63"/>
                    <a:pt x="228" y="0"/>
                    <a:pt x="1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63"/>
            <p:cNvSpPr/>
            <p:nvPr/>
          </p:nvSpPr>
          <p:spPr>
            <a:xfrm>
              <a:off x="751596" y="4283137"/>
              <a:ext cx="14410" cy="36489"/>
            </a:xfrm>
            <a:custGeom>
              <a:rect b="b" l="l" r="r" t="t"/>
              <a:pathLst>
                <a:path extrusionOk="0" h="785" w="310">
                  <a:moveTo>
                    <a:pt x="157" y="1"/>
                  </a:moveTo>
                  <a:cubicBezTo>
                    <a:pt x="81" y="1"/>
                    <a:pt x="18" y="65"/>
                    <a:pt x="16" y="143"/>
                  </a:cubicBezTo>
                  <a:lnTo>
                    <a:pt x="3" y="635"/>
                  </a:lnTo>
                  <a:cubicBezTo>
                    <a:pt x="1" y="716"/>
                    <a:pt x="65" y="783"/>
                    <a:pt x="146" y="785"/>
                  </a:cubicBezTo>
                  <a:lnTo>
                    <a:pt x="150" y="785"/>
                  </a:lnTo>
                  <a:cubicBezTo>
                    <a:pt x="229" y="785"/>
                    <a:pt x="294" y="722"/>
                    <a:pt x="296" y="642"/>
                  </a:cubicBezTo>
                  <a:lnTo>
                    <a:pt x="308" y="150"/>
                  </a:lnTo>
                  <a:cubicBezTo>
                    <a:pt x="309" y="70"/>
                    <a:pt x="247" y="2"/>
                    <a:pt x="166" y="1"/>
                  </a:cubicBezTo>
                  <a:cubicBezTo>
                    <a:pt x="163" y="1"/>
                    <a:pt x="160" y="1"/>
                    <a:pt x="1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63"/>
            <p:cNvSpPr/>
            <p:nvPr/>
          </p:nvSpPr>
          <p:spPr>
            <a:xfrm>
              <a:off x="643753" y="4606476"/>
              <a:ext cx="99803" cy="339322"/>
            </a:xfrm>
            <a:custGeom>
              <a:rect b="b" l="l" r="r" t="t"/>
              <a:pathLst>
                <a:path extrusionOk="0" h="7300" w="2147">
                  <a:moveTo>
                    <a:pt x="167" y="0"/>
                  </a:moveTo>
                  <a:cubicBezTo>
                    <a:pt x="146" y="0"/>
                    <a:pt x="125" y="5"/>
                    <a:pt x="105" y="15"/>
                  </a:cubicBezTo>
                  <a:cubicBezTo>
                    <a:pt x="31" y="49"/>
                    <a:pt x="1" y="136"/>
                    <a:pt x="36" y="209"/>
                  </a:cubicBezTo>
                  <a:cubicBezTo>
                    <a:pt x="1112" y="2470"/>
                    <a:pt x="1723" y="4809"/>
                    <a:pt x="1850" y="7161"/>
                  </a:cubicBezTo>
                  <a:cubicBezTo>
                    <a:pt x="1854" y="7238"/>
                    <a:pt x="1919" y="7299"/>
                    <a:pt x="1996" y="7299"/>
                  </a:cubicBezTo>
                  <a:cubicBezTo>
                    <a:pt x="1999" y="7299"/>
                    <a:pt x="2002" y="7299"/>
                    <a:pt x="2004" y="7298"/>
                  </a:cubicBezTo>
                  <a:cubicBezTo>
                    <a:pt x="2085" y="7294"/>
                    <a:pt x="2147" y="7226"/>
                    <a:pt x="2143" y="7145"/>
                  </a:cubicBezTo>
                  <a:cubicBezTo>
                    <a:pt x="2012" y="4754"/>
                    <a:pt x="1392" y="2379"/>
                    <a:pt x="300" y="84"/>
                  </a:cubicBezTo>
                  <a:cubicBezTo>
                    <a:pt x="274" y="31"/>
                    <a:pt x="222" y="0"/>
                    <a:pt x="1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63"/>
            <p:cNvSpPr/>
            <p:nvPr/>
          </p:nvSpPr>
          <p:spPr>
            <a:xfrm>
              <a:off x="496073" y="4380287"/>
              <a:ext cx="163255" cy="239803"/>
            </a:xfrm>
            <a:custGeom>
              <a:rect b="b" l="l" r="r" t="t"/>
              <a:pathLst>
                <a:path extrusionOk="0" h="5159" w="3512">
                  <a:moveTo>
                    <a:pt x="164" y="0"/>
                  </a:moveTo>
                  <a:cubicBezTo>
                    <a:pt x="130" y="0"/>
                    <a:pt x="96" y="12"/>
                    <a:pt x="69" y="36"/>
                  </a:cubicBezTo>
                  <a:cubicBezTo>
                    <a:pt x="8" y="89"/>
                    <a:pt x="0" y="182"/>
                    <a:pt x="54" y="243"/>
                  </a:cubicBezTo>
                  <a:cubicBezTo>
                    <a:pt x="923" y="1246"/>
                    <a:pt x="2176" y="2898"/>
                    <a:pt x="3213" y="5075"/>
                  </a:cubicBezTo>
                  <a:cubicBezTo>
                    <a:pt x="3238" y="5127"/>
                    <a:pt x="3290" y="5159"/>
                    <a:pt x="3345" y="5159"/>
                  </a:cubicBezTo>
                  <a:cubicBezTo>
                    <a:pt x="3366" y="5159"/>
                    <a:pt x="3387" y="5154"/>
                    <a:pt x="3408" y="5144"/>
                  </a:cubicBezTo>
                  <a:cubicBezTo>
                    <a:pt x="3480" y="5109"/>
                    <a:pt x="3512" y="5022"/>
                    <a:pt x="3477" y="4950"/>
                  </a:cubicBezTo>
                  <a:cubicBezTo>
                    <a:pt x="2427" y="2743"/>
                    <a:pt x="1156" y="1068"/>
                    <a:pt x="274" y="51"/>
                  </a:cubicBezTo>
                  <a:cubicBezTo>
                    <a:pt x="246" y="17"/>
                    <a:pt x="205" y="0"/>
                    <a:pt x="1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63"/>
            <p:cNvSpPr/>
            <p:nvPr/>
          </p:nvSpPr>
          <p:spPr>
            <a:xfrm>
              <a:off x="449636" y="4331108"/>
              <a:ext cx="38676" cy="37418"/>
            </a:xfrm>
            <a:custGeom>
              <a:rect b="b" l="l" r="r" t="t"/>
              <a:pathLst>
                <a:path extrusionOk="0" h="805" w="832">
                  <a:moveTo>
                    <a:pt x="162" y="1"/>
                  </a:moveTo>
                  <a:cubicBezTo>
                    <a:pt x="123" y="1"/>
                    <a:pt x="83" y="17"/>
                    <a:pt x="55" y="49"/>
                  </a:cubicBezTo>
                  <a:cubicBezTo>
                    <a:pt x="1" y="107"/>
                    <a:pt x="5" y="200"/>
                    <a:pt x="63" y="254"/>
                  </a:cubicBezTo>
                  <a:cubicBezTo>
                    <a:pt x="66" y="256"/>
                    <a:pt x="257" y="432"/>
                    <a:pt x="564" y="758"/>
                  </a:cubicBezTo>
                  <a:cubicBezTo>
                    <a:pt x="592" y="788"/>
                    <a:pt x="631" y="804"/>
                    <a:pt x="670" y="804"/>
                  </a:cubicBezTo>
                  <a:cubicBezTo>
                    <a:pt x="706" y="804"/>
                    <a:pt x="742" y="791"/>
                    <a:pt x="771" y="764"/>
                  </a:cubicBezTo>
                  <a:cubicBezTo>
                    <a:pt x="829" y="709"/>
                    <a:pt x="832" y="616"/>
                    <a:pt x="777" y="558"/>
                  </a:cubicBezTo>
                  <a:cubicBezTo>
                    <a:pt x="461" y="222"/>
                    <a:pt x="269" y="47"/>
                    <a:pt x="261" y="39"/>
                  </a:cubicBezTo>
                  <a:cubicBezTo>
                    <a:pt x="233" y="14"/>
                    <a:pt x="197" y="1"/>
                    <a:pt x="1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63"/>
            <p:cNvSpPr/>
            <p:nvPr/>
          </p:nvSpPr>
          <p:spPr>
            <a:xfrm>
              <a:off x="774001" y="4638317"/>
              <a:ext cx="154935" cy="290516"/>
            </a:xfrm>
            <a:custGeom>
              <a:rect b="b" l="l" r="r" t="t"/>
              <a:pathLst>
                <a:path extrusionOk="0" h="6250" w="3333">
                  <a:moveTo>
                    <a:pt x="3167" y="1"/>
                  </a:moveTo>
                  <a:cubicBezTo>
                    <a:pt x="3122" y="1"/>
                    <a:pt x="3077" y="22"/>
                    <a:pt x="3049" y="61"/>
                  </a:cubicBezTo>
                  <a:cubicBezTo>
                    <a:pt x="1790" y="1801"/>
                    <a:pt x="773" y="3819"/>
                    <a:pt x="27" y="6057"/>
                  </a:cubicBezTo>
                  <a:cubicBezTo>
                    <a:pt x="1" y="6133"/>
                    <a:pt x="43" y="6216"/>
                    <a:pt x="119" y="6242"/>
                  </a:cubicBezTo>
                  <a:cubicBezTo>
                    <a:pt x="135" y="6247"/>
                    <a:pt x="151" y="6250"/>
                    <a:pt x="165" y="6250"/>
                  </a:cubicBezTo>
                  <a:cubicBezTo>
                    <a:pt x="226" y="6250"/>
                    <a:pt x="284" y="6211"/>
                    <a:pt x="304" y="6149"/>
                  </a:cubicBezTo>
                  <a:cubicBezTo>
                    <a:pt x="1040" y="3939"/>
                    <a:pt x="2044" y="1949"/>
                    <a:pt x="3285" y="232"/>
                  </a:cubicBezTo>
                  <a:cubicBezTo>
                    <a:pt x="3332" y="167"/>
                    <a:pt x="3318" y="76"/>
                    <a:pt x="3252" y="28"/>
                  </a:cubicBezTo>
                  <a:cubicBezTo>
                    <a:pt x="3227" y="10"/>
                    <a:pt x="3197" y="1"/>
                    <a:pt x="31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63"/>
            <p:cNvSpPr/>
            <p:nvPr/>
          </p:nvSpPr>
          <p:spPr>
            <a:xfrm>
              <a:off x="913453" y="4524572"/>
              <a:ext cx="114307" cy="127362"/>
            </a:xfrm>
            <a:custGeom>
              <a:rect b="b" l="l" r="r" t="t"/>
              <a:pathLst>
                <a:path extrusionOk="0" h="2740" w="2459">
                  <a:moveTo>
                    <a:pt x="2296" y="0"/>
                  </a:moveTo>
                  <a:cubicBezTo>
                    <a:pt x="2260" y="0"/>
                    <a:pt x="2224" y="13"/>
                    <a:pt x="2196" y="40"/>
                  </a:cubicBezTo>
                  <a:cubicBezTo>
                    <a:pt x="1430" y="767"/>
                    <a:pt x="708" y="1597"/>
                    <a:pt x="49" y="2508"/>
                  </a:cubicBezTo>
                  <a:cubicBezTo>
                    <a:pt x="1" y="2573"/>
                    <a:pt x="15" y="2664"/>
                    <a:pt x="81" y="2713"/>
                  </a:cubicBezTo>
                  <a:cubicBezTo>
                    <a:pt x="107" y="2730"/>
                    <a:pt x="137" y="2740"/>
                    <a:pt x="166" y="2740"/>
                  </a:cubicBezTo>
                  <a:cubicBezTo>
                    <a:pt x="213" y="2740"/>
                    <a:pt x="257" y="2719"/>
                    <a:pt x="285" y="2679"/>
                  </a:cubicBezTo>
                  <a:cubicBezTo>
                    <a:pt x="934" y="1783"/>
                    <a:pt x="1644" y="967"/>
                    <a:pt x="2397" y="252"/>
                  </a:cubicBezTo>
                  <a:cubicBezTo>
                    <a:pt x="2456" y="196"/>
                    <a:pt x="2458" y="104"/>
                    <a:pt x="2403" y="45"/>
                  </a:cubicBezTo>
                  <a:cubicBezTo>
                    <a:pt x="2374" y="15"/>
                    <a:pt x="2335" y="0"/>
                    <a:pt x="22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63"/>
            <p:cNvSpPr/>
            <p:nvPr/>
          </p:nvSpPr>
          <p:spPr>
            <a:xfrm>
              <a:off x="1042912" y="4443970"/>
              <a:ext cx="90832" cy="67074"/>
            </a:xfrm>
            <a:custGeom>
              <a:rect b="b" l="l" r="r" t="t"/>
              <a:pathLst>
                <a:path extrusionOk="0" h="1443" w="1954">
                  <a:moveTo>
                    <a:pt x="1786" y="0"/>
                  </a:moveTo>
                  <a:cubicBezTo>
                    <a:pt x="1764" y="0"/>
                    <a:pt x="1741" y="5"/>
                    <a:pt x="1719" y="16"/>
                  </a:cubicBezTo>
                  <a:cubicBezTo>
                    <a:pt x="1692" y="31"/>
                    <a:pt x="1033" y="372"/>
                    <a:pt x="70" y="1184"/>
                  </a:cubicBezTo>
                  <a:cubicBezTo>
                    <a:pt x="8" y="1237"/>
                    <a:pt x="1" y="1329"/>
                    <a:pt x="53" y="1391"/>
                  </a:cubicBezTo>
                  <a:cubicBezTo>
                    <a:pt x="81" y="1425"/>
                    <a:pt x="123" y="1442"/>
                    <a:pt x="164" y="1442"/>
                  </a:cubicBezTo>
                  <a:cubicBezTo>
                    <a:pt x="198" y="1442"/>
                    <a:pt x="231" y="1431"/>
                    <a:pt x="259" y="1408"/>
                  </a:cubicBezTo>
                  <a:cubicBezTo>
                    <a:pt x="1194" y="620"/>
                    <a:pt x="1846" y="281"/>
                    <a:pt x="1853" y="277"/>
                  </a:cubicBezTo>
                  <a:cubicBezTo>
                    <a:pt x="1925" y="240"/>
                    <a:pt x="1953" y="152"/>
                    <a:pt x="1917" y="80"/>
                  </a:cubicBezTo>
                  <a:cubicBezTo>
                    <a:pt x="1891" y="29"/>
                    <a:pt x="1840" y="0"/>
                    <a:pt x="17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63"/>
            <p:cNvSpPr/>
            <p:nvPr/>
          </p:nvSpPr>
          <p:spPr>
            <a:xfrm>
              <a:off x="768749" y="4387725"/>
              <a:ext cx="156469" cy="577824"/>
            </a:xfrm>
            <a:custGeom>
              <a:rect b="b" l="l" r="r" t="t"/>
              <a:pathLst>
                <a:path extrusionOk="0" h="12431" w="3366">
                  <a:moveTo>
                    <a:pt x="3202" y="0"/>
                  </a:moveTo>
                  <a:cubicBezTo>
                    <a:pt x="3140" y="0"/>
                    <a:pt x="3083" y="39"/>
                    <a:pt x="3062" y="101"/>
                  </a:cubicBezTo>
                  <a:cubicBezTo>
                    <a:pt x="2025" y="3366"/>
                    <a:pt x="654" y="8125"/>
                    <a:pt x="13" y="12261"/>
                  </a:cubicBezTo>
                  <a:cubicBezTo>
                    <a:pt x="0" y="12341"/>
                    <a:pt x="55" y="12415"/>
                    <a:pt x="135" y="12428"/>
                  </a:cubicBezTo>
                  <a:cubicBezTo>
                    <a:pt x="142" y="12429"/>
                    <a:pt x="150" y="12430"/>
                    <a:pt x="158" y="12430"/>
                  </a:cubicBezTo>
                  <a:cubicBezTo>
                    <a:pt x="228" y="12430"/>
                    <a:pt x="290" y="12379"/>
                    <a:pt x="301" y="12306"/>
                  </a:cubicBezTo>
                  <a:cubicBezTo>
                    <a:pt x="940" y="8189"/>
                    <a:pt x="2307" y="3445"/>
                    <a:pt x="3341" y="191"/>
                  </a:cubicBezTo>
                  <a:cubicBezTo>
                    <a:pt x="3365" y="113"/>
                    <a:pt x="3324" y="31"/>
                    <a:pt x="3246" y="7"/>
                  </a:cubicBezTo>
                  <a:cubicBezTo>
                    <a:pt x="3231" y="2"/>
                    <a:pt x="3216" y="0"/>
                    <a:pt x="32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63"/>
            <p:cNvSpPr/>
            <p:nvPr/>
          </p:nvSpPr>
          <p:spPr>
            <a:xfrm>
              <a:off x="909967" y="4298662"/>
              <a:ext cx="44300" cy="102680"/>
            </a:xfrm>
            <a:custGeom>
              <a:rect b="b" l="l" r="r" t="t"/>
              <a:pathLst>
                <a:path extrusionOk="0" h="2209" w="953">
                  <a:moveTo>
                    <a:pt x="790" y="1"/>
                  </a:moveTo>
                  <a:cubicBezTo>
                    <a:pt x="728" y="1"/>
                    <a:pt x="671" y="40"/>
                    <a:pt x="650" y="100"/>
                  </a:cubicBezTo>
                  <a:cubicBezTo>
                    <a:pt x="440" y="729"/>
                    <a:pt x="229" y="1373"/>
                    <a:pt x="24" y="2017"/>
                  </a:cubicBezTo>
                  <a:cubicBezTo>
                    <a:pt x="0" y="2095"/>
                    <a:pt x="43" y="2177"/>
                    <a:pt x="120" y="2201"/>
                  </a:cubicBezTo>
                  <a:cubicBezTo>
                    <a:pt x="134" y="2206"/>
                    <a:pt x="149" y="2208"/>
                    <a:pt x="164" y="2208"/>
                  </a:cubicBezTo>
                  <a:cubicBezTo>
                    <a:pt x="226" y="2208"/>
                    <a:pt x="283" y="2169"/>
                    <a:pt x="303" y="2106"/>
                  </a:cubicBezTo>
                  <a:cubicBezTo>
                    <a:pt x="507" y="1463"/>
                    <a:pt x="718" y="820"/>
                    <a:pt x="928" y="194"/>
                  </a:cubicBezTo>
                  <a:cubicBezTo>
                    <a:pt x="953" y="117"/>
                    <a:pt x="912" y="34"/>
                    <a:pt x="835" y="8"/>
                  </a:cubicBezTo>
                  <a:cubicBezTo>
                    <a:pt x="820" y="3"/>
                    <a:pt x="805" y="1"/>
                    <a:pt x="7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63"/>
            <p:cNvSpPr/>
            <p:nvPr/>
          </p:nvSpPr>
          <p:spPr>
            <a:xfrm>
              <a:off x="946968" y="4212621"/>
              <a:ext cx="37142" cy="75999"/>
            </a:xfrm>
            <a:custGeom>
              <a:rect b="b" l="l" r="r" t="t"/>
              <a:pathLst>
                <a:path extrusionOk="0" h="1635" w="799">
                  <a:moveTo>
                    <a:pt x="633" y="0"/>
                  </a:moveTo>
                  <a:cubicBezTo>
                    <a:pt x="573" y="0"/>
                    <a:pt x="517" y="37"/>
                    <a:pt x="496" y="96"/>
                  </a:cubicBezTo>
                  <a:cubicBezTo>
                    <a:pt x="494" y="101"/>
                    <a:pt x="312" y="602"/>
                    <a:pt x="27" y="1441"/>
                  </a:cubicBezTo>
                  <a:cubicBezTo>
                    <a:pt x="1" y="1517"/>
                    <a:pt x="41" y="1600"/>
                    <a:pt x="118" y="1626"/>
                  </a:cubicBezTo>
                  <a:cubicBezTo>
                    <a:pt x="134" y="1631"/>
                    <a:pt x="150" y="1634"/>
                    <a:pt x="165" y="1634"/>
                  </a:cubicBezTo>
                  <a:cubicBezTo>
                    <a:pt x="226" y="1634"/>
                    <a:pt x="283" y="1596"/>
                    <a:pt x="304" y="1535"/>
                  </a:cubicBezTo>
                  <a:cubicBezTo>
                    <a:pt x="588" y="699"/>
                    <a:pt x="769" y="201"/>
                    <a:pt x="771" y="196"/>
                  </a:cubicBezTo>
                  <a:cubicBezTo>
                    <a:pt x="798" y="120"/>
                    <a:pt x="759" y="36"/>
                    <a:pt x="683" y="9"/>
                  </a:cubicBezTo>
                  <a:cubicBezTo>
                    <a:pt x="666" y="3"/>
                    <a:pt x="649" y="0"/>
                    <a:pt x="6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63"/>
            <p:cNvSpPr/>
            <p:nvPr/>
          </p:nvSpPr>
          <p:spPr>
            <a:xfrm>
              <a:off x="554643" y="4724219"/>
              <a:ext cx="161349" cy="162317"/>
            </a:xfrm>
            <a:custGeom>
              <a:rect b="b" l="l" r="r" t="t"/>
              <a:pathLst>
                <a:path extrusionOk="0" h="3492" w="3471">
                  <a:moveTo>
                    <a:pt x="166" y="0"/>
                  </a:moveTo>
                  <a:cubicBezTo>
                    <a:pt x="107" y="0"/>
                    <a:pt x="51" y="36"/>
                    <a:pt x="29" y="94"/>
                  </a:cubicBezTo>
                  <a:cubicBezTo>
                    <a:pt x="1" y="170"/>
                    <a:pt x="39" y="254"/>
                    <a:pt x="114" y="282"/>
                  </a:cubicBezTo>
                  <a:cubicBezTo>
                    <a:pt x="1630" y="858"/>
                    <a:pt x="2658" y="1905"/>
                    <a:pt x="3168" y="3392"/>
                  </a:cubicBezTo>
                  <a:cubicBezTo>
                    <a:pt x="3189" y="3453"/>
                    <a:pt x="3245" y="3491"/>
                    <a:pt x="3306" y="3491"/>
                  </a:cubicBezTo>
                  <a:cubicBezTo>
                    <a:pt x="3322" y="3491"/>
                    <a:pt x="3338" y="3489"/>
                    <a:pt x="3353" y="3483"/>
                  </a:cubicBezTo>
                  <a:cubicBezTo>
                    <a:pt x="3430" y="3457"/>
                    <a:pt x="3471" y="3374"/>
                    <a:pt x="3445" y="3297"/>
                  </a:cubicBezTo>
                  <a:cubicBezTo>
                    <a:pt x="2905" y="1723"/>
                    <a:pt x="1819" y="617"/>
                    <a:pt x="217" y="9"/>
                  </a:cubicBezTo>
                  <a:cubicBezTo>
                    <a:pt x="200" y="3"/>
                    <a:pt x="183" y="0"/>
                    <a:pt x="1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63"/>
            <p:cNvSpPr/>
            <p:nvPr/>
          </p:nvSpPr>
          <p:spPr>
            <a:xfrm>
              <a:off x="445313" y="4701814"/>
              <a:ext cx="124766" cy="36024"/>
            </a:xfrm>
            <a:custGeom>
              <a:rect b="b" l="l" r="r" t="t"/>
              <a:pathLst>
                <a:path extrusionOk="0" h="775" w="2684">
                  <a:moveTo>
                    <a:pt x="148" y="1"/>
                  </a:moveTo>
                  <a:cubicBezTo>
                    <a:pt x="72" y="1"/>
                    <a:pt x="9" y="62"/>
                    <a:pt x="4" y="138"/>
                  </a:cubicBezTo>
                  <a:cubicBezTo>
                    <a:pt x="0" y="219"/>
                    <a:pt x="61" y="288"/>
                    <a:pt x="142" y="293"/>
                  </a:cubicBezTo>
                  <a:cubicBezTo>
                    <a:pt x="990" y="342"/>
                    <a:pt x="1771" y="501"/>
                    <a:pt x="2466" y="765"/>
                  </a:cubicBezTo>
                  <a:cubicBezTo>
                    <a:pt x="2483" y="772"/>
                    <a:pt x="2501" y="775"/>
                    <a:pt x="2517" y="775"/>
                  </a:cubicBezTo>
                  <a:cubicBezTo>
                    <a:pt x="2576" y="775"/>
                    <a:pt x="2632" y="738"/>
                    <a:pt x="2655" y="680"/>
                  </a:cubicBezTo>
                  <a:cubicBezTo>
                    <a:pt x="2683" y="605"/>
                    <a:pt x="2646" y="520"/>
                    <a:pt x="2570" y="491"/>
                  </a:cubicBezTo>
                  <a:cubicBezTo>
                    <a:pt x="1847" y="218"/>
                    <a:pt x="1036" y="53"/>
                    <a:pt x="160" y="1"/>
                  </a:cubicBezTo>
                  <a:cubicBezTo>
                    <a:pt x="156" y="1"/>
                    <a:pt x="152" y="1"/>
                    <a:pt x="1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63"/>
            <p:cNvSpPr/>
            <p:nvPr/>
          </p:nvSpPr>
          <p:spPr>
            <a:xfrm>
              <a:off x="373727" y="4701349"/>
              <a:ext cx="42348" cy="15851"/>
            </a:xfrm>
            <a:custGeom>
              <a:rect b="b" l="l" r="r" t="t"/>
              <a:pathLst>
                <a:path extrusionOk="0" h="341" w="911">
                  <a:moveTo>
                    <a:pt x="766" y="0"/>
                  </a:moveTo>
                  <a:cubicBezTo>
                    <a:pt x="762" y="0"/>
                    <a:pt x="759" y="1"/>
                    <a:pt x="755" y="1"/>
                  </a:cubicBezTo>
                  <a:cubicBezTo>
                    <a:pt x="375" y="17"/>
                    <a:pt x="146" y="48"/>
                    <a:pt x="136" y="50"/>
                  </a:cubicBezTo>
                  <a:cubicBezTo>
                    <a:pt x="55" y="62"/>
                    <a:pt x="1" y="135"/>
                    <a:pt x="12" y="215"/>
                  </a:cubicBezTo>
                  <a:cubicBezTo>
                    <a:pt x="22" y="288"/>
                    <a:pt x="85" y="341"/>
                    <a:pt x="156" y="341"/>
                  </a:cubicBezTo>
                  <a:cubicBezTo>
                    <a:pt x="163" y="341"/>
                    <a:pt x="170" y="340"/>
                    <a:pt x="177" y="340"/>
                  </a:cubicBezTo>
                  <a:cubicBezTo>
                    <a:pt x="179" y="339"/>
                    <a:pt x="404" y="307"/>
                    <a:pt x="767" y="294"/>
                  </a:cubicBezTo>
                  <a:cubicBezTo>
                    <a:pt x="848" y="291"/>
                    <a:pt x="911" y="222"/>
                    <a:pt x="906" y="142"/>
                  </a:cubicBezTo>
                  <a:cubicBezTo>
                    <a:pt x="904" y="64"/>
                    <a:pt x="842" y="0"/>
                    <a:pt x="7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63"/>
            <p:cNvSpPr/>
            <p:nvPr/>
          </p:nvSpPr>
          <p:spPr>
            <a:xfrm>
              <a:off x="969374" y="4651193"/>
              <a:ext cx="330183" cy="148233"/>
            </a:xfrm>
            <a:custGeom>
              <a:rect b="b" l="l" r="r" t="t"/>
              <a:pathLst>
                <a:path extrusionOk="0" h="3189" w="7103">
                  <a:moveTo>
                    <a:pt x="4556" y="1"/>
                  </a:moveTo>
                  <a:cubicBezTo>
                    <a:pt x="4160" y="1"/>
                    <a:pt x="3736" y="36"/>
                    <a:pt x="3299" y="110"/>
                  </a:cubicBezTo>
                  <a:cubicBezTo>
                    <a:pt x="1415" y="429"/>
                    <a:pt x="0" y="1353"/>
                    <a:pt x="139" y="2173"/>
                  </a:cubicBezTo>
                  <a:cubicBezTo>
                    <a:pt x="245" y="2803"/>
                    <a:pt x="1239" y="3189"/>
                    <a:pt x="2549" y="3189"/>
                  </a:cubicBezTo>
                  <a:cubicBezTo>
                    <a:pt x="2943" y="3189"/>
                    <a:pt x="3367" y="3154"/>
                    <a:pt x="3803" y="3080"/>
                  </a:cubicBezTo>
                  <a:cubicBezTo>
                    <a:pt x="5688" y="2761"/>
                    <a:pt x="7102" y="1838"/>
                    <a:pt x="6964" y="1017"/>
                  </a:cubicBezTo>
                  <a:cubicBezTo>
                    <a:pt x="6857" y="387"/>
                    <a:pt x="5864" y="1"/>
                    <a:pt x="455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63"/>
            <p:cNvSpPr/>
            <p:nvPr/>
          </p:nvSpPr>
          <p:spPr>
            <a:xfrm>
              <a:off x="826528" y="4723475"/>
              <a:ext cx="163255" cy="163061"/>
            </a:xfrm>
            <a:custGeom>
              <a:rect b="b" l="l" r="r" t="t"/>
              <a:pathLst>
                <a:path extrusionOk="0" h="3508" w="3512">
                  <a:moveTo>
                    <a:pt x="3346" y="1"/>
                  </a:moveTo>
                  <a:cubicBezTo>
                    <a:pt x="3329" y="1"/>
                    <a:pt x="3312" y="4"/>
                    <a:pt x="3296" y="10"/>
                  </a:cubicBezTo>
                  <a:cubicBezTo>
                    <a:pt x="1671" y="614"/>
                    <a:pt x="572" y="1725"/>
                    <a:pt x="27" y="3314"/>
                  </a:cubicBezTo>
                  <a:cubicBezTo>
                    <a:pt x="1" y="3390"/>
                    <a:pt x="42" y="3474"/>
                    <a:pt x="118" y="3500"/>
                  </a:cubicBezTo>
                  <a:cubicBezTo>
                    <a:pt x="134" y="3505"/>
                    <a:pt x="150" y="3507"/>
                    <a:pt x="165" y="3507"/>
                  </a:cubicBezTo>
                  <a:cubicBezTo>
                    <a:pt x="226" y="3507"/>
                    <a:pt x="283" y="3469"/>
                    <a:pt x="304" y="3408"/>
                  </a:cubicBezTo>
                  <a:cubicBezTo>
                    <a:pt x="818" y="1907"/>
                    <a:pt x="1859" y="855"/>
                    <a:pt x="3397" y="284"/>
                  </a:cubicBezTo>
                  <a:cubicBezTo>
                    <a:pt x="3473" y="255"/>
                    <a:pt x="3512" y="171"/>
                    <a:pt x="3483" y="96"/>
                  </a:cubicBezTo>
                  <a:cubicBezTo>
                    <a:pt x="3461" y="37"/>
                    <a:pt x="3405" y="1"/>
                    <a:pt x="33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63"/>
            <p:cNvSpPr/>
            <p:nvPr/>
          </p:nvSpPr>
          <p:spPr>
            <a:xfrm>
              <a:off x="974394" y="4701349"/>
              <a:ext cx="132017" cy="35792"/>
            </a:xfrm>
            <a:custGeom>
              <a:rect b="b" l="l" r="r" t="t"/>
              <a:pathLst>
                <a:path extrusionOk="0" h="770" w="2840">
                  <a:moveTo>
                    <a:pt x="2690" y="1"/>
                  </a:moveTo>
                  <a:cubicBezTo>
                    <a:pt x="2688" y="1"/>
                    <a:pt x="2686" y="1"/>
                    <a:pt x="2684" y="1"/>
                  </a:cubicBezTo>
                  <a:cubicBezTo>
                    <a:pt x="1750" y="37"/>
                    <a:pt x="885" y="199"/>
                    <a:pt x="115" y="486"/>
                  </a:cubicBezTo>
                  <a:cubicBezTo>
                    <a:pt x="39" y="514"/>
                    <a:pt x="0" y="598"/>
                    <a:pt x="29" y="674"/>
                  </a:cubicBezTo>
                  <a:cubicBezTo>
                    <a:pt x="51" y="732"/>
                    <a:pt x="106" y="769"/>
                    <a:pt x="166" y="769"/>
                  </a:cubicBezTo>
                  <a:cubicBezTo>
                    <a:pt x="183" y="769"/>
                    <a:pt x="200" y="766"/>
                    <a:pt x="216" y="760"/>
                  </a:cubicBezTo>
                  <a:cubicBezTo>
                    <a:pt x="957" y="485"/>
                    <a:pt x="1791" y="327"/>
                    <a:pt x="2696" y="293"/>
                  </a:cubicBezTo>
                  <a:cubicBezTo>
                    <a:pt x="2777" y="291"/>
                    <a:pt x="2840" y="222"/>
                    <a:pt x="2837" y="142"/>
                  </a:cubicBezTo>
                  <a:cubicBezTo>
                    <a:pt x="2834" y="63"/>
                    <a:pt x="2772" y="1"/>
                    <a:pt x="26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63"/>
            <p:cNvSpPr/>
            <p:nvPr/>
          </p:nvSpPr>
          <p:spPr>
            <a:xfrm>
              <a:off x="530564" y="4857115"/>
              <a:ext cx="490975" cy="286379"/>
            </a:xfrm>
            <a:custGeom>
              <a:rect b="b" l="l" r="r" t="t"/>
              <a:pathLst>
                <a:path extrusionOk="0" h="6161" w="10562">
                  <a:moveTo>
                    <a:pt x="350" y="0"/>
                  </a:moveTo>
                  <a:cubicBezTo>
                    <a:pt x="125" y="726"/>
                    <a:pt x="0" y="1514"/>
                    <a:pt x="0" y="2337"/>
                  </a:cubicBezTo>
                  <a:cubicBezTo>
                    <a:pt x="0" y="3667"/>
                    <a:pt x="323" y="5003"/>
                    <a:pt x="876" y="6160"/>
                  </a:cubicBezTo>
                  <a:lnTo>
                    <a:pt x="9687" y="6160"/>
                  </a:lnTo>
                  <a:cubicBezTo>
                    <a:pt x="10240" y="5003"/>
                    <a:pt x="10562" y="3667"/>
                    <a:pt x="10562" y="2337"/>
                  </a:cubicBezTo>
                  <a:cubicBezTo>
                    <a:pt x="10562" y="1514"/>
                    <a:pt x="10438" y="727"/>
                    <a:pt x="102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63"/>
            <p:cNvSpPr/>
            <p:nvPr/>
          </p:nvSpPr>
          <p:spPr>
            <a:xfrm>
              <a:off x="531959" y="4907875"/>
              <a:ext cx="488139" cy="25472"/>
            </a:xfrm>
            <a:custGeom>
              <a:rect b="b" l="l" r="r" t="t"/>
              <a:pathLst>
                <a:path extrusionOk="0" h="548" w="10501">
                  <a:moveTo>
                    <a:pt x="67" y="1"/>
                  </a:moveTo>
                  <a:cubicBezTo>
                    <a:pt x="39" y="180"/>
                    <a:pt x="18" y="363"/>
                    <a:pt x="1" y="547"/>
                  </a:cubicBezTo>
                  <a:lnTo>
                    <a:pt x="10500" y="547"/>
                  </a:lnTo>
                  <a:cubicBezTo>
                    <a:pt x="10485" y="363"/>
                    <a:pt x="10463" y="180"/>
                    <a:pt x="104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63"/>
            <p:cNvSpPr/>
            <p:nvPr/>
          </p:nvSpPr>
          <p:spPr>
            <a:xfrm>
              <a:off x="533353" y="5012324"/>
              <a:ext cx="485443" cy="25426"/>
            </a:xfrm>
            <a:custGeom>
              <a:rect b="b" l="l" r="r" t="t"/>
              <a:pathLst>
                <a:path extrusionOk="0" h="547" w="10443">
                  <a:moveTo>
                    <a:pt x="0" y="0"/>
                  </a:moveTo>
                  <a:cubicBezTo>
                    <a:pt x="21" y="183"/>
                    <a:pt x="51" y="366"/>
                    <a:pt x="83" y="546"/>
                  </a:cubicBezTo>
                  <a:lnTo>
                    <a:pt x="10359" y="546"/>
                  </a:lnTo>
                  <a:cubicBezTo>
                    <a:pt x="10392" y="366"/>
                    <a:pt x="10421" y="183"/>
                    <a:pt x="1044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63"/>
            <p:cNvSpPr/>
            <p:nvPr/>
          </p:nvSpPr>
          <p:spPr>
            <a:xfrm>
              <a:off x="550274" y="4947386"/>
              <a:ext cx="39559" cy="39557"/>
            </a:xfrm>
            <a:custGeom>
              <a:rect b="b" l="l" r="r" t="t"/>
              <a:pathLst>
                <a:path extrusionOk="0" h="851" w="851">
                  <a:moveTo>
                    <a:pt x="425" y="1"/>
                  </a:moveTo>
                  <a:cubicBezTo>
                    <a:pt x="191" y="1"/>
                    <a:pt x="0" y="191"/>
                    <a:pt x="0" y="426"/>
                  </a:cubicBezTo>
                  <a:cubicBezTo>
                    <a:pt x="0" y="661"/>
                    <a:pt x="191" y="851"/>
                    <a:pt x="425" y="851"/>
                  </a:cubicBezTo>
                  <a:cubicBezTo>
                    <a:pt x="660" y="851"/>
                    <a:pt x="850" y="660"/>
                    <a:pt x="850" y="426"/>
                  </a:cubicBezTo>
                  <a:cubicBezTo>
                    <a:pt x="850" y="191"/>
                    <a:pt x="660"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63"/>
            <p:cNvSpPr/>
            <p:nvPr/>
          </p:nvSpPr>
          <p:spPr>
            <a:xfrm>
              <a:off x="649052" y="4947386"/>
              <a:ext cx="39559" cy="39557"/>
            </a:xfrm>
            <a:custGeom>
              <a:rect b="b" l="l" r="r" t="t"/>
              <a:pathLst>
                <a:path extrusionOk="0" h="851" w="851">
                  <a:moveTo>
                    <a:pt x="425" y="1"/>
                  </a:moveTo>
                  <a:cubicBezTo>
                    <a:pt x="190" y="1"/>
                    <a:pt x="0" y="191"/>
                    <a:pt x="0" y="426"/>
                  </a:cubicBezTo>
                  <a:cubicBezTo>
                    <a:pt x="0" y="661"/>
                    <a:pt x="190" y="851"/>
                    <a:pt x="425" y="851"/>
                  </a:cubicBezTo>
                  <a:cubicBezTo>
                    <a:pt x="660" y="851"/>
                    <a:pt x="850" y="660"/>
                    <a:pt x="850" y="426"/>
                  </a:cubicBezTo>
                  <a:cubicBezTo>
                    <a:pt x="850" y="191"/>
                    <a:pt x="660"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63"/>
            <p:cNvSpPr/>
            <p:nvPr/>
          </p:nvSpPr>
          <p:spPr>
            <a:xfrm>
              <a:off x="747831" y="4947386"/>
              <a:ext cx="39559" cy="39557"/>
            </a:xfrm>
            <a:custGeom>
              <a:rect b="b" l="l" r="r" t="t"/>
              <a:pathLst>
                <a:path extrusionOk="0" h="851" w="851">
                  <a:moveTo>
                    <a:pt x="425" y="1"/>
                  </a:moveTo>
                  <a:cubicBezTo>
                    <a:pt x="190" y="1"/>
                    <a:pt x="0" y="191"/>
                    <a:pt x="0" y="426"/>
                  </a:cubicBezTo>
                  <a:cubicBezTo>
                    <a:pt x="0" y="661"/>
                    <a:pt x="190" y="851"/>
                    <a:pt x="425" y="851"/>
                  </a:cubicBezTo>
                  <a:cubicBezTo>
                    <a:pt x="660" y="851"/>
                    <a:pt x="850" y="660"/>
                    <a:pt x="850" y="426"/>
                  </a:cubicBezTo>
                  <a:cubicBezTo>
                    <a:pt x="850" y="191"/>
                    <a:pt x="660"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63"/>
            <p:cNvSpPr/>
            <p:nvPr/>
          </p:nvSpPr>
          <p:spPr>
            <a:xfrm>
              <a:off x="846609" y="4947386"/>
              <a:ext cx="39512" cy="39557"/>
            </a:xfrm>
            <a:custGeom>
              <a:rect b="b" l="l" r="r" t="t"/>
              <a:pathLst>
                <a:path extrusionOk="0" h="851" w="850">
                  <a:moveTo>
                    <a:pt x="425" y="1"/>
                  </a:moveTo>
                  <a:cubicBezTo>
                    <a:pt x="190" y="1"/>
                    <a:pt x="0" y="191"/>
                    <a:pt x="0" y="426"/>
                  </a:cubicBezTo>
                  <a:cubicBezTo>
                    <a:pt x="0" y="661"/>
                    <a:pt x="190" y="851"/>
                    <a:pt x="425" y="851"/>
                  </a:cubicBezTo>
                  <a:cubicBezTo>
                    <a:pt x="659" y="851"/>
                    <a:pt x="850" y="660"/>
                    <a:pt x="850" y="426"/>
                  </a:cubicBezTo>
                  <a:cubicBezTo>
                    <a:pt x="850" y="191"/>
                    <a:pt x="659" y="1"/>
                    <a:pt x="4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63"/>
            <p:cNvSpPr/>
            <p:nvPr/>
          </p:nvSpPr>
          <p:spPr>
            <a:xfrm>
              <a:off x="945295" y="4947386"/>
              <a:ext cx="39559" cy="39557"/>
            </a:xfrm>
            <a:custGeom>
              <a:rect b="b" l="l" r="r" t="t"/>
              <a:pathLst>
                <a:path extrusionOk="0" h="851" w="851">
                  <a:moveTo>
                    <a:pt x="426" y="1"/>
                  </a:moveTo>
                  <a:cubicBezTo>
                    <a:pt x="192" y="1"/>
                    <a:pt x="1" y="191"/>
                    <a:pt x="1" y="426"/>
                  </a:cubicBezTo>
                  <a:cubicBezTo>
                    <a:pt x="1" y="661"/>
                    <a:pt x="192" y="851"/>
                    <a:pt x="426" y="851"/>
                  </a:cubicBezTo>
                  <a:cubicBezTo>
                    <a:pt x="661" y="851"/>
                    <a:pt x="851" y="660"/>
                    <a:pt x="851" y="426"/>
                  </a:cubicBezTo>
                  <a:cubicBezTo>
                    <a:pt x="851" y="191"/>
                    <a:pt x="661" y="1"/>
                    <a:pt x="4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87" name="Shape 387"/>
        <p:cNvGrpSpPr/>
        <p:nvPr/>
      </p:nvGrpSpPr>
      <p:grpSpPr>
        <a:xfrm>
          <a:off x="0" y="0"/>
          <a:ext cx="0" cy="0"/>
          <a:chOff x="0" y="0"/>
          <a:chExt cx="0" cy="0"/>
        </a:xfrm>
      </p:grpSpPr>
      <p:grpSp>
        <p:nvGrpSpPr>
          <p:cNvPr id="388" name="Google Shape;388;p64"/>
          <p:cNvGrpSpPr/>
          <p:nvPr/>
        </p:nvGrpSpPr>
        <p:grpSpPr>
          <a:xfrm>
            <a:off x="177825" y="2937425"/>
            <a:ext cx="1070799" cy="2206070"/>
            <a:chOff x="7930325" y="2937425"/>
            <a:chExt cx="1070799" cy="2206070"/>
          </a:xfrm>
        </p:grpSpPr>
        <p:sp>
          <p:nvSpPr>
            <p:cNvPr id="389" name="Google Shape;389;p64"/>
            <p:cNvSpPr/>
            <p:nvPr/>
          </p:nvSpPr>
          <p:spPr>
            <a:xfrm>
              <a:off x="8367232" y="3615024"/>
              <a:ext cx="127778" cy="943917"/>
            </a:xfrm>
            <a:custGeom>
              <a:rect b="b" l="l" r="r" t="t"/>
              <a:pathLst>
                <a:path extrusionOk="0" h="7365" w="997">
                  <a:moveTo>
                    <a:pt x="10" y="1"/>
                  </a:moveTo>
                  <a:cubicBezTo>
                    <a:pt x="9" y="1"/>
                    <a:pt x="8" y="1"/>
                    <a:pt x="7" y="1"/>
                  </a:cubicBezTo>
                  <a:cubicBezTo>
                    <a:pt x="3" y="4"/>
                    <a:pt x="1" y="8"/>
                    <a:pt x="3" y="12"/>
                  </a:cubicBezTo>
                  <a:lnTo>
                    <a:pt x="3" y="13"/>
                  </a:lnTo>
                  <a:cubicBezTo>
                    <a:pt x="229" y="590"/>
                    <a:pt x="381" y="1195"/>
                    <a:pt x="504" y="1802"/>
                  </a:cubicBezTo>
                  <a:cubicBezTo>
                    <a:pt x="628" y="2409"/>
                    <a:pt x="713" y="3024"/>
                    <a:pt x="768" y="3641"/>
                  </a:cubicBezTo>
                  <a:lnTo>
                    <a:pt x="796" y="4104"/>
                  </a:lnTo>
                  <a:cubicBezTo>
                    <a:pt x="800" y="4181"/>
                    <a:pt x="805" y="4259"/>
                    <a:pt x="808" y="4335"/>
                  </a:cubicBezTo>
                  <a:lnTo>
                    <a:pt x="814" y="4568"/>
                  </a:lnTo>
                  <a:lnTo>
                    <a:pt x="826" y="5032"/>
                  </a:lnTo>
                  <a:lnTo>
                    <a:pt x="828" y="5496"/>
                  </a:lnTo>
                  <a:lnTo>
                    <a:pt x="833" y="5728"/>
                  </a:lnTo>
                  <a:lnTo>
                    <a:pt x="828" y="5960"/>
                  </a:lnTo>
                  <a:cubicBezTo>
                    <a:pt x="826" y="6115"/>
                    <a:pt x="822" y="6269"/>
                    <a:pt x="823" y="6424"/>
                  </a:cubicBezTo>
                  <a:cubicBezTo>
                    <a:pt x="825" y="6580"/>
                    <a:pt x="812" y="6734"/>
                    <a:pt x="807" y="6889"/>
                  </a:cubicBezTo>
                  <a:cubicBezTo>
                    <a:pt x="803" y="7045"/>
                    <a:pt x="797" y="7200"/>
                    <a:pt x="796" y="7356"/>
                  </a:cubicBezTo>
                  <a:cubicBezTo>
                    <a:pt x="796" y="7361"/>
                    <a:pt x="800" y="7365"/>
                    <a:pt x="804" y="7365"/>
                  </a:cubicBezTo>
                  <a:cubicBezTo>
                    <a:pt x="808" y="7365"/>
                    <a:pt x="812" y="7361"/>
                    <a:pt x="813" y="7358"/>
                  </a:cubicBezTo>
                  <a:cubicBezTo>
                    <a:pt x="861" y="7051"/>
                    <a:pt x="907" y="6742"/>
                    <a:pt x="937" y="6432"/>
                  </a:cubicBezTo>
                  <a:cubicBezTo>
                    <a:pt x="951" y="6276"/>
                    <a:pt x="961" y="6120"/>
                    <a:pt x="972" y="5965"/>
                  </a:cubicBezTo>
                  <a:cubicBezTo>
                    <a:pt x="977" y="5887"/>
                    <a:pt x="984" y="5808"/>
                    <a:pt x="987" y="5731"/>
                  </a:cubicBezTo>
                  <a:lnTo>
                    <a:pt x="992" y="5497"/>
                  </a:lnTo>
                  <a:lnTo>
                    <a:pt x="996" y="5029"/>
                  </a:lnTo>
                  <a:cubicBezTo>
                    <a:pt x="992" y="4872"/>
                    <a:pt x="983" y="4717"/>
                    <a:pt x="975" y="4561"/>
                  </a:cubicBezTo>
                  <a:lnTo>
                    <a:pt x="963" y="4327"/>
                  </a:lnTo>
                  <a:cubicBezTo>
                    <a:pt x="957" y="4249"/>
                    <a:pt x="949" y="4172"/>
                    <a:pt x="942" y="4094"/>
                  </a:cubicBezTo>
                  <a:lnTo>
                    <a:pt x="898" y="3628"/>
                  </a:lnTo>
                  <a:cubicBezTo>
                    <a:pt x="826" y="3008"/>
                    <a:pt x="725" y="2392"/>
                    <a:pt x="585" y="1784"/>
                  </a:cubicBezTo>
                  <a:cubicBezTo>
                    <a:pt x="439" y="1178"/>
                    <a:pt x="265" y="578"/>
                    <a:pt x="17" y="6"/>
                  </a:cubicBezTo>
                  <a:cubicBezTo>
                    <a:pt x="16" y="3"/>
                    <a:pt x="13" y="1"/>
                    <a:pt x="10"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64"/>
            <p:cNvSpPr/>
            <p:nvPr/>
          </p:nvSpPr>
          <p:spPr>
            <a:xfrm>
              <a:off x="8358773" y="3926205"/>
              <a:ext cx="82280" cy="621460"/>
            </a:xfrm>
            <a:custGeom>
              <a:rect b="b" l="l" r="r" t="t"/>
              <a:pathLst>
                <a:path extrusionOk="0" h="4849" w="642">
                  <a:moveTo>
                    <a:pt x="9" y="0"/>
                  </a:moveTo>
                  <a:cubicBezTo>
                    <a:pt x="8" y="0"/>
                    <a:pt x="8" y="0"/>
                    <a:pt x="7" y="1"/>
                  </a:cubicBezTo>
                  <a:cubicBezTo>
                    <a:pt x="4" y="3"/>
                    <a:pt x="0" y="7"/>
                    <a:pt x="2" y="11"/>
                  </a:cubicBezTo>
                  <a:cubicBezTo>
                    <a:pt x="115" y="401"/>
                    <a:pt x="200" y="800"/>
                    <a:pt x="268" y="1200"/>
                  </a:cubicBezTo>
                  <a:cubicBezTo>
                    <a:pt x="337" y="1600"/>
                    <a:pt x="388" y="2003"/>
                    <a:pt x="413" y="2407"/>
                  </a:cubicBezTo>
                  <a:cubicBezTo>
                    <a:pt x="439" y="2812"/>
                    <a:pt x="442" y="3219"/>
                    <a:pt x="472" y="3624"/>
                  </a:cubicBezTo>
                  <a:cubicBezTo>
                    <a:pt x="500" y="4029"/>
                    <a:pt x="528" y="4434"/>
                    <a:pt x="575" y="4841"/>
                  </a:cubicBezTo>
                  <a:cubicBezTo>
                    <a:pt x="575" y="4845"/>
                    <a:pt x="580" y="4848"/>
                    <a:pt x="585" y="4848"/>
                  </a:cubicBezTo>
                  <a:cubicBezTo>
                    <a:pt x="588" y="4847"/>
                    <a:pt x="591" y="4844"/>
                    <a:pt x="592" y="4841"/>
                  </a:cubicBezTo>
                  <a:cubicBezTo>
                    <a:pt x="635" y="4433"/>
                    <a:pt x="642" y="4025"/>
                    <a:pt x="635" y="3617"/>
                  </a:cubicBezTo>
                  <a:cubicBezTo>
                    <a:pt x="630" y="3208"/>
                    <a:pt x="584" y="2801"/>
                    <a:pt x="543" y="2395"/>
                  </a:cubicBezTo>
                  <a:cubicBezTo>
                    <a:pt x="502" y="1988"/>
                    <a:pt x="434" y="1584"/>
                    <a:pt x="348" y="1184"/>
                  </a:cubicBezTo>
                  <a:cubicBezTo>
                    <a:pt x="257" y="785"/>
                    <a:pt x="151" y="392"/>
                    <a:pt x="17" y="6"/>
                  </a:cubicBezTo>
                  <a:cubicBezTo>
                    <a:pt x="16" y="2"/>
                    <a:pt x="13" y="0"/>
                    <a:pt x="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64"/>
            <p:cNvSpPr/>
            <p:nvPr/>
          </p:nvSpPr>
          <p:spPr>
            <a:xfrm>
              <a:off x="8186266" y="4036425"/>
              <a:ext cx="216595" cy="542256"/>
            </a:xfrm>
            <a:custGeom>
              <a:rect b="b" l="l" r="r" t="t"/>
              <a:pathLst>
                <a:path extrusionOk="0" h="4231" w="1690">
                  <a:moveTo>
                    <a:pt x="10" y="1"/>
                  </a:moveTo>
                  <a:cubicBezTo>
                    <a:pt x="7" y="1"/>
                    <a:pt x="5" y="2"/>
                    <a:pt x="3" y="4"/>
                  </a:cubicBezTo>
                  <a:cubicBezTo>
                    <a:pt x="0" y="8"/>
                    <a:pt x="1" y="14"/>
                    <a:pt x="5" y="16"/>
                  </a:cubicBezTo>
                  <a:cubicBezTo>
                    <a:pt x="327" y="246"/>
                    <a:pt x="610" y="528"/>
                    <a:pt x="850" y="837"/>
                  </a:cubicBezTo>
                  <a:cubicBezTo>
                    <a:pt x="970" y="993"/>
                    <a:pt x="1081" y="1156"/>
                    <a:pt x="1172" y="1327"/>
                  </a:cubicBezTo>
                  <a:lnTo>
                    <a:pt x="1234" y="1456"/>
                  </a:lnTo>
                  <a:lnTo>
                    <a:pt x="1282" y="1593"/>
                  </a:lnTo>
                  <a:cubicBezTo>
                    <a:pt x="1299" y="1638"/>
                    <a:pt x="1312" y="1685"/>
                    <a:pt x="1323" y="1732"/>
                  </a:cubicBezTo>
                  <a:cubicBezTo>
                    <a:pt x="1336" y="1780"/>
                    <a:pt x="1350" y="1826"/>
                    <a:pt x="1360" y="1874"/>
                  </a:cubicBezTo>
                  <a:cubicBezTo>
                    <a:pt x="1444" y="2256"/>
                    <a:pt x="1469" y="2650"/>
                    <a:pt x="1510" y="3040"/>
                  </a:cubicBezTo>
                  <a:lnTo>
                    <a:pt x="1613" y="4224"/>
                  </a:lnTo>
                  <a:cubicBezTo>
                    <a:pt x="1613" y="4228"/>
                    <a:pt x="1616" y="4231"/>
                    <a:pt x="1621" y="4231"/>
                  </a:cubicBezTo>
                  <a:cubicBezTo>
                    <a:pt x="1626" y="4231"/>
                    <a:pt x="1629" y="4228"/>
                    <a:pt x="1629" y="4224"/>
                  </a:cubicBezTo>
                  <a:cubicBezTo>
                    <a:pt x="1682" y="3828"/>
                    <a:pt x="1690" y="3428"/>
                    <a:pt x="1674" y="3028"/>
                  </a:cubicBezTo>
                  <a:cubicBezTo>
                    <a:pt x="1655" y="2630"/>
                    <a:pt x="1589" y="2232"/>
                    <a:pt x="1487" y="1843"/>
                  </a:cubicBezTo>
                  <a:cubicBezTo>
                    <a:pt x="1474" y="1793"/>
                    <a:pt x="1458" y="1745"/>
                    <a:pt x="1443" y="1697"/>
                  </a:cubicBezTo>
                  <a:cubicBezTo>
                    <a:pt x="1428" y="1648"/>
                    <a:pt x="1415" y="1600"/>
                    <a:pt x="1394" y="1553"/>
                  </a:cubicBezTo>
                  <a:lnTo>
                    <a:pt x="1338" y="1411"/>
                  </a:lnTo>
                  <a:lnTo>
                    <a:pt x="1266" y="1275"/>
                  </a:lnTo>
                  <a:cubicBezTo>
                    <a:pt x="1163" y="1101"/>
                    <a:pt x="1043" y="940"/>
                    <a:pt x="914" y="786"/>
                  </a:cubicBezTo>
                  <a:cubicBezTo>
                    <a:pt x="652" y="484"/>
                    <a:pt x="351" y="215"/>
                    <a:pt x="14" y="2"/>
                  </a:cubicBezTo>
                  <a:cubicBezTo>
                    <a:pt x="13" y="1"/>
                    <a:pt x="11" y="1"/>
                    <a:pt x="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64"/>
            <p:cNvSpPr/>
            <p:nvPr/>
          </p:nvSpPr>
          <p:spPr>
            <a:xfrm>
              <a:off x="8268290" y="4231490"/>
              <a:ext cx="99198" cy="304770"/>
            </a:xfrm>
            <a:custGeom>
              <a:rect b="b" l="l" r="r" t="t"/>
              <a:pathLst>
                <a:path extrusionOk="0" h="2378" w="774">
                  <a:moveTo>
                    <a:pt x="9" y="1"/>
                  </a:moveTo>
                  <a:cubicBezTo>
                    <a:pt x="6" y="1"/>
                    <a:pt x="4" y="2"/>
                    <a:pt x="2" y="5"/>
                  </a:cubicBezTo>
                  <a:cubicBezTo>
                    <a:pt x="0" y="9"/>
                    <a:pt x="1" y="13"/>
                    <a:pt x="4" y="15"/>
                  </a:cubicBezTo>
                  <a:lnTo>
                    <a:pt x="5" y="16"/>
                  </a:lnTo>
                  <a:cubicBezTo>
                    <a:pt x="165" y="151"/>
                    <a:pt x="269" y="339"/>
                    <a:pt x="349" y="529"/>
                  </a:cubicBezTo>
                  <a:cubicBezTo>
                    <a:pt x="429" y="721"/>
                    <a:pt x="488" y="922"/>
                    <a:pt x="524" y="1126"/>
                  </a:cubicBezTo>
                  <a:cubicBezTo>
                    <a:pt x="547" y="1227"/>
                    <a:pt x="554" y="1332"/>
                    <a:pt x="569" y="1435"/>
                  </a:cubicBezTo>
                  <a:cubicBezTo>
                    <a:pt x="576" y="1539"/>
                    <a:pt x="590" y="1642"/>
                    <a:pt x="606" y="1746"/>
                  </a:cubicBezTo>
                  <a:cubicBezTo>
                    <a:pt x="618" y="1848"/>
                    <a:pt x="634" y="1952"/>
                    <a:pt x="651" y="2056"/>
                  </a:cubicBezTo>
                  <a:cubicBezTo>
                    <a:pt x="664" y="2160"/>
                    <a:pt x="681" y="2265"/>
                    <a:pt x="707" y="2371"/>
                  </a:cubicBezTo>
                  <a:cubicBezTo>
                    <a:pt x="708" y="2375"/>
                    <a:pt x="712" y="2378"/>
                    <a:pt x="716" y="2378"/>
                  </a:cubicBezTo>
                  <a:cubicBezTo>
                    <a:pt x="717" y="2378"/>
                    <a:pt x="717" y="2377"/>
                    <a:pt x="718" y="2377"/>
                  </a:cubicBezTo>
                  <a:cubicBezTo>
                    <a:pt x="721" y="2376"/>
                    <a:pt x="723" y="2374"/>
                    <a:pt x="724" y="2371"/>
                  </a:cubicBezTo>
                  <a:cubicBezTo>
                    <a:pt x="745" y="2265"/>
                    <a:pt x="757" y="2158"/>
                    <a:pt x="766" y="2051"/>
                  </a:cubicBezTo>
                  <a:cubicBezTo>
                    <a:pt x="774" y="1944"/>
                    <a:pt x="770" y="1837"/>
                    <a:pt x="769" y="1730"/>
                  </a:cubicBezTo>
                  <a:cubicBezTo>
                    <a:pt x="763" y="1623"/>
                    <a:pt x="748" y="1516"/>
                    <a:pt x="729" y="1410"/>
                  </a:cubicBezTo>
                  <a:lnTo>
                    <a:pt x="692" y="1253"/>
                  </a:lnTo>
                  <a:cubicBezTo>
                    <a:pt x="681" y="1201"/>
                    <a:pt x="669" y="1149"/>
                    <a:pt x="652" y="1097"/>
                  </a:cubicBezTo>
                  <a:cubicBezTo>
                    <a:pt x="598" y="888"/>
                    <a:pt x="521" y="686"/>
                    <a:pt x="423" y="495"/>
                  </a:cubicBezTo>
                  <a:cubicBezTo>
                    <a:pt x="320" y="307"/>
                    <a:pt x="197" y="121"/>
                    <a:pt x="14" y="3"/>
                  </a:cubicBezTo>
                  <a:cubicBezTo>
                    <a:pt x="12" y="1"/>
                    <a:pt x="11" y="1"/>
                    <a:pt x="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64"/>
            <p:cNvSpPr/>
            <p:nvPr/>
          </p:nvSpPr>
          <p:spPr>
            <a:xfrm>
              <a:off x="8504622" y="3784841"/>
              <a:ext cx="111117" cy="802425"/>
            </a:xfrm>
            <a:custGeom>
              <a:rect b="b" l="l" r="r" t="t"/>
              <a:pathLst>
                <a:path extrusionOk="0" h="6261" w="867">
                  <a:moveTo>
                    <a:pt x="858" y="1"/>
                  </a:moveTo>
                  <a:cubicBezTo>
                    <a:pt x="854" y="1"/>
                    <a:pt x="851" y="3"/>
                    <a:pt x="850" y="7"/>
                  </a:cubicBezTo>
                  <a:cubicBezTo>
                    <a:pt x="739" y="520"/>
                    <a:pt x="636" y="1035"/>
                    <a:pt x="537" y="1553"/>
                  </a:cubicBezTo>
                  <a:cubicBezTo>
                    <a:pt x="442" y="2070"/>
                    <a:pt x="351" y="2588"/>
                    <a:pt x="270" y="3108"/>
                  </a:cubicBezTo>
                  <a:cubicBezTo>
                    <a:pt x="188" y="3627"/>
                    <a:pt x="101" y="4148"/>
                    <a:pt x="57" y="4672"/>
                  </a:cubicBezTo>
                  <a:cubicBezTo>
                    <a:pt x="37" y="4936"/>
                    <a:pt x="15" y="5198"/>
                    <a:pt x="9" y="5461"/>
                  </a:cubicBezTo>
                  <a:cubicBezTo>
                    <a:pt x="7" y="5594"/>
                    <a:pt x="1" y="5725"/>
                    <a:pt x="2" y="5857"/>
                  </a:cubicBezTo>
                  <a:cubicBezTo>
                    <a:pt x="5" y="5989"/>
                    <a:pt x="5" y="6120"/>
                    <a:pt x="11" y="6253"/>
                  </a:cubicBezTo>
                  <a:cubicBezTo>
                    <a:pt x="11" y="6256"/>
                    <a:pt x="14" y="6260"/>
                    <a:pt x="18" y="6260"/>
                  </a:cubicBezTo>
                  <a:cubicBezTo>
                    <a:pt x="19" y="6260"/>
                    <a:pt x="19" y="6260"/>
                    <a:pt x="20" y="6260"/>
                  </a:cubicBezTo>
                  <a:cubicBezTo>
                    <a:pt x="24" y="6260"/>
                    <a:pt x="27" y="6257"/>
                    <a:pt x="27" y="6254"/>
                  </a:cubicBezTo>
                  <a:lnTo>
                    <a:pt x="219" y="4690"/>
                  </a:lnTo>
                  <a:cubicBezTo>
                    <a:pt x="285" y="4170"/>
                    <a:pt x="335" y="3647"/>
                    <a:pt x="399" y="3127"/>
                  </a:cubicBezTo>
                  <a:cubicBezTo>
                    <a:pt x="465" y="2605"/>
                    <a:pt x="539" y="2086"/>
                    <a:pt x="618" y="1566"/>
                  </a:cubicBezTo>
                  <a:cubicBezTo>
                    <a:pt x="695" y="1047"/>
                    <a:pt x="776" y="527"/>
                    <a:pt x="866" y="10"/>
                  </a:cubicBezTo>
                  <a:cubicBezTo>
                    <a:pt x="867" y="5"/>
                    <a:pt x="863" y="1"/>
                    <a:pt x="859" y="1"/>
                  </a:cubicBezTo>
                  <a:cubicBezTo>
                    <a:pt x="859" y="1"/>
                    <a:pt x="858" y="1"/>
                    <a:pt x="8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64"/>
            <p:cNvSpPr/>
            <p:nvPr/>
          </p:nvSpPr>
          <p:spPr>
            <a:xfrm>
              <a:off x="8542559" y="3934664"/>
              <a:ext cx="180709" cy="610182"/>
            </a:xfrm>
            <a:custGeom>
              <a:rect b="b" l="l" r="r" t="t"/>
              <a:pathLst>
                <a:path extrusionOk="0" h="4761" w="1410">
                  <a:moveTo>
                    <a:pt x="1400" y="0"/>
                  </a:moveTo>
                  <a:cubicBezTo>
                    <a:pt x="1398" y="0"/>
                    <a:pt x="1397" y="1"/>
                    <a:pt x="1395" y="2"/>
                  </a:cubicBezTo>
                  <a:cubicBezTo>
                    <a:pt x="1240" y="148"/>
                    <a:pt x="1126" y="326"/>
                    <a:pt x="1016" y="504"/>
                  </a:cubicBezTo>
                  <a:cubicBezTo>
                    <a:pt x="965" y="597"/>
                    <a:pt x="911" y="687"/>
                    <a:pt x="867" y="782"/>
                  </a:cubicBezTo>
                  <a:lnTo>
                    <a:pt x="796" y="924"/>
                  </a:lnTo>
                  <a:lnTo>
                    <a:pt x="733" y="1069"/>
                  </a:lnTo>
                  <a:cubicBezTo>
                    <a:pt x="571" y="1456"/>
                    <a:pt x="437" y="1856"/>
                    <a:pt x="332" y="2263"/>
                  </a:cubicBezTo>
                  <a:cubicBezTo>
                    <a:pt x="302" y="2364"/>
                    <a:pt x="279" y="2467"/>
                    <a:pt x="255" y="2568"/>
                  </a:cubicBezTo>
                  <a:lnTo>
                    <a:pt x="181" y="2875"/>
                  </a:lnTo>
                  <a:cubicBezTo>
                    <a:pt x="141" y="3082"/>
                    <a:pt x="104" y="3288"/>
                    <a:pt x="75" y="3496"/>
                  </a:cubicBezTo>
                  <a:cubicBezTo>
                    <a:pt x="53" y="3705"/>
                    <a:pt x="29" y="3914"/>
                    <a:pt x="17" y="4122"/>
                  </a:cubicBezTo>
                  <a:cubicBezTo>
                    <a:pt x="6" y="4332"/>
                    <a:pt x="1" y="4542"/>
                    <a:pt x="2" y="4752"/>
                  </a:cubicBezTo>
                  <a:cubicBezTo>
                    <a:pt x="2" y="4756"/>
                    <a:pt x="5" y="4760"/>
                    <a:pt x="10" y="4760"/>
                  </a:cubicBezTo>
                  <a:cubicBezTo>
                    <a:pt x="14" y="4760"/>
                    <a:pt x="18" y="4757"/>
                    <a:pt x="19" y="4753"/>
                  </a:cubicBezTo>
                  <a:cubicBezTo>
                    <a:pt x="62" y="4547"/>
                    <a:pt x="99" y="4342"/>
                    <a:pt x="131" y="4136"/>
                  </a:cubicBezTo>
                  <a:cubicBezTo>
                    <a:pt x="167" y="3930"/>
                    <a:pt x="204" y="3726"/>
                    <a:pt x="238" y="3520"/>
                  </a:cubicBezTo>
                  <a:cubicBezTo>
                    <a:pt x="252" y="3417"/>
                    <a:pt x="274" y="3316"/>
                    <a:pt x="291" y="3214"/>
                  </a:cubicBezTo>
                  <a:lnTo>
                    <a:pt x="341" y="2905"/>
                  </a:lnTo>
                  <a:cubicBezTo>
                    <a:pt x="380" y="2702"/>
                    <a:pt x="412" y="2496"/>
                    <a:pt x="459" y="2293"/>
                  </a:cubicBezTo>
                  <a:cubicBezTo>
                    <a:pt x="548" y="1887"/>
                    <a:pt x="664" y="1488"/>
                    <a:pt x="810" y="1099"/>
                  </a:cubicBezTo>
                  <a:lnTo>
                    <a:pt x="864" y="953"/>
                  </a:lnTo>
                  <a:lnTo>
                    <a:pt x="926" y="811"/>
                  </a:lnTo>
                  <a:cubicBezTo>
                    <a:pt x="965" y="714"/>
                    <a:pt x="1013" y="622"/>
                    <a:pt x="1059" y="528"/>
                  </a:cubicBezTo>
                  <a:cubicBezTo>
                    <a:pt x="1157" y="347"/>
                    <a:pt x="1262" y="163"/>
                    <a:pt x="1406" y="14"/>
                  </a:cubicBezTo>
                  <a:lnTo>
                    <a:pt x="1407" y="14"/>
                  </a:lnTo>
                  <a:cubicBezTo>
                    <a:pt x="1409" y="10"/>
                    <a:pt x="1409" y="6"/>
                    <a:pt x="1406" y="3"/>
                  </a:cubicBezTo>
                  <a:cubicBezTo>
                    <a:pt x="1404" y="1"/>
                    <a:pt x="1402" y="0"/>
                    <a:pt x="14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64"/>
            <p:cNvSpPr/>
            <p:nvPr/>
          </p:nvSpPr>
          <p:spPr>
            <a:xfrm>
              <a:off x="8564731" y="4183557"/>
              <a:ext cx="141620" cy="423449"/>
            </a:xfrm>
            <a:custGeom>
              <a:rect b="b" l="l" r="r" t="t"/>
              <a:pathLst>
                <a:path extrusionOk="0" h="3304" w="1105">
                  <a:moveTo>
                    <a:pt x="1095" y="1"/>
                  </a:moveTo>
                  <a:cubicBezTo>
                    <a:pt x="1092" y="1"/>
                    <a:pt x="1089" y="2"/>
                    <a:pt x="1088" y="4"/>
                  </a:cubicBezTo>
                  <a:cubicBezTo>
                    <a:pt x="932" y="250"/>
                    <a:pt x="795" y="508"/>
                    <a:pt x="669" y="771"/>
                  </a:cubicBezTo>
                  <a:cubicBezTo>
                    <a:pt x="547" y="1036"/>
                    <a:pt x="434" y="1305"/>
                    <a:pt x="337" y="1581"/>
                  </a:cubicBezTo>
                  <a:cubicBezTo>
                    <a:pt x="240" y="1856"/>
                    <a:pt x="138" y="2132"/>
                    <a:pt x="87" y="2422"/>
                  </a:cubicBezTo>
                  <a:cubicBezTo>
                    <a:pt x="30" y="2709"/>
                    <a:pt x="1" y="3002"/>
                    <a:pt x="5" y="3296"/>
                  </a:cubicBezTo>
                  <a:cubicBezTo>
                    <a:pt x="6" y="3300"/>
                    <a:pt x="9" y="3303"/>
                    <a:pt x="14" y="3303"/>
                  </a:cubicBezTo>
                  <a:cubicBezTo>
                    <a:pt x="18" y="3303"/>
                    <a:pt x="21" y="3301"/>
                    <a:pt x="22" y="3298"/>
                  </a:cubicBezTo>
                  <a:cubicBezTo>
                    <a:pt x="107" y="3017"/>
                    <a:pt x="170" y="2736"/>
                    <a:pt x="248" y="2459"/>
                  </a:cubicBezTo>
                  <a:cubicBezTo>
                    <a:pt x="321" y="2180"/>
                    <a:pt x="380" y="1898"/>
                    <a:pt x="462" y="1622"/>
                  </a:cubicBezTo>
                  <a:cubicBezTo>
                    <a:pt x="542" y="1345"/>
                    <a:pt x="638" y="1072"/>
                    <a:pt x="745" y="804"/>
                  </a:cubicBezTo>
                  <a:cubicBezTo>
                    <a:pt x="850" y="534"/>
                    <a:pt x="965" y="269"/>
                    <a:pt x="1102" y="13"/>
                  </a:cubicBezTo>
                  <a:cubicBezTo>
                    <a:pt x="1105" y="9"/>
                    <a:pt x="1103" y="4"/>
                    <a:pt x="1100" y="2"/>
                  </a:cubicBezTo>
                  <a:cubicBezTo>
                    <a:pt x="1098" y="1"/>
                    <a:pt x="1097" y="1"/>
                    <a:pt x="10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64"/>
            <p:cNvSpPr/>
            <p:nvPr/>
          </p:nvSpPr>
          <p:spPr>
            <a:xfrm>
              <a:off x="8601642" y="4353117"/>
              <a:ext cx="141491" cy="219799"/>
            </a:xfrm>
            <a:custGeom>
              <a:rect b="b" l="l" r="r" t="t"/>
              <a:pathLst>
                <a:path extrusionOk="0" h="1715" w="1104">
                  <a:moveTo>
                    <a:pt x="1093" y="1"/>
                  </a:moveTo>
                  <a:cubicBezTo>
                    <a:pt x="1093" y="1"/>
                    <a:pt x="1092" y="1"/>
                    <a:pt x="1092" y="1"/>
                  </a:cubicBezTo>
                  <a:cubicBezTo>
                    <a:pt x="1005" y="24"/>
                    <a:pt x="924" y="64"/>
                    <a:pt x="848" y="111"/>
                  </a:cubicBezTo>
                  <a:cubicBezTo>
                    <a:pt x="772" y="158"/>
                    <a:pt x="702" y="214"/>
                    <a:pt x="635" y="273"/>
                  </a:cubicBezTo>
                  <a:cubicBezTo>
                    <a:pt x="503" y="395"/>
                    <a:pt x="393" y="538"/>
                    <a:pt x="299" y="691"/>
                  </a:cubicBezTo>
                  <a:cubicBezTo>
                    <a:pt x="202" y="843"/>
                    <a:pt x="117" y="1003"/>
                    <a:pt x="67" y="1175"/>
                  </a:cubicBezTo>
                  <a:cubicBezTo>
                    <a:pt x="46" y="1263"/>
                    <a:pt x="28" y="1351"/>
                    <a:pt x="14" y="1439"/>
                  </a:cubicBezTo>
                  <a:cubicBezTo>
                    <a:pt x="6" y="1527"/>
                    <a:pt x="0" y="1617"/>
                    <a:pt x="5" y="1706"/>
                  </a:cubicBezTo>
                  <a:cubicBezTo>
                    <a:pt x="5" y="1712"/>
                    <a:pt x="9" y="1715"/>
                    <a:pt x="13" y="1715"/>
                  </a:cubicBezTo>
                  <a:cubicBezTo>
                    <a:pt x="16" y="1715"/>
                    <a:pt x="19" y="1713"/>
                    <a:pt x="20" y="1711"/>
                  </a:cubicBezTo>
                  <a:lnTo>
                    <a:pt x="20" y="1710"/>
                  </a:lnTo>
                  <a:cubicBezTo>
                    <a:pt x="63" y="1630"/>
                    <a:pt x="96" y="1548"/>
                    <a:pt x="126" y="1467"/>
                  </a:cubicBezTo>
                  <a:cubicBezTo>
                    <a:pt x="162" y="1387"/>
                    <a:pt x="193" y="1308"/>
                    <a:pt x="223" y="1228"/>
                  </a:cubicBezTo>
                  <a:cubicBezTo>
                    <a:pt x="292" y="1073"/>
                    <a:pt x="333" y="906"/>
                    <a:pt x="413" y="755"/>
                  </a:cubicBezTo>
                  <a:cubicBezTo>
                    <a:pt x="488" y="602"/>
                    <a:pt x="580" y="457"/>
                    <a:pt x="693" y="330"/>
                  </a:cubicBezTo>
                  <a:cubicBezTo>
                    <a:pt x="805" y="203"/>
                    <a:pt x="939" y="87"/>
                    <a:pt x="1096" y="17"/>
                  </a:cubicBezTo>
                  <a:lnTo>
                    <a:pt x="1097" y="17"/>
                  </a:lnTo>
                  <a:cubicBezTo>
                    <a:pt x="1101" y="15"/>
                    <a:pt x="1103" y="10"/>
                    <a:pt x="1101" y="6"/>
                  </a:cubicBezTo>
                  <a:cubicBezTo>
                    <a:pt x="1100" y="3"/>
                    <a:pt x="1096" y="1"/>
                    <a:pt x="10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64"/>
            <p:cNvSpPr/>
            <p:nvPr/>
          </p:nvSpPr>
          <p:spPr>
            <a:xfrm>
              <a:off x="8560758" y="3168760"/>
              <a:ext cx="271704" cy="713352"/>
            </a:xfrm>
            <a:custGeom>
              <a:rect b="b" l="l" r="r" t="t"/>
              <a:pathLst>
                <a:path extrusionOk="0" h="5566" w="2120">
                  <a:moveTo>
                    <a:pt x="1582" y="1"/>
                  </a:moveTo>
                  <a:cubicBezTo>
                    <a:pt x="1491" y="1"/>
                    <a:pt x="1409" y="181"/>
                    <a:pt x="1303" y="512"/>
                  </a:cubicBezTo>
                  <a:cubicBezTo>
                    <a:pt x="1126" y="1064"/>
                    <a:pt x="486" y="1924"/>
                    <a:pt x="243" y="3535"/>
                  </a:cubicBezTo>
                  <a:cubicBezTo>
                    <a:pt x="0" y="5147"/>
                    <a:pt x="354" y="5565"/>
                    <a:pt x="354" y="5565"/>
                  </a:cubicBezTo>
                  <a:cubicBezTo>
                    <a:pt x="354" y="5565"/>
                    <a:pt x="1215" y="5367"/>
                    <a:pt x="1413" y="4439"/>
                  </a:cubicBezTo>
                  <a:cubicBezTo>
                    <a:pt x="1611" y="3513"/>
                    <a:pt x="971" y="3911"/>
                    <a:pt x="1545" y="2454"/>
                  </a:cubicBezTo>
                  <a:cubicBezTo>
                    <a:pt x="2119" y="998"/>
                    <a:pt x="1987" y="666"/>
                    <a:pt x="1788" y="247"/>
                  </a:cubicBezTo>
                  <a:cubicBezTo>
                    <a:pt x="1708" y="80"/>
                    <a:pt x="1643" y="1"/>
                    <a:pt x="1582"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64"/>
            <p:cNvSpPr/>
            <p:nvPr/>
          </p:nvSpPr>
          <p:spPr>
            <a:xfrm>
              <a:off x="8181780" y="2937425"/>
              <a:ext cx="285802" cy="743855"/>
            </a:xfrm>
            <a:custGeom>
              <a:rect b="b" l="l" r="r" t="t"/>
              <a:pathLst>
                <a:path extrusionOk="0" h="5804" w="2230">
                  <a:moveTo>
                    <a:pt x="1313" y="0"/>
                  </a:moveTo>
                  <a:cubicBezTo>
                    <a:pt x="1062" y="0"/>
                    <a:pt x="439" y="685"/>
                    <a:pt x="222" y="2162"/>
                  </a:cubicBezTo>
                  <a:cubicBezTo>
                    <a:pt x="0" y="3663"/>
                    <a:pt x="508" y="4657"/>
                    <a:pt x="950" y="5097"/>
                  </a:cubicBezTo>
                  <a:cubicBezTo>
                    <a:pt x="1391" y="5539"/>
                    <a:pt x="1611" y="5804"/>
                    <a:pt x="1611" y="5804"/>
                  </a:cubicBezTo>
                  <a:cubicBezTo>
                    <a:pt x="1611" y="5804"/>
                    <a:pt x="2185" y="5605"/>
                    <a:pt x="2207" y="4523"/>
                  </a:cubicBezTo>
                  <a:cubicBezTo>
                    <a:pt x="2229" y="3443"/>
                    <a:pt x="1787" y="3663"/>
                    <a:pt x="1721" y="2318"/>
                  </a:cubicBezTo>
                  <a:cubicBezTo>
                    <a:pt x="1655" y="971"/>
                    <a:pt x="1567" y="23"/>
                    <a:pt x="1325" y="1"/>
                  </a:cubicBezTo>
                  <a:cubicBezTo>
                    <a:pt x="1321" y="1"/>
                    <a:pt x="1317" y="0"/>
                    <a:pt x="1313"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64"/>
            <p:cNvSpPr/>
            <p:nvPr/>
          </p:nvSpPr>
          <p:spPr>
            <a:xfrm>
              <a:off x="8645601" y="3626431"/>
              <a:ext cx="306821" cy="422552"/>
            </a:xfrm>
            <a:custGeom>
              <a:rect b="b" l="l" r="r" t="t"/>
              <a:pathLst>
                <a:path extrusionOk="0" h="3297" w="2394">
                  <a:moveTo>
                    <a:pt x="2193" y="0"/>
                  </a:moveTo>
                  <a:cubicBezTo>
                    <a:pt x="2041" y="0"/>
                    <a:pt x="1820" y="288"/>
                    <a:pt x="1611" y="692"/>
                  </a:cubicBezTo>
                  <a:cubicBezTo>
                    <a:pt x="1237" y="1420"/>
                    <a:pt x="663" y="1752"/>
                    <a:pt x="397" y="2127"/>
                  </a:cubicBezTo>
                  <a:cubicBezTo>
                    <a:pt x="133" y="2502"/>
                    <a:pt x="1" y="3297"/>
                    <a:pt x="1" y="3297"/>
                  </a:cubicBezTo>
                  <a:cubicBezTo>
                    <a:pt x="1" y="3297"/>
                    <a:pt x="751" y="2921"/>
                    <a:pt x="1325" y="2568"/>
                  </a:cubicBezTo>
                  <a:cubicBezTo>
                    <a:pt x="1898" y="2215"/>
                    <a:pt x="2362" y="1686"/>
                    <a:pt x="2384" y="648"/>
                  </a:cubicBezTo>
                  <a:cubicBezTo>
                    <a:pt x="2393" y="186"/>
                    <a:pt x="2316" y="0"/>
                    <a:pt x="2193"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64"/>
            <p:cNvSpPr/>
            <p:nvPr/>
          </p:nvSpPr>
          <p:spPr>
            <a:xfrm>
              <a:off x="8676745" y="3882886"/>
              <a:ext cx="324379" cy="364879"/>
            </a:xfrm>
            <a:custGeom>
              <a:rect b="b" l="l" r="r" t="t"/>
              <a:pathLst>
                <a:path extrusionOk="0" h="2847" w="2531">
                  <a:moveTo>
                    <a:pt x="2481" y="1"/>
                  </a:moveTo>
                  <a:cubicBezTo>
                    <a:pt x="2350" y="1"/>
                    <a:pt x="1868" y="349"/>
                    <a:pt x="1302" y="898"/>
                  </a:cubicBezTo>
                  <a:cubicBezTo>
                    <a:pt x="530" y="1648"/>
                    <a:pt x="0" y="2664"/>
                    <a:pt x="0" y="2664"/>
                  </a:cubicBezTo>
                  <a:cubicBezTo>
                    <a:pt x="0" y="2664"/>
                    <a:pt x="133" y="2847"/>
                    <a:pt x="384" y="2847"/>
                  </a:cubicBezTo>
                  <a:cubicBezTo>
                    <a:pt x="502" y="2847"/>
                    <a:pt x="647" y="2806"/>
                    <a:pt x="816" y="2686"/>
                  </a:cubicBezTo>
                  <a:cubicBezTo>
                    <a:pt x="1346" y="2310"/>
                    <a:pt x="1236" y="1825"/>
                    <a:pt x="1611" y="1163"/>
                  </a:cubicBezTo>
                  <a:cubicBezTo>
                    <a:pt x="1986" y="501"/>
                    <a:pt x="2251" y="523"/>
                    <a:pt x="2471" y="148"/>
                  </a:cubicBezTo>
                  <a:cubicBezTo>
                    <a:pt x="2530" y="47"/>
                    <a:pt x="2529" y="1"/>
                    <a:pt x="2481"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64"/>
            <p:cNvSpPr/>
            <p:nvPr/>
          </p:nvSpPr>
          <p:spPr>
            <a:xfrm>
              <a:off x="8685204" y="4237642"/>
              <a:ext cx="283367" cy="153539"/>
            </a:xfrm>
            <a:custGeom>
              <a:rect b="b" l="l" r="r" t="t"/>
              <a:pathLst>
                <a:path extrusionOk="0" h="1198" w="2211">
                  <a:moveTo>
                    <a:pt x="1721" y="1"/>
                  </a:moveTo>
                  <a:cubicBezTo>
                    <a:pt x="1469" y="1"/>
                    <a:pt x="1136" y="67"/>
                    <a:pt x="794" y="248"/>
                  </a:cubicBezTo>
                  <a:cubicBezTo>
                    <a:pt x="44" y="645"/>
                    <a:pt x="22" y="1131"/>
                    <a:pt x="0" y="1197"/>
                  </a:cubicBezTo>
                  <a:cubicBezTo>
                    <a:pt x="0" y="1197"/>
                    <a:pt x="684" y="1131"/>
                    <a:pt x="1148" y="933"/>
                  </a:cubicBezTo>
                  <a:cubicBezTo>
                    <a:pt x="1611" y="734"/>
                    <a:pt x="2075" y="403"/>
                    <a:pt x="2163" y="204"/>
                  </a:cubicBezTo>
                  <a:cubicBezTo>
                    <a:pt x="2211" y="96"/>
                    <a:pt x="2023" y="1"/>
                    <a:pt x="1721"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64"/>
            <p:cNvSpPr/>
            <p:nvPr/>
          </p:nvSpPr>
          <p:spPr>
            <a:xfrm>
              <a:off x="8029139" y="3534153"/>
              <a:ext cx="407300" cy="520468"/>
            </a:xfrm>
            <a:custGeom>
              <a:rect b="b" l="l" r="r" t="t"/>
              <a:pathLst>
                <a:path extrusionOk="0" h="4061" w="3178">
                  <a:moveTo>
                    <a:pt x="330" y="0"/>
                  </a:moveTo>
                  <a:cubicBezTo>
                    <a:pt x="269" y="0"/>
                    <a:pt x="217" y="21"/>
                    <a:pt x="177" y="67"/>
                  </a:cubicBezTo>
                  <a:cubicBezTo>
                    <a:pt x="0" y="265"/>
                    <a:pt x="265" y="883"/>
                    <a:pt x="529" y="1236"/>
                  </a:cubicBezTo>
                  <a:cubicBezTo>
                    <a:pt x="795" y="1589"/>
                    <a:pt x="1214" y="1766"/>
                    <a:pt x="1412" y="2206"/>
                  </a:cubicBezTo>
                  <a:cubicBezTo>
                    <a:pt x="1611" y="2648"/>
                    <a:pt x="1523" y="3354"/>
                    <a:pt x="2030" y="3685"/>
                  </a:cubicBezTo>
                  <a:cubicBezTo>
                    <a:pt x="2538" y="4017"/>
                    <a:pt x="2846" y="4061"/>
                    <a:pt x="2846" y="4061"/>
                  </a:cubicBezTo>
                  <a:cubicBezTo>
                    <a:pt x="2846" y="4061"/>
                    <a:pt x="3178" y="3641"/>
                    <a:pt x="3002" y="2758"/>
                  </a:cubicBezTo>
                  <a:cubicBezTo>
                    <a:pt x="2824" y="1876"/>
                    <a:pt x="2428" y="2096"/>
                    <a:pt x="1986" y="1634"/>
                  </a:cubicBezTo>
                  <a:cubicBezTo>
                    <a:pt x="1545" y="1170"/>
                    <a:pt x="1633" y="1104"/>
                    <a:pt x="1191" y="618"/>
                  </a:cubicBezTo>
                  <a:cubicBezTo>
                    <a:pt x="851" y="244"/>
                    <a:pt x="537" y="0"/>
                    <a:pt x="330"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64"/>
            <p:cNvSpPr/>
            <p:nvPr/>
          </p:nvSpPr>
          <p:spPr>
            <a:xfrm>
              <a:off x="7947114" y="3770230"/>
              <a:ext cx="305539" cy="315536"/>
            </a:xfrm>
            <a:custGeom>
              <a:rect b="b" l="l" r="r" t="t"/>
              <a:pathLst>
                <a:path extrusionOk="0" h="2462" w="2384">
                  <a:moveTo>
                    <a:pt x="259" y="1"/>
                  </a:moveTo>
                  <a:cubicBezTo>
                    <a:pt x="224" y="1"/>
                    <a:pt x="204" y="51"/>
                    <a:pt x="199" y="166"/>
                  </a:cubicBezTo>
                  <a:cubicBezTo>
                    <a:pt x="177" y="608"/>
                    <a:pt x="0" y="960"/>
                    <a:pt x="464" y="1534"/>
                  </a:cubicBezTo>
                  <a:cubicBezTo>
                    <a:pt x="927" y="2108"/>
                    <a:pt x="2383" y="2461"/>
                    <a:pt x="2383" y="2461"/>
                  </a:cubicBezTo>
                  <a:cubicBezTo>
                    <a:pt x="2383" y="2461"/>
                    <a:pt x="1589" y="1557"/>
                    <a:pt x="1015" y="894"/>
                  </a:cubicBezTo>
                  <a:cubicBezTo>
                    <a:pt x="591" y="405"/>
                    <a:pt x="360" y="1"/>
                    <a:pt x="259"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64"/>
            <p:cNvSpPr/>
            <p:nvPr/>
          </p:nvSpPr>
          <p:spPr>
            <a:xfrm>
              <a:off x="7930325" y="4019508"/>
              <a:ext cx="378848" cy="252993"/>
            </a:xfrm>
            <a:custGeom>
              <a:rect b="b" l="l" r="r" t="t"/>
              <a:pathLst>
                <a:path extrusionOk="0" h="1974" w="2956">
                  <a:moveTo>
                    <a:pt x="123" y="0"/>
                  </a:moveTo>
                  <a:cubicBezTo>
                    <a:pt x="26" y="0"/>
                    <a:pt x="0" y="57"/>
                    <a:pt x="43" y="163"/>
                  </a:cubicBezTo>
                  <a:cubicBezTo>
                    <a:pt x="175" y="494"/>
                    <a:pt x="727" y="826"/>
                    <a:pt x="1322" y="1421"/>
                  </a:cubicBezTo>
                  <a:cubicBezTo>
                    <a:pt x="1842" y="1940"/>
                    <a:pt x="2679" y="1973"/>
                    <a:pt x="2886" y="1973"/>
                  </a:cubicBezTo>
                  <a:cubicBezTo>
                    <a:pt x="2916" y="1973"/>
                    <a:pt x="2933" y="1973"/>
                    <a:pt x="2933" y="1973"/>
                  </a:cubicBezTo>
                  <a:cubicBezTo>
                    <a:pt x="2933" y="1973"/>
                    <a:pt x="2955" y="1620"/>
                    <a:pt x="1698" y="804"/>
                  </a:cubicBezTo>
                  <a:cubicBezTo>
                    <a:pt x="845" y="250"/>
                    <a:pt x="327" y="0"/>
                    <a:pt x="123"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64"/>
            <p:cNvSpPr/>
            <p:nvPr/>
          </p:nvSpPr>
          <p:spPr>
            <a:xfrm>
              <a:off x="8592670" y="3284748"/>
              <a:ext cx="155974" cy="591470"/>
            </a:xfrm>
            <a:custGeom>
              <a:rect b="b" l="l" r="r" t="t"/>
              <a:pathLst>
                <a:path extrusionOk="0" h="4615" w="1217">
                  <a:moveTo>
                    <a:pt x="1164" y="0"/>
                  </a:moveTo>
                  <a:cubicBezTo>
                    <a:pt x="1143" y="0"/>
                    <a:pt x="1124" y="14"/>
                    <a:pt x="1118" y="35"/>
                  </a:cubicBezTo>
                  <a:cubicBezTo>
                    <a:pt x="1117" y="42"/>
                    <a:pt x="916" y="733"/>
                    <a:pt x="611" y="1845"/>
                  </a:cubicBezTo>
                  <a:cubicBezTo>
                    <a:pt x="304" y="2959"/>
                    <a:pt x="9" y="4542"/>
                    <a:pt x="5" y="4558"/>
                  </a:cubicBezTo>
                  <a:cubicBezTo>
                    <a:pt x="0" y="4584"/>
                    <a:pt x="18" y="4608"/>
                    <a:pt x="43" y="4613"/>
                  </a:cubicBezTo>
                  <a:cubicBezTo>
                    <a:pt x="46" y="4613"/>
                    <a:pt x="50" y="4614"/>
                    <a:pt x="53" y="4614"/>
                  </a:cubicBezTo>
                  <a:cubicBezTo>
                    <a:pt x="75" y="4614"/>
                    <a:pt x="95" y="4598"/>
                    <a:pt x="99" y="4574"/>
                  </a:cubicBezTo>
                  <a:cubicBezTo>
                    <a:pt x="102" y="4559"/>
                    <a:pt x="397" y="2980"/>
                    <a:pt x="702" y="1870"/>
                  </a:cubicBezTo>
                  <a:cubicBezTo>
                    <a:pt x="1008" y="758"/>
                    <a:pt x="1208" y="68"/>
                    <a:pt x="1209" y="61"/>
                  </a:cubicBezTo>
                  <a:cubicBezTo>
                    <a:pt x="1216" y="36"/>
                    <a:pt x="1203" y="10"/>
                    <a:pt x="1178" y="2"/>
                  </a:cubicBezTo>
                  <a:cubicBezTo>
                    <a:pt x="1173" y="1"/>
                    <a:pt x="1168" y="0"/>
                    <a:pt x="11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4"/>
            <p:cNvSpPr/>
            <p:nvPr/>
          </p:nvSpPr>
          <p:spPr>
            <a:xfrm>
              <a:off x="8276877" y="3033163"/>
              <a:ext cx="124830" cy="656320"/>
            </a:xfrm>
            <a:custGeom>
              <a:rect b="b" l="l" r="r" t="t"/>
              <a:pathLst>
                <a:path extrusionOk="0" h="5121" w="974">
                  <a:moveTo>
                    <a:pt x="319" y="0"/>
                  </a:moveTo>
                  <a:cubicBezTo>
                    <a:pt x="297" y="0"/>
                    <a:pt x="276" y="16"/>
                    <a:pt x="271" y="39"/>
                  </a:cubicBezTo>
                  <a:cubicBezTo>
                    <a:pt x="263" y="86"/>
                    <a:pt x="252" y="135"/>
                    <a:pt x="242" y="189"/>
                  </a:cubicBezTo>
                  <a:cubicBezTo>
                    <a:pt x="145" y="666"/>
                    <a:pt x="0" y="1388"/>
                    <a:pt x="161" y="2328"/>
                  </a:cubicBezTo>
                  <a:cubicBezTo>
                    <a:pt x="336" y="3357"/>
                    <a:pt x="869" y="5070"/>
                    <a:pt x="875" y="5087"/>
                  </a:cubicBezTo>
                  <a:cubicBezTo>
                    <a:pt x="882" y="5108"/>
                    <a:pt x="900" y="5121"/>
                    <a:pt x="921" y="5121"/>
                  </a:cubicBezTo>
                  <a:cubicBezTo>
                    <a:pt x="925" y="5121"/>
                    <a:pt x="930" y="5120"/>
                    <a:pt x="934" y="5119"/>
                  </a:cubicBezTo>
                  <a:cubicBezTo>
                    <a:pt x="959" y="5111"/>
                    <a:pt x="973" y="5084"/>
                    <a:pt x="966" y="5060"/>
                  </a:cubicBezTo>
                  <a:cubicBezTo>
                    <a:pt x="960" y="5042"/>
                    <a:pt x="428" y="3335"/>
                    <a:pt x="254" y="2313"/>
                  </a:cubicBezTo>
                  <a:cubicBezTo>
                    <a:pt x="97" y="1389"/>
                    <a:pt x="240" y="678"/>
                    <a:pt x="335" y="208"/>
                  </a:cubicBezTo>
                  <a:cubicBezTo>
                    <a:pt x="346" y="154"/>
                    <a:pt x="355" y="104"/>
                    <a:pt x="364" y="57"/>
                  </a:cubicBezTo>
                  <a:cubicBezTo>
                    <a:pt x="370" y="31"/>
                    <a:pt x="352" y="6"/>
                    <a:pt x="327" y="1"/>
                  </a:cubicBezTo>
                  <a:cubicBezTo>
                    <a:pt x="324" y="1"/>
                    <a:pt x="321"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64"/>
            <p:cNvSpPr/>
            <p:nvPr/>
          </p:nvSpPr>
          <p:spPr>
            <a:xfrm>
              <a:off x="8647524" y="3706149"/>
              <a:ext cx="256838" cy="344629"/>
            </a:xfrm>
            <a:custGeom>
              <a:rect b="b" l="l" r="r" t="t"/>
              <a:pathLst>
                <a:path extrusionOk="0" h="2689" w="2004">
                  <a:moveTo>
                    <a:pt x="1950" y="1"/>
                  </a:moveTo>
                  <a:cubicBezTo>
                    <a:pt x="1931" y="1"/>
                    <a:pt x="1913" y="12"/>
                    <a:pt x="1905" y="31"/>
                  </a:cubicBezTo>
                  <a:cubicBezTo>
                    <a:pt x="1744" y="433"/>
                    <a:pt x="1497" y="707"/>
                    <a:pt x="1184" y="1053"/>
                  </a:cubicBezTo>
                  <a:cubicBezTo>
                    <a:pt x="1073" y="1176"/>
                    <a:pt x="957" y="1304"/>
                    <a:pt x="831" y="1452"/>
                  </a:cubicBezTo>
                  <a:cubicBezTo>
                    <a:pt x="349" y="2023"/>
                    <a:pt x="17" y="2612"/>
                    <a:pt x="14" y="2618"/>
                  </a:cubicBezTo>
                  <a:cubicBezTo>
                    <a:pt x="0" y="2641"/>
                    <a:pt x="9" y="2669"/>
                    <a:pt x="32" y="2683"/>
                  </a:cubicBezTo>
                  <a:cubicBezTo>
                    <a:pt x="39" y="2687"/>
                    <a:pt x="48" y="2688"/>
                    <a:pt x="55" y="2688"/>
                  </a:cubicBezTo>
                  <a:cubicBezTo>
                    <a:pt x="72" y="2688"/>
                    <a:pt x="87" y="2680"/>
                    <a:pt x="97" y="2664"/>
                  </a:cubicBezTo>
                  <a:cubicBezTo>
                    <a:pt x="100" y="2659"/>
                    <a:pt x="427" y="2077"/>
                    <a:pt x="905" y="1513"/>
                  </a:cubicBezTo>
                  <a:cubicBezTo>
                    <a:pt x="1029" y="1367"/>
                    <a:pt x="1143" y="1240"/>
                    <a:pt x="1254" y="1116"/>
                  </a:cubicBezTo>
                  <a:cubicBezTo>
                    <a:pt x="1574" y="764"/>
                    <a:pt x="1826" y="485"/>
                    <a:pt x="1993" y="66"/>
                  </a:cubicBezTo>
                  <a:cubicBezTo>
                    <a:pt x="2003" y="42"/>
                    <a:pt x="1991" y="14"/>
                    <a:pt x="1967" y="4"/>
                  </a:cubicBezTo>
                  <a:cubicBezTo>
                    <a:pt x="1961" y="2"/>
                    <a:pt x="1955" y="1"/>
                    <a:pt x="19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64"/>
            <p:cNvSpPr/>
            <p:nvPr/>
          </p:nvSpPr>
          <p:spPr>
            <a:xfrm>
              <a:off x="8107061" y="3590161"/>
              <a:ext cx="293492" cy="470485"/>
            </a:xfrm>
            <a:custGeom>
              <a:rect b="b" l="l" r="r" t="t"/>
              <a:pathLst>
                <a:path extrusionOk="0" h="3671" w="2290">
                  <a:moveTo>
                    <a:pt x="54" y="1"/>
                  </a:moveTo>
                  <a:cubicBezTo>
                    <a:pt x="46" y="1"/>
                    <a:pt x="37" y="3"/>
                    <a:pt x="29" y="8"/>
                  </a:cubicBezTo>
                  <a:cubicBezTo>
                    <a:pt x="7" y="21"/>
                    <a:pt x="0" y="51"/>
                    <a:pt x="14" y="73"/>
                  </a:cubicBezTo>
                  <a:cubicBezTo>
                    <a:pt x="218" y="415"/>
                    <a:pt x="608" y="865"/>
                    <a:pt x="985" y="1299"/>
                  </a:cubicBezTo>
                  <a:cubicBezTo>
                    <a:pt x="1220" y="1572"/>
                    <a:pt x="1444" y="1829"/>
                    <a:pt x="1604" y="2041"/>
                  </a:cubicBezTo>
                  <a:cubicBezTo>
                    <a:pt x="2012" y="2577"/>
                    <a:pt x="2190" y="3620"/>
                    <a:pt x="2192" y="3631"/>
                  </a:cubicBezTo>
                  <a:cubicBezTo>
                    <a:pt x="2195" y="3654"/>
                    <a:pt x="2216" y="3671"/>
                    <a:pt x="2238" y="3671"/>
                  </a:cubicBezTo>
                  <a:cubicBezTo>
                    <a:pt x="2241" y="3671"/>
                    <a:pt x="2244" y="3671"/>
                    <a:pt x="2247" y="3670"/>
                  </a:cubicBezTo>
                  <a:cubicBezTo>
                    <a:pt x="2273" y="3666"/>
                    <a:pt x="2290" y="3641"/>
                    <a:pt x="2285" y="3615"/>
                  </a:cubicBezTo>
                  <a:cubicBezTo>
                    <a:pt x="2278" y="3571"/>
                    <a:pt x="2102" y="2539"/>
                    <a:pt x="1681" y="1984"/>
                  </a:cubicBezTo>
                  <a:cubicBezTo>
                    <a:pt x="1517" y="1768"/>
                    <a:pt x="1294" y="1510"/>
                    <a:pt x="1057" y="1237"/>
                  </a:cubicBezTo>
                  <a:cubicBezTo>
                    <a:pt x="682" y="805"/>
                    <a:pt x="296" y="359"/>
                    <a:pt x="94" y="24"/>
                  </a:cubicBezTo>
                  <a:cubicBezTo>
                    <a:pt x="86" y="9"/>
                    <a:pt x="71" y="1"/>
                    <a:pt x="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64"/>
            <p:cNvSpPr/>
            <p:nvPr/>
          </p:nvSpPr>
          <p:spPr>
            <a:xfrm>
              <a:off x="8684947" y="4285959"/>
              <a:ext cx="176992" cy="108297"/>
            </a:xfrm>
            <a:custGeom>
              <a:rect b="b" l="l" r="r" t="t"/>
              <a:pathLst>
                <a:path extrusionOk="0" h="845" w="1381">
                  <a:moveTo>
                    <a:pt x="1326" y="1"/>
                  </a:moveTo>
                  <a:cubicBezTo>
                    <a:pt x="1319" y="1"/>
                    <a:pt x="1312" y="2"/>
                    <a:pt x="1305" y="6"/>
                  </a:cubicBezTo>
                  <a:cubicBezTo>
                    <a:pt x="780" y="268"/>
                    <a:pt x="36" y="752"/>
                    <a:pt x="28" y="756"/>
                  </a:cubicBezTo>
                  <a:cubicBezTo>
                    <a:pt x="6" y="771"/>
                    <a:pt x="0" y="800"/>
                    <a:pt x="15" y="822"/>
                  </a:cubicBezTo>
                  <a:cubicBezTo>
                    <a:pt x="24" y="836"/>
                    <a:pt x="39" y="844"/>
                    <a:pt x="55" y="844"/>
                  </a:cubicBezTo>
                  <a:cubicBezTo>
                    <a:pt x="63" y="844"/>
                    <a:pt x="72" y="841"/>
                    <a:pt x="80" y="836"/>
                  </a:cubicBezTo>
                  <a:cubicBezTo>
                    <a:pt x="88" y="832"/>
                    <a:pt x="827" y="351"/>
                    <a:pt x="1347" y="91"/>
                  </a:cubicBezTo>
                  <a:cubicBezTo>
                    <a:pt x="1372" y="78"/>
                    <a:pt x="1381" y="50"/>
                    <a:pt x="1368" y="27"/>
                  </a:cubicBezTo>
                  <a:cubicBezTo>
                    <a:pt x="1360" y="10"/>
                    <a:pt x="1343" y="1"/>
                    <a:pt x="13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64"/>
            <p:cNvSpPr/>
            <p:nvPr/>
          </p:nvSpPr>
          <p:spPr>
            <a:xfrm>
              <a:off x="8265599" y="4438602"/>
              <a:ext cx="423705" cy="698742"/>
            </a:xfrm>
            <a:custGeom>
              <a:rect b="b" l="l" r="r" t="t"/>
              <a:pathLst>
                <a:path extrusionOk="0" h="5452" w="3306">
                  <a:moveTo>
                    <a:pt x="1653" y="1"/>
                  </a:moveTo>
                  <a:cubicBezTo>
                    <a:pt x="1008" y="1"/>
                    <a:pt x="362" y="149"/>
                    <a:pt x="119" y="445"/>
                  </a:cubicBezTo>
                  <a:cubicBezTo>
                    <a:pt x="0" y="590"/>
                    <a:pt x="230" y="3535"/>
                    <a:pt x="340" y="4845"/>
                  </a:cubicBezTo>
                  <a:cubicBezTo>
                    <a:pt x="369" y="5188"/>
                    <a:pt x="656" y="5452"/>
                    <a:pt x="1000" y="5452"/>
                  </a:cubicBezTo>
                  <a:lnTo>
                    <a:pt x="2306" y="5452"/>
                  </a:lnTo>
                  <a:cubicBezTo>
                    <a:pt x="2650" y="5452"/>
                    <a:pt x="2936" y="5188"/>
                    <a:pt x="2966" y="4845"/>
                  </a:cubicBezTo>
                  <a:cubicBezTo>
                    <a:pt x="3075" y="3535"/>
                    <a:pt x="3306" y="590"/>
                    <a:pt x="3186" y="445"/>
                  </a:cubicBezTo>
                  <a:cubicBezTo>
                    <a:pt x="2943" y="149"/>
                    <a:pt x="2298" y="1"/>
                    <a:pt x="1653" y="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64"/>
            <p:cNvSpPr/>
            <p:nvPr/>
          </p:nvSpPr>
          <p:spPr>
            <a:xfrm>
              <a:off x="8260600" y="4432578"/>
              <a:ext cx="433574" cy="710917"/>
            </a:xfrm>
            <a:custGeom>
              <a:rect b="b" l="l" r="r" t="t"/>
              <a:pathLst>
                <a:path extrusionOk="0" h="5547" w="3383">
                  <a:moveTo>
                    <a:pt x="1692" y="96"/>
                  </a:moveTo>
                  <a:cubicBezTo>
                    <a:pt x="2388" y="96"/>
                    <a:pt x="2975" y="264"/>
                    <a:pt x="3187" y="521"/>
                  </a:cubicBezTo>
                  <a:cubicBezTo>
                    <a:pt x="3260" y="650"/>
                    <a:pt x="3171" y="2324"/>
                    <a:pt x="2956" y="4888"/>
                  </a:cubicBezTo>
                  <a:cubicBezTo>
                    <a:pt x="2930" y="5209"/>
                    <a:pt x="2667" y="5452"/>
                    <a:pt x="2345" y="5452"/>
                  </a:cubicBezTo>
                  <a:lnTo>
                    <a:pt x="1039" y="5452"/>
                  </a:lnTo>
                  <a:cubicBezTo>
                    <a:pt x="717" y="5452"/>
                    <a:pt x="453" y="5209"/>
                    <a:pt x="426" y="4888"/>
                  </a:cubicBezTo>
                  <a:cubicBezTo>
                    <a:pt x="211" y="2324"/>
                    <a:pt x="123" y="650"/>
                    <a:pt x="195" y="523"/>
                  </a:cubicBezTo>
                  <a:cubicBezTo>
                    <a:pt x="408" y="264"/>
                    <a:pt x="995" y="96"/>
                    <a:pt x="1692" y="96"/>
                  </a:cubicBezTo>
                  <a:close/>
                  <a:moveTo>
                    <a:pt x="1692" y="0"/>
                  </a:moveTo>
                  <a:cubicBezTo>
                    <a:pt x="1116" y="0"/>
                    <a:pt x="401" y="122"/>
                    <a:pt x="121" y="463"/>
                  </a:cubicBezTo>
                  <a:cubicBezTo>
                    <a:pt x="0" y="610"/>
                    <a:pt x="169" y="2955"/>
                    <a:pt x="332" y="4897"/>
                  </a:cubicBezTo>
                  <a:cubicBezTo>
                    <a:pt x="362" y="5267"/>
                    <a:pt x="667" y="5546"/>
                    <a:pt x="1039" y="5546"/>
                  </a:cubicBezTo>
                  <a:lnTo>
                    <a:pt x="2345" y="5546"/>
                  </a:lnTo>
                  <a:cubicBezTo>
                    <a:pt x="2716" y="5546"/>
                    <a:pt x="3020" y="5267"/>
                    <a:pt x="3052" y="4897"/>
                  </a:cubicBezTo>
                  <a:cubicBezTo>
                    <a:pt x="3214" y="2955"/>
                    <a:pt x="3382" y="610"/>
                    <a:pt x="3262" y="463"/>
                  </a:cubicBezTo>
                  <a:cubicBezTo>
                    <a:pt x="2983" y="122"/>
                    <a:pt x="2268" y="0"/>
                    <a:pt x="1692"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2" name="Google Shape;412;p64"/>
          <p:cNvGrpSpPr/>
          <p:nvPr/>
        </p:nvGrpSpPr>
        <p:grpSpPr>
          <a:xfrm>
            <a:off x="8388356" y="146949"/>
            <a:ext cx="498373" cy="392543"/>
            <a:chOff x="7162662" y="1366775"/>
            <a:chExt cx="519897" cy="409496"/>
          </a:xfrm>
        </p:grpSpPr>
        <p:sp>
          <p:nvSpPr>
            <p:cNvPr id="413" name="Google Shape;413;p64"/>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64"/>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4"/>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64"/>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64"/>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4"/>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64"/>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9pPr>
          </a:lstStyle>
          <a:p/>
        </p:txBody>
      </p:sp>
      <p:sp>
        <p:nvSpPr>
          <p:cNvPr id="7" name="Google Shape;7;p3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1pPr>
            <a:lvl2pPr indent="-317500" lvl="1" marL="914400" marR="0" rtl="0" algn="l">
              <a:lnSpc>
                <a:spcPct val="100000"/>
              </a:lnSpc>
              <a:spcBef>
                <a:spcPts val="160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2pPr>
            <a:lvl3pPr indent="-317500" lvl="2" marL="1371600" marR="0" rtl="0" algn="l">
              <a:lnSpc>
                <a:spcPct val="100000"/>
              </a:lnSpc>
              <a:spcBef>
                <a:spcPts val="160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3pPr>
            <a:lvl4pPr indent="-317500" lvl="3" marL="1828800" marR="0" rtl="0" algn="l">
              <a:lnSpc>
                <a:spcPct val="100000"/>
              </a:lnSpc>
              <a:spcBef>
                <a:spcPts val="160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4pPr>
            <a:lvl5pPr indent="-317500" lvl="4" marL="2286000" marR="0" rtl="0" algn="l">
              <a:lnSpc>
                <a:spcPct val="100000"/>
              </a:lnSpc>
              <a:spcBef>
                <a:spcPts val="160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5pPr>
            <a:lvl6pPr indent="-317500" lvl="5" marL="2743200" marR="0" rtl="0" algn="l">
              <a:lnSpc>
                <a:spcPct val="100000"/>
              </a:lnSpc>
              <a:spcBef>
                <a:spcPts val="160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6pPr>
            <a:lvl7pPr indent="-317500" lvl="6" marL="3200400" marR="0" rtl="0" algn="l">
              <a:lnSpc>
                <a:spcPct val="100000"/>
              </a:lnSpc>
              <a:spcBef>
                <a:spcPts val="160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7pPr>
            <a:lvl8pPr indent="-317500" lvl="7" marL="3657600" marR="0" rtl="0" algn="l">
              <a:lnSpc>
                <a:spcPct val="100000"/>
              </a:lnSpc>
              <a:spcBef>
                <a:spcPts val="1600"/>
              </a:spcBef>
              <a:spcAft>
                <a:spcPts val="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8pPr>
            <a:lvl9pPr indent="-317500" lvl="8" marL="4114800" marR="0" rtl="0" algn="l">
              <a:lnSpc>
                <a:spcPct val="100000"/>
              </a:lnSpc>
              <a:spcBef>
                <a:spcPts val="1600"/>
              </a:spcBef>
              <a:spcAft>
                <a:spcPts val="1600"/>
              </a:spcAft>
              <a:buClr>
                <a:schemeClr val="dk1"/>
              </a:buClr>
              <a:buSzPts val="1400"/>
              <a:buFont typeface="Inconsolata Medium"/>
              <a:buChar char="■"/>
              <a:defRPr b="0" i="0" sz="1400" u="none" cap="none" strike="noStrike">
                <a:solidFill>
                  <a:schemeClr val="dk1"/>
                </a:solidFill>
                <a:latin typeface="Inconsolata Medium"/>
                <a:ea typeface="Inconsolata Medium"/>
                <a:cs typeface="Inconsolata Medium"/>
                <a:sym typeface="Inconsolata Medium"/>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
          <p:cNvSpPr/>
          <p:nvPr/>
        </p:nvSpPr>
        <p:spPr>
          <a:xfrm>
            <a:off x="783750" y="528375"/>
            <a:ext cx="7576500" cy="1610100"/>
          </a:xfrm>
          <a:prstGeom prst="wedgeRectCallout">
            <a:avLst>
              <a:gd fmla="val -656" name="adj1"/>
              <a:gd fmla="val 65449"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425" name="Google Shape;425;p1"/>
          <p:cNvSpPr txBox="1"/>
          <p:nvPr>
            <p:ph type="ctrTitle"/>
          </p:nvPr>
        </p:nvSpPr>
        <p:spPr>
          <a:xfrm>
            <a:off x="1254900" y="260125"/>
            <a:ext cx="6995100" cy="16101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5200"/>
              <a:buNone/>
            </a:pPr>
            <a:r>
              <a:rPr lang="en" sz="6000"/>
              <a:t>Communication</a:t>
            </a:r>
            <a:endParaRPr sz="6000">
              <a:solidFill>
                <a:schemeClr val="accent1"/>
              </a:solidFill>
            </a:endParaRPr>
          </a:p>
        </p:txBody>
      </p:sp>
      <p:sp>
        <p:nvSpPr>
          <p:cNvPr id="426" name="Google Shape;426;p1"/>
          <p:cNvSpPr txBox="1"/>
          <p:nvPr>
            <p:ph idx="1" type="subTitle"/>
          </p:nvPr>
        </p:nvSpPr>
        <p:spPr>
          <a:xfrm>
            <a:off x="1007425" y="1947400"/>
            <a:ext cx="2465100" cy="7428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400"/>
              <a:t>In personal effectiveness and teamwork</a:t>
            </a:r>
            <a:endParaRPr sz="1400"/>
          </a:p>
        </p:txBody>
      </p:sp>
      <p:grpSp>
        <p:nvGrpSpPr>
          <p:cNvPr id="427" name="Google Shape;427;p1"/>
          <p:cNvGrpSpPr/>
          <p:nvPr/>
        </p:nvGrpSpPr>
        <p:grpSpPr>
          <a:xfrm>
            <a:off x="4124750" y="1749897"/>
            <a:ext cx="3371125" cy="2929724"/>
            <a:chOff x="4124750" y="2130897"/>
            <a:chExt cx="3371125" cy="2929724"/>
          </a:xfrm>
        </p:grpSpPr>
        <p:grpSp>
          <p:nvGrpSpPr>
            <p:cNvPr id="428" name="Google Shape;428;p1"/>
            <p:cNvGrpSpPr/>
            <p:nvPr/>
          </p:nvGrpSpPr>
          <p:grpSpPr>
            <a:xfrm>
              <a:off x="4124750" y="4604000"/>
              <a:ext cx="3371125" cy="0"/>
              <a:chOff x="4124750" y="4604000"/>
              <a:chExt cx="3371125" cy="0"/>
            </a:xfrm>
          </p:grpSpPr>
          <p:cxnSp>
            <p:nvCxnSpPr>
              <p:cNvPr id="429" name="Google Shape;429;p1"/>
              <p:cNvCxnSpPr/>
              <p:nvPr/>
            </p:nvCxnSpPr>
            <p:spPr>
              <a:xfrm>
                <a:off x="4124750" y="4604000"/>
                <a:ext cx="2650500" cy="0"/>
              </a:xfrm>
              <a:prstGeom prst="straightConnector1">
                <a:avLst/>
              </a:prstGeom>
              <a:noFill/>
              <a:ln cap="flat" cmpd="sng" w="9525">
                <a:solidFill>
                  <a:schemeClr val="dk1"/>
                </a:solidFill>
                <a:prstDash val="solid"/>
                <a:round/>
                <a:headEnd len="sm" w="sm" type="none"/>
                <a:tailEnd len="sm" w="sm" type="none"/>
              </a:ln>
            </p:spPr>
          </p:cxnSp>
          <p:cxnSp>
            <p:nvCxnSpPr>
              <p:cNvPr id="430" name="Google Shape;430;p1"/>
              <p:cNvCxnSpPr/>
              <p:nvPr/>
            </p:nvCxnSpPr>
            <p:spPr>
              <a:xfrm>
                <a:off x="6915975" y="4604000"/>
                <a:ext cx="579900" cy="0"/>
              </a:xfrm>
              <a:prstGeom prst="straightConnector1">
                <a:avLst/>
              </a:prstGeom>
              <a:noFill/>
              <a:ln cap="flat" cmpd="sng" w="9525">
                <a:solidFill>
                  <a:schemeClr val="dk1"/>
                </a:solidFill>
                <a:prstDash val="solid"/>
                <a:round/>
                <a:headEnd len="sm" w="sm" type="none"/>
                <a:tailEnd len="sm" w="sm" type="none"/>
              </a:ln>
            </p:spPr>
          </p:cxnSp>
        </p:grpSp>
        <p:grpSp>
          <p:nvGrpSpPr>
            <p:cNvPr id="431" name="Google Shape;431;p1"/>
            <p:cNvGrpSpPr/>
            <p:nvPr/>
          </p:nvGrpSpPr>
          <p:grpSpPr>
            <a:xfrm>
              <a:off x="4623122" y="2130897"/>
              <a:ext cx="2382200" cy="2929724"/>
              <a:chOff x="4268024" y="2583899"/>
              <a:chExt cx="2081251" cy="2559605"/>
            </a:xfrm>
          </p:grpSpPr>
          <p:sp>
            <p:nvSpPr>
              <p:cNvPr id="432" name="Google Shape;432;p1"/>
              <p:cNvSpPr/>
              <p:nvPr/>
            </p:nvSpPr>
            <p:spPr>
              <a:xfrm>
                <a:off x="5079985" y="2759088"/>
                <a:ext cx="63418" cy="21351"/>
              </a:xfrm>
              <a:custGeom>
                <a:rect b="b" l="l" r="r" t="t"/>
                <a:pathLst>
                  <a:path extrusionOk="0" h="336" w="998">
                    <a:moveTo>
                      <a:pt x="23" y="0"/>
                    </a:moveTo>
                    <a:lnTo>
                      <a:pt x="0" y="92"/>
                    </a:lnTo>
                    <a:lnTo>
                      <a:pt x="974" y="336"/>
                    </a:lnTo>
                    <a:lnTo>
                      <a:pt x="997" y="244"/>
                    </a:lnTo>
                    <a:lnTo>
                      <a:pt x="2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
              <p:cNvSpPr/>
              <p:nvPr/>
            </p:nvSpPr>
            <p:spPr>
              <a:xfrm>
                <a:off x="5178668" y="2636831"/>
                <a:ext cx="23639" cy="43846"/>
              </a:xfrm>
              <a:custGeom>
                <a:rect b="b" l="l" r="r" t="t"/>
                <a:pathLst>
                  <a:path extrusionOk="0" h="690" w="372">
                    <a:moveTo>
                      <a:pt x="87" y="1"/>
                    </a:moveTo>
                    <a:lnTo>
                      <a:pt x="0" y="38"/>
                    </a:lnTo>
                    <a:lnTo>
                      <a:pt x="285" y="689"/>
                    </a:lnTo>
                    <a:lnTo>
                      <a:pt x="372" y="650"/>
                    </a:lnTo>
                    <a:lnTo>
                      <a:pt x="8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
              <p:cNvSpPr/>
              <p:nvPr/>
            </p:nvSpPr>
            <p:spPr>
              <a:xfrm>
                <a:off x="5485076" y="2759024"/>
                <a:ext cx="63481" cy="21351"/>
              </a:xfrm>
              <a:custGeom>
                <a:rect b="b" l="l" r="r" t="t"/>
                <a:pathLst>
                  <a:path extrusionOk="0" h="336" w="999">
                    <a:moveTo>
                      <a:pt x="976" y="0"/>
                    </a:moveTo>
                    <a:lnTo>
                      <a:pt x="1" y="243"/>
                    </a:lnTo>
                    <a:lnTo>
                      <a:pt x="24" y="336"/>
                    </a:lnTo>
                    <a:lnTo>
                      <a:pt x="999" y="92"/>
                    </a:lnTo>
                    <a:lnTo>
                      <a:pt x="97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
              <p:cNvSpPr/>
              <p:nvPr/>
            </p:nvSpPr>
            <p:spPr>
              <a:xfrm>
                <a:off x="5426298" y="2636831"/>
                <a:ext cx="23639" cy="43719"/>
              </a:xfrm>
              <a:custGeom>
                <a:rect b="b" l="l" r="r" t="t"/>
                <a:pathLst>
                  <a:path extrusionOk="0" h="688" w="372">
                    <a:moveTo>
                      <a:pt x="285" y="1"/>
                    </a:moveTo>
                    <a:lnTo>
                      <a:pt x="0" y="650"/>
                    </a:lnTo>
                    <a:lnTo>
                      <a:pt x="88" y="688"/>
                    </a:lnTo>
                    <a:lnTo>
                      <a:pt x="372" y="38"/>
                    </a:lnTo>
                    <a:lnTo>
                      <a:pt x="28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
              <p:cNvSpPr/>
              <p:nvPr/>
            </p:nvSpPr>
            <p:spPr>
              <a:xfrm>
                <a:off x="5315160" y="2583899"/>
                <a:ext cx="6037" cy="51662"/>
              </a:xfrm>
              <a:custGeom>
                <a:rect b="b" l="l" r="r" t="t"/>
                <a:pathLst>
                  <a:path extrusionOk="0" h="813" w="95">
                    <a:moveTo>
                      <a:pt x="0" y="0"/>
                    </a:moveTo>
                    <a:lnTo>
                      <a:pt x="0" y="813"/>
                    </a:lnTo>
                    <a:lnTo>
                      <a:pt x="95" y="813"/>
                    </a:lnTo>
                    <a:lnTo>
                      <a:pt x="9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
              <p:cNvSpPr/>
              <p:nvPr/>
            </p:nvSpPr>
            <p:spPr>
              <a:xfrm>
                <a:off x="5290886" y="2702979"/>
                <a:ext cx="108026" cy="268033"/>
              </a:xfrm>
              <a:custGeom>
                <a:rect b="b" l="l" r="r" t="t"/>
                <a:pathLst>
                  <a:path extrusionOk="0" h="4218" w="1700">
                    <a:moveTo>
                      <a:pt x="643" y="1"/>
                    </a:moveTo>
                    <a:cubicBezTo>
                      <a:pt x="632" y="1"/>
                      <a:pt x="620" y="6"/>
                      <a:pt x="607" y="19"/>
                    </a:cubicBezTo>
                    <a:cubicBezTo>
                      <a:pt x="507" y="119"/>
                      <a:pt x="495" y="256"/>
                      <a:pt x="495" y="256"/>
                    </a:cubicBezTo>
                    <a:cubicBezTo>
                      <a:pt x="495" y="256"/>
                      <a:pt x="383" y="455"/>
                      <a:pt x="333" y="703"/>
                    </a:cubicBezTo>
                    <a:cubicBezTo>
                      <a:pt x="313" y="806"/>
                      <a:pt x="296" y="973"/>
                      <a:pt x="285" y="1134"/>
                    </a:cubicBezTo>
                    <a:lnTo>
                      <a:pt x="222" y="1051"/>
                    </a:lnTo>
                    <a:cubicBezTo>
                      <a:pt x="222" y="1051"/>
                      <a:pt x="184" y="641"/>
                      <a:pt x="171" y="554"/>
                    </a:cubicBezTo>
                    <a:cubicBezTo>
                      <a:pt x="169" y="534"/>
                      <a:pt x="159" y="524"/>
                      <a:pt x="147" y="524"/>
                    </a:cubicBezTo>
                    <a:cubicBezTo>
                      <a:pt x="103" y="524"/>
                      <a:pt x="20" y="637"/>
                      <a:pt x="11" y="877"/>
                    </a:cubicBezTo>
                    <a:cubicBezTo>
                      <a:pt x="0" y="1119"/>
                      <a:pt x="142" y="1740"/>
                      <a:pt x="205" y="2001"/>
                    </a:cubicBezTo>
                    <a:cubicBezTo>
                      <a:pt x="171" y="2280"/>
                      <a:pt x="142" y="2628"/>
                      <a:pt x="184" y="2790"/>
                    </a:cubicBezTo>
                    <a:cubicBezTo>
                      <a:pt x="258" y="3075"/>
                      <a:pt x="407" y="3262"/>
                      <a:pt x="458" y="3336"/>
                    </a:cubicBezTo>
                    <a:cubicBezTo>
                      <a:pt x="507" y="3411"/>
                      <a:pt x="805" y="4218"/>
                      <a:pt x="805" y="4218"/>
                    </a:cubicBezTo>
                    <a:lnTo>
                      <a:pt x="1699" y="3820"/>
                    </a:lnTo>
                    <a:lnTo>
                      <a:pt x="1290" y="2765"/>
                    </a:lnTo>
                    <a:lnTo>
                      <a:pt x="1091" y="1535"/>
                    </a:lnTo>
                    <a:cubicBezTo>
                      <a:pt x="1091" y="1535"/>
                      <a:pt x="992" y="703"/>
                      <a:pt x="992" y="430"/>
                    </a:cubicBezTo>
                    <a:cubicBezTo>
                      <a:pt x="992" y="227"/>
                      <a:pt x="937" y="161"/>
                      <a:pt x="893" y="161"/>
                    </a:cubicBezTo>
                    <a:cubicBezTo>
                      <a:pt x="878" y="161"/>
                      <a:pt x="865" y="169"/>
                      <a:pt x="855" y="181"/>
                    </a:cubicBezTo>
                    <a:lnTo>
                      <a:pt x="743" y="243"/>
                    </a:lnTo>
                    <a:cubicBezTo>
                      <a:pt x="743" y="243"/>
                      <a:pt x="716" y="1"/>
                      <a:pt x="643"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
              <p:cNvSpPr/>
              <p:nvPr/>
            </p:nvSpPr>
            <p:spPr>
              <a:xfrm>
                <a:off x="5287900" y="2699993"/>
                <a:ext cx="114826" cy="275086"/>
              </a:xfrm>
              <a:custGeom>
                <a:rect b="b" l="l" r="r" t="t"/>
                <a:pathLst>
                  <a:path extrusionOk="0" h="4329" w="1807">
                    <a:moveTo>
                      <a:pt x="689" y="100"/>
                    </a:moveTo>
                    <a:cubicBezTo>
                      <a:pt x="709" y="125"/>
                      <a:pt x="734" y="212"/>
                      <a:pt x="743" y="296"/>
                    </a:cubicBezTo>
                    <a:lnTo>
                      <a:pt x="751" y="367"/>
                    </a:lnTo>
                    <a:lnTo>
                      <a:pt x="926" y="270"/>
                    </a:lnTo>
                    <a:lnTo>
                      <a:pt x="939" y="255"/>
                    </a:lnTo>
                    <a:cubicBezTo>
                      <a:pt x="950" y="257"/>
                      <a:pt x="992" y="306"/>
                      <a:pt x="992" y="477"/>
                    </a:cubicBezTo>
                    <a:cubicBezTo>
                      <a:pt x="992" y="750"/>
                      <a:pt x="1087" y="1553"/>
                      <a:pt x="1091" y="1589"/>
                    </a:cubicBezTo>
                    <a:lnTo>
                      <a:pt x="1290" y="2819"/>
                    </a:lnTo>
                    <a:lnTo>
                      <a:pt x="1686" y="3842"/>
                    </a:lnTo>
                    <a:lnTo>
                      <a:pt x="879" y="4201"/>
                    </a:lnTo>
                    <a:cubicBezTo>
                      <a:pt x="811" y="4016"/>
                      <a:pt x="590" y="3425"/>
                      <a:pt x="545" y="3356"/>
                    </a:cubicBezTo>
                    <a:cubicBezTo>
                      <a:pt x="537" y="3347"/>
                      <a:pt x="530" y="3335"/>
                      <a:pt x="521" y="3322"/>
                    </a:cubicBezTo>
                    <a:cubicBezTo>
                      <a:pt x="458" y="3232"/>
                      <a:pt x="340" y="3065"/>
                      <a:pt x="277" y="2824"/>
                    </a:cubicBezTo>
                    <a:cubicBezTo>
                      <a:pt x="255" y="2739"/>
                      <a:pt x="241" y="2538"/>
                      <a:pt x="299" y="2053"/>
                    </a:cubicBezTo>
                    <a:lnTo>
                      <a:pt x="300" y="2044"/>
                    </a:lnTo>
                    <a:lnTo>
                      <a:pt x="298" y="2036"/>
                    </a:lnTo>
                    <a:cubicBezTo>
                      <a:pt x="237" y="1781"/>
                      <a:pt x="96" y="1162"/>
                      <a:pt x="105" y="926"/>
                    </a:cubicBezTo>
                    <a:cubicBezTo>
                      <a:pt x="111" y="773"/>
                      <a:pt x="149" y="682"/>
                      <a:pt x="176" y="642"/>
                    </a:cubicBezTo>
                    <a:cubicBezTo>
                      <a:pt x="191" y="769"/>
                      <a:pt x="221" y="1098"/>
                      <a:pt x="221" y="1102"/>
                    </a:cubicBezTo>
                    <a:lnTo>
                      <a:pt x="223" y="1116"/>
                    </a:lnTo>
                    <a:lnTo>
                      <a:pt x="369" y="1311"/>
                    </a:lnTo>
                    <a:lnTo>
                      <a:pt x="379" y="1185"/>
                    </a:lnTo>
                    <a:cubicBezTo>
                      <a:pt x="394" y="990"/>
                      <a:pt x="409" y="846"/>
                      <a:pt x="427" y="759"/>
                    </a:cubicBezTo>
                    <a:cubicBezTo>
                      <a:pt x="474" y="522"/>
                      <a:pt x="582" y="328"/>
                      <a:pt x="583" y="326"/>
                    </a:cubicBezTo>
                    <a:lnTo>
                      <a:pt x="590" y="307"/>
                    </a:lnTo>
                    <a:cubicBezTo>
                      <a:pt x="590" y="306"/>
                      <a:pt x="601" y="190"/>
                      <a:pt x="689" y="100"/>
                    </a:cubicBezTo>
                    <a:close/>
                    <a:moveTo>
                      <a:pt x="690" y="0"/>
                    </a:moveTo>
                    <a:cubicBezTo>
                      <a:pt x="671" y="0"/>
                      <a:pt x="646" y="7"/>
                      <a:pt x="620" y="33"/>
                    </a:cubicBezTo>
                    <a:cubicBezTo>
                      <a:pt x="525" y="128"/>
                      <a:pt x="501" y="251"/>
                      <a:pt x="495" y="288"/>
                    </a:cubicBezTo>
                    <a:cubicBezTo>
                      <a:pt x="473" y="329"/>
                      <a:pt x="379" y="514"/>
                      <a:pt x="334" y="740"/>
                    </a:cubicBezTo>
                    <a:cubicBezTo>
                      <a:pt x="323" y="794"/>
                      <a:pt x="313" y="866"/>
                      <a:pt x="303" y="957"/>
                    </a:cubicBezTo>
                    <a:cubicBezTo>
                      <a:pt x="291" y="829"/>
                      <a:pt x="274" y="650"/>
                      <a:pt x="266" y="594"/>
                    </a:cubicBezTo>
                    <a:cubicBezTo>
                      <a:pt x="258" y="544"/>
                      <a:pt x="223" y="523"/>
                      <a:pt x="192" y="523"/>
                    </a:cubicBezTo>
                    <a:cubicBezTo>
                      <a:pt x="191" y="523"/>
                      <a:pt x="191" y="523"/>
                      <a:pt x="190" y="523"/>
                    </a:cubicBezTo>
                    <a:cubicBezTo>
                      <a:pt x="110" y="527"/>
                      <a:pt x="20" y="669"/>
                      <a:pt x="9" y="922"/>
                    </a:cubicBezTo>
                    <a:cubicBezTo>
                      <a:pt x="0" y="1168"/>
                      <a:pt x="141" y="1786"/>
                      <a:pt x="204" y="2051"/>
                    </a:cubicBezTo>
                    <a:cubicBezTo>
                      <a:pt x="156" y="2446"/>
                      <a:pt x="150" y="2715"/>
                      <a:pt x="186" y="2848"/>
                    </a:cubicBezTo>
                    <a:cubicBezTo>
                      <a:pt x="253" y="3106"/>
                      <a:pt x="381" y="3289"/>
                      <a:pt x="443" y="3377"/>
                    </a:cubicBezTo>
                    <a:cubicBezTo>
                      <a:pt x="451" y="3390"/>
                      <a:pt x="459" y="3400"/>
                      <a:pt x="465" y="3410"/>
                    </a:cubicBezTo>
                    <a:cubicBezTo>
                      <a:pt x="500" y="3460"/>
                      <a:pt x="694" y="3971"/>
                      <a:pt x="808" y="4282"/>
                    </a:cubicBezTo>
                    <a:lnTo>
                      <a:pt x="826" y="4329"/>
                    </a:lnTo>
                    <a:lnTo>
                      <a:pt x="1807" y="3892"/>
                    </a:lnTo>
                    <a:lnTo>
                      <a:pt x="1383" y="2799"/>
                    </a:lnTo>
                    <a:lnTo>
                      <a:pt x="1185" y="1576"/>
                    </a:lnTo>
                    <a:cubicBezTo>
                      <a:pt x="1184" y="1568"/>
                      <a:pt x="1086" y="744"/>
                      <a:pt x="1086" y="477"/>
                    </a:cubicBezTo>
                    <a:cubicBezTo>
                      <a:pt x="1086" y="240"/>
                      <a:pt x="1013" y="180"/>
                      <a:pt x="970" y="165"/>
                    </a:cubicBezTo>
                    <a:cubicBezTo>
                      <a:pt x="960" y="162"/>
                      <a:pt x="950" y="161"/>
                      <a:pt x="941" y="161"/>
                    </a:cubicBezTo>
                    <a:cubicBezTo>
                      <a:pt x="915" y="161"/>
                      <a:pt x="890" y="171"/>
                      <a:pt x="871" y="191"/>
                    </a:cubicBezTo>
                    <a:lnTo>
                      <a:pt x="827" y="216"/>
                    </a:lnTo>
                    <a:cubicBezTo>
                      <a:pt x="811" y="128"/>
                      <a:pt x="779" y="27"/>
                      <a:pt x="717" y="5"/>
                    </a:cubicBezTo>
                    <a:cubicBezTo>
                      <a:pt x="710" y="2"/>
                      <a:pt x="701" y="0"/>
                      <a:pt x="6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
              <p:cNvSpPr/>
              <p:nvPr/>
            </p:nvSpPr>
            <p:spPr>
              <a:xfrm>
                <a:off x="5290315" y="2765315"/>
                <a:ext cx="61257" cy="126010"/>
              </a:xfrm>
              <a:custGeom>
                <a:rect b="b" l="l" r="r" t="t"/>
                <a:pathLst>
                  <a:path extrusionOk="0" h="1983" w="964">
                    <a:moveTo>
                      <a:pt x="163" y="1"/>
                    </a:moveTo>
                    <a:cubicBezTo>
                      <a:pt x="86" y="1"/>
                      <a:pt x="0" y="196"/>
                      <a:pt x="56" y="355"/>
                    </a:cubicBezTo>
                    <a:cubicBezTo>
                      <a:pt x="131" y="566"/>
                      <a:pt x="429" y="951"/>
                      <a:pt x="429" y="951"/>
                    </a:cubicBezTo>
                    <a:cubicBezTo>
                      <a:pt x="429" y="951"/>
                      <a:pt x="330" y="1287"/>
                      <a:pt x="467" y="1573"/>
                    </a:cubicBezTo>
                    <a:cubicBezTo>
                      <a:pt x="603" y="1858"/>
                      <a:pt x="877" y="1983"/>
                      <a:pt x="877" y="1983"/>
                    </a:cubicBezTo>
                    <a:lnTo>
                      <a:pt x="963" y="1287"/>
                    </a:lnTo>
                    <a:cubicBezTo>
                      <a:pt x="963" y="1287"/>
                      <a:pt x="703" y="802"/>
                      <a:pt x="653" y="715"/>
                    </a:cubicBezTo>
                    <a:cubicBezTo>
                      <a:pt x="603" y="628"/>
                      <a:pt x="305" y="268"/>
                      <a:pt x="231" y="70"/>
                    </a:cubicBezTo>
                    <a:cubicBezTo>
                      <a:pt x="212" y="21"/>
                      <a:pt x="188" y="1"/>
                      <a:pt x="163"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
              <p:cNvSpPr/>
              <p:nvPr/>
            </p:nvSpPr>
            <p:spPr>
              <a:xfrm>
                <a:off x="5287264" y="2762329"/>
                <a:ext cx="66976" cy="131729"/>
              </a:xfrm>
              <a:custGeom>
                <a:rect b="b" l="l" r="r" t="t"/>
                <a:pathLst>
                  <a:path extrusionOk="0" h="2073" w="1054">
                    <a:moveTo>
                      <a:pt x="211" y="0"/>
                    </a:moveTo>
                    <a:cubicBezTo>
                      <a:pt x="199" y="0"/>
                      <a:pt x="188" y="3"/>
                      <a:pt x="177" y="7"/>
                    </a:cubicBezTo>
                    <a:cubicBezTo>
                      <a:pt x="75" y="44"/>
                      <a:pt x="1" y="249"/>
                      <a:pt x="59" y="418"/>
                    </a:cubicBezTo>
                    <a:cubicBezTo>
                      <a:pt x="128" y="609"/>
                      <a:pt x="364" y="928"/>
                      <a:pt x="426" y="1009"/>
                    </a:cubicBezTo>
                    <a:cubicBezTo>
                      <a:pt x="405" y="1094"/>
                      <a:pt x="349" y="1382"/>
                      <a:pt x="472" y="1641"/>
                    </a:cubicBezTo>
                    <a:cubicBezTo>
                      <a:pt x="614" y="1938"/>
                      <a:pt x="893" y="2068"/>
                      <a:pt x="905" y="2073"/>
                    </a:cubicBezTo>
                    <a:lnTo>
                      <a:pt x="944" y="1986"/>
                    </a:lnTo>
                    <a:cubicBezTo>
                      <a:pt x="941" y="1985"/>
                      <a:pt x="684" y="1865"/>
                      <a:pt x="557" y="1599"/>
                    </a:cubicBezTo>
                    <a:cubicBezTo>
                      <a:pt x="431" y="1334"/>
                      <a:pt x="522" y="1015"/>
                      <a:pt x="522" y="1012"/>
                    </a:cubicBezTo>
                    <a:lnTo>
                      <a:pt x="529" y="989"/>
                    </a:lnTo>
                    <a:lnTo>
                      <a:pt x="515" y="969"/>
                    </a:lnTo>
                    <a:cubicBezTo>
                      <a:pt x="512" y="966"/>
                      <a:pt x="220" y="588"/>
                      <a:pt x="150" y="387"/>
                    </a:cubicBezTo>
                    <a:cubicBezTo>
                      <a:pt x="117" y="295"/>
                      <a:pt x="139" y="187"/>
                      <a:pt x="178" y="127"/>
                    </a:cubicBezTo>
                    <a:cubicBezTo>
                      <a:pt x="195" y="101"/>
                      <a:pt x="208" y="95"/>
                      <a:pt x="210" y="95"/>
                    </a:cubicBezTo>
                    <a:cubicBezTo>
                      <a:pt x="214" y="96"/>
                      <a:pt x="223" y="105"/>
                      <a:pt x="234" y="134"/>
                    </a:cubicBezTo>
                    <a:cubicBezTo>
                      <a:pt x="288" y="276"/>
                      <a:pt x="444" y="490"/>
                      <a:pt x="559" y="645"/>
                    </a:cubicBezTo>
                    <a:cubicBezTo>
                      <a:pt x="605" y="708"/>
                      <a:pt x="645" y="761"/>
                      <a:pt x="660" y="786"/>
                    </a:cubicBezTo>
                    <a:cubicBezTo>
                      <a:pt x="708" y="871"/>
                      <a:pt x="967" y="1352"/>
                      <a:pt x="969" y="1356"/>
                    </a:cubicBezTo>
                    <a:lnTo>
                      <a:pt x="1053" y="1311"/>
                    </a:lnTo>
                    <a:cubicBezTo>
                      <a:pt x="1043" y="1291"/>
                      <a:pt x="792" y="825"/>
                      <a:pt x="741" y="739"/>
                    </a:cubicBezTo>
                    <a:cubicBezTo>
                      <a:pt x="726" y="710"/>
                      <a:pt x="686" y="656"/>
                      <a:pt x="635" y="588"/>
                    </a:cubicBezTo>
                    <a:cubicBezTo>
                      <a:pt x="531" y="445"/>
                      <a:pt x="372" y="231"/>
                      <a:pt x="323" y="100"/>
                    </a:cubicBezTo>
                    <a:cubicBezTo>
                      <a:pt x="295" y="27"/>
                      <a:pt x="252"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
              <p:cNvSpPr/>
              <p:nvPr/>
            </p:nvSpPr>
            <p:spPr>
              <a:xfrm>
                <a:off x="5329521" y="2718102"/>
                <a:ext cx="11629" cy="85913"/>
              </a:xfrm>
              <a:custGeom>
                <a:rect b="b" l="l" r="r" t="t"/>
                <a:pathLst>
                  <a:path extrusionOk="0" h="1352" w="183">
                    <a:moveTo>
                      <a:pt x="88" y="1"/>
                    </a:moveTo>
                    <a:cubicBezTo>
                      <a:pt x="85" y="41"/>
                      <a:pt x="1" y="979"/>
                      <a:pt x="39" y="1351"/>
                    </a:cubicBezTo>
                    <a:lnTo>
                      <a:pt x="133" y="1342"/>
                    </a:lnTo>
                    <a:cubicBezTo>
                      <a:pt x="96" y="978"/>
                      <a:pt x="181" y="20"/>
                      <a:pt x="182" y="9"/>
                    </a:cubicBezTo>
                    <a:lnTo>
                      <a:pt x="8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
              <p:cNvSpPr/>
              <p:nvPr/>
            </p:nvSpPr>
            <p:spPr>
              <a:xfrm>
                <a:off x="5313762" y="2718865"/>
                <a:ext cx="11565" cy="70344"/>
              </a:xfrm>
              <a:custGeom>
                <a:rect b="b" l="l" r="r" t="t"/>
                <a:pathLst>
                  <a:path extrusionOk="0" h="1107" w="182">
                    <a:moveTo>
                      <a:pt x="87" y="0"/>
                    </a:moveTo>
                    <a:cubicBezTo>
                      <a:pt x="84" y="33"/>
                      <a:pt x="0" y="781"/>
                      <a:pt x="51" y="1106"/>
                    </a:cubicBezTo>
                    <a:lnTo>
                      <a:pt x="145" y="1092"/>
                    </a:lnTo>
                    <a:cubicBezTo>
                      <a:pt x="97" y="779"/>
                      <a:pt x="181" y="19"/>
                      <a:pt x="182" y="11"/>
                    </a:cubicBezTo>
                    <a:lnTo>
                      <a:pt x="8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
              <p:cNvSpPr/>
              <p:nvPr/>
            </p:nvSpPr>
            <p:spPr>
              <a:xfrm>
                <a:off x="5325518" y="2939106"/>
                <a:ext cx="465276" cy="519163"/>
              </a:xfrm>
              <a:custGeom>
                <a:rect b="b" l="l" r="r" t="t"/>
                <a:pathLst>
                  <a:path extrusionOk="0" h="8170" w="7322">
                    <a:moveTo>
                      <a:pt x="1203" y="0"/>
                    </a:moveTo>
                    <a:lnTo>
                      <a:pt x="1" y="585"/>
                    </a:lnTo>
                    <a:cubicBezTo>
                      <a:pt x="1" y="585"/>
                      <a:pt x="430" y="2803"/>
                      <a:pt x="774" y="4023"/>
                    </a:cubicBezTo>
                    <a:cubicBezTo>
                      <a:pt x="1117" y="5244"/>
                      <a:pt x="1510" y="5947"/>
                      <a:pt x="1510" y="5947"/>
                    </a:cubicBezTo>
                    <a:lnTo>
                      <a:pt x="4243" y="7980"/>
                    </a:lnTo>
                    <a:lnTo>
                      <a:pt x="4381" y="8169"/>
                    </a:lnTo>
                    <a:lnTo>
                      <a:pt x="7321" y="5419"/>
                    </a:lnTo>
                    <a:cubicBezTo>
                      <a:pt x="7321" y="5419"/>
                      <a:pt x="5790" y="4886"/>
                      <a:pt x="5687" y="4886"/>
                    </a:cubicBezTo>
                    <a:cubicBezTo>
                      <a:pt x="5584" y="4886"/>
                      <a:pt x="4514" y="4809"/>
                      <a:pt x="4514" y="4809"/>
                    </a:cubicBezTo>
                    <a:lnTo>
                      <a:pt x="3247" y="4147"/>
                    </a:lnTo>
                    <a:lnTo>
                      <a:pt x="120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
              <p:cNvSpPr/>
              <p:nvPr/>
            </p:nvSpPr>
            <p:spPr>
              <a:xfrm>
                <a:off x="5322086" y="2935103"/>
                <a:ext cx="474363" cy="527678"/>
              </a:xfrm>
              <a:custGeom>
                <a:rect b="b" l="l" r="r" t="t"/>
                <a:pathLst>
                  <a:path extrusionOk="0" h="8304" w="7465">
                    <a:moveTo>
                      <a:pt x="1236" y="127"/>
                    </a:moveTo>
                    <a:lnTo>
                      <a:pt x="3265" y="4245"/>
                    </a:lnTo>
                    <a:lnTo>
                      <a:pt x="4546" y="4914"/>
                    </a:lnTo>
                    <a:lnTo>
                      <a:pt x="4565" y="4920"/>
                    </a:lnTo>
                    <a:cubicBezTo>
                      <a:pt x="4608" y="4923"/>
                      <a:pt x="5637" y="4996"/>
                      <a:pt x="5741" y="4996"/>
                    </a:cubicBezTo>
                    <a:cubicBezTo>
                      <a:pt x="5819" y="5000"/>
                      <a:pt x="6699" y="5297"/>
                      <a:pt x="7285" y="5501"/>
                    </a:cubicBezTo>
                    <a:lnTo>
                      <a:pt x="4441" y="8161"/>
                    </a:lnTo>
                    <a:lnTo>
                      <a:pt x="4335" y="8015"/>
                    </a:lnTo>
                    <a:lnTo>
                      <a:pt x="1601" y="5978"/>
                    </a:lnTo>
                    <a:cubicBezTo>
                      <a:pt x="1555" y="5893"/>
                      <a:pt x="1191" y="5202"/>
                      <a:pt x="874" y="4074"/>
                    </a:cubicBezTo>
                    <a:cubicBezTo>
                      <a:pt x="559" y="2953"/>
                      <a:pt x="165" y="966"/>
                      <a:pt x="108" y="675"/>
                    </a:cubicBezTo>
                    <a:lnTo>
                      <a:pt x="1236" y="127"/>
                    </a:lnTo>
                    <a:close/>
                    <a:moveTo>
                      <a:pt x="1279" y="0"/>
                    </a:moveTo>
                    <a:lnTo>
                      <a:pt x="0" y="622"/>
                    </a:lnTo>
                    <a:lnTo>
                      <a:pt x="8" y="657"/>
                    </a:lnTo>
                    <a:cubicBezTo>
                      <a:pt x="12" y="679"/>
                      <a:pt x="442" y="2890"/>
                      <a:pt x="782" y="4099"/>
                    </a:cubicBezTo>
                    <a:cubicBezTo>
                      <a:pt x="1124" y="5311"/>
                      <a:pt x="1519" y="6026"/>
                      <a:pt x="1523" y="6033"/>
                    </a:cubicBezTo>
                    <a:lnTo>
                      <a:pt x="1528" y="6042"/>
                    </a:lnTo>
                    <a:lnTo>
                      <a:pt x="4263" y="8077"/>
                    </a:lnTo>
                    <a:lnTo>
                      <a:pt x="4429" y="8304"/>
                    </a:lnTo>
                    <a:lnTo>
                      <a:pt x="7464" y="5463"/>
                    </a:lnTo>
                    <a:lnTo>
                      <a:pt x="7391" y="5437"/>
                    </a:lnTo>
                    <a:cubicBezTo>
                      <a:pt x="7134" y="5348"/>
                      <a:pt x="5847" y="4902"/>
                      <a:pt x="5741" y="4902"/>
                    </a:cubicBezTo>
                    <a:cubicBezTo>
                      <a:pt x="5646" y="4902"/>
                      <a:pt x="4689" y="4834"/>
                      <a:pt x="4581" y="4825"/>
                    </a:cubicBezTo>
                    <a:lnTo>
                      <a:pt x="3336" y="4175"/>
                    </a:lnTo>
                    <a:lnTo>
                      <a:pt x="12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
              <p:cNvSpPr/>
              <p:nvPr/>
            </p:nvSpPr>
            <p:spPr>
              <a:xfrm>
                <a:off x="5479293" y="3385053"/>
                <a:ext cx="212050" cy="581310"/>
              </a:xfrm>
              <a:custGeom>
                <a:rect b="b" l="l" r="r" t="t"/>
                <a:pathLst>
                  <a:path extrusionOk="0" h="9148" w="3337">
                    <a:moveTo>
                      <a:pt x="3337" y="0"/>
                    </a:moveTo>
                    <a:cubicBezTo>
                      <a:pt x="3336" y="0"/>
                      <a:pt x="1892" y="1237"/>
                      <a:pt x="1497" y="1668"/>
                    </a:cubicBezTo>
                    <a:cubicBezTo>
                      <a:pt x="1101" y="2098"/>
                      <a:pt x="1136" y="2115"/>
                      <a:pt x="964" y="2441"/>
                    </a:cubicBezTo>
                    <a:cubicBezTo>
                      <a:pt x="792" y="2767"/>
                      <a:pt x="568" y="3421"/>
                      <a:pt x="568" y="3421"/>
                    </a:cubicBezTo>
                    <a:cubicBezTo>
                      <a:pt x="568" y="3421"/>
                      <a:pt x="1" y="5896"/>
                      <a:pt x="1" y="7221"/>
                    </a:cubicBezTo>
                    <a:cubicBezTo>
                      <a:pt x="1" y="8544"/>
                      <a:pt x="35" y="8888"/>
                      <a:pt x="121" y="8940"/>
                    </a:cubicBezTo>
                    <a:cubicBezTo>
                      <a:pt x="203" y="8989"/>
                      <a:pt x="1099" y="9147"/>
                      <a:pt x="1256" y="9147"/>
                    </a:cubicBezTo>
                    <a:cubicBezTo>
                      <a:pt x="1264" y="9147"/>
                      <a:pt x="1270" y="9147"/>
                      <a:pt x="1274" y="9146"/>
                    </a:cubicBezTo>
                    <a:cubicBezTo>
                      <a:pt x="1360" y="9128"/>
                      <a:pt x="1617" y="9042"/>
                      <a:pt x="1617" y="9042"/>
                    </a:cubicBezTo>
                    <a:cubicBezTo>
                      <a:pt x="1617" y="9042"/>
                      <a:pt x="2872" y="3095"/>
                      <a:pt x="3009" y="2355"/>
                    </a:cubicBezTo>
                    <a:cubicBezTo>
                      <a:pt x="3148" y="1616"/>
                      <a:pt x="3337" y="0"/>
                      <a:pt x="33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
              <p:cNvSpPr/>
              <p:nvPr/>
            </p:nvSpPr>
            <p:spPr>
              <a:xfrm>
                <a:off x="5476307" y="3377682"/>
                <a:ext cx="218913" cy="591667"/>
              </a:xfrm>
              <a:custGeom>
                <a:rect b="b" l="l" r="r" t="t"/>
                <a:pathLst>
                  <a:path extrusionOk="0" h="9311" w="3445">
                    <a:moveTo>
                      <a:pt x="3322" y="232"/>
                    </a:moveTo>
                    <a:cubicBezTo>
                      <a:pt x="3274" y="621"/>
                      <a:pt x="3123" y="1851"/>
                      <a:pt x="3010" y="2463"/>
                    </a:cubicBezTo>
                    <a:cubicBezTo>
                      <a:pt x="2879" y="3168"/>
                      <a:pt x="1715" y="8687"/>
                      <a:pt x="1623" y="9123"/>
                    </a:cubicBezTo>
                    <a:cubicBezTo>
                      <a:pt x="1557" y="9145"/>
                      <a:pt x="1377" y="9202"/>
                      <a:pt x="1311" y="9215"/>
                    </a:cubicBezTo>
                    <a:cubicBezTo>
                      <a:pt x="1308" y="9216"/>
                      <a:pt x="1303" y="9216"/>
                      <a:pt x="1297" y="9216"/>
                    </a:cubicBezTo>
                    <a:cubicBezTo>
                      <a:pt x="1147" y="9216"/>
                      <a:pt x="265" y="9057"/>
                      <a:pt x="192" y="9015"/>
                    </a:cubicBezTo>
                    <a:cubicBezTo>
                      <a:pt x="108" y="8963"/>
                      <a:pt x="96" y="8178"/>
                      <a:pt x="96" y="7337"/>
                    </a:cubicBezTo>
                    <a:cubicBezTo>
                      <a:pt x="96" y="6051"/>
                      <a:pt x="641" y="3640"/>
                      <a:pt x="662" y="3550"/>
                    </a:cubicBezTo>
                    <a:cubicBezTo>
                      <a:pt x="676" y="3507"/>
                      <a:pt x="889" y="2889"/>
                      <a:pt x="1053" y="2579"/>
                    </a:cubicBezTo>
                    <a:cubicBezTo>
                      <a:pt x="1085" y="2517"/>
                      <a:pt x="1112" y="2466"/>
                      <a:pt x="1134" y="2421"/>
                    </a:cubicBezTo>
                    <a:cubicBezTo>
                      <a:pt x="1225" y="2235"/>
                      <a:pt x="1263" y="2158"/>
                      <a:pt x="1579" y="1816"/>
                    </a:cubicBezTo>
                    <a:cubicBezTo>
                      <a:pt x="1910" y="1456"/>
                      <a:pt x="2996" y="512"/>
                      <a:pt x="3322" y="232"/>
                    </a:cubicBezTo>
                    <a:close/>
                    <a:moveTo>
                      <a:pt x="3444" y="1"/>
                    </a:moveTo>
                    <a:lnTo>
                      <a:pt x="3352" y="80"/>
                    </a:lnTo>
                    <a:cubicBezTo>
                      <a:pt x="3293" y="131"/>
                      <a:pt x="1902" y="1324"/>
                      <a:pt x="1508" y="1751"/>
                    </a:cubicBezTo>
                    <a:cubicBezTo>
                      <a:pt x="1184" y="2105"/>
                      <a:pt x="1144" y="2184"/>
                      <a:pt x="1049" y="2379"/>
                    </a:cubicBezTo>
                    <a:cubicBezTo>
                      <a:pt x="1027" y="2423"/>
                      <a:pt x="1002" y="2473"/>
                      <a:pt x="969" y="2535"/>
                    </a:cubicBezTo>
                    <a:cubicBezTo>
                      <a:pt x="797" y="2861"/>
                      <a:pt x="580" y="3495"/>
                      <a:pt x="570" y="3521"/>
                    </a:cubicBezTo>
                    <a:lnTo>
                      <a:pt x="569" y="3527"/>
                    </a:lnTo>
                    <a:cubicBezTo>
                      <a:pt x="563" y="3551"/>
                      <a:pt x="0" y="6023"/>
                      <a:pt x="0" y="7337"/>
                    </a:cubicBezTo>
                    <a:cubicBezTo>
                      <a:pt x="0" y="8845"/>
                      <a:pt x="47" y="9038"/>
                      <a:pt x="144" y="9096"/>
                    </a:cubicBezTo>
                    <a:cubicBezTo>
                      <a:pt x="233" y="9150"/>
                      <a:pt x="1118" y="9311"/>
                      <a:pt x="1304" y="9311"/>
                    </a:cubicBezTo>
                    <a:cubicBezTo>
                      <a:pt x="1315" y="9311"/>
                      <a:pt x="1324" y="9309"/>
                      <a:pt x="1330" y="9308"/>
                    </a:cubicBezTo>
                    <a:cubicBezTo>
                      <a:pt x="1417" y="9291"/>
                      <a:pt x="1669" y="9207"/>
                      <a:pt x="1679" y="9203"/>
                    </a:cubicBezTo>
                    <a:lnTo>
                      <a:pt x="1705" y="9195"/>
                    </a:lnTo>
                    <a:lnTo>
                      <a:pt x="1711" y="9169"/>
                    </a:lnTo>
                    <a:cubicBezTo>
                      <a:pt x="1723" y="9109"/>
                      <a:pt x="2967" y="3211"/>
                      <a:pt x="3103" y="2479"/>
                    </a:cubicBezTo>
                    <a:cubicBezTo>
                      <a:pt x="3240" y="1747"/>
                      <a:pt x="3429" y="137"/>
                      <a:pt x="3431" y="121"/>
                    </a:cubicBezTo>
                    <a:lnTo>
                      <a:pt x="3444" y="1"/>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
              <p:cNvSpPr/>
              <p:nvPr/>
            </p:nvSpPr>
            <p:spPr>
              <a:xfrm>
                <a:off x="5430428" y="4800353"/>
                <a:ext cx="254498" cy="139291"/>
              </a:xfrm>
              <a:custGeom>
                <a:rect b="b" l="l" r="r" t="t"/>
                <a:pathLst>
                  <a:path extrusionOk="0" h="2192" w="4005">
                    <a:moveTo>
                      <a:pt x="2013" y="114"/>
                    </a:moveTo>
                    <a:lnTo>
                      <a:pt x="3716" y="656"/>
                    </a:lnTo>
                    <a:cubicBezTo>
                      <a:pt x="3741" y="761"/>
                      <a:pt x="3836" y="1161"/>
                      <a:pt x="3870" y="1349"/>
                    </a:cubicBezTo>
                    <a:cubicBezTo>
                      <a:pt x="3908" y="1562"/>
                      <a:pt x="3784" y="2033"/>
                      <a:pt x="3677" y="2078"/>
                    </a:cubicBezTo>
                    <a:cubicBezTo>
                      <a:pt x="3647" y="2091"/>
                      <a:pt x="3592" y="2096"/>
                      <a:pt x="3526" y="2096"/>
                    </a:cubicBezTo>
                    <a:cubicBezTo>
                      <a:pt x="3347" y="2096"/>
                      <a:pt x="3083" y="2059"/>
                      <a:pt x="2964" y="2035"/>
                    </a:cubicBezTo>
                    <a:cubicBezTo>
                      <a:pt x="2927" y="2028"/>
                      <a:pt x="2877" y="2026"/>
                      <a:pt x="2821" y="2026"/>
                    </a:cubicBezTo>
                    <a:cubicBezTo>
                      <a:pt x="2766" y="2026"/>
                      <a:pt x="2704" y="2028"/>
                      <a:pt x="2647" y="2031"/>
                    </a:cubicBezTo>
                    <a:cubicBezTo>
                      <a:pt x="2597" y="2032"/>
                      <a:pt x="2550" y="2034"/>
                      <a:pt x="2514" y="2034"/>
                    </a:cubicBezTo>
                    <a:cubicBezTo>
                      <a:pt x="2468" y="2034"/>
                      <a:pt x="2301" y="2042"/>
                      <a:pt x="2089" y="2053"/>
                    </a:cubicBezTo>
                    <a:cubicBezTo>
                      <a:pt x="1740" y="2071"/>
                      <a:pt x="1263" y="2095"/>
                      <a:pt x="1050" y="2095"/>
                    </a:cubicBezTo>
                    <a:cubicBezTo>
                      <a:pt x="633" y="2095"/>
                      <a:pt x="95" y="1972"/>
                      <a:pt x="95" y="1841"/>
                    </a:cubicBezTo>
                    <a:cubicBezTo>
                      <a:pt x="95" y="1644"/>
                      <a:pt x="366" y="1541"/>
                      <a:pt x="482" y="1506"/>
                    </a:cubicBezTo>
                    <a:cubicBezTo>
                      <a:pt x="683" y="1446"/>
                      <a:pt x="1395" y="1022"/>
                      <a:pt x="1484" y="933"/>
                    </a:cubicBezTo>
                    <a:cubicBezTo>
                      <a:pt x="1560" y="858"/>
                      <a:pt x="1918" y="272"/>
                      <a:pt x="2013" y="114"/>
                    </a:cubicBezTo>
                    <a:close/>
                    <a:moveTo>
                      <a:pt x="1971" y="0"/>
                    </a:moveTo>
                    <a:lnTo>
                      <a:pt x="1952" y="33"/>
                    </a:lnTo>
                    <a:cubicBezTo>
                      <a:pt x="1768" y="337"/>
                      <a:pt x="1474" y="809"/>
                      <a:pt x="1417" y="865"/>
                    </a:cubicBezTo>
                    <a:cubicBezTo>
                      <a:pt x="1348" y="935"/>
                      <a:pt x="658" y="1354"/>
                      <a:pt x="455" y="1415"/>
                    </a:cubicBezTo>
                    <a:cubicBezTo>
                      <a:pt x="286" y="1466"/>
                      <a:pt x="1" y="1589"/>
                      <a:pt x="1" y="1841"/>
                    </a:cubicBezTo>
                    <a:cubicBezTo>
                      <a:pt x="1" y="2107"/>
                      <a:pt x="770" y="2189"/>
                      <a:pt x="1050" y="2189"/>
                    </a:cubicBezTo>
                    <a:cubicBezTo>
                      <a:pt x="1265" y="2189"/>
                      <a:pt x="1745" y="2165"/>
                      <a:pt x="2094" y="2148"/>
                    </a:cubicBezTo>
                    <a:cubicBezTo>
                      <a:pt x="2304" y="2138"/>
                      <a:pt x="2470" y="2130"/>
                      <a:pt x="2514" y="2130"/>
                    </a:cubicBezTo>
                    <a:cubicBezTo>
                      <a:pt x="2551" y="2130"/>
                      <a:pt x="2600" y="2127"/>
                      <a:pt x="2650" y="2125"/>
                    </a:cubicBezTo>
                    <a:cubicBezTo>
                      <a:pt x="2705" y="2123"/>
                      <a:pt x="2767" y="2121"/>
                      <a:pt x="2822" y="2121"/>
                    </a:cubicBezTo>
                    <a:cubicBezTo>
                      <a:pt x="2871" y="2121"/>
                      <a:pt x="2915" y="2123"/>
                      <a:pt x="2945" y="2128"/>
                    </a:cubicBezTo>
                    <a:cubicBezTo>
                      <a:pt x="2949" y="2130"/>
                      <a:pt x="3283" y="2191"/>
                      <a:pt x="3522" y="2191"/>
                    </a:cubicBezTo>
                    <a:cubicBezTo>
                      <a:pt x="3602" y="2191"/>
                      <a:pt x="3672" y="2184"/>
                      <a:pt x="3715" y="2165"/>
                    </a:cubicBezTo>
                    <a:cubicBezTo>
                      <a:pt x="3886" y="2093"/>
                      <a:pt x="4005" y="1561"/>
                      <a:pt x="3964" y="1332"/>
                    </a:cubicBezTo>
                    <a:cubicBezTo>
                      <a:pt x="3924" y="1113"/>
                      <a:pt x="3804" y="612"/>
                      <a:pt x="3802" y="608"/>
                    </a:cubicBezTo>
                    <a:lnTo>
                      <a:pt x="3796" y="582"/>
                    </a:lnTo>
                    <a:lnTo>
                      <a:pt x="19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
              <p:cNvSpPr/>
              <p:nvPr/>
            </p:nvSpPr>
            <p:spPr>
              <a:xfrm>
                <a:off x="5862271" y="4808296"/>
                <a:ext cx="210969" cy="155558"/>
              </a:xfrm>
              <a:custGeom>
                <a:rect b="b" l="l" r="r" t="t"/>
                <a:pathLst>
                  <a:path extrusionOk="0" h="2448" w="3320">
                    <a:moveTo>
                      <a:pt x="2006" y="95"/>
                    </a:moveTo>
                    <a:cubicBezTo>
                      <a:pt x="2328" y="95"/>
                      <a:pt x="2767" y="206"/>
                      <a:pt x="2979" y="272"/>
                    </a:cubicBezTo>
                    <a:cubicBezTo>
                      <a:pt x="3015" y="354"/>
                      <a:pt x="3154" y="682"/>
                      <a:pt x="3188" y="902"/>
                    </a:cubicBezTo>
                    <a:cubicBezTo>
                      <a:pt x="3228" y="1159"/>
                      <a:pt x="3204" y="1355"/>
                      <a:pt x="2965" y="1539"/>
                    </a:cubicBezTo>
                    <a:cubicBezTo>
                      <a:pt x="2709" y="1735"/>
                      <a:pt x="2047" y="2177"/>
                      <a:pt x="1891" y="2255"/>
                    </a:cubicBezTo>
                    <a:cubicBezTo>
                      <a:pt x="1777" y="2312"/>
                      <a:pt x="1428" y="2328"/>
                      <a:pt x="1173" y="2339"/>
                    </a:cubicBezTo>
                    <a:cubicBezTo>
                      <a:pt x="1089" y="2342"/>
                      <a:pt x="1012" y="2346"/>
                      <a:pt x="947" y="2351"/>
                    </a:cubicBezTo>
                    <a:cubicBezTo>
                      <a:pt x="925" y="2352"/>
                      <a:pt x="903" y="2353"/>
                      <a:pt x="880" y="2353"/>
                    </a:cubicBezTo>
                    <a:cubicBezTo>
                      <a:pt x="596" y="2353"/>
                      <a:pt x="177" y="2248"/>
                      <a:pt x="128" y="2097"/>
                    </a:cubicBezTo>
                    <a:cubicBezTo>
                      <a:pt x="100" y="2012"/>
                      <a:pt x="213" y="1920"/>
                      <a:pt x="313" y="1857"/>
                    </a:cubicBezTo>
                    <a:cubicBezTo>
                      <a:pt x="567" y="1698"/>
                      <a:pt x="1003" y="1307"/>
                      <a:pt x="1021" y="1291"/>
                    </a:cubicBezTo>
                    <a:lnTo>
                      <a:pt x="1377" y="709"/>
                    </a:lnTo>
                    <a:lnTo>
                      <a:pt x="1378" y="697"/>
                    </a:lnTo>
                    <a:cubicBezTo>
                      <a:pt x="1378" y="694"/>
                      <a:pt x="1401" y="393"/>
                      <a:pt x="1681" y="169"/>
                    </a:cubicBezTo>
                    <a:cubicBezTo>
                      <a:pt x="1748" y="116"/>
                      <a:pt x="1867" y="95"/>
                      <a:pt x="2006" y="95"/>
                    </a:cubicBezTo>
                    <a:close/>
                    <a:moveTo>
                      <a:pt x="2013" y="0"/>
                    </a:moveTo>
                    <a:cubicBezTo>
                      <a:pt x="1851" y="0"/>
                      <a:pt x="1708" y="26"/>
                      <a:pt x="1621" y="96"/>
                    </a:cubicBezTo>
                    <a:cubicBezTo>
                      <a:pt x="1338" y="322"/>
                      <a:pt x="1291" y="614"/>
                      <a:pt x="1284" y="679"/>
                    </a:cubicBezTo>
                    <a:lnTo>
                      <a:pt x="953" y="1225"/>
                    </a:lnTo>
                    <a:cubicBezTo>
                      <a:pt x="902" y="1270"/>
                      <a:pt x="495" y="1631"/>
                      <a:pt x="262" y="1776"/>
                    </a:cubicBezTo>
                    <a:cubicBezTo>
                      <a:pt x="76" y="1893"/>
                      <a:pt x="0" y="2011"/>
                      <a:pt x="37" y="2125"/>
                    </a:cubicBezTo>
                    <a:cubicBezTo>
                      <a:pt x="109" y="2349"/>
                      <a:pt x="596" y="2447"/>
                      <a:pt x="884" y="2447"/>
                    </a:cubicBezTo>
                    <a:cubicBezTo>
                      <a:pt x="908" y="2447"/>
                      <a:pt x="931" y="2446"/>
                      <a:pt x="953" y="2445"/>
                    </a:cubicBezTo>
                    <a:cubicBezTo>
                      <a:pt x="1017" y="2441"/>
                      <a:pt x="1094" y="2437"/>
                      <a:pt x="1177" y="2434"/>
                    </a:cubicBezTo>
                    <a:cubicBezTo>
                      <a:pt x="1469" y="2421"/>
                      <a:pt x="1801" y="2406"/>
                      <a:pt x="1933" y="2340"/>
                    </a:cubicBezTo>
                    <a:cubicBezTo>
                      <a:pt x="2097" y="2258"/>
                      <a:pt x="2759" y="1817"/>
                      <a:pt x="3023" y="1613"/>
                    </a:cubicBezTo>
                    <a:cubicBezTo>
                      <a:pt x="3314" y="1390"/>
                      <a:pt x="3319" y="1133"/>
                      <a:pt x="3281" y="887"/>
                    </a:cubicBezTo>
                    <a:cubicBezTo>
                      <a:pt x="3240" y="624"/>
                      <a:pt x="3065" y="230"/>
                      <a:pt x="3058" y="213"/>
                    </a:cubicBezTo>
                    <a:lnTo>
                      <a:pt x="3048" y="194"/>
                    </a:lnTo>
                    <a:lnTo>
                      <a:pt x="3028" y="188"/>
                    </a:lnTo>
                    <a:cubicBezTo>
                      <a:pt x="2996" y="177"/>
                      <a:pt x="2438" y="0"/>
                      <a:pt x="20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
              <p:cNvSpPr/>
              <p:nvPr/>
            </p:nvSpPr>
            <p:spPr>
              <a:xfrm>
                <a:off x="5493781" y="3922756"/>
                <a:ext cx="568855" cy="937543"/>
              </a:xfrm>
              <a:custGeom>
                <a:rect b="b" l="l" r="r" t="t"/>
                <a:pathLst>
                  <a:path extrusionOk="0" h="14754" w="8952">
                    <a:moveTo>
                      <a:pt x="1251" y="0"/>
                    </a:moveTo>
                    <a:lnTo>
                      <a:pt x="797" y="2389"/>
                    </a:lnTo>
                    <a:cubicBezTo>
                      <a:pt x="797" y="2389"/>
                      <a:pt x="0" y="7373"/>
                      <a:pt x="22" y="7554"/>
                    </a:cubicBezTo>
                    <a:cubicBezTo>
                      <a:pt x="46" y="7737"/>
                      <a:pt x="1001" y="12884"/>
                      <a:pt x="1025" y="13088"/>
                    </a:cubicBezTo>
                    <a:cubicBezTo>
                      <a:pt x="1048" y="13293"/>
                      <a:pt x="820" y="13498"/>
                      <a:pt x="820" y="13498"/>
                    </a:cubicBezTo>
                    <a:lnTo>
                      <a:pt x="865" y="13998"/>
                    </a:lnTo>
                    <a:cubicBezTo>
                      <a:pt x="865" y="13998"/>
                      <a:pt x="1434" y="14385"/>
                      <a:pt x="1821" y="14476"/>
                    </a:cubicBezTo>
                    <a:cubicBezTo>
                      <a:pt x="2208" y="14567"/>
                      <a:pt x="2799" y="14590"/>
                      <a:pt x="2799" y="14590"/>
                    </a:cubicBezTo>
                    <a:cubicBezTo>
                      <a:pt x="2799" y="14590"/>
                      <a:pt x="3005" y="14158"/>
                      <a:pt x="3005" y="14089"/>
                    </a:cubicBezTo>
                    <a:cubicBezTo>
                      <a:pt x="3005" y="14021"/>
                      <a:pt x="2868" y="13566"/>
                      <a:pt x="2868" y="13498"/>
                    </a:cubicBezTo>
                    <a:cubicBezTo>
                      <a:pt x="2868" y="13429"/>
                      <a:pt x="2503" y="7418"/>
                      <a:pt x="2503" y="7418"/>
                    </a:cubicBezTo>
                    <a:lnTo>
                      <a:pt x="3390" y="3982"/>
                    </a:lnTo>
                    <a:cubicBezTo>
                      <a:pt x="3390" y="3982"/>
                      <a:pt x="4596" y="7622"/>
                      <a:pt x="4710" y="7873"/>
                    </a:cubicBezTo>
                    <a:cubicBezTo>
                      <a:pt x="4823" y="8123"/>
                      <a:pt x="7018" y="13684"/>
                      <a:pt x="7018" y="13684"/>
                    </a:cubicBezTo>
                    <a:cubicBezTo>
                      <a:pt x="7018" y="13684"/>
                      <a:pt x="6813" y="13957"/>
                      <a:pt x="6882" y="14163"/>
                    </a:cubicBezTo>
                    <a:cubicBezTo>
                      <a:pt x="6950" y="14368"/>
                      <a:pt x="7040" y="14754"/>
                      <a:pt x="7040" y="14754"/>
                    </a:cubicBezTo>
                    <a:cubicBezTo>
                      <a:pt x="7040" y="14754"/>
                      <a:pt x="7412" y="14331"/>
                      <a:pt x="7675" y="14331"/>
                    </a:cubicBezTo>
                    <a:cubicBezTo>
                      <a:pt x="7718" y="14331"/>
                      <a:pt x="7757" y="14342"/>
                      <a:pt x="7792" y="14368"/>
                    </a:cubicBezTo>
                    <a:cubicBezTo>
                      <a:pt x="8041" y="14549"/>
                      <a:pt x="8088" y="14754"/>
                      <a:pt x="8088" y="14754"/>
                    </a:cubicBezTo>
                    <a:lnTo>
                      <a:pt x="8884" y="14436"/>
                    </a:lnTo>
                    <a:cubicBezTo>
                      <a:pt x="8884" y="14436"/>
                      <a:pt x="8951" y="14117"/>
                      <a:pt x="8906" y="13957"/>
                    </a:cubicBezTo>
                    <a:cubicBezTo>
                      <a:pt x="8861" y="13799"/>
                      <a:pt x="8747" y="14003"/>
                      <a:pt x="8747" y="13412"/>
                    </a:cubicBezTo>
                    <a:cubicBezTo>
                      <a:pt x="8747" y="12820"/>
                      <a:pt x="7964" y="9284"/>
                      <a:pt x="7804" y="8738"/>
                    </a:cubicBezTo>
                    <a:cubicBezTo>
                      <a:pt x="7645" y="8191"/>
                      <a:pt x="6985" y="7168"/>
                      <a:pt x="6985" y="7168"/>
                    </a:cubicBezTo>
                    <a:lnTo>
                      <a:pt x="6689" y="1661"/>
                    </a:lnTo>
                    <a:lnTo>
                      <a:pt x="6689" y="387"/>
                    </a:lnTo>
                    <a:lnTo>
                      <a:pt x="12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
              <p:cNvSpPr/>
              <p:nvPr/>
            </p:nvSpPr>
            <p:spPr>
              <a:xfrm>
                <a:off x="5490795" y="3919579"/>
                <a:ext cx="574955" cy="947138"/>
              </a:xfrm>
              <a:custGeom>
                <a:rect b="b" l="l" r="r" t="t"/>
                <a:pathLst>
                  <a:path extrusionOk="0" h="14905" w="9048">
                    <a:moveTo>
                      <a:pt x="1337" y="100"/>
                    </a:moveTo>
                    <a:lnTo>
                      <a:pt x="6689" y="481"/>
                    </a:lnTo>
                    <a:lnTo>
                      <a:pt x="6689" y="1714"/>
                    </a:lnTo>
                    <a:lnTo>
                      <a:pt x="6985" y="7220"/>
                    </a:lnTo>
                    <a:lnTo>
                      <a:pt x="6986" y="7233"/>
                    </a:lnTo>
                    <a:lnTo>
                      <a:pt x="6992" y="7243"/>
                    </a:lnTo>
                    <a:cubicBezTo>
                      <a:pt x="6999" y="7254"/>
                      <a:pt x="7650" y="8267"/>
                      <a:pt x="7806" y="8802"/>
                    </a:cubicBezTo>
                    <a:cubicBezTo>
                      <a:pt x="7977" y="9389"/>
                      <a:pt x="8746" y="12892"/>
                      <a:pt x="8746" y="13462"/>
                    </a:cubicBezTo>
                    <a:cubicBezTo>
                      <a:pt x="8746" y="13859"/>
                      <a:pt x="8798" y="13923"/>
                      <a:pt x="8869" y="13968"/>
                    </a:cubicBezTo>
                    <a:cubicBezTo>
                      <a:pt x="8889" y="13981"/>
                      <a:pt x="8899" y="13987"/>
                      <a:pt x="8908" y="14021"/>
                    </a:cubicBezTo>
                    <a:cubicBezTo>
                      <a:pt x="8943" y="14143"/>
                      <a:pt x="8904" y="14376"/>
                      <a:pt x="8889" y="14451"/>
                    </a:cubicBezTo>
                    <a:lnTo>
                      <a:pt x="8164" y="14742"/>
                    </a:lnTo>
                    <a:cubicBezTo>
                      <a:pt x="8133" y="14664"/>
                      <a:pt x="8054" y="14515"/>
                      <a:pt x="7866" y="14379"/>
                    </a:cubicBezTo>
                    <a:cubicBezTo>
                      <a:pt x="7823" y="14347"/>
                      <a:pt x="7774" y="14334"/>
                      <a:pt x="7722" y="14334"/>
                    </a:cubicBezTo>
                    <a:cubicBezTo>
                      <a:pt x="7503" y="14334"/>
                      <a:pt x="7235" y="14581"/>
                      <a:pt x="7114" y="14707"/>
                    </a:cubicBezTo>
                    <a:cubicBezTo>
                      <a:pt x="7082" y="14580"/>
                      <a:pt x="7022" y="14344"/>
                      <a:pt x="6974" y="14197"/>
                    </a:cubicBezTo>
                    <a:cubicBezTo>
                      <a:pt x="6914" y="14019"/>
                      <a:pt x="7101" y="13766"/>
                      <a:pt x="7103" y="13763"/>
                    </a:cubicBezTo>
                    <a:lnTo>
                      <a:pt x="7119" y="13742"/>
                    </a:lnTo>
                    <a:lnTo>
                      <a:pt x="7109" y="13717"/>
                    </a:lnTo>
                    <a:cubicBezTo>
                      <a:pt x="7019" y="13490"/>
                      <a:pt x="4913" y="8152"/>
                      <a:pt x="4800" y="7903"/>
                    </a:cubicBezTo>
                    <a:cubicBezTo>
                      <a:pt x="4689" y="7658"/>
                      <a:pt x="3494" y="4053"/>
                      <a:pt x="3482" y="4017"/>
                    </a:cubicBezTo>
                    <a:lnTo>
                      <a:pt x="3431" y="3863"/>
                    </a:lnTo>
                    <a:lnTo>
                      <a:pt x="2504" y="7455"/>
                    </a:lnTo>
                    <a:lnTo>
                      <a:pt x="2502" y="7463"/>
                    </a:lnTo>
                    <a:lnTo>
                      <a:pt x="2503" y="7471"/>
                    </a:lnTo>
                    <a:cubicBezTo>
                      <a:pt x="2506" y="7531"/>
                      <a:pt x="2866" y="13457"/>
                      <a:pt x="2867" y="13548"/>
                    </a:cubicBezTo>
                    <a:cubicBezTo>
                      <a:pt x="2867" y="13585"/>
                      <a:pt x="2893" y="13689"/>
                      <a:pt x="2937" y="13855"/>
                    </a:cubicBezTo>
                    <a:cubicBezTo>
                      <a:pt x="2965" y="13963"/>
                      <a:pt x="3003" y="14111"/>
                      <a:pt x="3003" y="14138"/>
                    </a:cubicBezTo>
                    <a:cubicBezTo>
                      <a:pt x="3001" y="14177"/>
                      <a:pt x="2908" y="14398"/>
                      <a:pt x="2817" y="14591"/>
                    </a:cubicBezTo>
                    <a:cubicBezTo>
                      <a:pt x="2690" y="14584"/>
                      <a:pt x="2206" y="14557"/>
                      <a:pt x="1878" y="14479"/>
                    </a:cubicBezTo>
                    <a:cubicBezTo>
                      <a:pt x="1544" y="14401"/>
                      <a:pt x="1058" y="14087"/>
                      <a:pt x="957" y="14021"/>
                    </a:cubicBezTo>
                    <a:lnTo>
                      <a:pt x="916" y="13566"/>
                    </a:lnTo>
                    <a:cubicBezTo>
                      <a:pt x="973" y="13510"/>
                      <a:pt x="1140" y="13325"/>
                      <a:pt x="1119" y="13133"/>
                    </a:cubicBezTo>
                    <a:cubicBezTo>
                      <a:pt x="1106" y="13020"/>
                      <a:pt x="827" y="11497"/>
                      <a:pt x="556" y="10024"/>
                    </a:cubicBezTo>
                    <a:cubicBezTo>
                      <a:pt x="336" y="8819"/>
                      <a:pt x="127" y="7681"/>
                      <a:pt x="117" y="7599"/>
                    </a:cubicBezTo>
                    <a:cubicBezTo>
                      <a:pt x="103" y="7456"/>
                      <a:pt x="572" y="4439"/>
                      <a:pt x="890" y="2449"/>
                    </a:cubicBezTo>
                    <a:lnTo>
                      <a:pt x="1337" y="100"/>
                    </a:lnTo>
                    <a:close/>
                    <a:moveTo>
                      <a:pt x="1259" y="1"/>
                    </a:moveTo>
                    <a:lnTo>
                      <a:pt x="797" y="2432"/>
                    </a:lnTo>
                    <a:cubicBezTo>
                      <a:pt x="715" y="2943"/>
                      <a:pt x="0" y="7427"/>
                      <a:pt x="22" y="7611"/>
                    </a:cubicBezTo>
                    <a:cubicBezTo>
                      <a:pt x="34" y="7696"/>
                      <a:pt x="233" y="8783"/>
                      <a:pt x="464" y="10042"/>
                    </a:cubicBezTo>
                    <a:cubicBezTo>
                      <a:pt x="721" y="11445"/>
                      <a:pt x="1013" y="13035"/>
                      <a:pt x="1024" y="13144"/>
                    </a:cubicBezTo>
                    <a:cubicBezTo>
                      <a:pt x="1044" y="13321"/>
                      <a:pt x="838" y="13511"/>
                      <a:pt x="835" y="13513"/>
                    </a:cubicBezTo>
                    <a:lnTo>
                      <a:pt x="818" y="13529"/>
                    </a:lnTo>
                    <a:lnTo>
                      <a:pt x="867" y="14075"/>
                    </a:lnTo>
                    <a:lnTo>
                      <a:pt x="886" y="14088"/>
                    </a:lnTo>
                    <a:cubicBezTo>
                      <a:pt x="909" y="14104"/>
                      <a:pt x="1466" y="14481"/>
                      <a:pt x="1857" y="14573"/>
                    </a:cubicBezTo>
                    <a:cubicBezTo>
                      <a:pt x="2244" y="14664"/>
                      <a:pt x="2820" y="14686"/>
                      <a:pt x="2845" y="14687"/>
                    </a:cubicBezTo>
                    <a:lnTo>
                      <a:pt x="2876" y="14688"/>
                    </a:lnTo>
                    <a:lnTo>
                      <a:pt x="2889" y="14660"/>
                    </a:lnTo>
                    <a:cubicBezTo>
                      <a:pt x="2952" y="14528"/>
                      <a:pt x="3099" y="14211"/>
                      <a:pt x="3099" y="14139"/>
                    </a:cubicBezTo>
                    <a:cubicBezTo>
                      <a:pt x="3099" y="14102"/>
                      <a:pt x="3073" y="13998"/>
                      <a:pt x="3029" y="13832"/>
                    </a:cubicBezTo>
                    <a:cubicBezTo>
                      <a:pt x="3001" y="13724"/>
                      <a:pt x="2962" y="13576"/>
                      <a:pt x="2962" y="13548"/>
                    </a:cubicBezTo>
                    <a:cubicBezTo>
                      <a:pt x="2962" y="13479"/>
                      <a:pt x="2618" y="7809"/>
                      <a:pt x="2597" y="7473"/>
                    </a:cubicBezTo>
                    <a:lnTo>
                      <a:pt x="3443" y="4200"/>
                    </a:lnTo>
                    <a:cubicBezTo>
                      <a:pt x="3676" y="4903"/>
                      <a:pt x="4612" y="7720"/>
                      <a:pt x="4714" y="7943"/>
                    </a:cubicBezTo>
                    <a:cubicBezTo>
                      <a:pt x="4822" y="8180"/>
                      <a:pt x="6854" y="13330"/>
                      <a:pt x="7012" y="13728"/>
                    </a:cubicBezTo>
                    <a:cubicBezTo>
                      <a:pt x="6963" y="13801"/>
                      <a:pt x="6820" y="14036"/>
                      <a:pt x="6884" y="14228"/>
                    </a:cubicBezTo>
                    <a:cubicBezTo>
                      <a:pt x="6950" y="14428"/>
                      <a:pt x="7040" y="14811"/>
                      <a:pt x="7041" y="14815"/>
                    </a:cubicBezTo>
                    <a:lnTo>
                      <a:pt x="7062" y="14904"/>
                    </a:lnTo>
                    <a:lnTo>
                      <a:pt x="7124" y="14835"/>
                    </a:lnTo>
                    <a:cubicBezTo>
                      <a:pt x="7236" y="14708"/>
                      <a:pt x="7528" y="14428"/>
                      <a:pt x="7721" y="14428"/>
                    </a:cubicBezTo>
                    <a:cubicBezTo>
                      <a:pt x="7754" y="14428"/>
                      <a:pt x="7784" y="14437"/>
                      <a:pt x="7810" y="14455"/>
                    </a:cubicBezTo>
                    <a:cubicBezTo>
                      <a:pt x="8042" y="14623"/>
                      <a:pt x="8087" y="14813"/>
                      <a:pt x="8088" y="14814"/>
                    </a:cubicBezTo>
                    <a:lnTo>
                      <a:pt x="8100" y="14869"/>
                    </a:lnTo>
                    <a:lnTo>
                      <a:pt x="8972" y="14520"/>
                    </a:lnTo>
                    <a:lnTo>
                      <a:pt x="8977" y="14495"/>
                    </a:lnTo>
                    <a:cubicBezTo>
                      <a:pt x="8980" y="14483"/>
                      <a:pt x="9048" y="14164"/>
                      <a:pt x="8999" y="13995"/>
                    </a:cubicBezTo>
                    <a:cubicBezTo>
                      <a:pt x="8980" y="13926"/>
                      <a:pt x="8946" y="13904"/>
                      <a:pt x="8921" y="13889"/>
                    </a:cubicBezTo>
                    <a:cubicBezTo>
                      <a:pt x="8887" y="13868"/>
                      <a:pt x="8842" y="13838"/>
                      <a:pt x="8842" y="13462"/>
                    </a:cubicBezTo>
                    <a:cubicBezTo>
                      <a:pt x="8842" y="12855"/>
                      <a:pt x="8039" y="9262"/>
                      <a:pt x="7897" y="8774"/>
                    </a:cubicBezTo>
                    <a:cubicBezTo>
                      <a:pt x="7744" y="8252"/>
                      <a:pt x="7153" y="7319"/>
                      <a:pt x="7079" y="7202"/>
                    </a:cubicBezTo>
                    <a:lnTo>
                      <a:pt x="6784" y="1711"/>
                    </a:lnTo>
                    <a:lnTo>
                      <a:pt x="6784" y="393"/>
                    </a:lnTo>
                    <a:lnTo>
                      <a:pt x="12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
              <p:cNvSpPr/>
              <p:nvPr/>
            </p:nvSpPr>
            <p:spPr>
              <a:xfrm>
                <a:off x="5537944" y="3293932"/>
                <a:ext cx="405163" cy="701410"/>
              </a:xfrm>
              <a:custGeom>
                <a:rect b="b" l="l" r="r" t="t"/>
                <a:pathLst>
                  <a:path extrusionOk="0" h="11038" w="6376">
                    <a:moveTo>
                      <a:pt x="3760" y="0"/>
                    </a:moveTo>
                    <a:cubicBezTo>
                      <a:pt x="3682" y="0"/>
                      <a:pt x="3611" y="9"/>
                      <a:pt x="3557" y="33"/>
                    </a:cubicBezTo>
                    <a:cubicBezTo>
                      <a:pt x="3318" y="139"/>
                      <a:pt x="1348" y="2230"/>
                      <a:pt x="1322" y="2363"/>
                    </a:cubicBezTo>
                    <a:cubicBezTo>
                      <a:pt x="1295" y="2495"/>
                      <a:pt x="319" y="9039"/>
                      <a:pt x="160" y="9544"/>
                    </a:cubicBezTo>
                    <a:cubicBezTo>
                      <a:pt x="0" y="10048"/>
                      <a:pt x="876" y="10685"/>
                      <a:pt x="876" y="10685"/>
                    </a:cubicBezTo>
                    <a:lnTo>
                      <a:pt x="1408" y="10924"/>
                    </a:lnTo>
                    <a:lnTo>
                      <a:pt x="1859" y="10393"/>
                    </a:lnTo>
                    <a:lnTo>
                      <a:pt x="1833" y="11030"/>
                    </a:lnTo>
                    <a:cubicBezTo>
                      <a:pt x="1833" y="11030"/>
                      <a:pt x="2185" y="11037"/>
                      <a:pt x="2588" y="11037"/>
                    </a:cubicBezTo>
                    <a:cubicBezTo>
                      <a:pt x="2984" y="11037"/>
                      <a:pt x="3429" y="11031"/>
                      <a:pt x="3639" y="11004"/>
                    </a:cubicBezTo>
                    <a:cubicBezTo>
                      <a:pt x="4064" y="10952"/>
                      <a:pt x="5712" y="10526"/>
                      <a:pt x="5712" y="10526"/>
                    </a:cubicBezTo>
                    <a:cubicBezTo>
                      <a:pt x="5712" y="10526"/>
                      <a:pt x="6057" y="4788"/>
                      <a:pt x="6083" y="4682"/>
                    </a:cubicBezTo>
                    <a:cubicBezTo>
                      <a:pt x="6110" y="4576"/>
                      <a:pt x="6376" y="936"/>
                      <a:pt x="6376" y="936"/>
                    </a:cubicBezTo>
                    <a:lnTo>
                      <a:pt x="5871" y="617"/>
                    </a:lnTo>
                    <a:lnTo>
                      <a:pt x="4383" y="112"/>
                    </a:lnTo>
                    <a:cubicBezTo>
                      <a:pt x="4383" y="112"/>
                      <a:pt x="4030" y="0"/>
                      <a:pt x="37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
              <p:cNvSpPr/>
              <p:nvPr/>
            </p:nvSpPr>
            <p:spPr>
              <a:xfrm>
                <a:off x="5534513" y="3290882"/>
                <a:ext cx="411772" cy="707446"/>
              </a:xfrm>
              <a:custGeom>
                <a:rect b="b" l="l" r="r" t="t"/>
                <a:pathLst>
                  <a:path extrusionOk="0" h="11133" w="6480">
                    <a:moveTo>
                      <a:pt x="3810" y="96"/>
                    </a:moveTo>
                    <a:cubicBezTo>
                      <a:pt x="4021" y="96"/>
                      <a:pt x="4304" y="168"/>
                      <a:pt x="4422" y="205"/>
                    </a:cubicBezTo>
                    <a:lnTo>
                      <a:pt x="5904" y="709"/>
                    </a:lnTo>
                    <a:lnTo>
                      <a:pt x="6380" y="1009"/>
                    </a:lnTo>
                    <a:cubicBezTo>
                      <a:pt x="6305" y="2035"/>
                      <a:pt x="6113" y="4619"/>
                      <a:pt x="6092" y="4718"/>
                    </a:cubicBezTo>
                    <a:cubicBezTo>
                      <a:pt x="6065" y="4823"/>
                      <a:pt x="5765" y="9807"/>
                      <a:pt x="5720" y="10537"/>
                    </a:cubicBezTo>
                    <a:cubicBezTo>
                      <a:pt x="5484" y="10597"/>
                      <a:pt x="4071" y="10957"/>
                      <a:pt x="3688" y="11005"/>
                    </a:cubicBezTo>
                    <a:cubicBezTo>
                      <a:pt x="3476" y="11031"/>
                      <a:pt x="3018" y="11038"/>
                      <a:pt x="2617" y="11038"/>
                    </a:cubicBezTo>
                    <a:cubicBezTo>
                      <a:pt x="2314" y="11038"/>
                      <a:pt x="2044" y="11034"/>
                      <a:pt x="1937" y="11032"/>
                    </a:cubicBezTo>
                    <a:lnTo>
                      <a:pt x="1967" y="10305"/>
                    </a:lnTo>
                    <a:lnTo>
                      <a:pt x="1449" y="10915"/>
                    </a:lnTo>
                    <a:lnTo>
                      <a:pt x="954" y="10692"/>
                    </a:lnTo>
                    <a:cubicBezTo>
                      <a:pt x="892" y="10646"/>
                      <a:pt x="116" y="10056"/>
                      <a:pt x="259" y="9605"/>
                    </a:cubicBezTo>
                    <a:cubicBezTo>
                      <a:pt x="385" y="9206"/>
                      <a:pt x="996" y="5203"/>
                      <a:pt x="1290" y="3280"/>
                    </a:cubicBezTo>
                    <a:cubicBezTo>
                      <a:pt x="1364" y="2797"/>
                      <a:pt x="1417" y="2448"/>
                      <a:pt x="1421" y="2422"/>
                    </a:cubicBezTo>
                    <a:cubicBezTo>
                      <a:pt x="1470" y="2299"/>
                      <a:pt x="3377" y="237"/>
                      <a:pt x="3630" y="124"/>
                    </a:cubicBezTo>
                    <a:cubicBezTo>
                      <a:pt x="3676" y="104"/>
                      <a:pt x="3739" y="96"/>
                      <a:pt x="3810" y="96"/>
                    </a:cubicBezTo>
                    <a:close/>
                    <a:moveTo>
                      <a:pt x="3812" y="1"/>
                    </a:moveTo>
                    <a:cubicBezTo>
                      <a:pt x="3728" y="1"/>
                      <a:pt x="3651" y="11"/>
                      <a:pt x="3592" y="37"/>
                    </a:cubicBezTo>
                    <a:cubicBezTo>
                      <a:pt x="3372" y="136"/>
                      <a:pt x="1363" y="2235"/>
                      <a:pt x="1329" y="2401"/>
                    </a:cubicBezTo>
                    <a:cubicBezTo>
                      <a:pt x="1324" y="2431"/>
                      <a:pt x="1275" y="2746"/>
                      <a:pt x="1196" y="3265"/>
                    </a:cubicBezTo>
                    <a:cubicBezTo>
                      <a:pt x="925" y="5036"/>
                      <a:pt x="292" y="9185"/>
                      <a:pt x="168" y="9577"/>
                    </a:cubicBezTo>
                    <a:cubicBezTo>
                      <a:pt x="1" y="10108"/>
                      <a:pt x="866" y="10745"/>
                      <a:pt x="903" y="10772"/>
                    </a:cubicBezTo>
                    <a:lnTo>
                      <a:pt x="1475" y="11030"/>
                    </a:lnTo>
                    <a:lnTo>
                      <a:pt x="1860" y="10577"/>
                    </a:lnTo>
                    <a:lnTo>
                      <a:pt x="1838" y="11126"/>
                    </a:lnTo>
                    <a:lnTo>
                      <a:pt x="1886" y="11127"/>
                    </a:lnTo>
                    <a:cubicBezTo>
                      <a:pt x="1913" y="11127"/>
                      <a:pt x="2249" y="11133"/>
                      <a:pt x="2633" y="11133"/>
                    </a:cubicBezTo>
                    <a:cubicBezTo>
                      <a:pt x="3032" y="11133"/>
                      <a:pt x="3483" y="11127"/>
                      <a:pt x="3699" y="11099"/>
                    </a:cubicBezTo>
                    <a:cubicBezTo>
                      <a:pt x="4122" y="11047"/>
                      <a:pt x="5710" y="10638"/>
                      <a:pt x="5777" y="10621"/>
                    </a:cubicBezTo>
                    <a:lnTo>
                      <a:pt x="5811" y="10611"/>
                    </a:lnTo>
                    <a:lnTo>
                      <a:pt x="5813" y="10577"/>
                    </a:lnTo>
                    <a:cubicBezTo>
                      <a:pt x="5931" y="8609"/>
                      <a:pt x="6161" y="4857"/>
                      <a:pt x="6183" y="4741"/>
                    </a:cubicBezTo>
                    <a:cubicBezTo>
                      <a:pt x="6210" y="4634"/>
                      <a:pt x="6450" y="1361"/>
                      <a:pt x="6477" y="988"/>
                    </a:cubicBezTo>
                    <a:lnTo>
                      <a:pt x="6479" y="960"/>
                    </a:lnTo>
                    <a:lnTo>
                      <a:pt x="5950" y="625"/>
                    </a:lnTo>
                    <a:lnTo>
                      <a:pt x="4453" y="116"/>
                    </a:lnTo>
                    <a:lnTo>
                      <a:pt x="4452" y="116"/>
                    </a:lnTo>
                    <a:cubicBezTo>
                      <a:pt x="4433" y="110"/>
                      <a:pt x="4086" y="1"/>
                      <a:pt x="38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
              <p:cNvSpPr/>
              <p:nvPr/>
            </p:nvSpPr>
            <p:spPr>
              <a:xfrm>
                <a:off x="5737217" y="3303336"/>
                <a:ext cx="193431" cy="145899"/>
              </a:xfrm>
              <a:custGeom>
                <a:rect b="b" l="l" r="r" t="t"/>
                <a:pathLst>
                  <a:path extrusionOk="0" h="2296" w="3044">
                    <a:moveTo>
                      <a:pt x="1883" y="0"/>
                    </a:moveTo>
                    <a:cubicBezTo>
                      <a:pt x="1443" y="0"/>
                      <a:pt x="975" y="14"/>
                      <a:pt x="868" y="67"/>
                    </a:cubicBezTo>
                    <a:cubicBezTo>
                      <a:pt x="655" y="173"/>
                      <a:pt x="72" y="1500"/>
                      <a:pt x="36" y="1588"/>
                    </a:cubicBezTo>
                    <a:lnTo>
                      <a:pt x="1" y="1677"/>
                    </a:lnTo>
                    <a:lnTo>
                      <a:pt x="1115" y="1482"/>
                    </a:lnTo>
                    <a:lnTo>
                      <a:pt x="1240" y="1553"/>
                    </a:lnTo>
                    <a:lnTo>
                      <a:pt x="1611" y="2296"/>
                    </a:lnTo>
                    <a:cubicBezTo>
                      <a:pt x="1611" y="2296"/>
                      <a:pt x="2690" y="1128"/>
                      <a:pt x="2814" y="846"/>
                    </a:cubicBezTo>
                    <a:cubicBezTo>
                      <a:pt x="2938" y="562"/>
                      <a:pt x="3044" y="544"/>
                      <a:pt x="2973" y="368"/>
                    </a:cubicBezTo>
                    <a:cubicBezTo>
                      <a:pt x="2902" y="191"/>
                      <a:pt x="2726" y="13"/>
                      <a:pt x="2726" y="13"/>
                    </a:cubicBezTo>
                    <a:cubicBezTo>
                      <a:pt x="2726" y="13"/>
                      <a:pt x="2318" y="0"/>
                      <a:pt x="188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1"/>
              <p:cNvSpPr/>
              <p:nvPr/>
            </p:nvSpPr>
            <p:spPr>
              <a:xfrm>
                <a:off x="5732388" y="3300286"/>
                <a:ext cx="200040" cy="154224"/>
              </a:xfrm>
              <a:custGeom>
                <a:rect b="b" l="l" r="r" t="t"/>
                <a:pathLst>
                  <a:path extrusionOk="0" h="2427" w="3148">
                    <a:moveTo>
                      <a:pt x="1970" y="96"/>
                    </a:moveTo>
                    <a:cubicBezTo>
                      <a:pt x="2248" y="96"/>
                      <a:pt x="2538" y="101"/>
                      <a:pt x="2781" y="109"/>
                    </a:cubicBezTo>
                    <a:cubicBezTo>
                      <a:pt x="2822" y="152"/>
                      <a:pt x="2950" y="294"/>
                      <a:pt x="3004" y="433"/>
                    </a:cubicBezTo>
                    <a:cubicBezTo>
                      <a:pt x="3042" y="526"/>
                      <a:pt x="3024" y="556"/>
                      <a:pt x="2964" y="652"/>
                    </a:cubicBezTo>
                    <a:cubicBezTo>
                      <a:pt x="2932" y="706"/>
                      <a:pt x="2890" y="773"/>
                      <a:pt x="2846" y="875"/>
                    </a:cubicBezTo>
                    <a:cubicBezTo>
                      <a:pt x="2741" y="1114"/>
                      <a:pt x="1906" y="2034"/>
                      <a:pt x="1699" y="2261"/>
                    </a:cubicBezTo>
                    <a:lnTo>
                      <a:pt x="1351" y="1567"/>
                    </a:lnTo>
                    <a:lnTo>
                      <a:pt x="1200" y="1480"/>
                    </a:lnTo>
                    <a:lnTo>
                      <a:pt x="153" y="1663"/>
                    </a:lnTo>
                    <a:lnTo>
                      <a:pt x="156" y="1653"/>
                    </a:lnTo>
                    <a:cubicBezTo>
                      <a:pt x="249" y="1423"/>
                      <a:pt x="791" y="244"/>
                      <a:pt x="965" y="157"/>
                    </a:cubicBezTo>
                    <a:cubicBezTo>
                      <a:pt x="1057" y="111"/>
                      <a:pt x="1495" y="96"/>
                      <a:pt x="1970" y="96"/>
                    </a:cubicBezTo>
                    <a:close/>
                    <a:moveTo>
                      <a:pt x="1954" y="0"/>
                    </a:moveTo>
                    <a:cubicBezTo>
                      <a:pt x="1510" y="0"/>
                      <a:pt x="1037" y="15"/>
                      <a:pt x="922" y="72"/>
                    </a:cubicBezTo>
                    <a:cubicBezTo>
                      <a:pt x="678" y="195"/>
                      <a:pt x="74" y="1605"/>
                      <a:pt x="68" y="1619"/>
                    </a:cubicBezTo>
                    <a:lnTo>
                      <a:pt x="1" y="1787"/>
                    </a:lnTo>
                    <a:lnTo>
                      <a:pt x="1" y="1787"/>
                    </a:lnTo>
                    <a:lnTo>
                      <a:pt x="1183" y="1580"/>
                    </a:lnTo>
                    <a:lnTo>
                      <a:pt x="1279" y="1635"/>
                    </a:lnTo>
                    <a:lnTo>
                      <a:pt x="1675" y="2427"/>
                    </a:lnTo>
                    <a:lnTo>
                      <a:pt x="1722" y="2376"/>
                    </a:lnTo>
                    <a:cubicBezTo>
                      <a:pt x="1766" y="2328"/>
                      <a:pt x="2808" y="1200"/>
                      <a:pt x="2933" y="912"/>
                    </a:cubicBezTo>
                    <a:cubicBezTo>
                      <a:pt x="2975" y="817"/>
                      <a:pt x="3015" y="754"/>
                      <a:pt x="3046" y="702"/>
                    </a:cubicBezTo>
                    <a:cubicBezTo>
                      <a:pt x="3107" y="602"/>
                      <a:pt x="3148" y="536"/>
                      <a:pt x="3093" y="398"/>
                    </a:cubicBezTo>
                    <a:cubicBezTo>
                      <a:pt x="3020" y="215"/>
                      <a:pt x="2843" y="36"/>
                      <a:pt x="2835" y="28"/>
                    </a:cubicBezTo>
                    <a:lnTo>
                      <a:pt x="2822" y="15"/>
                    </a:lnTo>
                    <a:lnTo>
                      <a:pt x="2803" y="14"/>
                    </a:lnTo>
                    <a:cubicBezTo>
                      <a:pt x="2723" y="12"/>
                      <a:pt x="2349" y="0"/>
                      <a:pt x="1954"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
              <p:cNvSpPr/>
              <p:nvPr/>
            </p:nvSpPr>
            <p:spPr>
              <a:xfrm>
                <a:off x="5515386" y="3283447"/>
                <a:ext cx="288431" cy="319059"/>
              </a:xfrm>
              <a:custGeom>
                <a:rect b="b" l="l" r="r" t="t"/>
                <a:pathLst>
                  <a:path extrusionOk="0" h="5021" w="4539">
                    <a:moveTo>
                      <a:pt x="3835" y="0"/>
                    </a:moveTo>
                    <a:lnTo>
                      <a:pt x="3146" y="482"/>
                    </a:lnTo>
                    <a:cubicBezTo>
                      <a:pt x="3146" y="482"/>
                      <a:pt x="568" y="3129"/>
                      <a:pt x="447" y="3353"/>
                    </a:cubicBezTo>
                    <a:cubicBezTo>
                      <a:pt x="327" y="3576"/>
                      <a:pt x="0" y="5020"/>
                      <a:pt x="0" y="5020"/>
                    </a:cubicBezTo>
                    <a:cubicBezTo>
                      <a:pt x="0" y="5020"/>
                      <a:pt x="207" y="4264"/>
                      <a:pt x="396" y="4040"/>
                    </a:cubicBezTo>
                    <a:cubicBezTo>
                      <a:pt x="585" y="3816"/>
                      <a:pt x="4229" y="430"/>
                      <a:pt x="4229" y="430"/>
                    </a:cubicBezTo>
                    <a:lnTo>
                      <a:pt x="4539" y="172"/>
                    </a:lnTo>
                    <a:lnTo>
                      <a:pt x="38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
              <p:cNvSpPr/>
              <p:nvPr/>
            </p:nvSpPr>
            <p:spPr>
              <a:xfrm>
                <a:off x="5512463" y="3280143"/>
                <a:ext cx="297899" cy="323126"/>
              </a:xfrm>
              <a:custGeom>
                <a:rect b="b" l="l" r="r" t="t"/>
                <a:pathLst>
                  <a:path extrusionOk="0" h="5085" w="4688">
                    <a:moveTo>
                      <a:pt x="3890" y="103"/>
                    </a:moveTo>
                    <a:lnTo>
                      <a:pt x="4482" y="247"/>
                    </a:lnTo>
                    <a:lnTo>
                      <a:pt x="4245" y="446"/>
                    </a:lnTo>
                    <a:lnTo>
                      <a:pt x="4243" y="447"/>
                    </a:lnTo>
                    <a:cubicBezTo>
                      <a:pt x="4095" y="585"/>
                      <a:pt x="594" y="3838"/>
                      <a:pt x="405" y="4062"/>
                    </a:cubicBezTo>
                    <a:cubicBezTo>
                      <a:pt x="367" y="4106"/>
                      <a:pt x="331" y="4169"/>
                      <a:pt x="294" y="4243"/>
                    </a:cubicBezTo>
                    <a:cubicBezTo>
                      <a:pt x="383" y="3884"/>
                      <a:pt x="482" y="3526"/>
                      <a:pt x="535" y="3427"/>
                    </a:cubicBezTo>
                    <a:cubicBezTo>
                      <a:pt x="631" y="3248"/>
                      <a:pt x="2510" y="1302"/>
                      <a:pt x="3220" y="573"/>
                    </a:cubicBezTo>
                    <a:lnTo>
                      <a:pt x="3890" y="103"/>
                    </a:lnTo>
                    <a:close/>
                    <a:moveTo>
                      <a:pt x="3870" y="1"/>
                    </a:moveTo>
                    <a:lnTo>
                      <a:pt x="3159" y="500"/>
                    </a:lnTo>
                    <a:cubicBezTo>
                      <a:pt x="3053" y="608"/>
                      <a:pt x="573" y="3155"/>
                      <a:pt x="451" y="3382"/>
                    </a:cubicBezTo>
                    <a:cubicBezTo>
                      <a:pt x="330" y="3608"/>
                      <a:pt x="13" y="5002"/>
                      <a:pt x="0" y="5062"/>
                    </a:cubicBezTo>
                    <a:lnTo>
                      <a:pt x="93" y="5085"/>
                    </a:lnTo>
                    <a:cubicBezTo>
                      <a:pt x="95" y="5077"/>
                      <a:pt x="298" y="4335"/>
                      <a:pt x="478" y="4122"/>
                    </a:cubicBezTo>
                    <a:cubicBezTo>
                      <a:pt x="662" y="3905"/>
                      <a:pt x="4231" y="587"/>
                      <a:pt x="4307" y="517"/>
                    </a:cubicBezTo>
                    <a:lnTo>
                      <a:pt x="4688" y="200"/>
                    </a:lnTo>
                    <a:lnTo>
                      <a:pt x="387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
              <p:cNvSpPr/>
              <p:nvPr/>
            </p:nvSpPr>
            <p:spPr>
              <a:xfrm>
                <a:off x="5699027" y="3013134"/>
                <a:ext cx="305842" cy="393344"/>
              </a:xfrm>
              <a:custGeom>
                <a:rect b="b" l="l" r="r" t="t"/>
                <a:pathLst>
                  <a:path extrusionOk="0" h="6190" w="4813">
                    <a:moveTo>
                      <a:pt x="2064" y="1"/>
                    </a:moveTo>
                    <a:cubicBezTo>
                      <a:pt x="1964" y="1"/>
                      <a:pt x="1832" y="25"/>
                      <a:pt x="1734" y="123"/>
                    </a:cubicBezTo>
                    <a:cubicBezTo>
                      <a:pt x="1734" y="123"/>
                      <a:pt x="1009" y="884"/>
                      <a:pt x="1026" y="1025"/>
                    </a:cubicBezTo>
                    <a:cubicBezTo>
                      <a:pt x="1044" y="1167"/>
                      <a:pt x="1009" y="1361"/>
                      <a:pt x="1009" y="1361"/>
                    </a:cubicBezTo>
                    <a:cubicBezTo>
                      <a:pt x="1009" y="1361"/>
                      <a:pt x="248" y="1980"/>
                      <a:pt x="178" y="1998"/>
                    </a:cubicBezTo>
                    <a:cubicBezTo>
                      <a:pt x="107" y="2016"/>
                      <a:pt x="107" y="2140"/>
                      <a:pt x="160" y="2246"/>
                    </a:cubicBezTo>
                    <a:cubicBezTo>
                      <a:pt x="213" y="2352"/>
                      <a:pt x="301" y="2369"/>
                      <a:pt x="337" y="2458"/>
                    </a:cubicBezTo>
                    <a:cubicBezTo>
                      <a:pt x="372" y="2547"/>
                      <a:pt x="355" y="2794"/>
                      <a:pt x="213" y="3290"/>
                    </a:cubicBezTo>
                    <a:cubicBezTo>
                      <a:pt x="72" y="3785"/>
                      <a:pt x="0" y="3855"/>
                      <a:pt x="142" y="3945"/>
                    </a:cubicBezTo>
                    <a:cubicBezTo>
                      <a:pt x="284" y="4033"/>
                      <a:pt x="1310" y="4386"/>
                      <a:pt x="1310" y="4386"/>
                    </a:cubicBezTo>
                    <a:cubicBezTo>
                      <a:pt x="1310" y="4386"/>
                      <a:pt x="1345" y="5872"/>
                      <a:pt x="1416" y="6084"/>
                    </a:cubicBezTo>
                    <a:cubicBezTo>
                      <a:pt x="1442" y="6164"/>
                      <a:pt x="1509" y="6189"/>
                      <a:pt x="1581" y="6189"/>
                    </a:cubicBezTo>
                    <a:cubicBezTo>
                      <a:pt x="1702" y="6189"/>
                      <a:pt x="1841" y="6120"/>
                      <a:pt x="1841" y="6120"/>
                    </a:cubicBezTo>
                    <a:lnTo>
                      <a:pt x="3327" y="4705"/>
                    </a:lnTo>
                    <a:lnTo>
                      <a:pt x="3327" y="4458"/>
                    </a:lnTo>
                    <a:lnTo>
                      <a:pt x="4493" y="3060"/>
                    </a:lnTo>
                    <a:cubicBezTo>
                      <a:pt x="4493" y="3060"/>
                      <a:pt x="4812" y="1910"/>
                      <a:pt x="4459" y="1361"/>
                    </a:cubicBezTo>
                    <a:cubicBezTo>
                      <a:pt x="4104" y="813"/>
                      <a:pt x="2247" y="35"/>
                      <a:pt x="2194" y="17"/>
                    </a:cubicBezTo>
                    <a:cubicBezTo>
                      <a:pt x="2174" y="10"/>
                      <a:pt x="2125" y="1"/>
                      <a:pt x="2064"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
              <p:cNvSpPr/>
              <p:nvPr/>
            </p:nvSpPr>
            <p:spPr>
              <a:xfrm>
                <a:off x="5697502" y="3010147"/>
                <a:ext cx="310354" cy="399317"/>
              </a:xfrm>
              <a:custGeom>
                <a:rect b="b" l="l" r="r" t="t"/>
                <a:pathLst>
                  <a:path extrusionOk="0" h="6284" w="4884">
                    <a:moveTo>
                      <a:pt x="2088" y="96"/>
                    </a:moveTo>
                    <a:cubicBezTo>
                      <a:pt x="2144" y="96"/>
                      <a:pt x="2188" y="104"/>
                      <a:pt x="2204" y="109"/>
                    </a:cubicBezTo>
                    <a:cubicBezTo>
                      <a:pt x="2324" y="151"/>
                      <a:pt x="4111" y="921"/>
                      <a:pt x="4443" y="1434"/>
                    </a:cubicBezTo>
                    <a:cubicBezTo>
                      <a:pt x="4764" y="1933"/>
                      <a:pt x="4504" y="2973"/>
                      <a:pt x="4474" y="3084"/>
                    </a:cubicBezTo>
                    <a:lnTo>
                      <a:pt x="3302" y="4487"/>
                    </a:lnTo>
                    <a:lnTo>
                      <a:pt x="3302" y="4731"/>
                    </a:lnTo>
                    <a:lnTo>
                      <a:pt x="1836" y="6128"/>
                    </a:lnTo>
                    <a:cubicBezTo>
                      <a:pt x="1790" y="6150"/>
                      <a:pt x="1689" y="6189"/>
                      <a:pt x="1606" y="6189"/>
                    </a:cubicBezTo>
                    <a:cubicBezTo>
                      <a:pt x="1581" y="6189"/>
                      <a:pt x="1559" y="6185"/>
                      <a:pt x="1539" y="6177"/>
                    </a:cubicBezTo>
                    <a:cubicBezTo>
                      <a:pt x="1512" y="6166"/>
                      <a:pt x="1494" y="6147"/>
                      <a:pt x="1485" y="6116"/>
                    </a:cubicBezTo>
                    <a:cubicBezTo>
                      <a:pt x="1428" y="5947"/>
                      <a:pt x="1390" y="4844"/>
                      <a:pt x="1381" y="4432"/>
                    </a:cubicBezTo>
                    <a:lnTo>
                      <a:pt x="1380" y="4399"/>
                    </a:lnTo>
                    <a:lnTo>
                      <a:pt x="1350" y="4388"/>
                    </a:lnTo>
                    <a:cubicBezTo>
                      <a:pt x="1065" y="4291"/>
                      <a:pt x="303" y="4021"/>
                      <a:pt x="191" y="3951"/>
                    </a:cubicBezTo>
                    <a:cubicBezTo>
                      <a:pt x="117" y="3904"/>
                      <a:pt x="118" y="3886"/>
                      <a:pt x="199" y="3623"/>
                    </a:cubicBezTo>
                    <a:cubicBezTo>
                      <a:pt x="223" y="3550"/>
                      <a:pt x="251" y="3461"/>
                      <a:pt x="282" y="3349"/>
                    </a:cubicBezTo>
                    <a:cubicBezTo>
                      <a:pt x="372" y="3039"/>
                      <a:pt x="465" y="2637"/>
                      <a:pt x="405" y="2488"/>
                    </a:cubicBezTo>
                    <a:cubicBezTo>
                      <a:pt x="383" y="2433"/>
                      <a:pt x="346" y="2402"/>
                      <a:pt x="311" y="2370"/>
                    </a:cubicBezTo>
                    <a:cubicBezTo>
                      <a:pt x="279" y="2343"/>
                      <a:pt x="249" y="2317"/>
                      <a:pt x="227" y="2272"/>
                    </a:cubicBezTo>
                    <a:cubicBezTo>
                      <a:pt x="191" y="2202"/>
                      <a:pt x="187" y="2133"/>
                      <a:pt x="201" y="2104"/>
                    </a:cubicBezTo>
                    <a:cubicBezTo>
                      <a:pt x="206" y="2093"/>
                      <a:pt x="211" y="2092"/>
                      <a:pt x="213" y="2091"/>
                    </a:cubicBezTo>
                    <a:cubicBezTo>
                      <a:pt x="287" y="2073"/>
                      <a:pt x="832" y="1634"/>
                      <a:pt x="1063" y="1446"/>
                    </a:cubicBezTo>
                    <a:lnTo>
                      <a:pt x="1077" y="1434"/>
                    </a:lnTo>
                    <a:lnTo>
                      <a:pt x="1080" y="1416"/>
                    </a:lnTo>
                    <a:cubicBezTo>
                      <a:pt x="1081" y="1409"/>
                      <a:pt x="1117" y="1214"/>
                      <a:pt x="1098" y="1067"/>
                    </a:cubicBezTo>
                    <a:cubicBezTo>
                      <a:pt x="1096" y="985"/>
                      <a:pt x="1457" y="555"/>
                      <a:pt x="1792" y="203"/>
                    </a:cubicBezTo>
                    <a:cubicBezTo>
                      <a:pt x="1880" y="116"/>
                      <a:pt x="1999" y="96"/>
                      <a:pt x="2088" y="96"/>
                    </a:cubicBezTo>
                    <a:close/>
                    <a:moveTo>
                      <a:pt x="2087" y="1"/>
                    </a:moveTo>
                    <a:cubicBezTo>
                      <a:pt x="1978" y="1"/>
                      <a:pt x="1833" y="27"/>
                      <a:pt x="1725" y="136"/>
                    </a:cubicBezTo>
                    <a:lnTo>
                      <a:pt x="1724" y="137"/>
                    </a:lnTo>
                    <a:cubicBezTo>
                      <a:pt x="1502" y="371"/>
                      <a:pt x="985" y="931"/>
                      <a:pt x="1003" y="1079"/>
                    </a:cubicBezTo>
                    <a:cubicBezTo>
                      <a:pt x="1017" y="1188"/>
                      <a:pt x="997" y="1334"/>
                      <a:pt x="990" y="1383"/>
                    </a:cubicBezTo>
                    <a:cubicBezTo>
                      <a:pt x="637" y="1668"/>
                      <a:pt x="241" y="1979"/>
                      <a:pt x="190" y="1999"/>
                    </a:cubicBezTo>
                    <a:cubicBezTo>
                      <a:pt x="156" y="2007"/>
                      <a:pt x="130" y="2030"/>
                      <a:pt x="114" y="2064"/>
                    </a:cubicBezTo>
                    <a:cubicBezTo>
                      <a:pt x="86" y="2126"/>
                      <a:pt x="97" y="2224"/>
                      <a:pt x="142" y="2314"/>
                    </a:cubicBezTo>
                    <a:cubicBezTo>
                      <a:pt x="172" y="2376"/>
                      <a:pt x="213" y="2411"/>
                      <a:pt x="249" y="2443"/>
                    </a:cubicBezTo>
                    <a:cubicBezTo>
                      <a:pt x="279" y="2469"/>
                      <a:pt x="303" y="2490"/>
                      <a:pt x="317" y="2522"/>
                    </a:cubicBezTo>
                    <a:cubicBezTo>
                      <a:pt x="331" y="2558"/>
                      <a:pt x="363" y="2721"/>
                      <a:pt x="191" y="3323"/>
                    </a:cubicBezTo>
                    <a:cubicBezTo>
                      <a:pt x="160" y="3433"/>
                      <a:pt x="132" y="3522"/>
                      <a:pt x="109" y="3595"/>
                    </a:cubicBezTo>
                    <a:cubicBezTo>
                      <a:pt x="27" y="3855"/>
                      <a:pt x="0" y="3943"/>
                      <a:pt x="141" y="4031"/>
                    </a:cubicBezTo>
                    <a:cubicBezTo>
                      <a:pt x="273" y="4113"/>
                      <a:pt x="1110" y="4406"/>
                      <a:pt x="1287" y="4468"/>
                    </a:cubicBezTo>
                    <a:cubicBezTo>
                      <a:pt x="1293" y="4694"/>
                      <a:pt x="1328" y="5945"/>
                      <a:pt x="1395" y="6147"/>
                    </a:cubicBezTo>
                    <a:cubicBezTo>
                      <a:pt x="1414" y="6202"/>
                      <a:pt x="1450" y="6243"/>
                      <a:pt x="1503" y="6265"/>
                    </a:cubicBezTo>
                    <a:cubicBezTo>
                      <a:pt x="1534" y="6278"/>
                      <a:pt x="1570" y="6283"/>
                      <a:pt x="1606" y="6283"/>
                    </a:cubicBezTo>
                    <a:cubicBezTo>
                      <a:pt x="1733" y="6283"/>
                      <a:pt x="1867" y="6219"/>
                      <a:pt x="1886" y="6210"/>
                    </a:cubicBezTo>
                    <a:lnTo>
                      <a:pt x="3398" y="4772"/>
                    </a:lnTo>
                    <a:lnTo>
                      <a:pt x="3398" y="4521"/>
                    </a:lnTo>
                    <a:lnTo>
                      <a:pt x="4554" y="3137"/>
                    </a:lnTo>
                    <a:lnTo>
                      <a:pt x="4564" y="3120"/>
                    </a:lnTo>
                    <a:cubicBezTo>
                      <a:pt x="4577" y="3071"/>
                      <a:pt x="4884" y="1942"/>
                      <a:pt x="4523" y="1383"/>
                    </a:cubicBezTo>
                    <a:cubicBezTo>
                      <a:pt x="4151" y="807"/>
                      <a:pt x="2251" y="25"/>
                      <a:pt x="2233" y="19"/>
                    </a:cubicBezTo>
                    <a:cubicBezTo>
                      <a:pt x="2211" y="11"/>
                      <a:pt x="2156" y="1"/>
                      <a:pt x="20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
              <p:cNvSpPr/>
              <p:nvPr/>
            </p:nvSpPr>
            <p:spPr>
              <a:xfrm>
                <a:off x="5797965" y="2950544"/>
                <a:ext cx="229397" cy="345875"/>
              </a:xfrm>
              <a:custGeom>
                <a:rect b="b" l="l" r="r" t="t"/>
                <a:pathLst>
                  <a:path extrusionOk="0" h="5443" w="3610">
                    <a:moveTo>
                      <a:pt x="963" y="0"/>
                    </a:moveTo>
                    <a:cubicBezTo>
                      <a:pt x="937" y="0"/>
                      <a:pt x="905" y="9"/>
                      <a:pt x="867" y="29"/>
                    </a:cubicBezTo>
                    <a:cubicBezTo>
                      <a:pt x="566" y="189"/>
                      <a:pt x="177" y="578"/>
                      <a:pt x="89" y="842"/>
                    </a:cubicBezTo>
                    <a:cubicBezTo>
                      <a:pt x="0" y="1108"/>
                      <a:pt x="266" y="1621"/>
                      <a:pt x="496" y="1657"/>
                    </a:cubicBezTo>
                    <a:cubicBezTo>
                      <a:pt x="726" y="1692"/>
                      <a:pt x="1239" y="1869"/>
                      <a:pt x="1239" y="1869"/>
                    </a:cubicBezTo>
                    <a:cubicBezTo>
                      <a:pt x="1239" y="1869"/>
                      <a:pt x="1380" y="1975"/>
                      <a:pt x="1292" y="2170"/>
                    </a:cubicBezTo>
                    <a:cubicBezTo>
                      <a:pt x="1203" y="2364"/>
                      <a:pt x="690" y="2753"/>
                      <a:pt x="761" y="2859"/>
                    </a:cubicBezTo>
                    <a:cubicBezTo>
                      <a:pt x="832" y="2965"/>
                      <a:pt x="1009" y="3213"/>
                      <a:pt x="1009" y="3213"/>
                    </a:cubicBezTo>
                    <a:cubicBezTo>
                      <a:pt x="1009" y="3213"/>
                      <a:pt x="832" y="3532"/>
                      <a:pt x="867" y="3620"/>
                    </a:cubicBezTo>
                    <a:cubicBezTo>
                      <a:pt x="903" y="3708"/>
                      <a:pt x="1009" y="3744"/>
                      <a:pt x="1009" y="3744"/>
                    </a:cubicBezTo>
                    <a:cubicBezTo>
                      <a:pt x="1009" y="3744"/>
                      <a:pt x="1237" y="3605"/>
                      <a:pt x="1468" y="3605"/>
                    </a:cubicBezTo>
                    <a:cubicBezTo>
                      <a:pt x="1510" y="3605"/>
                      <a:pt x="1552" y="3609"/>
                      <a:pt x="1592" y="3620"/>
                    </a:cubicBezTo>
                    <a:cubicBezTo>
                      <a:pt x="1858" y="3691"/>
                      <a:pt x="1752" y="4133"/>
                      <a:pt x="1646" y="4327"/>
                    </a:cubicBezTo>
                    <a:cubicBezTo>
                      <a:pt x="1540" y="4522"/>
                      <a:pt x="1398" y="4752"/>
                      <a:pt x="1398" y="4752"/>
                    </a:cubicBezTo>
                    <a:cubicBezTo>
                      <a:pt x="1398" y="4752"/>
                      <a:pt x="1698" y="5443"/>
                      <a:pt x="1770" y="5443"/>
                    </a:cubicBezTo>
                    <a:cubicBezTo>
                      <a:pt x="1840" y="5443"/>
                      <a:pt x="2707" y="4576"/>
                      <a:pt x="3078" y="4187"/>
                    </a:cubicBezTo>
                    <a:cubicBezTo>
                      <a:pt x="3450" y="3797"/>
                      <a:pt x="3609" y="3125"/>
                      <a:pt x="3521" y="2559"/>
                    </a:cubicBezTo>
                    <a:cubicBezTo>
                      <a:pt x="3432" y="1992"/>
                      <a:pt x="2495" y="1232"/>
                      <a:pt x="2194" y="1055"/>
                    </a:cubicBezTo>
                    <a:cubicBezTo>
                      <a:pt x="1893" y="878"/>
                      <a:pt x="1468" y="666"/>
                      <a:pt x="1468" y="666"/>
                    </a:cubicBezTo>
                    <a:cubicBezTo>
                      <a:pt x="1468" y="666"/>
                      <a:pt x="1770" y="489"/>
                      <a:pt x="1574" y="401"/>
                    </a:cubicBezTo>
                    <a:cubicBezTo>
                      <a:pt x="1503" y="368"/>
                      <a:pt x="1429" y="357"/>
                      <a:pt x="1361" y="357"/>
                    </a:cubicBezTo>
                    <a:cubicBezTo>
                      <a:pt x="1245" y="357"/>
                      <a:pt x="1148" y="389"/>
                      <a:pt x="1115" y="401"/>
                    </a:cubicBezTo>
                    <a:cubicBezTo>
                      <a:pt x="1114" y="401"/>
                      <a:pt x="1113" y="401"/>
                      <a:pt x="1112" y="401"/>
                    </a:cubicBezTo>
                    <a:cubicBezTo>
                      <a:pt x="1071" y="401"/>
                      <a:pt x="1140"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
              <p:cNvSpPr/>
              <p:nvPr/>
            </p:nvSpPr>
            <p:spPr>
              <a:xfrm>
                <a:off x="5796948" y="2947494"/>
                <a:ext cx="233782" cy="351912"/>
              </a:xfrm>
              <a:custGeom>
                <a:rect b="b" l="l" r="r" t="t"/>
                <a:pathLst>
                  <a:path extrusionOk="0" h="5538" w="3679">
                    <a:moveTo>
                      <a:pt x="979" y="96"/>
                    </a:moveTo>
                    <a:cubicBezTo>
                      <a:pt x="988" y="96"/>
                      <a:pt x="996" y="97"/>
                      <a:pt x="1003" y="101"/>
                    </a:cubicBezTo>
                    <a:cubicBezTo>
                      <a:pt x="1054" y="131"/>
                      <a:pt x="1061" y="274"/>
                      <a:pt x="1064" y="351"/>
                    </a:cubicBezTo>
                    <a:cubicBezTo>
                      <a:pt x="1067" y="428"/>
                      <a:pt x="1068" y="466"/>
                      <a:pt x="1098" y="487"/>
                    </a:cubicBezTo>
                    <a:lnTo>
                      <a:pt x="1124" y="501"/>
                    </a:lnTo>
                    <a:lnTo>
                      <a:pt x="1146" y="494"/>
                    </a:lnTo>
                    <a:cubicBezTo>
                      <a:pt x="1235" y="464"/>
                      <a:pt x="1312" y="453"/>
                      <a:pt x="1378" y="453"/>
                    </a:cubicBezTo>
                    <a:cubicBezTo>
                      <a:pt x="1461" y="453"/>
                      <a:pt x="1525" y="471"/>
                      <a:pt x="1571" y="492"/>
                    </a:cubicBezTo>
                    <a:cubicBezTo>
                      <a:pt x="1582" y="497"/>
                      <a:pt x="1608" y="510"/>
                      <a:pt x="1608" y="524"/>
                    </a:cubicBezTo>
                    <a:cubicBezTo>
                      <a:pt x="1610" y="560"/>
                      <a:pt x="1532" y="631"/>
                      <a:pt x="1460" y="673"/>
                    </a:cubicBezTo>
                    <a:lnTo>
                      <a:pt x="1385" y="717"/>
                    </a:lnTo>
                    <a:lnTo>
                      <a:pt x="1463" y="756"/>
                    </a:lnTo>
                    <a:cubicBezTo>
                      <a:pt x="1468" y="758"/>
                      <a:pt x="1890" y="970"/>
                      <a:pt x="2185" y="1144"/>
                    </a:cubicBezTo>
                    <a:cubicBezTo>
                      <a:pt x="2512" y="1335"/>
                      <a:pt x="3406" y="2078"/>
                      <a:pt x="3490" y="2614"/>
                    </a:cubicBezTo>
                    <a:cubicBezTo>
                      <a:pt x="3579" y="3189"/>
                      <a:pt x="3403" y="3842"/>
                      <a:pt x="3060" y="4201"/>
                    </a:cubicBezTo>
                    <a:cubicBezTo>
                      <a:pt x="2636" y="4646"/>
                      <a:pt x="1927" y="5346"/>
                      <a:pt x="1790" y="5436"/>
                    </a:cubicBezTo>
                    <a:cubicBezTo>
                      <a:pt x="1733" y="5371"/>
                      <a:pt x="1585" y="5073"/>
                      <a:pt x="1468" y="4804"/>
                    </a:cubicBezTo>
                    <a:cubicBezTo>
                      <a:pt x="1504" y="4742"/>
                      <a:pt x="1617" y="4558"/>
                      <a:pt x="1703" y="4398"/>
                    </a:cubicBezTo>
                    <a:cubicBezTo>
                      <a:pt x="1780" y="4257"/>
                      <a:pt x="1873" y="3961"/>
                      <a:pt x="1791" y="3771"/>
                    </a:cubicBezTo>
                    <a:cubicBezTo>
                      <a:pt x="1758" y="3694"/>
                      <a:pt x="1700" y="3643"/>
                      <a:pt x="1621" y="3622"/>
                    </a:cubicBezTo>
                    <a:cubicBezTo>
                      <a:pt x="1576" y="3610"/>
                      <a:pt x="1529" y="3605"/>
                      <a:pt x="1483" y="3605"/>
                    </a:cubicBezTo>
                    <a:cubicBezTo>
                      <a:pt x="1281" y="3605"/>
                      <a:pt x="1085" y="3703"/>
                      <a:pt x="1022" y="3739"/>
                    </a:cubicBezTo>
                    <a:cubicBezTo>
                      <a:pt x="994" y="3727"/>
                      <a:pt x="946" y="3697"/>
                      <a:pt x="927" y="3650"/>
                    </a:cubicBezTo>
                    <a:cubicBezTo>
                      <a:pt x="913" y="3614"/>
                      <a:pt x="978" y="3443"/>
                      <a:pt x="1066" y="3284"/>
                    </a:cubicBezTo>
                    <a:lnTo>
                      <a:pt x="1080" y="3258"/>
                    </a:lnTo>
                    <a:lnTo>
                      <a:pt x="1064" y="3234"/>
                    </a:lnTo>
                    <a:cubicBezTo>
                      <a:pt x="1062" y="3231"/>
                      <a:pt x="886" y="2986"/>
                      <a:pt x="818" y="2884"/>
                    </a:cubicBezTo>
                    <a:cubicBezTo>
                      <a:pt x="812" y="2838"/>
                      <a:pt x="973" y="2673"/>
                      <a:pt x="1070" y="2573"/>
                    </a:cubicBezTo>
                    <a:cubicBezTo>
                      <a:pt x="1193" y="2448"/>
                      <a:pt x="1309" y="2329"/>
                      <a:pt x="1351" y="2237"/>
                    </a:cubicBezTo>
                    <a:cubicBezTo>
                      <a:pt x="1433" y="2056"/>
                      <a:pt x="1343" y="1923"/>
                      <a:pt x="1283" y="1879"/>
                    </a:cubicBezTo>
                    <a:lnTo>
                      <a:pt x="1270" y="1871"/>
                    </a:lnTo>
                    <a:cubicBezTo>
                      <a:pt x="1249" y="1864"/>
                      <a:pt x="750" y="1693"/>
                      <a:pt x="519" y="1657"/>
                    </a:cubicBezTo>
                    <a:cubicBezTo>
                      <a:pt x="442" y="1646"/>
                      <a:pt x="349" y="1561"/>
                      <a:pt x="269" y="1431"/>
                    </a:cubicBezTo>
                    <a:cubicBezTo>
                      <a:pt x="157" y="1247"/>
                      <a:pt x="108" y="1031"/>
                      <a:pt x="150" y="906"/>
                    </a:cubicBezTo>
                    <a:cubicBezTo>
                      <a:pt x="231" y="665"/>
                      <a:pt x="598" y="282"/>
                      <a:pt x="905" y="119"/>
                    </a:cubicBezTo>
                    <a:cubicBezTo>
                      <a:pt x="927" y="108"/>
                      <a:pt x="956" y="96"/>
                      <a:pt x="979" y="96"/>
                    </a:cubicBezTo>
                    <a:close/>
                    <a:moveTo>
                      <a:pt x="980" y="1"/>
                    </a:moveTo>
                    <a:cubicBezTo>
                      <a:pt x="944" y="1"/>
                      <a:pt x="904" y="12"/>
                      <a:pt x="861" y="35"/>
                    </a:cubicBezTo>
                    <a:cubicBezTo>
                      <a:pt x="562" y="193"/>
                      <a:pt x="156" y="586"/>
                      <a:pt x="59" y="876"/>
                    </a:cubicBezTo>
                    <a:cubicBezTo>
                      <a:pt x="1" y="1052"/>
                      <a:pt x="82" y="1306"/>
                      <a:pt x="189" y="1480"/>
                    </a:cubicBezTo>
                    <a:cubicBezTo>
                      <a:pt x="284" y="1636"/>
                      <a:pt x="398" y="1735"/>
                      <a:pt x="504" y="1751"/>
                    </a:cubicBezTo>
                    <a:cubicBezTo>
                      <a:pt x="712" y="1783"/>
                      <a:pt x="1164" y="1937"/>
                      <a:pt x="1231" y="1959"/>
                    </a:cubicBezTo>
                    <a:cubicBezTo>
                      <a:pt x="1254" y="1979"/>
                      <a:pt x="1327" y="2059"/>
                      <a:pt x="1264" y="2198"/>
                    </a:cubicBezTo>
                    <a:cubicBezTo>
                      <a:pt x="1229" y="2274"/>
                      <a:pt x="1114" y="2393"/>
                      <a:pt x="1002" y="2507"/>
                    </a:cubicBezTo>
                    <a:cubicBezTo>
                      <a:pt x="794" y="2720"/>
                      <a:pt x="679" y="2845"/>
                      <a:pt x="737" y="2933"/>
                    </a:cubicBezTo>
                    <a:cubicBezTo>
                      <a:pt x="795" y="3021"/>
                      <a:pt x="922" y="3199"/>
                      <a:pt x="968" y="3264"/>
                    </a:cubicBezTo>
                    <a:cubicBezTo>
                      <a:pt x="915" y="3365"/>
                      <a:pt x="802" y="3593"/>
                      <a:pt x="839" y="3686"/>
                    </a:cubicBezTo>
                    <a:cubicBezTo>
                      <a:pt x="882" y="3793"/>
                      <a:pt x="1004" y="3835"/>
                      <a:pt x="1009" y="3837"/>
                    </a:cubicBezTo>
                    <a:lnTo>
                      <a:pt x="1030" y="3843"/>
                    </a:lnTo>
                    <a:lnTo>
                      <a:pt x="1049" y="3833"/>
                    </a:lnTo>
                    <a:cubicBezTo>
                      <a:pt x="1052" y="3831"/>
                      <a:pt x="1269" y="3700"/>
                      <a:pt x="1482" y="3700"/>
                    </a:cubicBezTo>
                    <a:cubicBezTo>
                      <a:pt x="1521" y="3700"/>
                      <a:pt x="1559" y="3704"/>
                      <a:pt x="1596" y="3714"/>
                    </a:cubicBezTo>
                    <a:cubicBezTo>
                      <a:pt x="1647" y="3728"/>
                      <a:pt x="1683" y="3758"/>
                      <a:pt x="1704" y="3809"/>
                    </a:cubicBezTo>
                    <a:cubicBezTo>
                      <a:pt x="1768" y="3958"/>
                      <a:pt x="1691" y="4222"/>
                      <a:pt x="1620" y="4353"/>
                    </a:cubicBezTo>
                    <a:cubicBezTo>
                      <a:pt x="1516" y="4544"/>
                      <a:pt x="1375" y="4773"/>
                      <a:pt x="1373" y="4775"/>
                    </a:cubicBezTo>
                    <a:lnTo>
                      <a:pt x="1361" y="4796"/>
                    </a:lnTo>
                    <a:lnTo>
                      <a:pt x="1370" y="4819"/>
                    </a:lnTo>
                    <a:cubicBezTo>
                      <a:pt x="1684" y="5538"/>
                      <a:pt x="1755" y="5538"/>
                      <a:pt x="1786" y="5538"/>
                    </a:cubicBezTo>
                    <a:cubicBezTo>
                      <a:pt x="1908" y="5538"/>
                      <a:pt x="3116" y="4280"/>
                      <a:pt x="3129" y="4267"/>
                    </a:cubicBezTo>
                    <a:cubicBezTo>
                      <a:pt x="3496" y="3882"/>
                      <a:pt x="3679" y="3211"/>
                      <a:pt x="3583" y="2600"/>
                    </a:cubicBezTo>
                    <a:cubicBezTo>
                      <a:pt x="3488" y="1985"/>
                      <a:pt x="2493" y="1215"/>
                      <a:pt x="2234" y="1062"/>
                    </a:cubicBezTo>
                    <a:cubicBezTo>
                      <a:pt x="2009" y="930"/>
                      <a:pt x="1712" y="776"/>
                      <a:pt x="1578" y="708"/>
                    </a:cubicBezTo>
                    <a:cubicBezTo>
                      <a:pt x="1637" y="663"/>
                      <a:pt x="1707" y="592"/>
                      <a:pt x="1704" y="519"/>
                    </a:cubicBezTo>
                    <a:cubicBezTo>
                      <a:pt x="1702" y="485"/>
                      <a:pt x="1684" y="439"/>
                      <a:pt x="1610" y="406"/>
                    </a:cubicBezTo>
                    <a:cubicBezTo>
                      <a:pt x="1555" y="380"/>
                      <a:pt x="1478" y="357"/>
                      <a:pt x="1379" y="357"/>
                    </a:cubicBezTo>
                    <a:cubicBezTo>
                      <a:pt x="1315" y="357"/>
                      <a:pt x="1242" y="367"/>
                      <a:pt x="1160" y="390"/>
                    </a:cubicBezTo>
                    <a:cubicBezTo>
                      <a:pt x="1159" y="376"/>
                      <a:pt x="1159" y="360"/>
                      <a:pt x="1158" y="347"/>
                    </a:cubicBezTo>
                    <a:cubicBezTo>
                      <a:pt x="1154" y="232"/>
                      <a:pt x="1148" y="74"/>
                      <a:pt x="1050" y="18"/>
                    </a:cubicBezTo>
                    <a:cubicBezTo>
                      <a:pt x="1029" y="6"/>
                      <a:pt x="1005" y="1"/>
                      <a:pt x="9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
              <p:cNvSpPr/>
              <p:nvPr/>
            </p:nvSpPr>
            <p:spPr>
              <a:xfrm>
                <a:off x="5724508" y="3073818"/>
                <a:ext cx="91441" cy="101164"/>
              </a:xfrm>
              <a:custGeom>
                <a:rect b="b" l="l" r="r" t="t"/>
                <a:pathLst>
                  <a:path extrusionOk="0" h="1592" w="1439">
                    <a:moveTo>
                      <a:pt x="262" y="1"/>
                    </a:moveTo>
                    <a:cubicBezTo>
                      <a:pt x="248" y="1"/>
                      <a:pt x="234" y="3"/>
                      <a:pt x="219" y="8"/>
                    </a:cubicBezTo>
                    <a:cubicBezTo>
                      <a:pt x="111" y="48"/>
                      <a:pt x="33" y="251"/>
                      <a:pt x="13" y="421"/>
                    </a:cubicBezTo>
                    <a:cubicBezTo>
                      <a:pt x="2" y="513"/>
                      <a:pt x="0" y="678"/>
                      <a:pt x="104" y="747"/>
                    </a:cubicBezTo>
                    <a:lnTo>
                      <a:pt x="156" y="667"/>
                    </a:lnTo>
                    <a:cubicBezTo>
                      <a:pt x="112" y="638"/>
                      <a:pt x="93" y="548"/>
                      <a:pt x="107" y="431"/>
                    </a:cubicBezTo>
                    <a:cubicBezTo>
                      <a:pt x="126" y="264"/>
                      <a:pt x="201" y="116"/>
                      <a:pt x="253" y="98"/>
                    </a:cubicBezTo>
                    <a:cubicBezTo>
                      <a:pt x="257" y="96"/>
                      <a:pt x="261" y="95"/>
                      <a:pt x="265" y="95"/>
                    </a:cubicBezTo>
                    <a:cubicBezTo>
                      <a:pt x="332" y="95"/>
                      <a:pt x="473" y="265"/>
                      <a:pt x="567" y="430"/>
                    </a:cubicBezTo>
                    <a:lnTo>
                      <a:pt x="579" y="444"/>
                    </a:lnTo>
                    <a:cubicBezTo>
                      <a:pt x="935" y="717"/>
                      <a:pt x="1317" y="1040"/>
                      <a:pt x="1339" y="1103"/>
                    </a:cubicBezTo>
                    <a:cubicBezTo>
                      <a:pt x="1338" y="1176"/>
                      <a:pt x="965" y="1474"/>
                      <a:pt x="746" y="1491"/>
                    </a:cubicBezTo>
                    <a:cubicBezTo>
                      <a:pt x="703" y="1494"/>
                      <a:pt x="666" y="1497"/>
                      <a:pt x="635" y="1497"/>
                    </a:cubicBezTo>
                    <a:cubicBezTo>
                      <a:pt x="585" y="1497"/>
                      <a:pt x="550" y="1490"/>
                      <a:pt x="529" y="1471"/>
                    </a:cubicBezTo>
                    <a:cubicBezTo>
                      <a:pt x="494" y="1439"/>
                      <a:pt x="479" y="1359"/>
                      <a:pt x="479" y="1220"/>
                    </a:cubicBezTo>
                    <a:cubicBezTo>
                      <a:pt x="479" y="901"/>
                      <a:pt x="595" y="679"/>
                      <a:pt x="597" y="677"/>
                    </a:cubicBezTo>
                    <a:lnTo>
                      <a:pt x="513" y="632"/>
                    </a:lnTo>
                    <a:cubicBezTo>
                      <a:pt x="508" y="641"/>
                      <a:pt x="383" y="876"/>
                      <a:pt x="383" y="1220"/>
                    </a:cubicBezTo>
                    <a:cubicBezTo>
                      <a:pt x="383" y="1395"/>
                      <a:pt x="407" y="1488"/>
                      <a:pt x="464" y="1540"/>
                    </a:cubicBezTo>
                    <a:cubicBezTo>
                      <a:pt x="508" y="1581"/>
                      <a:pt x="568" y="1592"/>
                      <a:pt x="636" y="1592"/>
                    </a:cubicBezTo>
                    <a:cubicBezTo>
                      <a:pt x="673" y="1592"/>
                      <a:pt x="712" y="1589"/>
                      <a:pt x="754" y="1586"/>
                    </a:cubicBezTo>
                    <a:cubicBezTo>
                      <a:pt x="959" y="1570"/>
                      <a:pt x="1279" y="1347"/>
                      <a:pt x="1386" y="1211"/>
                    </a:cubicBezTo>
                    <a:cubicBezTo>
                      <a:pt x="1424" y="1163"/>
                      <a:pt x="1439" y="1123"/>
                      <a:pt x="1433" y="1088"/>
                    </a:cubicBezTo>
                    <a:cubicBezTo>
                      <a:pt x="1415" y="977"/>
                      <a:pt x="882" y="557"/>
                      <a:pt x="644" y="375"/>
                    </a:cubicBezTo>
                    <a:cubicBezTo>
                      <a:pt x="586" y="272"/>
                      <a:pt x="415" y="1"/>
                      <a:pt x="2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
              <p:cNvSpPr/>
              <p:nvPr/>
            </p:nvSpPr>
            <p:spPr>
              <a:xfrm>
                <a:off x="5810674" y="3140983"/>
                <a:ext cx="64244" cy="46642"/>
              </a:xfrm>
              <a:custGeom>
                <a:rect b="b" l="l" r="r" t="t"/>
                <a:pathLst>
                  <a:path extrusionOk="0" h="734" w="1011">
                    <a:moveTo>
                      <a:pt x="54" y="1"/>
                    </a:moveTo>
                    <a:lnTo>
                      <a:pt x="1" y="78"/>
                    </a:lnTo>
                    <a:lnTo>
                      <a:pt x="957" y="733"/>
                    </a:lnTo>
                    <a:lnTo>
                      <a:pt x="1010" y="654"/>
                    </a:lnTo>
                    <a:lnTo>
                      <a:pt x="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1"/>
              <p:cNvSpPr/>
              <p:nvPr/>
            </p:nvSpPr>
            <p:spPr>
              <a:xfrm>
                <a:off x="5783032" y="3096566"/>
                <a:ext cx="34568" cy="26816"/>
              </a:xfrm>
              <a:custGeom>
                <a:rect b="b" l="l" r="r" t="t"/>
                <a:pathLst>
                  <a:path extrusionOk="0" h="422" w="544">
                    <a:moveTo>
                      <a:pt x="10" y="1"/>
                    </a:moveTo>
                    <a:lnTo>
                      <a:pt x="0" y="95"/>
                    </a:lnTo>
                    <a:cubicBezTo>
                      <a:pt x="4" y="96"/>
                      <a:pt x="329" y="132"/>
                      <a:pt x="457" y="422"/>
                    </a:cubicBezTo>
                    <a:lnTo>
                      <a:pt x="544" y="383"/>
                    </a:lnTo>
                    <a:cubicBezTo>
                      <a:pt x="393" y="43"/>
                      <a:pt x="26" y="3"/>
                      <a:pt x="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
              <p:cNvSpPr/>
              <p:nvPr/>
            </p:nvSpPr>
            <p:spPr>
              <a:xfrm>
                <a:off x="5729274" y="3194614"/>
                <a:ext cx="46197" cy="9913"/>
              </a:xfrm>
              <a:custGeom>
                <a:rect b="b" l="l" r="r" t="t"/>
                <a:pathLst>
                  <a:path extrusionOk="0" h="156" w="727">
                    <a:moveTo>
                      <a:pt x="693" y="0"/>
                    </a:moveTo>
                    <a:cubicBezTo>
                      <a:pt x="576" y="45"/>
                      <a:pt x="464" y="60"/>
                      <a:pt x="367" y="60"/>
                    </a:cubicBezTo>
                    <a:cubicBezTo>
                      <a:pt x="176" y="60"/>
                      <a:pt x="42" y="2"/>
                      <a:pt x="39" y="1"/>
                    </a:cubicBezTo>
                    <a:lnTo>
                      <a:pt x="1" y="87"/>
                    </a:lnTo>
                    <a:cubicBezTo>
                      <a:pt x="10" y="92"/>
                      <a:pt x="156" y="156"/>
                      <a:pt x="365" y="156"/>
                    </a:cubicBezTo>
                    <a:cubicBezTo>
                      <a:pt x="472" y="156"/>
                      <a:pt x="597" y="139"/>
                      <a:pt x="727" y="88"/>
                    </a:cubicBezTo>
                    <a:lnTo>
                      <a:pt x="69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
              <p:cNvSpPr/>
              <p:nvPr/>
            </p:nvSpPr>
            <p:spPr>
              <a:xfrm>
                <a:off x="5850579" y="3249579"/>
                <a:ext cx="36920" cy="8515"/>
              </a:xfrm>
              <a:custGeom>
                <a:rect b="b" l="l" r="r" t="t"/>
                <a:pathLst>
                  <a:path extrusionOk="0" h="134" w="581">
                    <a:moveTo>
                      <a:pt x="559" y="0"/>
                    </a:moveTo>
                    <a:cubicBezTo>
                      <a:pt x="497" y="14"/>
                      <a:pt x="364" y="38"/>
                      <a:pt x="240" y="38"/>
                    </a:cubicBezTo>
                    <a:cubicBezTo>
                      <a:pt x="164" y="38"/>
                      <a:pt x="92" y="29"/>
                      <a:pt x="42" y="4"/>
                    </a:cubicBezTo>
                    <a:lnTo>
                      <a:pt x="0" y="89"/>
                    </a:lnTo>
                    <a:cubicBezTo>
                      <a:pt x="66" y="122"/>
                      <a:pt x="156" y="133"/>
                      <a:pt x="244" y="133"/>
                    </a:cubicBezTo>
                    <a:cubicBezTo>
                      <a:pt x="409" y="133"/>
                      <a:pt x="570" y="94"/>
                      <a:pt x="581" y="92"/>
                    </a:cubicBezTo>
                    <a:lnTo>
                      <a:pt x="559" y="0"/>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
              <p:cNvSpPr/>
              <p:nvPr/>
            </p:nvSpPr>
            <p:spPr>
              <a:xfrm>
                <a:off x="5836155" y="3326720"/>
                <a:ext cx="241407" cy="811470"/>
              </a:xfrm>
              <a:custGeom>
                <a:rect b="b" l="l" r="r" t="t"/>
                <a:pathLst>
                  <a:path extrusionOk="0" h="12770" w="3799">
                    <a:moveTo>
                      <a:pt x="1416" y="0"/>
                    </a:moveTo>
                    <a:cubicBezTo>
                      <a:pt x="1416" y="0"/>
                      <a:pt x="1060" y="612"/>
                      <a:pt x="713" y="1835"/>
                    </a:cubicBezTo>
                    <a:cubicBezTo>
                      <a:pt x="366" y="3058"/>
                      <a:pt x="1" y="6764"/>
                      <a:pt x="1" y="7166"/>
                    </a:cubicBezTo>
                    <a:cubicBezTo>
                      <a:pt x="1" y="7567"/>
                      <a:pt x="933" y="12386"/>
                      <a:pt x="1005" y="12569"/>
                    </a:cubicBezTo>
                    <a:cubicBezTo>
                      <a:pt x="1078" y="12752"/>
                      <a:pt x="1535" y="12769"/>
                      <a:pt x="1535" y="12769"/>
                    </a:cubicBezTo>
                    <a:cubicBezTo>
                      <a:pt x="1535" y="12769"/>
                      <a:pt x="2885" y="11857"/>
                      <a:pt x="2959" y="11602"/>
                    </a:cubicBezTo>
                    <a:cubicBezTo>
                      <a:pt x="3031" y="11345"/>
                      <a:pt x="2100" y="7056"/>
                      <a:pt x="2100" y="7056"/>
                    </a:cubicBezTo>
                    <a:cubicBezTo>
                      <a:pt x="2100" y="7056"/>
                      <a:pt x="3798" y="1507"/>
                      <a:pt x="3688" y="1433"/>
                    </a:cubicBezTo>
                    <a:cubicBezTo>
                      <a:pt x="3579" y="1360"/>
                      <a:pt x="1416" y="0"/>
                      <a:pt x="1416" y="0"/>
                    </a:cubicBezTo>
                    <a:close/>
                  </a:path>
                </a:pathLst>
              </a:custGeom>
              <a:solidFill>
                <a:srgbClr val="FFCF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
              <p:cNvSpPr/>
              <p:nvPr/>
            </p:nvSpPr>
            <p:spPr>
              <a:xfrm>
                <a:off x="5833168" y="3322399"/>
                <a:ext cx="245220" cy="818841"/>
              </a:xfrm>
              <a:custGeom>
                <a:rect b="b" l="l" r="r" t="t"/>
                <a:pathLst>
                  <a:path extrusionOk="0" h="12886" w="3859">
                    <a:moveTo>
                      <a:pt x="1480" y="135"/>
                    </a:moveTo>
                    <a:cubicBezTo>
                      <a:pt x="1775" y="320"/>
                      <a:pt x="3490" y="1399"/>
                      <a:pt x="3693" y="1531"/>
                    </a:cubicBezTo>
                    <a:cubicBezTo>
                      <a:pt x="3690" y="1819"/>
                      <a:pt x="2747" y="5003"/>
                      <a:pt x="2102" y="7110"/>
                    </a:cubicBezTo>
                    <a:lnTo>
                      <a:pt x="2098" y="7122"/>
                    </a:lnTo>
                    <a:lnTo>
                      <a:pt x="2101" y="7134"/>
                    </a:lnTo>
                    <a:cubicBezTo>
                      <a:pt x="2474" y="8854"/>
                      <a:pt x="3011" y="11477"/>
                      <a:pt x="2960" y="11656"/>
                    </a:cubicBezTo>
                    <a:cubicBezTo>
                      <a:pt x="2910" y="11829"/>
                      <a:pt x="2086" y="12439"/>
                      <a:pt x="1568" y="12789"/>
                    </a:cubicBezTo>
                    <a:cubicBezTo>
                      <a:pt x="1445" y="12782"/>
                      <a:pt x="1144" y="12740"/>
                      <a:pt x="1096" y="12619"/>
                    </a:cubicBezTo>
                    <a:cubicBezTo>
                      <a:pt x="1030" y="12453"/>
                      <a:pt x="96" y="7619"/>
                      <a:pt x="96" y="7233"/>
                    </a:cubicBezTo>
                    <a:cubicBezTo>
                      <a:pt x="96" y="6855"/>
                      <a:pt x="455" y="3151"/>
                      <a:pt x="805" y="1916"/>
                    </a:cubicBezTo>
                    <a:cubicBezTo>
                      <a:pt x="1096" y="893"/>
                      <a:pt x="1395" y="294"/>
                      <a:pt x="1480" y="135"/>
                    </a:cubicBezTo>
                    <a:close/>
                    <a:moveTo>
                      <a:pt x="1446" y="1"/>
                    </a:moveTo>
                    <a:lnTo>
                      <a:pt x="1421" y="44"/>
                    </a:lnTo>
                    <a:cubicBezTo>
                      <a:pt x="1418" y="50"/>
                      <a:pt x="1058" y="676"/>
                      <a:pt x="714" y="1890"/>
                    </a:cubicBezTo>
                    <a:cubicBezTo>
                      <a:pt x="363" y="3132"/>
                      <a:pt x="1" y="6853"/>
                      <a:pt x="1" y="7234"/>
                    </a:cubicBezTo>
                    <a:cubicBezTo>
                      <a:pt x="1" y="7658"/>
                      <a:pt x="935" y="12472"/>
                      <a:pt x="1008" y="12655"/>
                    </a:cubicBezTo>
                    <a:cubicBezTo>
                      <a:pt x="1090" y="12859"/>
                      <a:pt x="1529" y="12884"/>
                      <a:pt x="1580" y="12886"/>
                    </a:cubicBezTo>
                    <a:lnTo>
                      <a:pt x="1595" y="12886"/>
                    </a:lnTo>
                    <a:lnTo>
                      <a:pt x="1608" y="12877"/>
                    </a:lnTo>
                    <a:cubicBezTo>
                      <a:pt x="1748" y="12783"/>
                      <a:pt x="2975" y="11947"/>
                      <a:pt x="3051" y="11682"/>
                    </a:cubicBezTo>
                    <a:cubicBezTo>
                      <a:pt x="3124" y="11425"/>
                      <a:pt x="2304" y="7620"/>
                      <a:pt x="2196" y="7126"/>
                    </a:cubicBezTo>
                    <a:cubicBezTo>
                      <a:pt x="2239" y="6987"/>
                      <a:pt x="2642" y="5666"/>
                      <a:pt x="3028" y="4354"/>
                    </a:cubicBezTo>
                    <a:cubicBezTo>
                      <a:pt x="3859" y="1527"/>
                      <a:pt x="3810" y="1494"/>
                      <a:pt x="3761" y="1462"/>
                    </a:cubicBezTo>
                    <a:cubicBezTo>
                      <a:pt x="3653" y="1389"/>
                      <a:pt x="1577" y="83"/>
                      <a:pt x="1488" y="27"/>
                    </a:cubicBezTo>
                    <a:lnTo>
                      <a:pt x="1446" y="1"/>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
              <p:cNvSpPr/>
              <p:nvPr/>
            </p:nvSpPr>
            <p:spPr>
              <a:xfrm>
                <a:off x="5833867" y="3364846"/>
                <a:ext cx="135287" cy="419143"/>
              </a:xfrm>
              <a:custGeom>
                <a:rect b="b" l="l" r="r" t="t"/>
                <a:pathLst>
                  <a:path extrusionOk="0" h="6596" w="2129">
                    <a:moveTo>
                      <a:pt x="2036" y="0"/>
                    </a:moveTo>
                    <a:cubicBezTo>
                      <a:pt x="2024" y="45"/>
                      <a:pt x="901" y="4534"/>
                      <a:pt x="631" y="5309"/>
                    </a:cubicBezTo>
                    <a:cubicBezTo>
                      <a:pt x="363" y="6076"/>
                      <a:pt x="3" y="6531"/>
                      <a:pt x="0" y="6536"/>
                    </a:cubicBezTo>
                    <a:lnTo>
                      <a:pt x="75" y="6595"/>
                    </a:lnTo>
                    <a:cubicBezTo>
                      <a:pt x="89" y="6576"/>
                      <a:pt x="447" y="6123"/>
                      <a:pt x="721" y="5339"/>
                    </a:cubicBezTo>
                    <a:cubicBezTo>
                      <a:pt x="992" y="4562"/>
                      <a:pt x="2117" y="69"/>
                      <a:pt x="2128" y="23"/>
                    </a:cubicBezTo>
                    <a:lnTo>
                      <a:pt x="2036" y="0"/>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
              <p:cNvSpPr/>
              <p:nvPr/>
            </p:nvSpPr>
            <p:spPr>
              <a:xfrm>
                <a:off x="5903701" y="4088414"/>
                <a:ext cx="40160" cy="44100"/>
              </a:xfrm>
              <a:custGeom>
                <a:rect b="b" l="l" r="r" t="t"/>
                <a:pathLst>
                  <a:path extrusionOk="0" h="694" w="632">
                    <a:moveTo>
                      <a:pt x="605" y="1"/>
                    </a:moveTo>
                    <a:cubicBezTo>
                      <a:pt x="605" y="1"/>
                      <a:pt x="434" y="264"/>
                      <a:pt x="342" y="369"/>
                    </a:cubicBezTo>
                    <a:cubicBezTo>
                      <a:pt x="250" y="474"/>
                      <a:pt x="1" y="593"/>
                      <a:pt x="119" y="671"/>
                    </a:cubicBezTo>
                    <a:cubicBezTo>
                      <a:pt x="143" y="687"/>
                      <a:pt x="174" y="694"/>
                      <a:pt x="209" y="694"/>
                    </a:cubicBezTo>
                    <a:cubicBezTo>
                      <a:pt x="353" y="694"/>
                      <a:pt x="568" y="582"/>
                      <a:pt x="631" y="487"/>
                    </a:cubicBezTo>
                    <a:lnTo>
                      <a:pt x="60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
              <p:cNvSpPr/>
              <p:nvPr/>
            </p:nvSpPr>
            <p:spPr>
              <a:xfrm>
                <a:off x="5906053" y="4079009"/>
                <a:ext cx="40859" cy="56428"/>
              </a:xfrm>
              <a:custGeom>
                <a:rect b="b" l="l" r="r" t="t"/>
                <a:pathLst>
                  <a:path extrusionOk="0" h="888" w="643">
                    <a:moveTo>
                      <a:pt x="528" y="295"/>
                    </a:moveTo>
                    <a:lnTo>
                      <a:pt x="546" y="621"/>
                    </a:lnTo>
                    <a:cubicBezTo>
                      <a:pt x="479" y="705"/>
                      <a:pt x="287" y="795"/>
                      <a:pt x="173" y="795"/>
                    </a:cubicBezTo>
                    <a:cubicBezTo>
                      <a:pt x="147" y="795"/>
                      <a:pt x="124" y="790"/>
                      <a:pt x="109" y="779"/>
                    </a:cubicBezTo>
                    <a:cubicBezTo>
                      <a:pt x="101" y="775"/>
                      <a:pt x="99" y="771"/>
                      <a:pt x="98" y="771"/>
                    </a:cubicBezTo>
                    <a:cubicBezTo>
                      <a:pt x="99" y="748"/>
                      <a:pt x="178" y="686"/>
                      <a:pt x="220" y="653"/>
                    </a:cubicBezTo>
                    <a:cubicBezTo>
                      <a:pt x="264" y="619"/>
                      <a:pt x="310" y="584"/>
                      <a:pt x="340" y="548"/>
                    </a:cubicBezTo>
                    <a:cubicBezTo>
                      <a:pt x="394" y="488"/>
                      <a:pt x="471" y="378"/>
                      <a:pt x="528" y="295"/>
                    </a:cubicBezTo>
                    <a:close/>
                    <a:moveTo>
                      <a:pt x="607" y="1"/>
                    </a:moveTo>
                    <a:lnTo>
                      <a:pt x="528" y="122"/>
                    </a:lnTo>
                    <a:cubicBezTo>
                      <a:pt x="526" y="126"/>
                      <a:pt x="358" y="384"/>
                      <a:pt x="269" y="486"/>
                    </a:cubicBezTo>
                    <a:cubicBezTo>
                      <a:pt x="244" y="514"/>
                      <a:pt x="202" y="546"/>
                      <a:pt x="162" y="578"/>
                    </a:cubicBezTo>
                    <a:cubicBezTo>
                      <a:pt x="75" y="645"/>
                      <a:pt x="0" y="704"/>
                      <a:pt x="4" y="775"/>
                    </a:cubicBezTo>
                    <a:cubicBezTo>
                      <a:pt x="4" y="797"/>
                      <a:pt x="14" y="831"/>
                      <a:pt x="56" y="858"/>
                    </a:cubicBezTo>
                    <a:cubicBezTo>
                      <a:pt x="86" y="879"/>
                      <a:pt x="126" y="887"/>
                      <a:pt x="170" y="887"/>
                    </a:cubicBezTo>
                    <a:cubicBezTo>
                      <a:pt x="334" y="887"/>
                      <a:pt x="562" y="769"/>
                      <a:pt x="633" y="661"/>
                    </a:cubicBezTo>
                    <a:lnTo>
                      <a:pt x="643" y="648"/>
                    </a:lnTo>
                    <a:lnTo>
                      <a:pt x="607" y="1"/>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
              <p:cNvSpPr/>
              <p:nvPr/>
            </p:nvSpPr>
            <p:spPr>
              <a:xfrm>
                <a:off x="5936236" y="4022074"/>
                <a:ext cx="115334" cy="116478"/>
              </a:xfrm>
              <a:custGeom>
                <a:rect b="b" l="l" r="r" t="t"/>
                <a:pathLst>
                  <a:path extrusionOk="0" h="1833" w="1815">
                    <a:moveTo>
                      <a:pt x="829" y="0"/>
                    </a:moveTo>
                    <a:cubicBezTo>
                      <a:pt x="802" y="0"/>
                      <a:pt x="793" y="8"/>
                      <a:pt x="809" y="26"/>
                    </a:cubicBezTo>
                    <a:cubicBezTo>
                      <a:pt x="809" y="26"/>
                      <a:pt x="119" y="690"/>
                      <a:pt x="79" y="756"/>
                    </a:cubicBezTo>
                    <a:cubicBezTo>
                      <a:pt x="41" y="821"/>
                      <a:pt x="1" y="1373"/>
                      <a:pt x="1" y="1531"/>
                    </a:cubicBezTo>
                    <a:cubicBezTo>
                      <a:pt x="1" y="1689"/>
                      <a:pt x="106" y="1780"/>
                      <a:pt x="158" y="1794"/>
                    </a:cubicBezTo>
                    <a:cubicBezTo>
                      <a:pt x="212" y="1806"/>
                      <a:pt x="317" y="1806"/>
                      <a:pt x="317" y="1806"/>
                    </a:cubicBezTo>
                    <a:lnTo>
                      <a:pt x="487" y="1780"/>
                    </a:lnTo>
                    <a:cubicBezTo>
                      <a:pt x="487" y="1780"/>
                      <a:pt x="511" y="1778"/>
                      <a:pt x="550" y="1778"/>
                    </a:cubicBezTo>
                    <a:cubicBezTo>
                      <a:pt x="611" y="1778"/>
                      <a:pt x="707" y="1783"/>
                      <a:pt x="802" y="1806"/>
                    </a:cubicBezTo>
                    <a:cubicBezTo>
                      <a:pt x="868" y="1823"/>
                      <a:pt x="961" y="1833"/>
                      <a:pt x="1053" y="1833"/>
                    </a:cubicBezTo>
                    <a:cubicBezTo>
                      <a:pt x="1182" y="1833"/>
                      <a:pt x="1308" y="1814"/>
                      <a:pt x="1354" y="1768"/>
                    </a:cubicBezTo>
                    <a:cubicBezTo>
                      <a:pt x="1433" y="1689"/>
                      <a:pt x="1512" y="1492"/>
                      <a:pt x="1512" y="1492"/>
                    </a:cubicBezTo>
                    <a:cubicBezTo>
                      <a:pt x="1512" y="1492"/>
                      <a:pt x="1604" y="1387"/>
                      <a:pt x="1630" y="1228"/>
                    </a:cubicBezTo>
                    <a:cubicBezTo>
                      <a:pt x="1657" y="1071"/>
                      <a:pt x="1814" y="283"/>
                      <a:pt x="1814" y="283"/>
                    </a:cubicBezTo>
                    <a:cubicBezTo>
                      <a:pt x="1814" y="283"/>
                      <a:pt x="991" y="0"/>
                      <a:pt x="8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
              <p:cNvSpPr/>
              <p:nvPr/>
            </p:nvSpPr>
            <p:spPr>
              <a:xfrm>
                <a:off x="5933249" y="4019215"/>
                <a:ext cx="121752" cy="122324"/>
              </a:xfrm>
              <a:custGeom>
                <a:rect b="b" l="l" r="r" t="t"/>
                <a:pathLst>
                  <a:path extrusionOk="0" h="1925" w="1916">
                    <a:moveTo>
                      <a:pt x="898" y="93"/>
                    </a:moveTo>
                    <a:cubicBezTo>
                      <a:pt x="1021" y="108"/>
                      <a:pt x="1429" y="230"/>
                      <a:pt x="1806" y="359"/>
                    </a:cubicBezTo>
                    <a:cubicBezTo>
                      <a:pt x="1773" y="524"/>
                      <a:pt x="1653" y="1127"/>
                      <a:pt x="1630" y="1266"/>
                    </a:cubicBezTo>
                    <a:cubicBezTo>
                      <a:pt x="1606" y="1408"/>
                      <a:pt x="1524" y="1504"/>
                      <a:pt x="1523" y="1505"/>
                    </a:cubicBezTo>
                    <a:lnTo>
                      <a:pt x="1515" y="1519"/>
                    </a:lnTo>
                    <a:cubicBezTo>
                      <a:pt x="1494" y="1571"/>
                      <a:pt x="1427" y="1719"/>
                      <a:pt x="1368" y="1779"/>
                    </a:cubicBezTo>
                    <a:cubicBezTo>
                      <a:pt x="1333" y="1813"/>
                      <a:pt x="1219" y="1830"/>
                      <a:pt x="1100" y="1830"/>
                    </a:cubicBezTo>
                    <a:cubicBezTo>
                      <a:pt x="1015" y="1830"/>
                      <a:pt x="927" y="1822"/>
                      <a:pt x="861" y="1805"/>
                    </a:cubicBezTo>
                    <a:cubicBezTo>
                      <a:pt x="762" y="1781"/>
                      <a:pt x="665" y="1776"/>
                      <a:pt x="601" y="1776"/>
                    </a:cubicBezTo>
                    <a:cubicBezTo>
                      <a:pt x="559" y="1776"/>
                      <a:pt x="530" y="1778"/>
                      <a:pt x="526" y="1778"/>
                    </a:cubicBezTo>
                    <a:lnTo>
                      <a:pt x="364" y="1804"/>
                    </a:lnTo>
                    <a:cubicBezTo>
                      <a:pt x="335" y="1804"/>
                      <a:pt x="256" y="1802"/>
                      <a:pt x="217" y="1793"/>
                    </a:cubicBezTo>
                    <a:cubicBezTo>
                      <a:pt x="190" y="1785"/>
                      <a:pt x="95" y="1717"/>
                      <a:pt x="95" y="1576"/>
                    </a:cubicBezTo>
                    <a:cubicBezTo>
                      <a:pt x="95" y="1393"/>
                      <a:pt x="138" y="881"/>
                      <a:pt x="167" y="825"/>
                    </a:cubicBezTo>
                    <a:cubicBezTo>
                      <a:pt x="198" y="777"/>
                      <a:pt x="626" y="357"/>
                      <a:pt x="888" y="104"/>
                    </a:cubicBezTo>
                    <a:lnTo>
                      <a:pt x="898" y="93"/>
                    </a:lnTo>
                    <a:close/>
                    <a:moveTo>
                      <a:pt x="873" y="0"/>
                    </a:moveTo>
                    <a:cubicBezTo>
                      <a:pt x="826" y="0"/>
                      <a:pt x="817" y="14"/>
                      <a:pt x="810" y="25"/>
                    </a:cubicBezTo>
                    <a:cubicBezTo>
                      <a:pt x="806" y="30"/>
                      <a:pt x="800" y="41"/>
                      <a:pt x="800" y="57"/>
                    </a:cubicBezTo>
                    <a:cubicBezTo>
                      <a:pt x="647" y="206"/>
                      <a:pt x="124" y="712"/>
                      <a:pt x="87" y="776"/>
                    </a:cubicBezTo>
                    <a:cubicBezTo>
                      <a:pt x="35" y="862"/>
                      <a:pt x="1" y="1462"/>
                      <a:pt x="1" y="1576"/>
                    </a:cubicBezTo>
                    <a:cubicBezTo>
                      <a:pt x="1" y="1746"/>
                      <a:pt x="113" y="1864"/>
                      <a:pt x="194" y="1884"/>
                    </a:cubicBezTo>
                    <a:cubicBezTo>
                      <a:pt x="250" y="1899"/>
                      <a:pt x="352" y="1899"/>
                      <a:pt x="371" y="1899"/>
                    </a:cubicBezTo>
                    <a:lnTo>
                      <a:pt x="538" y="1872"/>
                    </a:lnTo>
                    <a:cubicBezTo>
                      <a:pt x="539" y="1872"/>
                      <a:pt x="561" y="1871"/>
                      <a:pt x="598" y="1871"/>
                    </a:cubicBezTo>
                    <a:cubicBezTo>
                      <a:pt x="655" y="1871"/>
                      <a:pt x="747" y="1875"/>
                      <a:pt x="838" y="1898"/>
                    </a:cubicBezTo>
                    <a:cubicBezTo>
                      <a:pt x="902" y="1913"/>
                      <a:pt x="1001" y="1925"/>
                      <a:pt x="1099" y="1925"/>
                    </a:cubicBezTo>
                    <a:cubicBezTo>
                      <a:pt x="1237" y="1925"/>
                      <a:pt x="1376" y="1904"/>
                      <a:pt x="1435" y="1845"/>
                    </a:cubicBezTo>
                    <a:cubicBezTo>
                      <a:pt x="1512" y="1769"/>
                      <a:pt x="1585" y="1599"/>
                      <a:pt x="1600" y="1561"/>
                    </a:cubicBezTo>
                    <a:cubicBezTo>
                      <a:pt x="1622" y="1535"/>
                      <a:pt x="1699" y="1430"/>
                      <a:pt x="1724" y="1282"/>
                    </a:cubicBezTo>
                    <a:cubicBezTo>
                      <a:pt x="1750" y="1126"/>
                      <a:pt x="1906" y="345"/>
                      <a:pt x="1907" y="337"/>
                    </a:cubicBezTo>
                    <a:lnTo>
                      <a:pt x="1916" y="296"/>
                    </a:lnTo>
                    <a:lnTo>
                      <a:pt x="1877" y="283"/>
                    </a:lnTo>
                    <a:cubicBezTo>
                      <a:pt x="1207" y="53"/>
                      <a:pt x="966" y="0"/>
                      <a:pt x="873"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1"/>
              <p:cNvSpPr/>
              <p:nvPr/>
            </p:nvSpPr>
            <p:spPr>
              <a:xfrm>
                <a:off x="5953265" y="4089621"/>
                <a:ext cx="13535" cy="47722"/>
              </a:xfrm>
              <a:custGeom>
                <a:rect b="b" l="l" r="r" t="t"/>
                <a:pathLst>
                  <a:path extrusionOk="0" h="751" w="213">
                    <a:moveTo>
                      <a:pt x="118" y="1"/>
                    </a:moveTo>
                    <a:lnTo>
                      <a:pt x="0" y="736"/>
                    </a:lnTo>
                    <a:lnTo>
                      <a:pt x="95" y="751"/>
                    </a:lnTo>
                    <a:lnTo>
                      <a:pt x="212" y="15"/>
                    </a:lnTo>
                    <a:lnTo>
                      <a:pt x="118" y="1"/>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
              <p:cNvSpPr/>
              <p:nvPr/>
            </p:nvSpPr>
            <p:spPr>
              <a:xfrm>
                <a:off x="5974997" y="4093751"/>
                <a:ext cx="14298" cy="41368"/>
              </a:xfrm>
              <a:custGeom>
                <a:rect b="b" l="l" r="r" t="t"/>
                <a:pathLst>
                  <a:path extrusionOk="0" h="651" w="225">
                    <a:moveTo>
                      <a:pt x="133" y="1"/>
                    </a:moveTo>
                    <a:lnTo>
                      <a:pt x="0" y="631"/>
                    </a:lnTo>
                    <a:lnTo>
                      <a:pt x="94" y="650"/>
                    </a:lnTo>
                    <a:lnTo>
                      <a:pt x="225" y="20"/>
                    </a:lnTo>
                    <a:lnTo>
                      <a:pt x="133" y="1"/>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
              <p:cNvSpPr/>
              <p:nvPr/>
            </p:nvSpPr>
            <p:spPr>
              <a:xfrm>
                <a:off x="5999970" y="4097945"/>
                <a:ext cx="13472" cy="38826"/>
              </a:xfrm>
              <a:custGeom>
                <a:rect b="b" l="l" r="r" t="t"/>
                <a:pathLst>
                  <a:path extrusionOk="0" h="611" w="212">
                    <a:moveTo>
                      <a:pt x="120" y="1"/>
                    </a:moveTo>
                    <a:lnTo>
                      <a:pt x="1" y="592"/>
                    </a:lnTo>
                    <a:lnTo>
                      <a:pt x="94" y="610"/>
                    </a:lnTo>
                    <a:lnTo>
                      <a:pt x="212" y="20"/>
                    </a:lnTo>
                    <a:lnTo>
                      <a:pt x="120" y="1"/>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
              <p:cNvSpPr/>
              <p:nvPr/>
            </p:nvSpPr>
            <p:spPr>
              <a:xfrm>
                <a:off x="5983766" y="3408882"/>
                <a:ext cx="238294" cy="644029"/>
              </a:xfrm>
              <a:custGeom>
                <a:rect b="b" l="l" r="r" t="t"/>
                <a:pathLst>
                  <a:path extrusionOk="0" h="10135" w="3750">
                    <a:moveTo>
                      <a:pt x="1377" y="280"/>
                    </a:moveTo>
                    <a:cubicBezTo>
                      <a:pt x="1685" y="964"/>
                      <a:pt x="3210" y="4344"/>
                      <a:pt x="3438" y="4913"/>
                    </a:cubicBezTo>
                    <a:cubicBezTo>
                      <a:pt x="3646" y="5435"/>
                      <a:pt x="3541" y="5673"/>
                      <a:pt x="3472" y="5829"/>
                    </a:cubicBezTo>
                    <a:cubicBezTo>
                      <a:pt x="3459" y="5860"/>
                      <a:pt x="3446" y="5889"/>
                      <a:pt x="3436" y="5915"/>
                    </a:cubicBezTo>
                    <a:cubicBezTo>
                      <a:pt x="3395" y="6041"/>
                      <a:pt x="2029" y="8634"/>
                      <a:pt x="1297" y="10020"/>
                    </a:cubicBezTo>
                    <a:lnTo>
                      <a:pt x="120" y="9644"/>
                    </a:lnTo>
                    <a:lnTo>
                      <a:pt x="1409" y="5496"/>
                    </a:lnTo>
                    <a:lnTo>
                      <a:pt x="449" y="3677"/>
                    </a:lnTo>
                    <a:lnTo>
                      <a:pt x="1377" y="280"/>
                    </a:lnTo>
                    <a:close/>
                    <a:moveTo>
                      <a:pt x="1355" y="1"/>
                    </a:moveTo>
                    <a:lnTo>
                      <a:pt x="352" y="3669"/>
                    </a:lnTo>
                    <a:lnTo>
                      <a:pt x="347" y="3687"/>
                    </a:lnTo>
                    <a:lnTo>
                      <a:pt x="1307" y="5506"/>
                    </a:lnTo>
                    <a:lnTo>
                      <a:pt x="1" y="9706"/>
                    </a:lnTo>
                    <a:lnTo>
                      <a:pt x="1343" y="10134"/>
                    </a:lnTo>
                    <a:lnTo>
                      <a:pt x="1362" y="10099"/>
                    </a:lnTo>
                    <a:cubicBezTo>
                      <a:pt x="1448" y="9936"/>
                      <a:pt x="3471" y="6111"/>
                      <a:pt x="3527" y="5945"/>
                    </a:cubicBezTo>
                    <a:cubicBezTo>
                      <a:pt x="3535" y="5921"/>
                      <a:pt x="3547" y="5896"/>
                      <a:pt x="3559" y="5868"/>
                    </a:cubicBezTo>
                    <a:cubicBezTo>
                      <a:pt x="3635" y="5696"/>
                      <a:pt x="3749" y="5436"/>
                      <a:pt x="3526" y="4878"/>
                    </a:cubicBezTo>
                    <a:cubicBezTo>
                      <a:pt x="3273" y="4245"/>
                      <a:pt x="1427" y="163"/>
                      <a:pt x="1409" y="121"/>
                    </a:cubicBezTo>
                    <a:lnTo>
                      <a:pt x="135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
              <p:cNvSpPr/>
              <p:nvPr/>
            </p:nvSpPr>
            <p:spPr>
              <a:xfrm>
                <a:off x="5417910" y="2885857"/>
                <a:ext cx="22304" cy="75746"/>
              </a:xfrm>
              <a:custGeom>
                <a:rect b="b" l="l" r="r" t="t"/>
                <a:pathLst>
                  <a:path extrusionOk="0" h="1192" w="351">
                    <a:moveTo>
                      <a:pt x="246" y="1"/>
                    </a:moveTo>
                    <a:cubicBezTo>
                      <a:pt x="241" y="1"/>
                      <a:pt x="235" y="2"/>
                      <a:pt x="230" y="4"/>
                    </a:cubicBezTo>
                    <a:cubicBezTo>
                      <a:pt x="166" y="29"/>
                      <a:pt x="89" y="42"/>
                      <a:pt x="52" y="272"/>
                    </a:cubicBezTo>
                    <a:cubicBezTo>
                      <a:pt x="13" y="503"/>
                      <a:pt x="0" y="617"/>
                      <a:pt x="0" y="758"/>
                    </a:cubicBezTo>
                    <a:cubicBezTo>
                      <a:pt x="0" y="898"/>
                      <a:pt x="166" y="1192"/>
                      <a:pt x="166" y="1192"/>
                    </a:cubicBezTo>
                    <a:cubicBezTo>
                      <a:pt x="166" y="1192"/>
                      <a:pt x="179" y="693"/>
                      <a:pt x="269" y="400"/>
                    </a:cubicBezTo>
                    <a:cubicBezTo>
                      <a:pt x="351" y="131"/>
                      <a:pt x="304" y="1"/>
                      <a:pt x="24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
              <p:cNvSpPr/>
              <p:nvPr/>
            </p:nvSpPr>
            <p:spPr>
              <a:xfrm>
                <a:off x="5414924" y="2882870"/>
                <a:ext cx="27070" cy="89726"/>
              </a:xfrm>
              <a:custGeom>
                <a:rect b="b" l="l" r="r" t="t"/>
                <a:pathLst>
                  <a:path extrusionOk="0" h="1412" w="426">
                    <a:moveTo>
                      <a:pt x="289" y="94"/>
                    </a:moveTo>
                    <a:cubicBezTo>
                      <a:pt x="300" y="101"/>
                      <a:pt x="344" y="191"/>
                      <a:pt x="270" y="433"/>
                    </a:cubicBezTo>
                    <a:cubicBezTo>
                      <a:pt x="213" y="620"/>
                      <a:pt x="187" y="883"/>
                      <a:pt x="175" y="1057"/>
                    </a:cubicBezTo>
                    <a:cubicBezTo>
                      <a:pt x="133" y="967"/>
                      <a:pt x="94" y="865"/>
                      <a:pt x="94" y="805"/>
                    </a:cubicBezTo>
                    <a:cubicBezTo>
                      <a:pt x="94" y="670"/>
                      <a:pt x="106" y="559"/>
                      <a:pt x="145" y="327"/>
                    </a:cubicBezTo>
                    <a:cubicBezTo>
                      <a:pt x="176" y="140"/>
                      <a:pt x="227" y="120"/>
                      <a:pt x="280" y="100"/>
                    </a:cubicBezTo>
                    <a:lnTo>
                      <a:pt x="289" y="94"/>
                    </a:lnTo>
                    <a:close/>
                    <a:moveTo>
                      <a:pt x="293" y="0"/>
                    </a:moveTo>
                    <a:cubicBezTo>
                      <a:pt x="281" y="0"/>
                      <a:pt x="270" y="2"/>
                      <a:pt x="259" y="7"/>
                    </a:cubicBezTo>
                    <a:lnTo>
                      <a:pt x="247" y="12"/>
                    </a:lnTo>
                    <a:cubicBezTo>
                      <a:pt x="162" y="44"/>
                      <a:pt x="88" y="89"/>
                      <a:pt x="51" y="311"/>
                    </a:cubicBezTo>
                    <a:cubicBezTo>
                      <a:pt x="12" y="550"/>
                      <a:pt x="0" y="665"/>
                      <a:pt x="0" y="805"/>
                    </a:cubicBezTo>
                    <a:cubicBezTo>
                      <a:pt x="0" y="954"/>
                      <a:pt x="154" y="1231"/>
                      <a:pt x="172" y="1262"/>
                    </a:cubicBezTo>
                    <a:lnTo>
                      <a:pt x="256" y="1411"/>
                    </a:lnTo>
                    <a:lnTo>
                      <a:pt x="260" y="1240"/>
                    </a:lnTo>
                    <a:cubicBezTo>
                      <a:pt x="260" y="1235"/>
                      <a:pt x="274" y="745"/>
                      <a:pt x="361" y="460"/>
                    </a:cubicBezTo>
                    <a:cubicBezTo>
                      <a:pt x="425" y="250"/>
                      <a:pt x="422" y="88"/>
                      <a:pt x="354" y="25"/>
                    </a:cubicBezTo>
                    <a:cubicBezTo>
                      <a:pt x="336" y="9"/>
                      <a:pt x="315" y="0"/>
                      <a:pt x="2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
              <p:cNvSpPr/>
              <p:nvPr/>
            </p:nvSpPr>
            <p:spPr>
              <a:xfrm>
                <a:off x="5338798" y="2820725"/>
                <a:ext cx="168458" cy="329671"/>
              </a:xfrm>
              <a:custGeom>
                <a:rect b="b" l="l" r="r" t="t"/>
                <a:pathLst>
                  <a:path extrusionOk="0" h="5188" w="2651">
                    <a:moveTo>
                      <a:pt x="461" y="0"/>
                    </a:moveTo>
                    <a:cubicBezTo>
                      <a:pt x="454" y="0"/>
                      <a:pt x="447" y="3"/>
                      <a:pt x="440" y="7"/>
                    </a:cubicBezTo>
                    <a:cubicBezTo>
                      <a:pt x="364" y="58"/>
                      <a:pt x="351" y="198"/>
                      <a:pt x="376" y="301"/>
                    </a:cubicBezTo>
                    <a:cubicBezTo>
                      <a:pt x="395" y="377"/>
                      <a:pt x="479" y="635"/>
                      <a:pt x="520" y="757"/>
                    </a:cubicBezTo>
                    <a:cubicBezTo>
                      <a:pt x="455" y="631"/>
                      <a:pt x="258" y="408"/>
                      <a:pt x="172" y="408"/>
                    </a:cubicBezTo>
                    <a:cubicBezTo>
                      <a:pt x="153" y="408"/>
                      <a:pt x="140" y="418"/>
                      <a:pt x="134" y="441"/>
                    </a:cubicBezTo>
                    <a:cubicBezTo>
                      <a:pt x="122" y="486"/>
                      <a:pt x="108" y="582"/>
                      <a:pt x="185" y="748"/>
                    </a:cubicBezTo>
                    <a:cubicBezTo>
                      <a:pt x="249" y="887"/>
                      <a:pt x="260" y="893"/>
                      <a:pt x="300" y="975"/>
                    </a:cubicBezTo>
                    <a:cubicBezTo>
                      <a:pt x="210" y="892"/>
                      <a:pt x="86" y="759"/>
                      <a:pt x="43" y="759"/>
                    </a:cubicBezTo>
                    <a:cubicBezTo>
                      <a:pt x="38" y="759"/>
                      <a:pt x="34" y="761"/>
                      <a:pt x="31" y="766"/>
                    </a:cubicBezTo>
                    <a:cubicBezTo>
                      <a:pt x="1" y="818"/>
                      <a:pt x="22" y="958"/>
                      <a:pt x="84" y="1050"/>
                    </a:cubicBezTo>
                    <a:cubicBezTo>
                      <a:pt x="189" y="1207"/>
                      <a:pt x="384" y="1440"/>
                      <a:pt x="384" y="1440"/>
                    </a:cubicBezTo>
                    <a:cubicBezTo>
                      <a:pt x="384" y="1440"/>
                      <a:pt x="451" y="1949"/>
                      <a:pt x="489" y="2167"/>
                    </a:cubicBezTo>
                    <a:cubicBezTo>
                      <a:pt x="511" y="2297"/>
                      <a:pt x="543" y="2402"/>
                      <a:pt x="566" y="2466"/>
                    </a:cubicBezTo>
                    <a:cubicBezTo>
                      <a:pt x="613" y="2856"/>
                      <a:pt x="689" y="3339"/>
                      <a:pt x="773" y="3469"/>
                    </a:cubicBezTo>
                    <a:cubicBezTo>
                      <a:pt x="887" y="3647"/>
                      <a:pt x="1041" y="3775"/>
                      <a:pt x="1041" y="3775"/>
                    </a:cubicBezTo>
                    <a:lnTo>
                      <a:pt x="1636" y="5188"/>
                    </a:lnTo>
                    <a:lnTo>
                      <a:pt x="2650" y="4695"/>
                    </a:lnTo>
                    <a:lnTo>
                      <a:pt x="1730" y="3417"/>
                    </a:lnTo>
                    <a:lnTo>
                      <a:pt x="1334" y="1911"/>
                    </a:lnTo>
                    <a:lnTo>
                      <a:pt x="1297" y="1297"/>
                    </a:lnTo>
                    <a:lnTo>
                      <a:pt x="862" y="429"/>
                    </a:lnTo>
                    <a:cubicBezTo>
                      <a:pt x="798" y="301"/>
                      <a:pt x="632" y="224"/>
                      <a:pt x="632" y="224"/>
                    </a:cubicBezTo>
                    <a:cubicBezTo>
                      <a:pt x="632" y="224"/>
                      <a:pt x="536" y="0"/>
                      <a:pt x="46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1"/>
              <p:cNvSpPr/>
              <p:nvPr/>
            </p:nvSpPr>
            <p:spPr>
              <a:xfrm>
                <a:off x="5335558" y="2817738"/>
                <a:ext cx="176210" cy="336788"/>
              </a:xfrm>
              <a:custGeom>
                <a:rect b="b" l="l" r="r" t="t"/>
                <a:pathLst>
                  <a:path extrusionOk="0" h="5300" w="2773">
                    <a:moveTo>
                      <a:pt x="511" y="95"/>
                    </a:moveTo>
                    <a:cubicBezTo>
                      <a:pt x="538" y="101"/>
                      <a:pt x="598" y="194"/>
                      <a:pt x="639" y="290"/>
                    </a:cubicBezTo>
                    <a:lnTo>
                      <a:pt x="647" y="306"/>
                    </a:lnTo>
                    <a:lnTo>
                      <a:pt x="664" y="314"/>
                    </a:lnTo>
                    <a:cubicBezTo>
                      <a:pt x="665" y="314"/>
                      <a:pt x="816" y="386"/>
                      <a:pt x="870" y="497"/>
                    </a:cubicBezTo>
                    <a:lnTo>
                      <a:pt x="1300" y="1356"/>
                    </a:lnTo>
                    <a:lnTo>
                      <a:pt x="1340" y="1969"/>
                    </a:lnTo>
                    <a:lnTo>
                      <a:pt x="1736" y="3477"/>
                    </a:lnTo>
                    <a:lnTo>
                      <a:pt x="2630" y="4724"/>
                    </a:lnTo>
                    <a:lnTo>
                      <a:pt x="1711" y="5170"/>
                    </a:lnTo>
                    <a:lnTo>
                      <a:pt x="1132" y="3793"/>
                    </a:lnTo>
                    <a:lnTo>
                      <a:pt x="1122" y="3785"/>
                    </a:lnTo>
                    <a:cubicBezTo>
                      <a:pt x="1121" y="3784"/>
                      <a:pt x="973" y="3660"/>
                      <a:pt x="864" y="3490"/>
                    </a:cubicBezTo>
                    <a:cubicBezTo>
                      <a:pt x="800" y="3391"/>
                      <a:pt x="723" y="3014"/>
                      <a:pt x="665" y="2506"/>
                    </a:cubicBezTo>
                    <a:lnTo>
                      <a:pt x="662" y="2496"/>
                    </a:lnTo>
                    <a:cubicBezTo>
                      <a:pt x="639" y="2433"/>
                      <a:pt x="608" y="2330"/>
                      <a:pt x="586" y="2205"/>
                    </a:cubicBezTo>
                    <a:cubicBezTo>
                      <a:pt x="549" y="1992"/>
                      <a:pt x="482" y="1485"/>
                      <a:pt x="482" y="1480"/>
                    </a:cubicBezTo>
                    <a:lnTo>
                      <a:pt x="480" y="1466"/>
                    </a:lnTo>
                    <a:lnTo>
                      <a:pt x="470" y="1456"/>
                    </a:lnTo>
                    <a:cubicBezTo>
                      <a:pt x="468" y="1454"/>
                      <a:pt x="276" y="1224"/>
                      <a:pt x="175" y="1071"/>
                    </a:cubicBezTo>
                    <a:cubicBezTo>
                      <a:pt x="130" y="1005"/>
                      <a:pt x="114" y="919"/>
                      <a:pt x="117" y="869"/>
                    </a:cubicBezTo>
                    <a:lnTo>
                      <a:pt x="117" y="869"/>
                    </a:lnTo>
                    <a:cubicBezTo>
                      <a:pt x="154" y="898"/>
                      <a:pt x="212" y="954"/>
                      <a:pt x="251" y="992"/>
                    </a:cubicBezTo>
                    <a:cubicBezTo>
                      <a:pt x="274" y="1014"/>
                      <a:pt x="297" y="1037"/>
                      <a:pt x="319" y="1056"/>
                    </a:cubicBezTo>
                    <a:lnTo>
                      <a:pt x="504" y="1227"/>
                    </a:lnTo>
                    <a:lnTo>
                      <a:pt x="394" y="1001"/>
                    </a:lnTo>
                    <a:cubicBezTo>
                      <a:pt x="378" y="968"/>
                      <a:pt x="367" y="947"/>
                      <a:pt x="354" y="925"/>
                    </a:cubicBezTo>
                    <a:cubicBezTo>
                      <a:pt x="336" y="892"/>
                      <a:pt x="317" y="858"/>
                      <a:pt x="279" y="775"/>
                    </a:cubicBezTo>
                    <a:cubicBezTo>
                      <a:pt x="230" y="668"/>
                      <a:pt x="213" y="578"/>
                      <a:pt x="230" y="503"/>
                    </a:cubicBezTo>
                    <a:lnTo>
                      <a:pt x="230" y="503"/>
                    </a:lnTo>
                    <a:cubicBezTo>
                      <a:pt x="289" y="518"/>
                      <a:pt x="461" y="694"/>
                      <a:pt x="529" y="826"/>
                    </a:cubicBezTo>
                    <a:lnTo>
                      <a:pt x="616" y="790"/>
                    </a:lnTo>
                    <a:cubicBezTo>
                      <a:pt x="580" y="678"/>
                      <a:pt x="492" y="413"/>
                      <a:pt x="474" y="336"/>
                    </a:cubicBezTo>
                    <a:cubicBezTo>
                      <a:pt x="452" y="248"/>
                      <a:pt x="464" y="130"/>
                      <a:pt x="511" y="95"/>
                    </a:cubicBezTo>
                    <a:close/>
                    <a:moveTo>
                      <a:pt x="513" y="0"/>
                    </a:moveTo>
                    <a:cubicBezTo>
                      <a:pt x="496" y="0"/>
                      <a:pt x="479" y="5"/>
                      <a:pt x="465" y="14"/>
                    </a:cubicBezTo>
                    <a:cubicBezTo>
                      <a:pt x="370" y="78"/>
                      <a:pt x="351" y="237"/>
                      <a:pt x="381" y="359"/>
                    </a:cubicBezTo>
                    <a:cubicBezTo>
                      <a:pt x="390" y="395"/>
                      <a:pt x="413" y="467"/>
                      <a:pt x="438" y="548"/>
                    </a:cubicBezTo>
                    <a:cubicBezTo>
                      <a:pt x="365" y="471"/>
                      <a:pt x="282" y="407"/>
                      <a:pt x="221" y="407"/>
                    </a:cubicBezTo>
                    <a:cubicBezTo>
                      <a:pt x="218" y="407"/>
                      <a:pt x="215" y="407"/>
                      <a:pt x="212" y="408"/>
                    </a:cubicBezTo>
                    <a:cubicBezTo>
                      <a:pt x="176" y="412"/>
                      <a:pt x="148" y="437"/>
                      <a:pt x="139" y="477"/>
                    </a:cubicBezTo>
                    <a:cubicBezTo>
                      <a:pt x="115" y="569"/>
                      <a:pt x="131" y="679"/>
                      <a:pt x="189" y="806"/>
                    </a:cubicBezTo>
                    <a:cubicBezTo>
                      <a:pt x="148" y="773"/>
                      <a:pt x="120" y="758"/>
                      <a:pt x="94" y="758"/>
                    </a:cubicBezTo>
                    <a:cubicBezTo>
                      <a:pt x="91" y="758"/>
                      <a:pt x="88" y="759"/>
                      <a:pt x="84" y="759"/>
                    </a:cubicBezTo>
                    <a:cubicBezTo>
                      <a:pt x="66" y="761"/>
                      <a:pt x="50" y="773"/>
                      <a:pt x="41" y="789"/>
                    </a:cubicBezTo>
                    <a:cubicBezTo>
                      <a:pt x="0" y="860"/>
                      <a:pt x="26" y="1019"/>
                      <a:pt x="95" y="1123"/>
                    </a:cubicBezTo>
                    <a:cubicBezTo>
                      <a:pt x="188" y="1264"/>
                      <a:pt x="349" y="1459"/>
                      <a:pt x="389" y="1506"/>
                    </a:cubicBezTo>
                    <a:cubicBezTo>
                      <a:pt x="400" y="1589"/>
                      <a:pt x="459" y="2026"/>
                      <a:pt x="492" y="2222"/>
                    </a:cubicBezTo>
                    <a:cubicBezTo>
                      <a:pt x="514" y="2350"/>
                      <a:pt x="547" y="2456"/>
                      <a:pt x="571" y="2523"/>
                    </a:cubicBezTo>
                    <a:cubicBezTo>
                      <a:pt x="601" y="2780"/>
                      <a:pt x="680" y="3381"/>
                      <a:pt x="783" y="3541"/>
                    </a:cubicBezTo>
                    <a:cubicBezTo>
                      <a:pt x="886" y="3702"/>
                      <a:pt x="1017" y="3820"/>
                      <a:pt x="1052" y="3851"/>
                    </a:cubicBezTo>
                    <a:lnTo>
                      <a:pt x="1662" y="5300"/>
                    </a:lnTo>
                    <a:lnTo>
                      <a:pt x="2773" y="4760"/>
                    </a:lnTo>
                    <a:lnTo>
                      <a:pt x="1825" y="3444"/>
                    </a:lnTo>
                    <a:lnTo>
                      <a:pt x="1433" y="1954"/>
                    </a:lnTo>
                    <a:lnTo>
                      <a:pt x="1395" y="1342"/>
                    </a:lnTo>
                    <a:lnTo>
                      <a:pt x="955" y="454"/>
                    </a:lnTo>
                    <a:cubicBezTo>
                      <a:pt x="896" y="337"/>
                      <a:pt x="766" y="261"/>
                      <a:pt x="719" y="237"/>
                    </a:cubicBezTo>
                    <a:cubicBezTo>
                      <a:pt x="691" y="172"/>
                      <a:pt x="617" y="28"/>
                      <a:pt x="538" y="4"/>
                    </a:cubicBezTo>
                    <a:cubicBezTo>
                      <a:pt x="529" y="1"/>
                      <a:pt x="521" y="0"/>
                      <a:pt x="5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
              <p:cNvSpPr/>
              <p:nvPr/>
            </p:nvSpPr>
            <p:spPr>
              <a:xfrm>
                <a:off x="5370697" y="2871432"/>
                <a:ext cx="26880" cy="49565"/>
              </a:xfrm>
              <a:custGeom>
                <a:rect b="b" l="l" r="r" t="t"/>
                <a:pathLst>
                  <a:path extrusionOk="0" h="780" w="423">
                    <a:moveTo>
                      <a:pt x="81" y="0"/>
                    </a:moveTo>
                    <a:lnTo>
                      <a:pt x="0" y="52"/>
                    </a:lnTo>
                    <a:cubicBezTo>
                      <a:pt x="2" y="55"/>
                      <a:pt x="173" y="324"/>
                      <a:pt x="234" y="472"/>
                    </a:cubicBezTo>
                    <a:cubicBezTo>
                      <a:pt x="285" y="595"/>
                      <a:pt x="330" y="779"/>
                      <a:pt x="330" y="780"/>
                    </a:cubicBezTo>
                    <a:lnTo>
                      <a:pt x="422" y="758"/>
                    </a:lnTo>
                    <a:cubicBezTo>
                      <a:pt x="420" y="751"/>
                      <a:pt x="376" y="566"/>
                      <a:pt x="322" y="437"/>
                    </a:cubicBezTo>
                    <a:cubicBezTo>
                      <a:pt x="258" y="280"/>
                      <a:pt x="87" y="12"/>
                      <a:pt x="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
              <p:cNvSpPr/>
              <p:nvPr/>
            </p:nvSpPr>
            <p:spPr>
              <a:xfrm>
                <a:off x="5376162" y="2833751"/>
                <a:ext cx="39144" cy="84896"/>
              </a:xfrm>
              <a:custGeom>
                <a:rect b="b" l="l" r="r" t="t"/>
                <a:pathLst>
                  <a:path extrusionOk="0" h="1336" w="616">
                    <a:moveTo>
                      <a:pt x="87" y="0"/>
                    </a:moveTo>
                    <a:lnTo>
                      <a:pt x="0" y="38"/>
                    </a:lnTo>
                    <a:cubicBezTo>
                      <a:pt x="14" y="70"/>
                      <a:pt x="335" y="822"/>
                      <a:pt x="414" y="940"/>
                    </a:cubicBezTo>
                    <a:cubicBezTo>
                      <a:pt x="482" y="1043"/>
                      <a:pt x="520" y="1276"/>
                      <a:pt x="520" y="1335"/>
                    </a:cubicBezTo>
                    <a:lnTo>
                      <a:pt x="615" y="1335"/>
                    </a:lnTo>
                    <a:cubicBezTo>
                      <a:pt x="615" y="1271"/>
                      <a:pt x="579" y="1016"/>
                      <a:pt x="493" y="887"/>
                    </a:cubicBezTo>
                    <a:cubicBezTo>
                      <a:pt x="432" y="796"/>
                      <a:pt x="180" y="217"/>
                      <a:pt x="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
              <p:cNvSpPr/>
              <p:nvPr/>
            </p:nvSpPr>
            <p:spPr>
              <a:xfrm>
                <a:off x="5355765" y="2880392"/>
                <a:ext cx="30883" cy="49756"/>
              </a:xfrm>
              <a:custGeom>
                <a:rect b="b" l="l" r="r" t="t"/>
                <a:pathLst>
                  <a:path extrusionOk="0" h="783" w="486">
                    <a:moveTo>
                      <a:pt x="65" y="1"/>
                    </a:moveTo>
                    <a:lnTo>
                      <a:pt x="0" y="70"/>
                    </a:lnTo>
                    <a:cubicBezTo>
                      <a:pt x="119" y="181"/>
                      <a:pt x="252" y="319"/>
                      <a:pt x="268" y="356"/>
                    </a:cubicBezTo>
                    <a:cubicBezTo>
                      <a:pt x="291" y="408"/>
                      <a:pt x="366" y="682"/>
                      <a:pt x="393" y="783"/>
                    </a:cubicBezTo>
                    <a:lnTo>
                      <a:pt x="485" y="759"/>
                    </a:lnTo>
                    <a:cubicBezTo>
                      <a:pt x="475" y="721"/>
                      <a:pt x="385" y="386"/>
                      <a:pt x="355" y="317"/>
                    </a:cubicBezTo>
                    <a:cubicBezTo>
                      <a:pt x="322" y="244"/>
                      <a:pt x="108" y="4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
              <p:cNvSpPr/>
              <p:nvPr/>
            </p:nvSpPr>
            <p:spPr>
              <a:xfrm>
                <a:off x="5544171" y="4504622"/>
                <a:ext cx="333357" cy="635831"/>
              </a:xfrm>
              <a:custGeom>
                <a:rect b="b" l="l" r="r" t="t"/>
                <a:pathLst>
                  <a:path extrusionOk="0" h="10006" w="5246">
                    <a:moveTo>
                      <a:pt x="2994" y="1"/>
                    </a:moveTo>
                    <a:cubicBezTo>
                      <a:pt x="2994" y="1"/>
                      <a:pt x="2898" y="227"/>
                      <a:pt x="2914" y="631"/>
                    </a:cubicBezTo>
                    <a:cubicBezTo>
                      <a:pt x="2930" y="1036"/>
                      <a:pt x="2865" y="1765"/>
                      <a:pt x="2768" y="2412"/>
                    </a:cubicBezTo>
                    <a:cubicBezTo>
                      <a:pt x="2671" y="3059"/>
                      <a:pt x="2347" y="7268"/>
                      <a:pt x="2234" y="7543"/>
                    </a:cubicBezTo>
                    <a:cubicBezTo>
                      <a:pt x="2121" y="7818"/>
                      <a:pt x="1570" y="8531"/>
                      <a:pt x="1425" y="8677"/>
                    </a:cubicBezTo>
                    <a:cubicBezTo>
                      <a:pt x="1279" y="8822"/>
                      <a:pt x="761" y="9259"/>
                      <a:pt x="567" y="9340"/>
                    </a:cubicBezTo>
                    <a:cubicBezTo>
                      <a:pt x="373" y="9422"/>
                      <a:pt x="1" y="9712"/>
                      <a:pt x="33" y="9842"/>
                    </a:cubicBezTo>
                    <a:cubicBezTo>
                      <a:pt x="65" y="9971"/>
                      <a:pt x="696" y="9971"/>
                      <a:pt x="939" y="9988"/>
                    </a:cubicBezTo>
                    <a:cubicBezTo>
                      <a:pt x="1020" y="9993"/>
                      <a:pt x="1151" y="10006"/>
                      <a:pt x="1306" y="10006"/>
                    </a:cubicBezTo>
                    <a:cubicBezTo>
                      <a:pt x="1620" y="10006"/>
                      <a:pt x="2034" y="9956"/>
                      <a:pt x="2348" y="9696"/>
                    </a:cubicBezTo>
                    <a:cubicBezTo>
                      <a:pt x="2817" y="9308"/>
                      <a:pt x="3513" y="9324"/>
                      <a:pt x="3659" y="9291"/>
                    </a:cubicBezTo>
                    <a:cubicBezTo>
                      <a:pt x="3805" y="9260"/>
                      <a:pt x="3885" y="9162"/>
                      <a:pt x="3934" y="8822"/>
                    </a:cubicBezTo>
                    <a:cubicBezTo>
                      <a:pt x="3983" y="8482"/>
                      <a:pt x="3594" y="7787"/>
                      <a:pt x="3578" y="7706"/>
                    </a:cubicBezTo>
                    <a:cubicBezTo>
                      <a:pt x="3561" y="7624"/>
                      <a:pt x="4112" y="5633"/>
                      <a:pt x="4177" y="5455"/>
                    </a:cubicBezTo>
                    <a:cubicBezTo>
                      <a:pt x="4241" y="5278"/>
                      <a:pt x="4888" y="3983"/>
                      <a:pt x="5067" y="3109"/>
                    </a:cubicBezTo>
                    <a:cubicBezTo>
                      <a:pt x="5245" y="2235"/>
                      <a:pt x="5115" y="437"/>
                      <a:pt x="5115" y="437"/>
                    </a:cubicBezTo>
                    <a:lnTo>
                      <a:pt x="299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
              <p:cNvSpPr/>
              <p:nvPr/>
            </p:nvSpPr>
            <p:spPr>
              <a:xfrm>
                <a:off x="5540486" y="4501191"/>
                <a:ext cx="339902" cy="642313"/>
              </a:xfrm>
              <a:custGeom>
                <a:rect b="b" l="l" r="r" t="t"/>
                <a:pathLst>
                  <a:path extrusionOk="0" h="10108" w="5349">
                    <a:moveTo>
                      <a:pt x="3084" y="109"/>
                    </a:moveTo>
                    <a:lnTo>
                      <a:pt x="5129" y="531"/>
                    </a:lnTo>
                    <a:cubicBezTo>
                      <a:pt x="5146" y="788"/>
                      <a:pt x="5239" y="2363"/>
                      <a:pt x="5079" y="3153"/>
                    </a:cubicBezTo>
                    <a:cubicBezTo>
                      <a:pt x="4939" y="3835"/>
                      <a:pt x="4509" y="4783"/>
                      <a:pt x="4302" y="5238"/>
                    </a:cubicBezTo>
                    <a:cubicBezTo>
                      <a:pt x="4243" y="5367"/>
                      <a:pt x="4205" y="5453"/>
                      <a:pt x="4190" y="5493"/>
                    </a:cubicBezTo>
                    <a:cubicBezTo>
                      <a:pt x="4184" y="5512"/>
                      <a:pt x="3566" y="7651"/>
                      <a:pt x="3590" y="7768"/>
                    </a:cubicBezTo>
                    <a:cubicBezTo>
                      <a:pt x="3594" y="7792"/>
                      <a:pt x="3614" y="7836"/>
                      <a:pt x="3659" y="7934"/>
                    </a:cubicBezTo>
                    <a:cubicBezTo>
                      <a:pt x="3763" y="8159"/>
                      <a:pt x="3980" y="8627"/>
                      <a:pt x="3944" y="8870"/>
                    </a:cubicBezTo>
                    <a:cubicBezTo>
                      <a:pt x="3898" y="9196"/>
                      <a:pt x="3825" y="9273"/>
                      <a:pt x="3706" y="9299"/>
                    </a:cubicBezTo>
                    <a:cubicBezTo>
                      <a:pt x="3682" y="9305"/>
                      <a:pt x="3635" y="9310"/>
                      <a:pt x="3576" y="9315"/>
                    </a:cubicBezTo>
                    <a:cubicBezTo>
                      <a:pt x="3313" y="9339"/>
                      <a:pt x="2767" y="9390"/>
                      <a:pt x="2376" y="9714"/>
                    </a:cubicBezTo>
                    <a:cubicBezTo>
                      <a:pt x="2074" y="9963"/>
                      <a:pt x="1669" y="10012"/>
                      <a:pt x="1363" y="10012"/>
                    </a:cubicBezTo>
                    <a:cubicBezTo>
                      <a:pt x="1238" y="10012"/>
                      <a:pt x="1130" y="10004"/>
                      <a:pt x="1052" y="9998"/>
                    </a:cubicBezTo>
                    <a:lnTo>
                      <a:pt x="1001" y="9995"/>
                    </a:lnTo>
                    <a:cubicBezTo>
                      <a:pt x="958" y="9992"/>
                      <a:pt x="903" y="9990"/>
                      <a:pt x="841" y="9987"/>
                    </a:cubicBezTo>
                    <a:cubicBezTo>
                      <a:pt x="676" y="9979"/>
                      <a:pt x="169" y="9958"/>
                      <a:pt x="137" y="9885"/>
                    </a:cubicBezTo>
                    <a:cubicBezTo>
                      <a:pt x="116" y="9803"/>
                      <a:pt x="429" y="9528"/>
                      <a:pt x="643" y="9438"/>
                    </a:cubicBezTo>
                    <a:cubicBezTo>
                      <a:pt x="851" y="9352"/>
                      <a:pt x="1380" y="8901"/>
                      <a:pt x="1516" y="8764"/>
                    </a:cubicBezTo>
                    <a:cubicBezTo>
                      <a:pt x="1673" y="8608"/>
                      <a:pt x="2220" y="7896"/>
                      <a:pt x="2336" y="7616"/>
                    </a:cubicBezTo>
                    <a:cubicBezTo>
                      <a:pt x="2402" y="7456"/>
                      <a:pt x="2519" y="6206"/>
                      <a:pt x="2678" y="4458"/>
                    </a:cubicBezTo>
                    <a:cubicBezTo>
                      <a:pt x="2759" y="3569"/>
                      <a:pt x="2835" y="2729"/>
                      <a:pt x="2873" y="2473"/>
                    </a:cubicBezTo>
                    <a:cubicBezTo>
                      <a:pt x="2976" y="1788"/>
                      <a:pt x="3035" y="1068"/>
                      <a:pt x="3020" y="684"/>
                    </a:cubicBezTo>
                    <a:cubicBezTo>
                      <a:pt x="3007" y="386"/>
                      <a:pt x="3059" y="187"/>
                      <a:pt x="3084" y="109"/>
                    </a:cubicBezTo>
                    <a:close/>
                    <a:moveTo>
                      <a:pt x="3025" y="0"/>
                    </a:moveTo>
                    <a:lnTo>
                      <a:pt x="3009" y="36"/>
                    </a:lnTo>
                    <a:cubicBezTo>
                      <a:pt x="3005" y="45"/>
                      <a:pt x="2909" y="277"/>
                      <a:pt x="2924" y="687"/>
                    </a:cubicBezTo>
                    <a:cubicBezTo>
                      <a:pt x="2940" y="1067"/>
                      <a:pt x="2881" y="1779"/>
                      <a:pt x="2780" y="2460"/>
                    </a:cubicBezTo>
                    <a:cubicBezTo>
                      <a:pt x="2741" y="2718"/>
                      <a:pt x="2667" y="3521"/>
                      <a:pt x="2583" y="4449"/>
                    </a:cubicBezTo>
                    <a:cubicBezTo>
                      <a:pt x="2464" y="5774"/>
                      <a:pt x="2314" y="7420"/>
                      <a:pt x="2249" y="7579"/>
                    </a:cubicBezTo>
                    <a:cubicBezTo>
                      <a:pt x="2138" y="7846"/>
                      <a:pt x="1597" y="8549"/>
                      <a:pt x="1449" y="8697"/>
                    </a:cubicBezTo>
                    <a:cubicBezTo>
                      <a:pt x="1299" y="8847"/>
                      <a:pt x="791" y="9274"/>
                      <a:pt x="606" y="9351"/>
                    </a:cubicBezTo>
                    <a:cubicBezTo>
                      <a:pt x="424" y="9427"/>
                      <a:pt x="1" y="9732"/>
                      <a:pt x="45" y="9908"/>
                    </a:cubicBezTo>
                    <a:cubicBezTo>
                      <a:pt x="74" y="10028"/>
                      <a:pt x="324" y="10059"/>
                      <a:pt x="837" y="10081"/>
                    </a:cubicBezTo>
                    <a:cubicBezTo>
                      <a:pt x="898" y="10084"/>
                      <a:pt x="952" y="10086"/>
                      <a:pt x="994" y="10089"/>
                    </a:cubicBezTo>
                    <a:lnTo>
                      <a:pt x="1045" y="10093"/>
                    </a:lnTo>
                    <a:cubicBezTo>
                      <a:pt x="1126" y="10099"/>
                      <a:pt x="1236" y="10107"/>
                      <a:pt x="1364" y="10107"/>
                    </a:cubicBezTo>
                    <a:cubicBezTo>
                      <a:pt x="1684" y="10107"/>
                      <a:pt x="2111" y="10056"/>
                      <a:pt x="2435" y="9787"/>
                    </a:cubicBezTo>
                    <a:cubicBezTo>
                      <a:pt x="2805" y="9482"/>
                      <a:pt x="3332" y="9433"/>
                      <a:pt x="3584" y="9409"/>
                    </a:cubicBezTo>
                    <a:cubicBezTo>
                      <a:pt x="3650" y="9403"/>
                      <a:pt x="3697" y="9399"/>
                      <a:pt x="3727" y="9392"/>
                    </a:cubicBezTo>
                    <a:cubicBezTo>
                      <a:pt x="3910" y="9352"/>
                      <a:pt x="3992" y="9218"/>
                      <a:pt x="4039" y="8883"/>
                    </a:cubicBezTo>
                    <a:cubicBezTo>
                      <a:pt x="4078" y="8612"/>
                      <a:pt x="3861" y="8145"/>
                      <a:pt x="3745" y="7894"/>
                    </a:cubicBezTo>
                    <a:cubicBezTo>
                      <a:pt x="3716" y="7830"/>
                      <a:pt x="3685" y="7765"/>
                      <a:pt x="3683" y="7755"/>
                    </a:cubicBezTo>
                    <a:cubicBezTo>
                      <a:pt x="3682" y="7648"/>
                      <a:pt x="4200" y="5742"/>
                      <a:pt x="4279" y="5526"/>
                    </a:cubicBezTo>
                    <a:cubicBezTo>
                      <a:pt x="4293" y="5489"/>
                      <a:pt x="4333" y="5401"/>
                      <a:pt x="4388" y="5278"/>
                    </a:cubicBezTo>
                    <a:cubicBezTo>
                      <a:pt x="4597" y="4819"/>
                      <a:pt x="5030" y="3865"/>
                      <a:pt x="5171" y="3172"/>
                    </a:cubicBezTo>
                    <a:cubicBezTo>
                      <a:pt x="5348" y="2301"/>
                      <a:pt x="5227" y="561"/>
                      <a:pt x="5220" y="488"/>
                    </a:cubicBezTo>
                    <a:lnTo>
                      <a:pt x="5218" y="452"/>
                    </a:lnTo>
                    <a:lnTo>
                      <a:pt x="30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
              <p:cNvSpPr/>
              <p:nvPr/>
            </p:nvSpPr>
            <p:spPr>
              <a:xfrm>
                <a:off x="5544171" y="5021166"/>
                <a:ext cx="251638" cy="119274"/>
              </a:xfrm>
              <a:custGeom>
                <a:rect b="b" l="l" r="r" t="t"/>
                <a:pathLst>
                  <a:path extrusionOk="0" h="1877" w="3960">
                    <a:moveTo>
                      <a:pt x="3765" y="1"/>
                    </a:moveTo>
                    <a:cubicBezTo>
                      <a:pt x="3613" y="10"/>
                      <a:pt x="3183" y="53"/>
                      <a:pt x="2881" y="224"/>
                    </a:cubicBezTo>
                    <a:cubicBezTo>
                      <a:pt x="2510" y="434"/>
                      <a:pt x="1441" y="1147"/>
                      <a:pt x="1296" y="1147"/>
                    </a:cubicBezTo>
                    <a:cubicBezTo>
                      <a:pt x="1206" y="1147"/>
                      <a:pt x="1016" y="1069"/>
                      <a:pt x="881" y="1008"/>
                    </a:cubicBezTo>
                    <a:cubicBezTo>
                      <a:pt x="755" y="1103"/>
                      <a:pt x="639" y="1181"/>
                      <a:pt x="567" y="1212"/>
                    </a:cubicBezTo>
                    <a:cubicBezTo>
                      <a:pt x="373" y="1293"/>
                      <a:pt x="1" y="1584"/>
                      <a:pt x="32" y="1713"/>
                    </a:cubicBezTo>
                    <a:cubicBezTo>
                      <a:pt x="65" y="1842"/>
                      <a:pt x="696" y="1842"/>
                      <a:pt x="939" y="1859"/>
                    </a:cubicBezTo>
                    <a:cubicBezTo>
                      <a:pt x="1020" y="1864"/>
                      <a:pt x="1151" y="1877"/>
                      <a:pt x="1306" y="1877"/>
                    </a:cubicBezTo>
                    <a:cubicBezTo>
                      <a:pt x="1620" y="1877"/>
                      <a:pt x="2034" y="1827"/>
                      <a:pt x="2347" y="1567"/>
                    </a:cubicBezTo>
                    <a:cubicBezTo>
                      <a:pt x="2817" y="1179"/>
                      <a:pt x="3513" y="1195"/>
                      <a:pt x="3659" y="1162"/>
                    </a:cubicBezTo>
                    <a:cubicBezTo>
                      <a:pt x="3805" y="1131"/>
                      <a:pt x="3885" y="1033"/>
                      <a:pt x="3934" y="693"/>
                    </a:cubicBezTo>
                    <a:cubicBezTo>
                      <a:pt x="3960" y="514"/>
                      <a:pt x="3863" y="236"/>
                      <a:pt x="376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
              <p:cNvSpPr/>
              <p:nvPr/>
            </p:nvSpPr>
            <p:spPr>
              <a:xfrm>
                <a:off x="5540486" y="5017989"/>
                <a:ext cx="258056" cy="125501"/>
              </a:xfrm>
              <a:custGeom>
                <a:rect b="b" l="l" r="r" t="t"/>
                <a:pathLst>
                  <a:path extrusionOk="0" h="1975" w="4061">
                    <a:moveTo>
                      <a:pt x="3791" y="100"/>
                    </a:moveTo>
                    <a:cubicBezTo>
                      <a:pt x="3912" y="392"/>
                      <a:pt x="3963" y="606"/>
                      <a:pt x="3944" y="737"/>
                    </a:cubicBezTo>
                    <a:cubicBezTo>
                      <a:pt x="3898" y="1063"/>
                      <a:pt x="3825" y="1140"/>
                      <a:pt x="3706" y="1166"/>
                    </a:cubicBezTo>
                    <a:cubicBezTo>
                      <a:pt x="3682" y="1172"/>
                      <a:pt x="3635" y="1177"/>
                      <a:pt x="3575" y="1182"/>
                    </a:cubicBezTo>
                    <a:cubicBezTo>
                      <a:pt x="3313" y="1206"/>
                      <a:pt x="2767" y="1257"/>
                      <a:pt x="2376" y="1581"/>
                    </a:cubicBezTo>
                    <a:cubicBezTo>
                      <a:pt x="2074" y="1830"/>
                      <a:pt x="1669" y="1879"/>
                      <a:pt x="1363" y="1879"/>
                    </a:cubicBezTo>
                    <a:cubicBezTo>
                      <a:pt x="1238" y="1879"/>
                      <a:pt x="1130" y="1871"/>
                      <a:pt x="1052" y="1865"/>
                    </a:cubicBezTo>
                    <a:lnTo>
                      <a:pt x="1000" y="1861"/>
                    </a:lnTo>
                    <a:cubicBezTo>
                      <a:pt x="958" y="1859"/>
                      <a:pt x="903" y="1856"/>
                      <a:pt x="841" y="1854"/>
                    </a:cubicBezTo>
                    <a:cubicBezTo>
                      <a:pt x="675" y="1846"/>
                      <a:pt x="168" y="1825"/>
                      <a:pt x="136" y="1752"/>
                    </a:cubicBezTo>
                    <a:cubicBezTo>
                      <a:pt x="116" y="1670"/>
                      <a:pt x="429" y="1395"/>
                      <a:pt x="643" y="1305"/>
                    </a:cubicBezTo>
                    <a:cubicBezTo>
                      <a:pt x="709" y="1277"/>
                      <a:pt x="810" y="1213"/>
                      <a:pt x="944" y="1113"/>
                    </a:cubicBezTo>
                    <a:cubicBezTo>
                      <a:pt x="1142" y="1200"/>
                      <a:pt x="1279" y="1244"/>
                      <a:pt x="1354" y="1244"/>
                    </a:cubicBezTo>
                    <a:cubicBezTo>
                      <a:pt x="1456" y="1244"/>
                      <a:pt x="1846" y="1006"/>
                      <a:pt x="2426" y="643"/>
                    </a:cubicBezTo>
                    <a:cubicBezTo>
                      <a:pt x="2639" y="509"/>
                      <a:pt x="2840" y="385"/>
                      <a:pt x="2963" y="315"/>
                    </a:cubicBezTo>
                    <a:cubicBezTo>
                      <a:pt x="3234" y="162"/>
                      <a:pt x="3611" y="115"/>
                      <a:pt x="3791" y="100"/>
                    </a:cubicBezTo>
                    <a:close/>
                    <a:moveTo>
                      <a:pt x="3853" y="0"/>
                    </a:moveTo>
                    <a:lnTo>
                      <a:pt x="3820" y="4"/>
                    </a:lnTo>
                    <a:cubicBezTo>
                      <a:pt x="3650" y="14"/>
                      <a:pt x="3222" y="59"/>
                      <a:pt x="2916" y="233"/>
                    </a:cubicBezTo>
                    <a:cubicBezTo>
                      <a:pt x="2792" y="303"/>
                      <a:pt x="2590" y="430"/>
                      <a:pt x="2376" y="563"/>
                    </a:cubicBezTo>
                    <a:cubicBezTo>
                      <a:pt x="2003" y="796"/>
                      <a:pt x="1440" y="1148"/>
                      <a:pt x="1354" y="1149"/>
                    </a:cubicBezTo>
                    <a:cubicBezTo>
                      <a:pt x="1293" y="1149"/>
                      <a:pt x="1149" y="1100"/>
                      <a:pt x="958" y="1014"/>
                    </a:cubicBezTo>
                    <a:lnTo>
                      <a:pt x="933" y="1003"/>
                    </a:lnTo>
                    <a:lnTo>
                      <a:pt x="910" y="1019"/>
                    </a:lnTo>
                    <a:cubicBezTo>
                      <a:pt x="772" y="1123"/>
                      <a:pt x="667" y="1192"/>
                      <a:pt x="606" y="1218"/>
                    </a:cubicBezTo>
                    <a:cubicBezTo>
                      <a:pt x="424" y="1294"/>
                      <a:pt x="1" y="1599"/>
                      <a:pt x="45" y="1775"/>
                    </a:cubicBezTo>
                    <a:cubicBezTo>
                      <a:pt x="74" y="1895"/>
                      <a:pt x="324" y="1926"/>
                      <a:pt x="837" y="1948"/>
                    </a:cubicBezTo>
                    <a:cubicBezTo>
                      <a:pt x="898" y="1951"/>
                      <a:pt x="952" y="1953"/>
                      <a:pt x="994" y="1956"/>
                    </a:cubicBezTo>
                    <a:lnTo>
                      <a:pt x="1045" y="1960"/>
                    </a:lnTo>
                    <a:cubicBezTo>
                      <a:pt x="1126" y="1966"/>
                      <a:pt x="1236" y="1974"/>
                      <a:pt x="1364" y="1974"/>
                    </a:cubicBezTo>
                    <a:cubicBezTo>
                      <a:pt x="1684" y="1974"/>
                      <a:pt x="2111" y="1923"/>
                      <a:pt x="2435" y="1654"/>
                    </a:cubicBezTo>
                    <a:cubicBezTo>
                      <a:pt x="2805" y="1349"/>
                      <a:pt x="3332" y="1301"/>
                      <a:pt x="3584" y="1276"/>
                    </a:cubicBezTo>
                    <a:cubicBezTo>
                      <a:pt x="3650" y="1270"/>
                      <a:pt x="3697" y="1266"/>
                      <a:pt x="3727" y="1260"/>
                    </a:cubicBezTo>
                    <a:cubicBezTo>
                      <a:pt x="3910" y="1219"/>
                      <a:pt x="3991" y="1085"/>
                      <a:pt x="4039" y="751"/>
                    </a:cubicBezTo>
                    <a:cubicBezTo>
                      <a:pt x="4061" y="595"/>
                      <a:pt x="4004" y="361"/>
                      <a:pt x="3866" y="32"/>
                    </a:cubicBezTo>
                    <a:lnTo>
                      <a:pt x="385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
              <p:cNvSpPr/>
              <p:nvPr/>
            </p:nvSpPr>
            <p:spPr>
              <a:xfrm>
                <a:off x="6093633" y="4498331"/>
                <a:ext cx="255642" cy="612637"/>
              </a:xfrm>
              <a:custGeom>
                <a:rect b="b" l="l" r="r" t="t"/>
                <a:pathLst>
                  <a:path extrusionOk="0" h="9641" w="4023">
                    <a:moveTo>
                      <a:pt x="1745" y="117"/>
                    </a:moveTo>
                    <a:cubicBezTo>
                      <a:pt x="1847" y="300"/>
                      <a:pt x="2322" y="1178"/>
                      <a:pt x="2540" y="2030"/>
                    </a:cubicBezTo>
                    <a:cubicBezTo>
                      <a:pt x="2715" y="2720"/>
                      <a:pt x="2746" y="5067"/>
                      <a:pt x="2763" y="6328"/>
                    </a:cubicBezTo>
                    <a:cubicBezTo>
                      <a:pt x="2774" y="7098"/>
                      <a:pt x="2777" y="7208"/>
                      <a:pt x="2790" y="7235"/>
                    </a:cubicBezTo>
                    <a:cubicBezTo>
                      <a:pt x="2802" y="7259"/>
                      <a:pt x="2847" y="7361"/>
                      <a:pt x="2904" y="7491"/>
                    </a:cubicBezTo>
                    <a:cubicBezTo>
                      <a:pt x="3032" y="7781"/>
                      <a:pt x="3225" y="8219"/>
                      <a:pt x="3342" y="8453"/>
                    </a:cubicBezTo>
                    <a:cubicBezTo>
                      <a:pt x="3417" y="8602"/>
                      <a:pt x="3535" y="8780"/>
                      <a:pt x="3649" y="8951"/>
                    </a:cubicBezTo>
                    <a:cubicBezTo>
                      <a:pt x="3780" y="9147"/>
                      <a:pt x="3927" y="9368"/>
                      <a:pt x="3927" y="9441"/>
                    </a:cubicBezTo>
                    <a:cubicBezTo>
                      <a:pt x="3927" y="9505"/>
                      <a:pt x="3806" y="9546"/>
                      <a:pt x="3613" y="9546"/>
                    </a:cubicBezTo>
                    <a:lnTo>
                      <a:pt x="2574" y="9546"/>
                    </a:lnTo>
                    <a:cubicBezTo>
                      <a:pt x="2470" y="9510"/>
                      <a:pt x="2300" y="9431"/>
                      <a:pt x="2267" y="9362"/>
                    </a:cubicBezTo>
                    <a:cubicBezTo>
                      <a:pt x="2248" y="9326"/>
                      <a:pt x="2230" y="9231"/>
                      <a:pt x="2210" y="9131"/>
                    </a:cubicBezTo>
                    <a:cubicBezTo>
                      <a:pt x="2171" y="8938"/>
                      <a:pt x="2124" y="8697"/>
                      <a:pt x="2032" y="8591"/>
                    </a:cubicBezTo>
                    <a:cubicBezTo>
                      <a:pt x="1867" y="8403"/>
                      <a:pt x="1584" y="8037"/>
                      <a:pt x="1567" y="7857"/>
                    </a:cubicBezTo>
                    <a:cubicBezTo>
                      <a:pt x="1556" y="7738"/>
                      <a:pt x="1599" y="7453"/>
                      <a:pt x="1635" y="7224"/>
                    </a:cubicBezTo>
                    <a:cubicBezTo>
                      <a:pt x="1660" y="7060"/>
                      <a:pt x="1681" y="6917"/>
                      <a:pt x="1681" y="6853"/>
                    </a:cubicBezTo>
                    <a:cubicBezTo>
                      <a:pt x="1681" y="6690"/>
                      <a:pt x="1258" y="4985"/>
                      <a:pt x="1127" y="4555"/>
                    </a:cubicBezTo>
                    <a:cubicBezTo>
                      <a:pt x="1087" y="4422"/>
                      <a:pt x="997" y="4222"/>
                      <a:pt x="893" y="3992"/>
                    </a:cubicBezTo>
                    <a:cubicBezTo>
                      <a:pt x="646" y="3444"/>
                      <a:pt x="307" y="2694"/>
                      <a:pt x="254" y="2035"/>
                    </a:cubicBezTo>
                    <a:cubicBezTo>
                      <a:pt x="191" y="1253"/>
                      <a:pt x="128" y="826"/>
                      <a:pt x="108" y="700"/>
                    </a:cubicBezTo>
                    <a:lnTo>
                      <a:pt x="1745" y="117"/>
                    </a:lnTo>
                    <a:close/>
                    <a:moveTo>
                      <a:pt x="1788" y="1"/>
                    </a:moveTo>
                    <a:lnTo>
                      <a:pt x="0" y="637"/>
                    </a:lnTo>
                    <a:lnTo>
                      <a:pt x="8" y="677"/>
                    </a:lnTo>
                    <a:cubicBezTo>
                      <a:pt x="9" y="681"/>
                      <a:pt x="84" y="1105"/>
                      <a:pt x="159" y="2042"/>
                    </a:cubicBezTo>
                    <a:cubicBezTo>
                      <a:pt x="213" y="2717"/>
                      <a:pt x="556" y="3476"/>
                      <a:pt x="806" y="4030"/>
                    </a:cubicBezTo>
                    <a:cubicBezTo>
                      <a:pt x="909" y="4258"/>
                      <a:pt x="997" y="4454"/>
                      <a:pt x="1037" y="4582"/>
                    </a:cubicBezTo>
                    <a:cubicBezTo>
                      <a:pt x="1177" y="5044"/>
                      <a:pt x="1587" y="6711"/>
                      <a:pt x="1587" y="6852"/>
                    </a:cubicBezTo>
                    <a:cubicBezTo>
                      <a:pt x="1587" y="6910"/>
                      <a:pt x="1564" y="7056"/>
                      <a:pt x="1541" y="7210"/>
                    </a:cubicBezTo>
                    <a:cubicBezTo>
                      <a:pt x="1503" y="7455"/>
                      <a:pt x="1461" y="7735"/>
                      <a:pt x="1472" y="7866"/>
                    </a:cubicBezTo>
                    <a:cubicBezTo>
                      <a:pt x="1494" y="8111"/>
                      <a:pt x="1883" y="8565"/>
                      <a:pt x="1959" y="8654"/>
                    </a:cubicBezTo>
                    <a:cubicBezTo>
                      <a:pt x="2036" y="8741"/>
                      <a:pt x="2082" y="8977"/>
                      <a:pt x="2117" y="9149"/>
                    </a:cubicBezTo>
                    <a:cubicBezTo>
                      <a:pt x="2140" y="9266"/>
                      <a:pt x="2158" y="9357"/>
                      <a:pt x="2182" y="9405"/>
                    </a:cubicBezTo>
                    <a:cubicBezTo>
                      <a:pt x="2246" y="9533"/>
                      <a:pt x="2521" y="9628"/>
                      <a:pt x="2551" y="9638"/>
                    </a:cubicBezTo>
                    <a:lnTo>
                      <a:pt x="3613" y="9640"/>
                    </a:lnTo>
                    <a:cubicBezTo>
                      <a:pt x="3969" y="9640"/>
                      <a:pt x="4022" y="9515"/>
                      <a:pt x="4022" y="9441"/>
                    </a:cubicBezTo>
                    <a:cubicBezTo>
                      <a:pt x="4022" y="9344"/>
                      <a:pt x="3910" y="9171"/>
                      <a:pt x="3728" y="8898"/>
                    </a:cubicBezTo>
                    <a:cubicBezTo>
                      <a:pt x="3615" y="8729"/>
                      <a:pt x="3499" y="8554"/>
                      <a:pt x="3427" y="8410"/>
                    </a:cubicBezTo>
                    <a:cubicBezTo>
                      <a:pt x="3311" y="8178"/>
                      <a:pt x="3119" y="7742"/>
                      <a:pt x="2991" y="7452"/>
                    </a:cubicBezTo>
                    <a:cubicBezTo>
                      <a:pt x="2931" y="7316"/>
                      <a:pt x="2888" y="7218"/>
                      <a:pt x="2877" y="7199"/>
                    </a:cubicBezTo>
                    <a:cubicBezTo>
                      <a:pt x="2869" y="7159"/>
                      <a:pt x="2864" y="6773"/>
                      <a:pt x="2858" y="6327"/>
                    </a:cubicBezTo>
                    <a:cubicBezTo>
                      <a:pt x="2841" y="5062"/>
                      <a:pt x="2809" y="2707"/>
                      <a:pt x="2631" y="2007"/>
                    </a:cubicBezTo>
                    <a:cubicBezTo>
                      <a:pt x="2385" y="1042"/>
                      <a:pt x="1813" y="45"/>
                      <a:pt x="1808" y="35"/>
                    </a:cubicBezTo>
                    <a:lnTo>
                      <a:pt x="178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
              <p:cNvSpPr/>
              <p:nvPr/>
            </p:nvSpPr>
            <p:spPr>
              <a:xfrm>
                <a:off x="6189457" y="4941292"/>
                <a:ext cx="156766" cy="166615"/>
              </a:xfrm>
              <a:custGeom>
                <a:rect b="b" l="l" r="r" t="t"/>
                <a:pathLst>
                  <a:path extrusionOk="0" h="2622" w="2467">
                    <a:moveTo>
                      <a:pt x="678" y="0"/>
                    </a:moveTo>
                    <a:cubicBezTo>
                      <a:pt x="348" y="0"/>
                      <a:pt x="128" y="202"/>
                      <a:pt x="79" y="249"/>
                    </a:cubicBezTo>
                    <a:cubicBezTo>
                      <a:pt x="43" y="488"/>
                      <a:pt x="0" y="766"/>
                      <a:pt x="12" y="891"/>
                    </a:cubicBezTo>
                    <a:cubicBezTo>
                      <a:pt x="31" y="1099"/>
                      <a:pt x="355" y="1499"/>
                      <a:pt x="487" y="1651"/>
                    </a:cubicBezTo>
                    <a:cubicBezTo>
                      <a:pt x="620" y="1803"/>
                      <a:pt x="659" y="2299"/>
                      <a:pt x="716" y="2412"/>
                    </a:cubicBezTo>
                    <a:cubicBezTo>
                      <a:pt x="772" y="2526"/>
                      <a:pt x="1058" y="2622"/>
                      <a:pt x="1058" y="2622"/>
                    </a:cubicBezTo>
                    <a:lnTo>
                      <a:pt x="2105" y="2622"/>
                    </a:lnTo>
                    <a:cubicBezTo>
                      <a:pt x="2162" y="2622"/>
                      <a:pt x="2466" y="2622"/>
                      <a:pt x="2466" y="2470"/>
                    </a:cubicBezTo>
                    <a:cubicBezTo>
                      <a:pt x="2466" y="2318"/>
                      <a:pt x="2048" y="1803"/>
                      <a:pt x="1876" y="1461"/>
                    </a:cubicBezTo>
                    <a:cubicBezTo>
                      <a:pt x="1757" y="1221"/>
                      <a:pt x="1554" y="759"/>
                      <a:pt x="1429" y="477"/>
                    </a:cubicBezTo>
                    <a:cubicBezTo>
                      <a:pt x="1323" y="327"/>
                      <a:pt x="1133" y="99"/>
                      <a:pt x="918" y="35"/>
                    </a:cubicBezTo>
                    <a:cubicBezTo>
                      <a:pt x="833" y="11"/>
                      <a:pt x="753" y="0"/>
                      <a:pt x="67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
              <p:cNvSpPr/>
              <p:nvPr/>
            </p:nvSpPr>
            <p:spPr>
              <a:xfrm>
                <a:off x="6186407" y="4938242"/>
                <a:ext cx="162866" cy="172715"/>
              </a:xfrm>
              <a:custGeom>
                <a:rect b="b" l="l" r="r" t="t"/>
                <a:pathLst>
                  <a:path extrusionOk="0" h="2718" w="2563">
                    <a:moveTo>
                      <a:pt x="725" y="96"/>
                    </a:moveTo>
                    <a:cubicBezTo>
                      <a:pt x="795" y="96"/>
                      <a:pt x="872" y="106"/>
                      <a:pt x="953" y="130"/>
                    </a:cubicBezTo>
                    <a:cubicBezTo>
                      <a:pt x="1145" y="186"/>
                      <a:pt x="1321" y="388"/>
                      <a:pt x="1435" y="548"/>
                    </a:cubicBezTo>
                    <a:lnTo>
                      <a:pt x="1443" y="564"/>
                    </a:lnTo>
                    <a:cubicBezTo>
                      <a:pt x="1571" y="856"/>
                      <a:pt x="1765" y="1295"/>
                      <a:pt x="1882" y="1530"/>
                    </a:cubicBezTo>
                    <a:cubicBezTo>
                      <a:pt x="1957" y="1679"/>
                      <a:pt x="2075" y="1857"/>
                      <a:pt x="2189" y="2028"/>
                    </a:cubicBezTo>
                    <a:cubicBezTo>
                      <a:pt x="2320" y="2224"/>
                      <a:pt x="2467" y="2445"/>
                      <a:pt x="2467" y="2518"/>
                    </a:cubicBezTo>
                    <a:cubicBezTo>
                      <a:pt x="2467" y="2582"/>
                      <a:pt x="2346" y="2623"/>
                      <a:pt x="2153" y="2623"/>
                    </a:cubicBezTo>
                    <a:lnTo>
                      <a:pt x="1114" y="2623"/>
                    </a:lnTo>
                    <a:cubicBezTo>
                      <a:pt x="1010" y="2587"/>
                      <a:pt x="840" y="2508"/>
                      <a:pt x="807" y="2439"/>
                    </a:cubicBezTo>
                    <a:cubicBezTo>
                      <a:pt x="788" y="2403"/>
                      <a:pt x="769" y="2308"/>
                      <a:pt x="750" y="2208"/>
                    </a:cubicBezTo>
                    <a:cubicBezTo>
                      <a:pt x="711" y="2014"/>
                      <a:pt x="664" y="1774"/>
                      <a:pt x="571" y="1668"/>
                    </a:cubicBezTo>
                    <a:cubicBezTo>
                      <a:pt x="406" y="1480"/>
                      <a:pt x="124" y="1114"/>
                      <a:pt x="107" y="934"/>
                    </a:cubicBezTo>
                    <a:cubicBezTo>
                      <a:pt x="96" y="818"/>
                      <a:pt x="137" y="545"/>
                      <a:pt x="172" y="320"/>
                    </a:cubicBezTo>
                    <a:cubicBezTo>
                      <a:pt x="233" y="261"/>
                      <a:pt x="434" y="96"/>
                      <a:pt x="725" y="96"/>
                    </a:cubicBezTo>
                    <a:close/>
                    <a:moveTo>
                      <a:pt x="725" y="1"/>
                    </a:moveTo>
                    <a:cubicBezTo>
                      <a:pt x="378" y="1"/>
                      <a:pt x="145" y="213"/>
                      <a:pt x="93" y="264"/>
                    </a:cubicBezTo>
                    <a:lnTo>
                      <a:pt x="83" y="275"/>
                    </a:lnTo>
                    <a:lnTo>
                      <a:pt x="80" y="290"/>
                    </a:lnTo>
                    <a:cubicBezTo>
                      <a:pt x="43" y="535"/>
                      <a:pt x="1" y="812"/>
                      <a:pt x="12" y="943"/>
                    </a:cubicBezTo>
                    <a:cubicBezTo>
                      <a:pt x="34" y="1188"/>
                      <a:pt x="423" y="1642"/>
                      <a:pt x="499" y="1731"/>
                    </a:cubicBezTo>
                    <a:cubicBezTo>
                      <a:pt x="576" y="1818"/>
                      <a:pt x="622" y="2054"/>
                      <a:pt x="657" y="2226"/>
                    </a:cubicBezTo>
                    <a:cubicBezTo>
                      <a:pt x="680" y="2343"/>
                      <a:pt x="698" y="2434"/>
                      <a:pt x="722" y="2482"/>
                    </a:cubicBezTo>
                    <a:cubicBezTo>
                      <a:pt x="786" y="2610"/>
                      <a:pt x="1061" y="2705"/>
                      <a:pt x="1091" y="2715"/>
                    </a:cubicBezTo>
                    <a:lnTo>
                      <a:pt x="2153" y="2717"/>
                    </a:lnTo>
                    <a:cubicBezTo>
                      <a:pt x="2509" y="2717"/>
                      <a:pt x="2562" y="2592"/>
                      <a:pt x="2562" y="2518"/>
                    </a:cubicBezTo>
                    <a:cubicBezTo>
                      <a:pt x="2562" y="2421"/>
                      <a:pt x="2451" y="2249"/>
                      <a:pt x="2268" y="1975"/>
                    </a:cubicBezTo>
                    <a:cubicBezTo>
                      <a:pt x="2156" y="1806"/>
                      <a:pt x="2040" y="1632"/>
                      <a:pt x="1967" y="1487"/>
                    </a:cubicBezTo>
                    <a:cubicBezTo>
                      <a:pt x="1851" y="1255"/>
                      <a:pt x="1658" y="816"/>
                      <a:pt x="1530" y="526"/>
                    </a:cubicBezTo>
                    <a:lnTo>
                      <a:pt x="1516" y="498"/>
                    </a:lnTo>
                    <a:cubicBezTo>
                      <a:pt x="1392" y="324"/>
                      <a:pt x="1199" y="102"/>
                      <a:pt x="979" y="38"/>
                    </a:cubicBezTo>
                    <a:cubicBezTo>
                      <a:pt x="889" y="12"/>
                      <a:pt x="804" y="1"/>
                      <a:pt x="7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
              <p:cNvSpPr/>
              <p:nvPr/>
            </p:nvSpPr>
            <p:spPr>
              <a:xfrm>
                <a:off x="6192126" y="4985327"/>
                <a:ext cx="154160" cy="122578"/>
              </a:xfrm>
              <a:custGeom>
                <a:rect b="b" l="l" r="r" t="t"/>
                <a:pathLst>
                  <a:path extrusionOk="0" h="1929" w="2426">
                    <a:moveTo>
                      <a:pt x="685" y="0"/>
                    </a:moveTo>
                    <a:cubicBezTo>
                      <a:pt x="368" y="0"/>
                      <a:pt x="51" y="255"/>
                      <a:pt x="51" y="255"/>
                    </a:cubicBezTo>
                    <a:lnTo>
                      <a:pt x="0" y="309"/>
                    </a:lnTo>
                    <a:cubicBezTo>
                      <a:pt x="87" y="527"/>
                      <a:pt x="334" y="830"/>
                      <a:pt x="446" y="958"/>
                    </a:cubicBezTo>
                    <a:cubicBezTo>
                      <a:pt x="579" y="1110"/>
                      <a:pt x="617" y="1606"/>
                      <a:pt x="674" y="1719"/>
                    </a:cubicBezTo>
                    <a:cubicBezTo>
                      <a:pt x="731" y="1833"/>
                      <a:pt x="1017" y="1929"/>
                      <a:pt x="1017" y="1929"/>
                    </a:cubicBezTo>
                    <a:lnTo>
                      <a:pt x="2063" y="1929"/>
                    </a:lnTo>
                    <a:cubicBezTo>
                      <a:pt x="2120" y="1929"/>
                      <a:pt x="2424" y="1929"/>
                      <a:pt x="2425" y="1777"/>
                    </a:cubicBezTo>
                    <a:cubicBezTo>
                      <a:pt x="2287" y="1537"/>
                      <a:pt x="1888" y="1342"/>
                      <a:pt x="1651" y="1079"/>
                    </a:cubicBezTo>
                    <a:cubicBezTo>
                      <a:pt x="1414" y="817"/>
                      <a:pt x="1314" y="292"/>
                      <a:pt x="938" y="67"/>
                    </a:cubicBezTo>
                    <a:cubicBezTo>
                      <a:pt x="858" y="19"/>
                      <a:pt x="772" y="0"/>
                      <a:pt x="6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
              <p:cNvSpPr/>
              <p:nvPr/>
            </p:nvSpPr>
            <p:spPr>
              <a:xfrm>
                <a:off x="6188568" y="4982277"/>
                <a:ext cx="160705" cy="128679"/>
              </a:xfrm>
              <a:custGeom>
                <a:rect b="b" l="l" r="r" t="t"/>
                <a:pathLst>
                  <a:path extrusionOk="0" h="2025" w="2529">
                    <a:moveTo>
                      <a:pt x="741" y="96"/>
                    </a:moveTo>
                    <a:cubicBezTo>
                      <a:pt x="820" y="96"/>
                      <a:pt x="898" y="113"/>
                      <a:pt x="970" y="156"/>
                    </a:cubicBezTo>
                    <a:cubicBezTo>
                      <a:pt x="1187" y="286"/>
                      <a:pt x="1309" y="527"/>
                      <a:pt x="1427" y="758"/>
                    </a:cubicBezTo>
                    <a:cubicBezTo>
                      <a:pt x="1503" y="910"/>
                      <a:pt x="1576" y="1052"/>
                      <a:pt x="1671" y="1160"/>
                    </a:cubicBezTo>
                    <a:cubicBezTo>
                      <a:pt x="1779" y="1278"/>
                      <a:pt x="1915" y="1381"/>
                      <a:pt x="2048" y="1482"/>
                    </a:cubicBezTo>
                    <a:cubicBezTo>
                      <a:pt x="2206" y="1601"/>
                      <a:pt x="2356" y="1714"/>
                      <a:pt x="2432" y="1835"/>
                    </a:cubicBezTo>
                    <a:cubicBezTo>
                      <a:pt x="2418" y="1894"/>
                      <a:pt x="2302" y="1930"/>
                      <a:pt x="2119" y="1930"/>
                    </a:cubicBezTo>
                    <a:lnTo>
                      <a:pt x="1080" y="1930"/>
                    </a:lnTo>
                    <a:cubicBezTo>
                      <a:pt x="976" y="1894"/>
                      <a:pt x="806" y="1815"/>
                      <a:pt x="773" y="1746"/>
                    </a:cubicBezTo>
                    <a:cubicBezTo>
                      <a:pt x="754" y="1710"/>
                      <a:pt x="736" y="1615"/>
                      <a:pt x="716" y="1515"/>
                    </a:cubicBezTo>
                    <a:cubicBezTo>
                      <a:pt x="677" y="1321"/>
                      <a:pt x="630" y="1081"/>
                      <a:pt x="537" y="975"/>
                    </a:cubicBezTo>
                    <a:cubicBezTo>
                      <a:pt x="389" y="806"/>
                      <a:pt x="194" y="550"/>
                      <a:pt x="112" y="367"/>
                    </a:cubicBezTo>
                    <a:lnTo>
                      <a:pt x="137" y="340"/>
                    </a:lnTo>
                    <a:cubicBezTo>
                      <a:pt x="141" y="337"/>
                      <a:pt x="445" y="96"/>
                      <a:pt x="741" y="96"/>
                    </a:cubicBezTo>
                    <a:close/>
                    <a:moveTo>
                      <a:pt x="741" y="0"/>
                    </a:moveTo>
                    <a:cubicBezTo>
                      <a:pt x="413" y="0"/>
                      <a:pt x="93" y="254"/>
                      <a:pt x="73" y="271"/>
                    </a:cubicBezTo>
                    <a:lnTo>
                      <a:pt x="0" y="346"/>
                    </a:lnTo>
                    <a:lnTo>
                      <a:pt x="12" y="375"/>
                    </a:lnTo>
                    <a:cubicBezTo>
                      <a:pt x="112" y="626"/>
                      <a:pt x="408" y="971"/>
                      <a:pt x="465" y="1038"/>
                    </a:cubicBezTo>
                    <a:cubicBezTo>
                      <a:pt x="542" y="1125"/>
                      <a:pt x="588" y="1361"/>
                      <a:pt x="623" y="1533"/>
                    </a:cubicBezTo>
                    <a:cubicBezTo>
                      <a:pt x="646" y="1650"/>
                      <a:pt x="664" y="1741"/>
                      <a:pt x="688" y="1789"/>
                    </a:cubicBezTo>
                    <a:cubicBezTo>
                      <a:pt x="752" y="1917"/>
                      <a:pt x="1027" y="2012"/>
                      <a:pt x="1057" y="2022"/>
                    </a:cubicBezTo>
                    <a:lnTo>
                      <a:pt x="2119" y="2024"/>
                    </a:lnTo>
                    <a:cubicBezTo>
                      <a:pt x="2475" y="2024"/>
                      <a:pt x="2528" y="1899"/>
                      <a:pt x="2528" y="1825"/>
                    </a:cubicBezTo>
                    <a:lnTo>
                      <a:pt x="2528" y="1812"/>
                    </a:lnTo>
                    <a:lnTo>
                      <a:pt x="2522" y="1801"/>
                    </a:lnTo>
                    <a:cubicBezTo>
                      <a:pt x="2439" y="1658"/>
                      <a:pt x="2278" y="1535"/>
                      <a:pt x="2105" y="1406"/>
                    </a:cubicBezTo>
                    <a:cubicBezTo>
                      <a:pt x="1976" y="1309"/>
                      <a:pt x="1843" y="1208"/>
                      <a:pt x="1742" y="1096"/>
                    </a:cubicBezTo>
                    <a:cubicBezTo>
                      <a:pt x="1654" y="999"/>
                      <a:pt x="1585" y="862"/>
                      <a:pt x="1510" y="716"/>
                    </a:cubicBezTo>
                    <a:cubicBezTo>
                      <a:pt x="1393" y="483"/>
                      <a:pt x="1260" y="219"/>
                      <a:pt x="1019" y="75"/>
                    </a:cubicBezTo>
                    <a:cubicBezTo>
                      <a:pt x="930" y="21"/>
                      <a:pt x="835" y="0"/>
                      <a:pt x="7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
              <p:cNvSpPr/>
              <p:nvPr/>
            </p:nvSpPr>
            <p:spPr>
              <a:xfrm>
                <a:off x="6140529" y="3526373"/>
                <a:ext cx="158672" cy="558751"/>
              </a:xfrm>
              <a:custGeom>
                <a:rect b="b" l="l" r="r" t="t"/>
                <a:pathLst>
                  <a:path extrusionOk="0" h="8793" w="2497">
                    <a:moveTo>
                      <a:pt x="1328" y="0"/>
                    </a:moveTo>
                    <a:cubicBezTo>
                      <a:pt x="1115" y="0"/>
                      <a:pt x="480" y="582"/>
                      <a:pt x="255" y="911"/>
                    </a:cubicBezTo>
                    <a:cubicBezTo>
                      <a:pt x="1" y="1282"/>
                      <a:pt x="5" y="3223"/>
                      <a:pt x="5" y="3223"/>
                    </a:cubicBezTo>
                    <a:lnTo>
                      <a:pt x="593" y="5127"/>
                    </a:lnTo>
                    <a:cubicBezTo>
                      <a:pt x="593" y="5127"/>
                      <a:pt x="397" y="8098"/>
                      <a:pt x="450" y="8133"/>
                    </a:cubicBezTo>
                    <a:cubicBezTo>
                      <a:pt x="504" y="8169"/>
                      <a:pt x="877" y="8792"/>
                      <a:pt x="877" y="8792"/>
                    </a:cubicBezTo>
                    <a:cubicBezTo>
                      <a:pt x="877" y="8792"/>
                      <a:pt x="2354" y="5785"/>
                      <a:pt x="2425" y="5429"/>
                    </a:cubicBezTo>
                    <a:cubicBezTo>
                      <a:pt x="2496" y="5073"/>
                      <a:pt x="2016" y="3490"/>
                      <a:pt x="1998" y="3383"/>
                    </a:cubicBezTo>
                    <a:cubicBezTo>
                      <a:pt x="1980" y="3277"/>
                      <a:pt x="1387" y="31"/>
                      <a:pt x="1387" y="31"/>
                    </a:cubicBezTo>
                    <a:cubicBezTo>
                      <a:pt x="1376" y="10"/>
                      <a:pt x="1355" y="0"/>
                      <a:pt x="13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
              <p:cNvSpPr/>
              <p:nvPr/>
            </p:nvSpPr>
            <p:spPr>
              <a:xfrm>
                <a:off x="6137733" y="3523387"/>
                <a:ext cx="163565" cy="567965"/>
              </a:xfrm>
              <a:custGeom>
                <a:rect b="b" l="l" r="r" t="t"/>
                <a:pathLst>
                  <a:path extrusionOk="0" h="8938" w="2574">
                    <a:moveTo>
                      <a:pt x="1374" y="95"/>
                    </a:moveTo>
                    <a:cubicBezTo>
                      <a:pt x="1381" y="95"/>
                      <a:pt x="1385" y="96"/>
                      <a:pt x="1387" y="97"/>
                    </a:cubicBezTo>
                    <a:cubicBezTo>
                      <a:pt x="1424" y="303"/>
                      <a:pt x="1978" y="3335"/>
                      <a:pt x="1996" y="3437"/>
                    </a:cubicBezTo>
                    <a:cubicBezTo>
                      <a:pt x="1999" y="3461"/>
                      <a:pt x="2019" y="3532"/>
                      <a:pt x="2059" y="3676"/>
                    </a:cubicBezTo>
                    <a:cubicBezTo>
                      <a:pt x="2183" y="4131"/>
                      <a:pt x="2476" y="5196"/>
                      <a:pt x="2423" y="5467"/>
                    </a:cubicBezTo>
                    <a:cubicBezTo>
                      <a:pt x="2360" y="5780"/>
                      <a:pt x="1149" y="8264"/>
                      <a:pt x="917" y="8739"/>
                    </a:cubicBezTo>
                    <a:cubicBezTo>
                      <a:pt x="798" y="8544"/>
                      <a:pt x="604" y="8230"/>
                      <a:pt x="536" y="8155"/>
                    </a:cubicBezTo>
                    <a:cubicBezTo>
                      <a:pt x="511" y="7991"/>
                      <a:pt x="611" y="6296"/>
                      <a:pt x="684" y="5176"/>
                    </a:cubicBezTo>
                    <a:lnTo>
                      <a:pt x="684" y="5168"/>
                    </a:lnTo>
                    <a:lnTo>
                      <a:pt x="96" y="3263"/>
                    </a:lnTo>
                    <a:cubicBezTo>
                      <a:pt x="97" y="3134"/>
                      <a:pt x="104" y="1328"/>
                      <a:pt x="339" y="984"/>
                    </a:cubicBezTo>
                    <a:cubicBezTo>
                      <a:pt x="566" y="649"/>
                      <a:pt x="1186" y="95"/>
                      <a:pt x="1370" y="95"/>
                    </a:cubicBezTo>
                    <a:close/>
                    <a:moveTo>
                      <a:pt x="1372" y="0"/>
                    </a:moveTo>
                    <a:cubicBezTo>
                      <a:pt x="1117" y="0"/>
                      <a:pt x="466" y="628"/>
                      <a:pt x="260" y="930"/>
                    </a:cubicBezTo>
                    <a:cubicBezTo>
                      <a:pt x="1" y="1310"/>
                      <a:pt x="2" y="3191"/>
                      <a:pt x="2" y="3270"/>
                    </a:cubicBezTo>
                    <a:lnTo>
                      <a:pt x="588" y="5179"/>
                    </a:lnTo>
                    <a:cubicBezTo>
                      <a:pt x="391" y="8170"/>
                      <a:pt x="439" y="8201"/>
                      <a:pt x="466" y="8219"/>
                    </a:cubicBezTo>
                    <a:cubicBezTo>
                      <a:pt x="502" y="8249"/>
                      <a:pt x="705" y="8571"/>
                      <a:pt x="880" y="8863"/>
                    </a:cubicBezTo>
                    <a:lnTo>
                      <a:pt x="925" y="8938"/>
                    </a:lnTo>
                    <a:lnTo>
                      <a:pt x="963" y="8859"/>
                    </a:lnTo>
                    <a:cubicBezTo>
                      <a:pt x="1024" y="8736"/>
                      <a:pt x="2444" y="5843"/>
                      <a:pt x="2515" y="5485"/>
                    </a:cubicBezTo>
                    <a:cubicBezTo>
                      <a:pt x="2574" y="5193"/>
                      <a:pt x="2287" y="4151"/>
                      <a:pt x="2150" y="3651"/>
                    </a:cubicBezTo>
                    <a:cubicBezTo>
                      <a:pt x="2117" y="3534"/>
                      <a:pt x="2092" y="3441"/>
                      <a:pt x="2089" y="3423"/>
                    </a:cubicBezTo>
                    <a:cubicBezTo>
                      <a:pt x="2071" y="3317"/>
                      <a:pt x="1502" y="202"/>
                      <a:pt x="1478" y="70"/>
                    </a:cubicBezTo>
                    <a:lnTo>
                      <a:pt x="1473" y="56"/>
                    </a:lnTo>
                    <a:cubicBezTo>
                      <a:pt x="1454" y="22"/>
                      <a:pt x="1422" y="3"/>
                      <a:pt x="1380" y="1"/>
                    </a:cubicBezTo>
                    <a:cubicBezTo>
                      <a:pt x="1377" y="0"/>
                      <a:pt x="1374" y="0"/>
                      <a:pt x="13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1"/>
              <p:cNvSpPr/>
              <p:nvPr/>
            </p:nvSpPr>
            <p:spPr>
              <a:xfrm>
                <a:off x="6152030" y="3711157"/>
                <a:ext cx="86294" cy="48675"/>
              </a:xfrm>
              <a:custGeom>
                <a:rect b="b" l="l" r="r" t="t"/>
                <a:pathLst>
                  <a:path extrusionOk="0" h="766" w="1358">
                    <a:moveTo>
                      <a:pt x="1290" y="1"/>
                    </a:moveTo>
                    <a:cubicBezTo>
                      <a:pt x="836" y="456"/>
                      <a:pt x="9" y="671"/>
                      <a:pt x="0" y="673"/>
                    </a:cubicBezTo>
                    <a:lnTo>
                      <a:pt x="25" y="766"/>
                    </a:lnTo>
                    <a:cubicBezTo>
                      <a:pt x="59" y="756"/>
                      <a:pt x="884" y="542"/>
                      <a:pt x="1357" y="68"/>
                    </a:cubicBez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
              <p:cNvSpPr/>
              <p:nvPr/>
            </p:nvSpPr>
            <p:spPr>
              <a:xfrm>
                <a:off x="6176049" y="3796559"/>
                <a:ext cx="85023" cy="31772"/>
              </a:xfrm>
              <a:custGeom>
                <a:rect b="b" l="l" r="r" t="t"/>
                <a:pathLst>
                  <a:path extrusionOk="0" h="500" w="1338">
                    <a:moveTo>
                      <a:pt x="52" y="1"/>
                    </a:moveTo>
                    <a:lnTo>
                      <a:pt x="0" y="80"/>
                    </a:lnTo>
                    <a:cubicBezTo>
                      <a:pt x="27" y="98"/>
                      <a:pt x="665" y="499"/>
                      <a:pt x="1337" y="499"/>
                    </a:cubicBezTo>
                    <a:lnTo>
                      <a:pt x="1337" y="404"/>
                    </a:lnTo>
                    <a:cubicBezTo>
                      <a:pt x="694" y="404"/>
                      <a:pt x="58" y="5"/>
                      <a:pt x="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
              <p:cNvSpPr/>
              <p:nvPr/>
            </p:nvSpPr>
            <p:spPr>
              <a:xfrm>
                <a:off x="6167852" y="3984266"/>
                <a:ext cx="72251" cy="100846"/>
              </a:xfrm>
              <a:custGeom>
                <a:rect b="b" l="l" r="r" t="t"/>
                <a:pathLst>
                  <a:path extrusionOk="0" h="1587" w="1137">
                    <a:moveTo>
                      <a:pt x="40" y="1"/>
                    </a:moveTo>
                    <a:cubicBezTo>
                      <a:pt x="15" y="510"/>
                      <a:pt x="0" y="915"/>
                      <a:pt x="20" y="927"/>
                    </a:cubicBezTo>
                    <a:cubicBezTo>
                      <a:pt x="74" y="963"/>
                      <a:pt x="447" y="1586"/>
                      <a:pt x="447" y="1586"/>
                    </a:cubicBezTo>
                    <a:cubicBezTo>
                      <a:pt x="447" y="1586"/>
                      <a:pt x="780" y="908"/>
                      <a:pt x="1137" y="159"/>
                    </a:cubicBezTo>
                    <a:lnTo>
                      <a:pt x="1137" y="159"/>
                    </a:lnTo>
                    <a:cubicBezTo>
                      <a:pt x="1021" y="202"/>
                      <a:pt x="886" y="233"/>
                      <a:pt x="736" y="233"/>
                    </a:cubicBezTo>
                    <a:cubicBezTo>
                      <a:pt x="527" y="233"/>
                      <a:pt x="290" y="173"/>
                      <a:pt x="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
              <p:cNvSpPr/>
              <p:nvPr/>
            </p:nvSpPr>
            <p:spPr>
              <a:xfrm>
                <a:off x="6164357" y="3978738"/>
                <a:ext cx="81655" cy="112602"/>
              </a:xfrm>
              <a:custGeom>
                <a:rect b="b" l="l" r="r" t="t"/>
                <a:pathLst>
                  <a:path extrusionOk="0" h="1772" w="1285">
                    <a:moveTo>
                      <a:pt x="138" y="173"/>
                    </a:moveTo>
                    <a:cubicBezTo>
                      <a:pt x="374" y="317"/>
                      <a:pt x="597" y="366"/>
                      <a:pt x="792" y="366"/>
                    </a:cubicBezTo>
                    <a:cubicBezTo>
                      <a:pt x="906" y="366"/>
                      <a:pt x="1010" y="350"/>
                      <a:pt x="1102" y="325"/>
                    </a:cubicBezTo>
                    <a:lnTo>
                      <a:pt x="1102" y="325"/>
                    </a:lnTo>
                    <a:cubicBezTo>
                      <a:pt x="837" y="880"/>
                      <a:pt x="590" y="1386"/>
                      <a:pt x="498" y="1573"/>
                    </a:cubicBezTo>
                    <a:cubicBezTo>
                      <a:pt x="379" y="1378"/>
                      <a:pt x="186" y="1065"/>
                      <a:pt x="117" y="989"/>
                    </a:cubicBezTo>
                    <a:cubicBezTo>
                      <a:pt x="112" y="953"/>
                      <a:pt x="108" y="801"/>
                      <a:pt x="138" y="173"/>
                    </a:cubicBezTo>
                    <a:close/>
                    <a:moveTo>
                      <a:pt x="52" y="1"/>
                    </a:moveTo>
                    <a:lnTo>
                      <a:pt x="48" y="86"/>
                    </a:lnTo>
                    <a:cubicBezTo>
                      <a:pt x="1" y="1023"/>
                      <a:pt x="18" y="1033"/>
                      <a:pt x="47" y="1053"/>
                    </a:cubicBezTo>
                    <a:cubicBezTo>
                      <a:pt x="83" y="1083"/>
                      <a:pt x="286" y="1405"/>
                      <a:pt x="461" y="1697"/>
                    </a:cubicBezTo>
                    <a:lnTo>
                      <a:pt x="506" y="1772"/>
                    </a:lnTo>
                    <a:lnTo>
                      <a:pt x="545" y="1694"/>
                    </a:lnTo>
                    <a:cubicBezTo>
                      <a:pt x="548" y="1687"/>
                      <a:pt x="882" y="1008"/>
                      <a:pt x="1235" y="266"/>
                    </a:cubicBezTo>
                    <a:lnTo>
                      <a:pt x="1285" y="161"/>
                    </a:lnTo>
                    <a:lnTo>
                      <a:pt x="1176" y="201"/>
                    </a:lnTo>
                    <a:cubicBezTo>
                      <a:pt x="1046" y="249"/>
                      <a:pt x="917" y="273"/>
                      <a:pt x="789" y="273"/>
                    </a:cubicBezTo>
                    <a:cubicBezTo>
                      <a:pt x="562" y="273"/>
                      <a:pt x="339" y="198"/>
                      <a:pt x="121" y="49"/>
                    </a:cubicBezTo>
                    <a:lnTo>
                      <a:pt x="5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1"/>
              <p:cNvSpPr/>
              <p:nvPr/>
            </p:nvSpPr>
            <p:spPr>
              <a:xfrm>
                <a:off x="5717328" y="3881517"/>
                <a:ext cx="511601" cy="682727"/>
              </a:xfrm>
              <a:custGeom>
                <a:rect b="b" l="l" r="r" t="t"/>
                <a:pathLst>
                  <a:path extrusionOk="0" h="10744" w="8051">
                    <a:moveTo>
                      <a:pt x="6526" y="1"/>
                    </a:moveTo>
                    <a:lnTo>
                      <a:pt x="1464" y="248"/>
                    </a:lnTo>
                    <a:lnTo>
                      <a:pt x="1304" y="2254"/>
                    </a:lnTo>
                    <a:cubicBezTo>
                      <a:pt x="1304" y="2254"/>
                      <a:pt x="962" y="3566"/>
                      <a:pt x="486" y="4861"/>
                    </a:cubicBezTo>
                    <a:cubicBezTo>
                      <a:pt x="10" y="6155"/>
                      <a:pt x="1" y="10032"/>
                      <a:pt x="1" y="10032"/>
                    </a:cubicBezTo>
                    <a:cubicBezTo>
                      <a:pt x="1" y="10032"/>
                      <a:pt x="1828" y="10642"/>
                      <a:pt x="3959" y="10736"/>
                    </a:cubicBezTo>
                    <a:cubicBezTo>
                      <a:pt x="4069" y="10741"/>
                      <a:pt x="4179" y="10744"/>
                      <a:pt x="4287" y="10744"/>
                    </a:cubicBezTo>
                    <a:cubicBezTo>
                      <a:pt x="6279" y="10744"/>
                      <a:pt x="7956" y="9957"/>
                      <a:pt x="7956" y="9957"/>
                    </a:cubicBezTo>
                    <a:lnTo>
                      <a:pt x="8050" y="8282"/>
                    </a:lnTo>
                    <a:cubicBezTo>
                      <a:pt x="8050" y="8282"/>
                      <a:pt x="8003" y="3814"/>
                      <a:pt x="7680" y="2977"/>
                    </a:cubicBezTo>
                    <a:cubicBezTo>
                      <a:pt x="7356" y="2139"/>
                      <a:pt x="6526" y="1"/>
                      <a:pt x="65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
              <p:cNvSpPr/>
              <p:nvPr/>
            </p:nvSpPr>
            <p:spPr>
              <a:xfrm>
                <a:off x="5714341" y="3878403"/>
                <a:ext cx="517638" cy="688828"/>
              </a:xfrm>
              <a:custGeom>
                <a:rect b="b" l="l" r="r" t="t"/>
                <a:pathLst>
                  <a:path extrusionOk="0" h="10840" w="8146">
                    <a:moveTo>
                      <a:pt x="6541" y="99"/>
                    </a:moveTo>
                    <a:cubicBezTo>
                      <a:pt x="6645" y="368"/>
                      <a:pt x="7382" y="2266"/>
                      <a:pt x="7682" y="3042"/>
                    </a:cubicBezTo>
                    <a:cubicBezTo>
                      <a:pt x="7999" y="3863"/>
                      <a:pt x="8050" y="8287"/>
                      <a:pt x="8050" y="8328"/>
                    </a:cubicBezTo>
                    <a:lnTo>
                      <a:pt x="7957" y="9974"/>
                    </a:lnTo>
                    <a:cubicBezTo>
                      <a:pt x="7739" y="10071"/>
                      <a:pt x="6159" y="10745"/>
                      <a:pt x="4332" y="10745"/>
                    </a:cubicBezTo>
                    <a:cubicBezTo>
                      <a:pt x="4224" y="10745"/>
                      <a:pt x="4117" y="10743"/>
                      <a:pt x="4008" y="10738"/>
                    </a:cubicBezTo>
                    <a:cubicBezTo>
                      <a:pt x="2063" y="10651"/>
                      <a:pt x="351" y="10128"/>
                      <a:pt x="96" y="10047"/>
                    </a:cubicBezTo>
                    <a:cubicBezTo>
                      <a:pt x="98" y="9658"/>
                      <a:pt x="134" y="6133"/>
                      <a:pt x="578" y="4926"/>
                    </a:cubicBezTo>
                    <a:cubicBezTo>
                      <a:pt x="1049" y="3645"/>
                      <a:pt x="1394" y="2328"/>
                      <a:pt x="1398" y="2307"/>
                    </a:cubicBezTo>
                    <a:lnTo>
                      <a:pt x="1555" y="342"/>
                    </a:lnTo>
                    <a:lnTo>
                      <a:pt x="6541" y="99"/>
                    </a:lnTo>
                    <a:close/>
                    <a:moveTo>
                      <a:pt x="6605" y="0"/>
                    </a:moveTo>
                    <a:lnTo>
                      <a:pt x="1468" y="251"/>
                    </a:lnTo>
                    <a:lnTo>
                      <a:pt x="1306" y="2291"/>
                    </a:lnTo>
                    <a:cubicBezTo>
                      <a:pt x="1302" y="2304"/>
                      <a:pt x="958" y="3616"/>
                      <a:pt x="489" y="4893"/>
                    </a:cubicBezTo>
                    <a:cubicBezTo>
                      <a:pt x="15" y="6180"/>
                      <a:pt x="1" y="9923"/>
                      <a:pt x="1" y="10081"/>
                    </a:cubicBezTo>
                    <a:lnTo>
                      <a:pt x="1" y="10116"/>
                    </a:lnTo>
                    <a:lnTo>
                      <a:pt x="33" y="10126"/>
                    </a:lnTo>
                    <a:cubicBezTo>
                      <a:pt x="51" y="10133"/>
                      <a:pt x="1890" y="10738"/>
                      <a:pt x="4004" y="10833"/>
                    </a:cubicBezTo>
                    <a:cubicBezTo>
                      <a:pt x="4114" y="10838"/>
                      <a:pt x="4222" y="10840"/>
                      <a:pt x="4329" y="10840"/>
                    </a:cubicBezTo>
                    <a:cubicBezTo>
                      <a:pt x="6311" y="10840"/>
                      <a:pt x="8005" y="10057"/>
                      <a:pt x="8023" y="10049"/>
                    </a:cubicBezTo>
                    <a:lnTo>
                      <a:pt x="8048" y="10036"/>
                    </a:lnTo>
                    <a:lnTo>
                      <a:pt x="8146" y="8330"/>
                    </a:lnTo>
                    <a:cubicBezTo>
                      <a:pt x="8143" y="8147"/>
                      <a:pt x="8093" y="3844"/>
                      <a:pt x="7771" y="3009"/>
                    </a:cubicBezTo>
                    <a:cubicBezTo>
                      <a:pt x="7448" y="2171"/>
                      <a:pt x="6618" y="33"/>
                      <a:pt x="6618" y="33"/>
                    </a:cubicBezTo>
                    <a:lnTo>
                      <a:pt x="660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
              <p:cNvSpPr/>
              <p:nvPr/>
            </p:nvSpPr>
            <p:spPr>
              <a:xfrm>
                <a:off x="5442692" y="3112706"/>
                <a:ext cx="787068" cy="823543"/>
              </a:xfrm>
              <a:custGeom>
                <a:rect b="b" l="l" r="r" t="t"/>
                <a:pathLst>
                  <a:path extrusionOk="0" h="12960" w="12386">
                    <a:moveTo>
                      <a:pt x="964" y="1"/>
                    </a:moveTo>
                    <a:cubicBezTo>
                      <a:pt x="964" y="1"/>
                      <a:pt x="694" y="34"/>
                      <a:pt x="576" y="69"/>
                    </a:cubicBezTo>
                    <a:cubicBezTo>
                      <a:pt x="457" y="103"/>
                      <a:pt x="1" y="593"/>
                      <a:pt x="1" y="593"/>
                    </a:cubicBezTo>
                    <a:cubicBezTo>
                      <a:pt x="1" y="593"/>
                      <a:pt x="1802" y="3873"/>
                      <a:pt x="1871" y="4059"/>
                    </a:cubicBezTo>
                    <a:cubicBezTo>
                      <a:pt x="1938" y="4244"/>
                      <a:pt x="2039" y="4414"/>
                      <a:pt x="2141" y="4498"/>
                    </a:cubicBezTo>
                    <a:cubicBezTo>
                      <a:pt x="2242" y="4583"/>
                      <a:pt x="2597" y="4853"/>
                      <a:pt x="2867" y="5040"/>
                    </a:cubicBezTo>
                    <a:cubicBezTo>
                      <a:pt x="3138" y="5225"/>
                      <a:pt x="5118" y="7842"/>
                      <a:pt x="5118" y="7842"/>
                    </a:cubicBezTo>
                    <a:lnTo>
                      <a:pt x="5597" y="11673"/>
                    </a:lnTo>
                    <a:cubicBezTo>
                      <a:pt x="5597" y="11673"/>
                      <a:pt x="5496" y="12035"/>
                      <a:pt x="5532" y="12194"/>
                    </a:cubicBezTo>
                    <a:cubicBezTo>
                      <a:pt x="5567" y="12355"/>
                      <a:pt x="5763" y="12710"/>
                      <a:pt x="5763" y="12710"/>
                    </a:cubicBezTo>
                    <a:cubicBezTo>
                      <a:pt x="5763" y="12710"/>
                      <a:pt x="7044" y="12941"/>
                      <a:pt x="8182" y="12959"/>
                    </a:cubicBezTo>
                    <a:cubicBezTo>
                      <a:pt x="8208" y="12959"/>
                      <a:pt x="8233" y="12960"/>
                      <a:pt x="8258" y="12960"/>
                    </a:cubicBezTo>
                    <a:cubicBezTo>
                      <a:pt x="9369" y="12960"/>
                      <a:pt x="10410" y="12584"/>
                      <a:pt x="10549" y="12515"/>
                    </a:cubicBezTo>
                    <a:cubicBezTo>
                      <a:pt x="10691" y="12444"/>
                      <a:pt x="10922" y="12426"/>
                      <a:pt x="10976" y="12176"/>
                    </a:cubicBezTo>
                    <a:cubicBezTo>
                      <a:pt x="10999" y="12068"/>
                      <a:pt x="10987" y="12043"/>
                      <a:pt x="10965" y="12043"/>
                    </a:cubicBezTo>
                    <a:cubicBezTo>
                      <a:pt x="10946" y="12043"/>
                      <a:pt x="10918" y="12063"/>
                      <a:pt x="10899" y="12063"/>
                    </a:cubicBezTo>
                    <a:cubicBezTo>
                      <a:pt x="10890" y="12063"/>
                      <a:pt x="10883" y="12059"/>
                      <a:pt x="10880" y="12046"/>
                    </a:cubicBezTo>
                    <a:cubicBezTo>
                      <a:pt x="10862" y="11975"/>
                      <a:pt x="10810" y="11138"/>
                      <a:pt x="10828" y="11067"/>
                    </a:cubicBezTo>
                    <a:cubicBezTo>
                      <a:pt x="10845" y="10996"/>
                      <a:pt x="11041" y="10356"/>
                      <a:pt x="11041" y="10356"/>
                    </a:cubicBezTo>
                    <a:cubicBezTo>
                      <a:pt x="11041" y="10356"/>
                      <a:pt x="11862" y="7674"/>
                      <a:pt x="11896" y="7590"/>
                    </a:cubicBezTo>
                    <a:lnTo>
                      <a:pt x="12048" y="7403"/>
                    </a:lnTo>
                    <a:cubicBezTo>
                      <a:pt x="12048" y="7403"/>
                      <a:pt x="12352" y="6710"/>
                      <a:pt x="12369" y="6541"/>
                    </a:cubicBezTo>
                    <a:cubicBezTo>
                      <a:pt x="12386" y="6372"/>
                      <a:pt x="11829" y="6000"/>
                      <a:pt x="11625" y="5899"/>
                    </a:cubicBezTo>
                    <a:cubicBezTo>
                      <a:pt x="11423" y="5797"/>
                      <a:pt x="8195" y="4580"/>
                      <a:pt x="8195" y="4580"/>
                    </a:cubicBezTo>
                    <a:lnTo>
                      <a:pt x="7053" y="4305"/>
                    </a:lnTo>
                    <a:lnTo>
                      <a:pt x="4662" y="3550"/>
                    </a:lnTo>
                    <a:lnTo>
                      <a:pt x="3949" y="3231"/>
                    </a:lnTo>
                    <a:cubicBezTo>
                      <a:pt x="3949" y="3231"/>
                      <a:pt x="3966" y="2943"/>
                      <a:pt x="3864" y="2893"/>
                    </a:cubicBezTo>
                    <a:cubicBezTo>
                      <a:pt x="3764" y="2842"/>
                      <a:pt x="3307" y="2622"/>
                      <a:pt x="3307" y="2622"/>
                    </a:cubicBezTo>
                    <a:lnTo>
                      <a:pt x="96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
              <p:cNvSpPr/>
              <p:nvPr/>
            </p:nvSpPr>
            <p:spPr>
              <a:xfrm>
                <a:off x="5439007" y="3109529"/>
                <a:ext cx="794122" cy="829771"/>
              </a:xfrm>
              <a:custGeom>
                <a:rect b="b" l="l" r="r" t="t"/>
                <a:pathLst>
                  <a:path extrusionOk="0" h="13058" w="12497">
                    <a:moveTo>
                      <a:pt x="1041" y="0"/>
                    </a:moveTo>
                    <a:lnTo>
                      <a:pt x="1017" y="4"/>
                    </a:lnTo>
                    <a:cubicBezTo>
                      <a:pt x="1005" y="5"/>
                      <a:pt x="741" y="38"/>
                      <a:pt x="620" y="73"/>
                    </a:cubicBezTo>
                    <a:cubicBezTo>
                      <a:pt x="496" y="108"/>
                      <a:pt x="102" y="526"/>
                      <a:pt x="24" y="610"/>
                    </a:cubicBezTo>
                    <a:lnTo>
                      <a:pt x="1" y="635"/>
                    </a:lnTo>
                    <a:lnTo>
                      <a:pt x="17" y="666"/>
                    </a:lnTo>
                    <a:cubicBezTo>
                      <a:pt x="640" y="1799"/>
                      <a:pt x="1831" y="3981"/>
                      <a:pt x="1883" y="4125"/>
                    </a:cubicBezTo>
                    <a:cubicBezTo>
                      <a:pt x="1956" y="4325"/>
                      <a:pt x="2063" y="4497"/>
                      <a:pt x="2168" y="4585"/>
                    </a:cubicBezTo>
                    <a:cubicBezTo>
                      <a:pt x="2269" y="4668"/>
                      <a:pt x="2622" y="4938"/>
                      <a:pt x="2898" y="5128"/>
                    </a:cubicBezTo>
                    <a:cubicBezTo>
                      <a:pt x="3107" y="5271"/>
                      <a:pt x="4445" y="7005"/>
                      <a:pt x="5131" y="7911"/>
                    </a:cubicBezTo>
                    <a:lnTo>
                      <a:pt x="5606" y="11718"/>
                    </a:lnTo>
                    <a:cubicBezTo>
                      <a:pt x="5590" y="11778"/>
                      <a:pt x="5508" y="12098"/>
                      <a:pt x="5542" y="12255"/>
                    </a:cubicBezTo>
                    <a:cubicBezTo>
                      <a:pt x="5579" y="12419"/>
                      <a:pt x="5771" y="12769"/>
                      <a:pt x="5779" y="12783"/>
                    </a:cubicBezTo>
                    <a:lnTo>
                      <a:pt x="5790" y="12803"/>
                    </a:lnTo>
                    <a:lnTo>
                      <a:pt x="5812" y="12808"/>
                    </a:lnTo>
                    <a:cubicBezTo>
                      <a:pt x="5825" y="12810"/>
                      <a:pt x="7110" y="13039"/>
                      <a:pt x="8239" y="13057"/>
                    </a:cubicBezTo>
                    <a:lnTo>
                      <a:pt x="8317" y="13057"/>
                    </a:lnTo>
                    <a:cubicBezTo>
                      <a:pt x="9462" y="13057"/>
                      <a:pt x="10507" y="12668"/>
                      <a:pt x="10629" y="12607"/>
                    </a:cubicBezTo>
                    <a:cubicBezTo>
                      <a:pt x="10658" y="12592"/>
                      <a:pt x="10693" y="12580"/>
                      <a:pt x="10729" y="12566"/>
                    </a:cubicBezTo>
                    <a:cubicBezTo>
                      <a:pt x="10865" y="12517"/>
                      <a:pt x="11034" y="12455"/>
                      <a:pt x="11081" y="12237"/>
                    </a:cubicBezTo>
                    <a:cubicBezTo>
                      <a:pt x="11099" y="12151"/>
                      <a:pt x="11103" y="12091"/>
                      <a:pt x="11066" y="12060"/>
                    </a:cubicBezTo>
                    <a:cubicBezTo>
                      <a:pt x="11053" y="12049"/>
                      <a:pt x="11039" y="12046"/>
                      <a:pt x="11025" y="12046"/>
                    </a:cubicBezTo>
                    <a:cubicBezTo>
                      <a:pt x="11009" y="12046"/>
                      <a:pt x="10994" y="12051"/>
                      <a:pt x="10981" y="12055"/>
                    </a:cubicBezTo>
                    <a:cubicBezTo>
                      <a:pt x="10961" y="11896"/>
                      <a:pt x="10918" y="11197"/>
                      <a:pt x="10932" y="11129"/>
                    </a:cubicBezTo>
                    <a:cubicBezTo>
                      <a:pt x="10949" y="11059"/>
                      <a:pt x="11143" y="10426"/>
                      <a:pt x="11145" y="10419"/>
                    </a:cubicBezTo>
                    <a:cubicBezTo>
                      <a:pt x="11428" y="9493"/>
                      <a:pt x="11973" y="7722"/>
                      <a:pt x="11999" y="7657"/>
                    </a:cubicBezTo>
                    <a:lnTo>
                      <a:pt x="11911" y="7622"/>
                    </a:lnTo>
                    <a:cubicBezTo>
                      <a:pt x="11876" y="7707"/>
                      <a:pt x="11087" y="10282"/>
                      <a:pt x="11054" y="10392"/>
                    </a:cubicBezTo>
                    <a:cubicBezTo>
                      <a:pt x="11045" y="10418"/>
                      <a:pt x="10857" y="11034"/>
                      <a:pt x="10839" y="11106"/>
                    </a:cubicBezTo>
                    <a:cubicBezTo>
                      <a:pt x="10817" y="11193"/>
                      <a:pt x="10876" y="12043"/>
                      <a:pt x="10893" y="12108"/>
                    </a:cubicBezTo>
                    <a:cubicBezTo>
                      <a:pt x="10899" y="12135"/>
                      <a:pt x="10916" y="12147"/>
                      <a:pt x="10928" y="12154"/>
                    </a:cubicBezTo>
                    <a:cubicBezTo>
                      <a:pt x="10938" y="12159"/>
                      <a:pt x="10947" y="12161"/>
                      <a:pt x="10957" y="12161"/>
                    </a:cubicBezTo>
                    <a:cubicBezTo>
                      <a:pt x="10972" y="12161"/>
                      <a:pt x="10986" y="12156"/>
                      <a:pt x="10998" y="12152"/>
                    </a:cubicBezTo>
                    <a:lnTo>
                      <a:pt x="10998" y="12152"/>
                    </a:lnTo>
                    <a:cubicBezTo>
                      <a:pt x="10997" y="12165"/>
                      <a:pt x="10994" y="12186"/>
                      <a:pt x="10987" y="12217"/>
                    </a:cubicBezTo>
                    <a:cubicBezTo>
                      <a:pt x="10952" y="12384"/>
                      <a:pt x="10822" y="12431"/>
                      <a:pt x="10697" y="12477"/>
                    </a:cubicBezTo>
                    <a:cubicBezTo>
                      <a:pt x="10657" y="12492"/>
                      <a:pt x="10620" y="12505"/>
                      <a:pt x="10586" y="12522"/>
                    </a:cubicBezTo>
                    <a:cubicBezTo>
                      <a:pt x="10473" y="12579"/>
                      <a:pt x="9429" y="12962"/>
                      <a:pt x="8316" y="12962"/>
                    </a:cubicBezTo>
                    <a:cubicBezTo>
                      <a:pt x="8291" y="12962"/>
                      <a:pt x="8266" y="12962"/>
                      <a:pt x="8241" y="12962"/>
                    </a:cubicBezTo>
                    <a:cubicBezTo>
                      <a:pt x="7201" y="12946"/>
                      <a:pt x="6027" y="12748"/>
                      <a:pt x="5852" y="12717"/>
                    </a:cubicBezTo>
                    <a:cubicBezTo>
                      <a:pt x="5811" y="12641"/>
                      <a:pt x="5665" y="12365"/>
                      <a:pt x="5636" y="12234"/>
                    </a:cubicBezTo>
                    <a:cubicBezTo>
                      <a:pt x="5609" y="12112"/>
                      <a:pt x="5674" y="11833"/>
                      <a:pt x="5701" y="11735"/>
                    </a:cubicBezTo>
                    <a:lnTo>
                      <a:pt x="5703" y="11726"/>
                    </a:lnTo>
                    <a:lnTo>
                      <a:pt x="5222" y="7875"/>
                    </a:lnTo>
                    <a:lnTo>
                      <a:pt x="5214" y="7864"/>
                    </a:lnTo>
                    <a:cubicBezTo>
                      <a:pt x="5133" y="7757"/>
                      <a:pt x="3227" y="5238"/>
                      <a:pt x="2953" y="5050"/>
                    </a:cubicBezTo>
                    <a:cubicBezTo>
                      <a:pt x="2682" y="4864"/>
                      <a:pt x="2325" y="4592"/>
                      <a:pt x="2230" y="4511"/>
                    </a:cubicBezTo>
                    <a:cubicBezTo>
                      <a:pt x="2137" y="4435"/>
                      <a:pt x="2040" y="4274"/>
                      <a:pt x="1973" y="4093"/>
                    </a:cubicBezTo>
                    <a:cubicBezTo>
                      <a:pt x="1908" y="3912"/>
                      <a:pt x="310" y="1000"/>
                      <a:pt x="117" y="650"/>
                    </a:cubicBezTo>
                    <a:cubicBezTo>
                      <a:pt x="303" y="452"/>
                      <a:pt x="577" y="184"/>
                      <a:pt x="646" y="164"/>
                    </a:cubicBezTo>
                    <a:cubicBezTo>
                      <a:pt x="740" y="138"/>
                      <a:pt x="935" y="111"/>
                      <a:pt x="1004" y="101"/>
                    </a:cubicBezTo>
                    <a:lnTo>
                      <a:pt x="3329" y="2703"/>
                    </a:lnTo>
                    <a:lnTo>
                      <a:pt x="3344" y="2715"/>
                    </a:lnTo>
                    <a:cubicBezTo>
                      <a:pt x="3344" y="2715"/>
                      <a:pt x="3801" y="2934"/>
                      <a:pt x="3901" y="2985"/>
                    </a:cubicBezTo>
                    <a:cubicBezTo>
                      <a:pt x="3950" y="3009"/>
                      <a:pt x="3966" y="3170"/>
                      <a:pt x="3960" y="3277"/>
                    </a:cubicBezTo>
                    <a:lnTo>
                      <a:pt x="3958" y="3310"/>
                    </a:lnTo>
                    <a:lnTo>
                      <a:pt x="4706" y="3645"/>
                    </a:lnTo>
                    <a:lnTo>
                      <a:pt x="7100" y="4401"/>
                    </a:lnTo>
                    <a:lnTo>
                      <a:pt x="8236" y="4675"/>
                    </a:lnTo>
                    <a:cubicBezTo>
                      <a:pt x="8268" y="4687"/>
                      <a:pt x="11464" y="5892"/>
                      <a:pt x="11662" y="5991"/>
                    </a:cubicBezTo>
                    <a:cubicBezTo>
                      <a:pt x="11907" y="6114"/>
                      <a:pt x="12392" y="6465"/>
                      <a:pt x="12380" y="6587"/>
                    </a:cubicBezTo>
                    <a:cubicBezTo>
                      <a:pt x="12367" y="6719"/>
                      <a:pt x="12147" y="7243"/>
                      <a:pt x="12063" y="7434"/>
                    </a:cubicBezTo>
                    <a:lnTo>
                      <a:pt x="12150" y="7473"/>
                    </a:lnTo>
                    <a:cubicBezTo>
                      <a:pt x="12163" y="7443"/>
                      <a:pt x="12458" y="6771"/>
                      <a:pt x="12474" y="6597"/>
                    </a:cubicBezTo>
                    <a:cubicBezTo>
                      <a:pt x="12496" y="6381"/>
                      <a:pt x="11868" y="5988"/>
                      <a:pt x="11705" y="5906"/>
                    </a:cubicBezTo>
                    <a:cubicBezTo>
                      <a:pt x="11503" y="5805"/>
                      <a:pt x="8401" y="4636"/>
                      <a:pt x="8263" y="4585"/>
                    </a:cubicBezTo>
                    <a:lnTo>
                      <a:pt x="7125" y="4310"/>
                    </a:lnTo>
                    <a:lnTo>
                      <a:pt x="4740" y="3557"/>
                    </a:lnTo>
                    <a:lnTo>
                      <a:pt x="4056" y="3250"/>
                    </a:lnTo>
                    <a:cubicBezTo>
                      <a:pt x="4058" y="3160"/>
                      <a:pt x="4050" y="2953"/>
                      <a:pt x="3944" y="2900"/>
                    </a:cubicBezTo>
                    <a:cubicBezTo>
                      <a:pt x="3851" y="2854"/>
                      <a:pt x="3457" y="2664"/>
                      <a:pt x="3394" y="2633"/>
                    </a:cubicBezTo>
                    <a:lnTo>
                      <a:pt x="1058" y="19"/>
                    </a:lnTo>
                    <a:lnTo>
                      <a:pt x="104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
              <p:cNvSpPr/>
              <p:nvPr/>
            </p:nvSpPr>
            <p:spPr>
              <a:xfrm>
                <a:off x="5884638" y="3744263"/>
                <a:ext cx="118893" cy="127408"/>
              </a:xfrm>
              <a:custGeom>
                <a:rect b="b" l="l" r="r" t="t"/>
                <a:pathLst>
                  <a:path extrusionOk="0" h="2005" w="1871">
                    <a:moveTo>
                      <a:pt x="76" y="0"/>
                    </a:moveTo>
                    <a:lnTo>
                      <a:pt x="1" y="57"/>
                    </a:lnTo>
                    <a:cubicBezTo>
                      <a:pt x="495" y="719"/>
                      <a:pt x="1212" y="1594"/>
                      <a:pt x="1817" y="2004"/>
                    </a:cubicBezTo>
                    <a:lnTo>
                      <a:pt x="1871" y="1926"/>
                    </a:lnTo>
                    <a:cubicBezTo>
                      <a:pt x="1276" y="1523"/>
                      <a:pt x="566" y="656"/>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1"/>
              <p:cNvSpPr/>
              <p:nvPr/>
            </p:nvSpPr>
            <p:spPr>
              <a:xfrm>
                <a:off x="5835328" y="3674111"/>
                <a:ext cx="43910" cy="59732"/>
              </a:xfrm>
              <a:custGeom>
                <a:rect b="b" l="l" r="r" t="t"/>
                <a:pathLst>
                  <a:path extrusionOk="0" h="940" w="691">
                    <a:moveTo>
                      <a:pt x="80" y="0"/>
                    </a:moveTo>
                    <a:lnTo>
                      <a:pt x="0" y="52"/>
                    </a:lnTo>
                    <a:cubicBezTo>
                      <a:pt x="2" y="56"/>
                      <a:pt x="251" y="441"/>
                      <a:pt x="614" y="939"/>
                    </a:cubicBezTo>
                    <a:lnTo>
                      <a:pt x="691" y="884"/>
                    </a:lnTo>
                    <a:cubicBezTo>
                      <a:pt x="330" y="387"/>
                      <a:pt x="83" y="4"/>
                      <a:pt x="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1"/>
              <p:cNvSpPr/>
              <p:nvPr/>
            </p:nvSpPr>
            <p:spPr>
              <a:xfrm>
                <a:off x="6041591" y="3857116"/>
                <a:ext cx="20398" cy="15823"/>
              </a:xfrm>
              <a:custGeom>
                <a:rect b="b" l="l" r="r" t="t"/>
                <a:pathLst>
                  <a:path extrusionOk="0" h="249" w="321">
                    <a:moveTo>
                      <a:pt x="54" y="1"/>
                    </a:moveTo>
                    <a:lnTo>
                      <a:pt x="1" y="78"/>
                    </a:lnTo>
                    <a:cubicBezTo>
                      <a:pt x="99" y="146"/>
                      <a:pt x="192" y="203"/>
                      <a:pt x="277" y="248"/>
                    </a:cubicBezTo>
                    <a:lnTo>
                      <a:pt x="321" y="164"/>
                    </a:lnTo>
                    <a:cubicBezTo>
                      <a:pt x="240" y="121"/>
                      <a:pt x="150" y="66"/>
                      <a:pt x="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
              <p:cNvSpPr/>
              <p:nvPr/>
            </p:nvSpPr>
            <p:spPr>
              <a:xfrm>
                <a:off x="5963369" y="3787917"/>
                <a:ext cx="69772" cy="65197"/>
              </a:xfrm>
              <a:custGeom>
                <a:rect b="b" l="l" r="r" t="t"/>
                <a:pathLst>
                  <a:path extrusionOk="0" h="1026" w="1098">
                    <a:moveTo>
                      <a:pt x="70" y="0"/>
                    </a:moveTo>
                    <a:lnTo>
                      <a:pt x="1" y="64"/>
                    </a:lnTo>
                    <a:cubicBezTo>
                      <a:pt x="6" y="70"/>
                      <a:pt x="516" y="620"/>
                      <a:pt x="1039" y="1026"/>
                    </a:cubicBezTo>
                    <a:lnTo>
                      <a:pt x="1097" y="950"/>
                    </a:lnTo>
                    <a:cubicBezTo>
                      <a:pt x="581" y="551"/>
                      <a:pt x="75" y="6"/>
                      <a:pt x="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
              <p:cNvSpPr/>
              <p:nvPr/>
            </p:nvSpPr>
            <p:spPr>
              <a:xfrm>
                <a:off x="5615150" y="3321383"/>
                <a:ext cx="53950" cy="47913"/>
              </a:xfrm>
              <a:custGeom>
                <a:rect b="b" l="l" r="r" t="t"/>
                <a:pathLst>
                  <a:path extrusionOk="0" h="754" w="849">
                    <a:moveTo>
                      <a:pt x="777" y="0"/>
                    </a:moveTo>
                    <a:cubicBezTo>
                      <a:pt x="520" y="297"/>
                      <a:pt x="201" y="617"/>
                      <a:pt x="100" y="656"/>
                    </a:cubicBezTo>
                    <a:cubicBezTo>
                      <a:pt x="104" y="590"/>
                      <a:pt x="102" y="538"/>
                      <a:pt x="100" y="499"/>
                    </a:cubicBezTo>
                    <a:cubicBezTo>
                      <a:pt x="96" y="383"/>
                      <a:pt x="95" y="359"/>
                      <a:pt x="268" y="220"/>
                    </a:cubicBezTo>
                    <a:lnTo>
                      <a:pt x="208" y="146"/>
                    </a:lnTo>
                    <a:cubicBezTo>
                      <a:pt x="8" y="307"/>
                      <a:pt x="0" y="360"/>
                      <a:pt x="5" y="502"/>
                    </a:cubicBezTo>
                    <a:cubicBezTo>
                      <a:pt x="6" y="542"/>
                      <a:pt x="9" y="590"/>
                      <a:pt x="4" y="654"/>
                    </a:cubicBezTo>
                    <a:cubicBezTo>
                      <a:pt x="0" y="718"/>
                      <a:pt x="33" y="741"/>
                      <a:pt x="53" y="749"/>
                    </a:cubicBezTo>
                    <a:cubicBezTo>
                      <a:pt x="59" y="753"/>
                      <a:pt x="67" y="754"/>
                      <a:pt x="76" y="754"/>
                    </a:cubicBezTo>
                    <a:cubicBezTo>
                      <a:pt x="217" y="754"/>
                      <a:pt x="570" y="383"/>
                      <a:pt x="848" y="63"/>
                    </a:cubicBezTo>
                    <a:lnTo>
                      <a:pt x="7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1"/>
              <p:cNvSpPr/>
              <p:nvPr/>
            </p:nvSpPr>
            <p:spPr>
              <a:xfrm>
                <a:off x="5835710" y="3101523"/>
                <a:ext cx="260471" cy="303999"/>
              </a:xfrm>
              <a:custGeom>
                <a:rect b="b" l="l" r="r" t="t"/>
                <a:pathLst>
                  <a:path extrusionOk="0" h="4784" w="4099">
                    <a:moveTo>
                      <a:pt x="1937" y="0"/>
                    </a:moveTo>
                    <a:cubicBezTo>
                      <a:pt x="1937" y="0"/>
                      <a:pt x="989" y="565"/>
                      <a:pt x="908" y="747"/>
                    </a:cubicBezTo>
                    <a:cubicBezTo>
                      <a:pt x="827" y="928"/>
                      <a:pt x="787" y="1373"/>
                      <a:pt x="687" y="1474"/>
                    </a:cubicBezTo>
                    <a:cubicBezTo>
                      <a:pt x="586" y="1574"/>
                      <a:pt x="0" y="1716"/>
                      <a:pt x="20" y="1857"/>
                    </a:cubicBezTo>
                    <a:cubicBezTo>
                      <a:pt x="40" y="1998"/>
                      <a:pt x="263" y="2422"/>
                      <a:pt x="263" y="2422"/>
                    </a:cubicBezTo>
                    <a:cubicBezTo>
                      <a:pt x="263" y="2422"/>
                      <a:pt x="222" y="3775"/>
                      <a:pt x="222" y="3876"/>
                    </a:cubicBezTo>
                    <a:cubicBezTo>
                      <a:pt x="222" y="3976"/>
                      <a:pt x="344" y="4037"/>
                      <a:pt x="464" y="4057"/>
                    </a:cubicBezTo>
                    <a:cubicBezTo>
                      <a:pt x="586" y="4077"/>
                      <a:pt x="868" y="4158"/>
                      <a:pt x="868" y="4158"/>
                    </a:cubicBezTo>
                    <a:lnTo>
                      <a:pt x="868" y="4481"/>
                    </a:lnTo>
                    <a:cubicBezTo>
                      <a:pt x="868" y="4481"/>
                      <a:pt x="1655" y="4743"/>
                      <a:pt x="1736" y="4743"/>
                    </a:cubicBezTo>
                    <a:cubicBezTo>
                      <a:pt x="1817" y="4743"/>
                      <a:pt x="2341" y="4783"/>
                      <a:pt x="2341" y="4783"/>
                    </a:cubicBezTo>
                    <a:cubicBezTo>
                      <a:pt x="2341" y="4783"/>
                      <a:pt x="3412" y="4077"/>
                      <a:pt x="3755" y="3068"/>
                    </a:cubicBezTo>
                    <a:cubicBezTo>
                      <a:pt x="4098" y="2059"/>
                      <a:pt x="3755" y="1271"/>
                      <a:pt x="3371" y="807"/>
                    </a:cubicBezTo>
                    <a:cubicBezTo>
                      <a:pt x="2988" y="344"/>
                      <a:pt x="1937" y="0"/>
                      <a:pt x="19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
              <p:cNvSpPr/>
              <p:nvPr/>
            </p:nvSpPr>
            <p:spPr>
              <a:xfrm>
                <a:off x="5832850" y="3098218"/>
                <a:ext cx="268732" cy="310417"/>
              </a:xfrm>
              <a:custGeom>
                <a:rect b="b" l="l" r="r" t="t"/>
                <a:pathLst>
                  <a:path extrusionOk="0" h="4885" w="4229">
                    <a:moveTo>
                      <a:pt x="1989" y="104"/>
                    </a:moveTo>
                    <a:cubicBezTo>
                      <a:pt x="2136" y="154"/>
                      <a:pt x="3038" y="476"/>
                      <a:pt x="3379" y="890"/>
                    </a:cubicBezTo>
                    <a:cubicBezTo>
                      <a:pt x="3678" y="1251"/>
                      <a:pt x="4123" y="2019"/>
                      <a:pt x="3755" y="3105"/>
                    </a:cubicBezTo>
                    <a:cubicBezTo>
                      <a:pt x="3441" y="4026"/>
                      <a:pt x="2497" y="4702"/>
                      <a:pt x="2374" y="4787"/>
                    </a:cubicBezTo>
                    <a:cubicBezTo>
                      <a:pt x="2282" y="4781"/>
                      <a:pt x="1855" y="4748"/>
                      <a:pt x="1781" y="4748"/>
                    </a:cubicBezTo>
                    <a:cubicBezTo>
                      <a:pt x="1731" y="4746"/>
                      <a:pt x="1327" y="4620"/>
                      <a:pt x="960" y="4499"/>
                    </a:cubicBezTo>
                    <a:lnTo>
                      <a:pt x="960" y="4174"/>
                    </a:lnTo>
                    <a:lnTo>
                      <a:pt x="926" y="4165"/>
                    </a:lnTo>
                    <a:cubicBezTo>
                      <a:pt x="914" y="4162"/>
                      <a:pt x="639" y="4083"/>
                      <a:pt x="518" y="4062"/>
                    </a:cubicBezTo>
                    <a:cubicBezTo>
                      <a:pt x="416" y="4045"/>
                      <a:pt x="315" y="3997"/>
                      <a:pt x="315" y="3928"/>
                    </a:cubicBezTo>
                    <a:cubicBezTo>
                      <a:pt x="315" y="3828"/>
                      <a:pt x="355" y="2489"/>
                      <a:pt x="355" y="2475"/>
                    </a:cubicBezTo>
                    <a:lnTo>
                      <a:pt x="355" y="2463"/>
                    </a:lnTo>
                    <a:lnTo>
                      <a:pt x="350" y="2452"/>
                    </a:lnTo>
                    <a:cubicBezTo>
                      <a:pt x="289" y="2337"/>
                      <a:pt x="128" y="2012"/>
                      <a:pt x="113" y="1902"/>
                    </a:cubicBezTo>
                    <a:cubicBezTo>
                      <a:pt x="105" y="1853"/>
                      <a:pt x="365" y="1748"/>
                      <a:pt x="477" y="1703"/>
                    </a:cubicBezTo>
                    <a:cubicBezTo>
                      <a:pt x="607" y="1651"/>
                      <a:pt x="719" y="1605"/>
                      <a:pt x="765" y="1559"/>
                    </a:cubicBezTo>
                    <a:cubicBezTo>
                      <a:pt x="833" y="1491"/>
                      <a:pt x="871" y="1316"/>
                      <a:pt x="912" y="1131"/>
                    </a:cubicBezTo>
                    <a:cubicBezTo>
                      <a:pt x="938" y="1013"/>
                      <a:pt x="965" y="890"/>
                      <a:pt x="997" y="818"/>
                    </a:cubicBezTo>
                    <a:cubicBezTo>
                      <a:pt x="1051" y="698"/>
                      <a:pt x="1626" y="321"/>
                      <a:pt x="1989" y="104"/>
                    </a:cubicBezTo>
                    <a:close/>
                    <a:moveTo>
                      <a:pt x="1977" y="0"/>
                    </a:moveTo>
                    <a:lnTo>
                      <a:pt x="1958" y="11"/>
                    </a:lnTo>
                    <a:cubicBezTo>
                      <a:pt x="1860" y="69"/>
                      <a:pt x="994" y="590"/>
                      <a:pt x="910" y="780"/>
                    </a:cubicBezTo>
                    <a:cubicBezTo>
                      <a:pt x="874" y="859"/>
                      <a:pt x="847" y="982"/>
                      <a:pt x="819" y="1110"/>
                    </a:cubicBezTo>
                    <a:cubicBezTo>
                      <a:pt x="786" y="1258"/>
                      <a:pt x="746" y="1443"/>
                      <a:pt x="697" y="1492"/>
                    </a:cubicBezTo>
                    <a:cubicBezTo>
                      <a:pt x="666" y="1524"/>
                      <a:pt x="546" y="1572"/>
                      <a:pt x="440" y="1615"/>
                    </a:cubicBezTo>
                    <a:cubicBezTo>
                      <a:pt x="204" y="1710"/>
                      <a:pt x="0" y="1792"/>
                      <a:pt x="18" y="1916"/>
                    </a:cubicBezTo>
                    <a:cubicBezTo>
                      <a:pt x="38" y="2053"/>
                      <a:pt x="220" y="2407"/>
                      <a:pt x="259" y="2485"/>
                    </a:cubicBezTo>
                    <a:cubicBezTo>
                      <a:pt x="255" y="2630"/>
                      <a:pt x="220" y="3831"/>
                      <a:pt x="220" y="3928"/>
                    </a:cubicBezTo>
                    <a:cubicBezTo>
                      <a:pt x="220" y="4061"/>
                      <a:pt x="365" y="4133"/>
                      <a:pt x="502" y="4156"/>
                    </a:cubicBezTo>
                    <a:cubicBezTo>
                      <a:pt x="594" y="4171"/>
                      <a:pt x="787" y="4225"/>
                      <a:pt x="865" y="4246"/>
                    </a:cubicBezTo>
                    <a:lnTo>
                      <a:pt x="865" y="4568"/>
                    </a:lnTo>
                    <a:lnTo>
                      <a:pt x="897" y="4578"/>
                    </a:lnTo>
                    <a:cubicBezTo>
                      <a:pt x="1031" y="4622"/>
                      <a:pt x="1697" y="4843"/>
                      <a:pt x="1781" y="4843"/>
                    </a:cubicBezTo>
                    <a:cubicBezTo>
                      <a:pt x="1859" y="4843"/>
                      <a:pt x="2377" y="4883"/>
                      <a:pt x="2382" y="4884"/>
                    </a:cubicBezTo>
                    <a:lnTo>
                      <a:pt x="2399" y="4885"/>
                    </a:lnTo>
                    <a:lnTo>
                      <a:pt x="2413" y="4875"/>
                    </a:lnTo>
                    <a:cubicBezTo>
                      <a:pt x="2457" y="4846"/>
                      <a:pt x="3500" y="4148"/>
                      <a:pt x="3844" y="3135"/>
                    </a:cubicBezTo>
                    <a:cubicBezTo>
                      <a:pt x="4228" y="2006"/>
                      <a:pt x="3763" y="1206"/>
                      <a:pt x="3453" y="829"/>
                    </a:cubicBezTo>
                    <a:cubicBezTo>
                      <a:pt x="3064" y="360"/>
                      <a:pt x="2040" y="21"/>
                      <a:pt x="1997" y="6"/>
                    </a:cubicBezTo>
                    <a:lnTo>
                      <a:pt x="19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
              <p:cNvSpPr/>
              <p:nvPr/>
            </p:nvSpPr>
            <p:spPr>
              <a:xfrm>
                <a:off x="5913932" y="3051196"/>
                <a:ext cx="317916" cy="482116"/>
              </a:xfrm>
              <a:custGeom>
                <a:rect b="b" l="l" r="r" t="t"/>
                <a:pathLst>
                  <a:path extrusionOk="0" h="7587" w="5003">
                    <a:moveTo>
                      <a:pt x="1503" y="1"/>
                    </a:moveTo>
                    <a:cubicBezTo>
                      <a:pt x="1478" y="1"/>
                      <a:pt x="1454" y="2"/>
                      <a:pt x="1434" y="4"/>
                    </a:cubicBezTo>
                    <a:cubicBezTo>
                      <a:pt x="929" y="65"/>
                      <a:pt x="485" y="4"/>
                      <a:pt x="485" y="328"/>
                    </a:cubicBezTo>
                    <a:cubicBezTo>
                      <a:pt x="485" y="651"/>
                      <a:pt x="505" y="974"/>
                      <a:pt x="848" y="1418"/>
                    </a:cubicBezTo>
                    <a:cubicBezTo>
                      <a:pt x="1191" y="1862"/>
                      <a:pt x="990" y="2205"/>
                      <a:pt x="909" y="2286"/>
                    </a:cubicBezTo>
                    <a:cubicBezTo>
                      <a:pt x="828" y="2366"/>
                      <a:pt x="566" y="2629"/>
                      <a:pt x="606" y="2952"/>
                    </a:cubicBezTo>
                    <a:cubicBezTo>
                      <a:pt x="647" y="3274"/>
                      <a:pt x="868" y="3517"/>
                      <a:pt x="868" y="3517"/>
                    </a:cubicBezTo>
                    <a:cubicBezTo>
                      <a:pt x="868" y="3517"/>
                      <a:pt x="1204" y="3242"/>
                      <a:pt x="1457" y="3242"/>
                    </a:cubicBezTo>
                    <a:cubicBezTo>
                      <a:pt x="1560" y="3242"/>
                      <a:pt x="1649" y="3287"/>
                      <a:pt x="1696" y="3416"/>
                    </a:cubicBezTo>
                    <a:cubicBezTo>
                      <a:pt x="1858" y="3860"/>
                      <a:pt x="1716" y="4102"/>
                      <a:pt x="1514" y="4183"/>
                    </a:cubicBezTo>
                    <a:cubicBezTo>
                      <a:pt x="1312" y="4264"/>
                      <a:pt x="828" y="4425"/>
                      <a:pt x="828" y="4425"/>
                    </a:cubicBezTo>
                    <a:cubicBezTo>
                      <a:pt x="828" y="4425"/>
                      <a:pt x="363" y="5496"/>
                      <a:pt x="323" y="5939"/>
                    </a:cubicBezTo>
                    <a:cubicBezTo>
                      <a:pt x="283" y="6383"/>
                      <a:pt x="0" y="6726"/>
                      <a:pt x="142" y="7030"/>
                    </a:cubicBezTo>
                    <a:cubicBezTo>
                      <a:pt x="283" y="7332"/>
                      <a:pt x="485" y="7454"/>
                      <a:pt x="1474" y="7554"/>
                    </a:cubicBezTo>
                    <a:cubicBezTo>
                      <a:pt x="1684" y="7576"/>
                      <a:pt x="1900" y="7586"/>
                      <a:pt x="2118" y="7586"/>
                    </a:cubicBezTo>
                    <a:cubicBezTo>
                      <a:pt x="2923" y="7586"/>
                      <a:pt x="3740" y="7445"/>
                      <a:pt x="4296" y="7207"/>
                    </a:cubicBezTo>
                    <a:cubicBezTo>
                      <a:pt x="5002" y="6904"/>
                      <a:pt x="4905" y="5839"/>
                      <a:pt x="4764" y="5596"/>
                    </a:cubicBezTo>
                    <a:cubicBezTo>
                      <a:pt x="4623" y="5354"/>
                      <a:pt x="3956" y="4506"/>
                      <a:pt x="3977" y="4062"/>
                    </a:cubicBezTo>
                    <a:cubicBezTo>
                      <a:pt x="3997" y="3618"/>
                      <a:pt x="4603" y="2934"/>
                      <a:pt x="4172" y="1704"/>
                    </a:cubicBezTo>
                    <a:cubicBezTo>
                      <a:pt x="3808" y="662"/>
                      <a:pt x="2089" y="1"/>
                      <a:pt x="15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
              <p:cNvSpPr/>
              <p:nvPr/>
            </p:nvSpPr>
            <p:spPr>
              <a:xfrm>
                <a:off x="5914313" y="3048210"/>
                <a:ext cx="315310" cy="488089"/>
              </a:xfrm>
              <a:custGeom>
                <a:rect b="b" l="l" r="r" t="t"/>
                <a:pathLst>
                  <a:path extrusionOk="0" h="7681" w="4962">
                    <a:moveTo>
                      <a:pt x="1499" y="95"/>
                    </a:moveTo>
                    <a:cubicBezTo>
                      <a:pt x="2073" y="95"/>
                      <a:pt x="3770" y="758"/>
                      <a:pt x="4122" y="1767"/>
                    </a:cubicBezTo>
                    <a:cubicBezTo>
                      <a:pt x="4423" y="2628"/>
                      <a:pt x="4207" y="3215"/>
                      <a:pt x="4050" y="3643"/>
                    </a:cubicBezTo>
                    <a:cubicBezTo>
                      <a:pt x="3986" y="3820"/>
                      <a:pt x="3929" y="3972"/>
                      <a:pt x="3924" y="4107"/>
                    </a:cubicBezTo>
                    <a:cubicBezTo>
                      <a:pt x="3907" y="4471"/>
                      <a:pt x="4321" y="5079"/>
                      <a:pt x="4568" y="5441"/>
                    </a:cubicBezTo>
                    <a:cubicBezTo>
                      <a:pt x="4634" y="5539"/>
                      <a:pt x="4688" y="5616"/>
                      <a:pt x="4717" y="5666"/>
                    </a:cubicBezTo>
                    <a:cubicBezTo>
                      <a:pt x="4795" y="5801"/>
                      <a:pt x="4872" y="6263"/>
                      <a:pt x="4738" y="6667"/>
                    </a:cubicBezTo>
                    <a:cubicBezTo>
                      <a:pt x="4651" y="6932"/>
                      <a:pt x="4494" y="7115"/>
                      <a:pt x="4271" y="7210"/>
                    </a:cubicBezTo>
                    <a:cubicBezTo>
                      <a:pt x="3715" y="7449"/>
                      <a:pt x="2903" y="7585"/>
                      <a:pt x="2113" y="7585"/>
                    </a:cubicBezTo>
                    <a:cubicBezTo>
                      <a:pt x="1896" y="7585"/>
                      <a:pt x="1681" y="7574"/>
                      <a:pt x="1473" y="7553"/>
                    </a:cubicBezTo>
                    <a:cubicBezTo>
                      <a:pt x="463" y="7450"/>
                      <a:pt x="304" y="7322"/>
                      <a:pt x="179" y="7056"/>
                    </a:cubicBezTo>
                    <a:cubicBezTo>
                      <a:pt x="102" y="6893"/>
                      <a:pt x="165" y="6707"/>
                      <a:pt x="239" y="6493"/>
                    </a:cubicBezTo>
                    <a:cubicBezTo>
                      <a:pt x="290" y="6344"/>
                      <a:pt x="348" y="6175"/>
                      <a:pt x="365" y="5991"/>
                    </a:cubicBezTo>
                    <a:cubicBezTo>
                      <a:pt x="400" y="5592"/>
                      <a:pt x="795" y="4657"/>
                      <a:pt x="857" y="4511"/>
                    </a:cubicBezTo>
                    <a:cubicBezTo>
                      <a:pt x="952" y="4479"/>
                      <a:pt x="1346" y="4346"/>
                      <a:pt x="1526" y="4274"/>
                    </a:cubicBezTo>
                    <a:cubicBezTo>
                      <a:pt x="1741" y="4188"/>
                      <a:pt x="1908" y="3926"/>
                      <a:pt x="1735" y="3447"/>
                    </a:cubicBezTo>
                    <a:cubicBezTo>
                      <a:pt x="1697" y="3343"/>
                      <a:pt x="1631" y="3278"/>
                      <a:pt x="1540" y="3253"/>
                    </a:cubicBezTo>
                    <a:cubicBezTo>
                      <a:pt x="1512" y="3245"/>
                      <a:pt x="1483" y="3242"/>
                      <a:pt x="1452" y="3242"/>
                    </a:cubicBezTo>
                    <a:cubicBezTo>
                      <a:pt x="1233" y="3242"/>
                      <a:pt x="967" y="3426"/>
                      <a:pt x="869" y="3498"/>
                    </a:cubicBezTo>
                    <a:cubicBezTo>
                      <a:pt x="811" y="3423"/>
                      <a:pt x="676" y="3229"/>
                      <a:pt x="647" y="2993"/>
                    </a:cubicBezTo>
                    <a:cubicBezTo>
                      <a:pt x="609" y="2694"/>
                      <a:pt x="856" y="2447"/>
                      <a:pt x="937" y="2366"/>
                    </a:cubicBezTo>
                    <a:cubicBezTo>
                      <a:pt x="1040" y="2262"/>
                      <a:pt x="1232" y="1892"/>
                      <a:pt x="880" y="1436"/>
                    </a:cubicBezTo>
                    <a:cubicBezTo>
                      <a:pt x="554" y="1013"/>
                      <a:pt x="526" y="705"/>
                      <a:pt x="526" y="375"/>
                    </a:cubicBezTo>
                    <a:cubicBezTo>
                      <a:pt x="526" y="176"/>
                      <a:pt x="727" y="153"/>
                      <a:pt x="1111" y="127"/>
                    </a:cubicBezTo>
                    <a:cubicBezTo>
                      <a:pt x="1214" y="120"/>
                      <a:pt x="1321" y="112"/>
                      <a:pt x="1433" y="99"/>
                    </a:cubicBezTo>
                    <a:cubicBezTo>
                      <a:pt x="1453" y="96"/>
                      <a:pt x="1475" y="95"/>
                      <a:pt x="1499" y="95"/>
                    </a:cubicBezTo>
                    <a:close/>
                    <a:moveTo>
                      <a:pt x="1490" y="1"/>
                    </a:moveTo>
                    <a:cubicBezTo>
                      <a:pt x="1465" y="1"/>
                      <a:pt x="1442" y="2"/>
                      <a:pt x="1421" y="4"/>
                    </a:cubicBezTo>
                    <a:cubicBezTo>
                      <a:pt x="1311" y="18"/>
                      <a:pt x="1205" y="25"/>
                      <a:pt x="1103" y="33"/>
                    </a:cubicBezTo>
                    <a:cubicBezTo>
                      <a:pt x="742" y="57"/>
                      <a:pt x="431" y="79"/>
                      <a:pt x="431" y="375"/>
                    </a:cubicBezTo>
                    <a:cubicBezTo>
                      <a:pt x="431" y="723"/>
                      <a:pt x="459" y="1047"/>
                      <a:pt x="804" y="1494"/>
                    </a:cubicBezTo>
                    <a:cubicBezTo>
                      <a:pt x="1115" y="1896"/>
                      <a:pt x="956" y="2212"/>
                      <a:pt x="868" y="2299"/>
                    </a:cubicBezTo>
                    <a:cubicBezTo>
                      <a:pt x="630" y="2538"/>
                      <a:pt x="524" y="2776"/>
                      <a:pt x="552" y="3004"/>
                    </a:cubicBezTo>
                    <a:cubicBezTo>
                      <a:pt x="594" y="3339"/>
                      <a:pt x="818" y="3586"/>
                      <a:pt x="827" y="3596"/>
                    </a:cubicBezTo>
                    <a:lnTo>
                      <a:pt x="857" y="3629"/>
                    </a:lnTo>
                    <a:lnTo>
                      <a:pt x="892" y="3600"/>
                    </a:lnTo>
                    <a:cubicBezTo>
                      <a:pt x="989" y="3521"/>
                      <a:pt x="1260" y="3337"/>
                      <a:pt x="1452" y="3337"/>
                    </a:cubicBezTo>
                    <a:cubicBezTo>
                      <a:pt x="1473" y="3337"/>
                      <a:pt x="1494" y="3339"/>
                      <a:pt x="1514" y="3344"/>
                    </a:cubicBezTo>
                    <a:cubicBezTo>
                      <a:pt x="1576" y="3361"/>
                      <a:pt x="1619" y="3405"/>
                      <a:pt x="1645" y="3480"/>
                    </a:cubicBezTo>
                    <a:cubicBezTo>
                      <a:pt x="1773" y="3832"/>
                      <a:pt x="1715" y="4097"/>
                      <a:pt x="1491" y="4186"/>
                    </a:cubicBezTo>
                    <a:cubicBezTo>
                      <a:pt x="1292" y="4266"/>
                      <a:pt x="812" y="4426"/>
                      <a:pt x="806" y="4427"/>
                    </a:cubicBezTo>
                    <a:lnTo>
                      <a:pt x="786" y="4435"/>
                    </a:lnTo>
                    <a:lnTo>
                      <a:pt x="778" y="4453"/>
                    </a:lnTo>
                    <a:cubicBezTo>
                      <a:pt x="759" y="4497"/>
                      <a:pt x="310" y="5535"/>
                      <a:pt x="270" y="5982"/>
                    </a:cubicBezTo>
                    <a:cubicBezTo>
                      <a:pt x="254" y="6155"/>
                      <a:pt x="201" y="6312"/>
                      <a:pt x="150" y="6463"/>
                    </a:cubicBezTo>
                    <a:cubicBezTo>
                      <a:pt x="73" y="6686"/>
                      <a:pt x="1" y="6898"/>
                      <a:pt x="93" y="7097"/>
                    </a:cubicBezTo>
                    <a:cubicBezTo>
                      <a:pt x="244" y="7421"/>
                      <a:pt x="463" y="7546"/>
                      <a:pt x="1463" y="7649"/>
                    </a:cubicBezTo>
                    <a:cubicBezTo>
                      <a:pt x="1673" y="7670"/>
                      <a:pt x="1890" y="7680"/>
                      <a:pt x="2110" y="7680"/>
                    </a:cubicBezTo>
                    <a:cubicBezTo>
                      <a:pt x="2913" y="7680"/>
                      <a:pt x="3740" y="7541"/>
                      <a:pt x="4308" y="7297"/>
                    </a:cubicBezTo>
                    <a:cubicBezTo>
                      <a:pt x="4554" y="7192"/>
                      <a:pt x="4733" y="6985"/>
                      <a:pt x="4827" y="6698"/>
                    </a:cubicBezTo>
                    <a:cubicBezTo>
                      <a:pt x="4962" y="6291"/>
                      <a:pt x="4901" y="5795"/>
                      <a:pt x="4798" y="5619"/>
                    </a:cubicBezTo>
                    <a:cubicBezTo>
                      <a:pt x="4768" y="5566"/>
                      <a:pt x="4714" y="5487"/>
                      <a:pt x="4646" y="5387"/>
                    </a:cubicBezTo>
                    <a:cubicBezTo>
                      <a:pt x="4406" y="5035"/>
                      <a:pt x="4003" y="4444"/>
                      <a:pt x="4017" y="4111"/>
                    </a:cubicBezTo>
                    <a:cubicBezTo>
                      <a:pt x="4024" y="3991"/>
                      <a:pt x="4077" y="3845"/>
                      <a:pt x="4139" y="3677"/>
                    </a:cubicBezTo>
                    <a:cubicBezTo>
                      <a:pt x="4301" y="3234"/>
                      <a:pt x="4523" y="2629"/>
                      <a:pt x="4212" y="1736"/>
                    </a:cubicBezTo>
                    <a:cubicBezTo>
                      <a:pt x="3830" y="645"/>
                      <a:pt x="2069" y="1"/>
                      <a:pt x="14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
              <p:cNvSpPr/>
              <p:nvPr/>
            </p:nvSpPr>
            <p:spPr>
              <a:xfrm>
                <a:off x="5860301" y="3281541"/>
                <a:ext cx="37682" cy="18301"/>
              </a:xfrm>
              <a:custGeom>
                <a:rect b="b" l="l" r="r" t="t"/>
                <a:pathLst>
                  <a:path extrusionOk="0" h="288" w="593">
                    <a:moveTo>
                      <a:pt x="500" y="1"/>
                    </a:moveTo>
                    <a:cubicBezTo>
                      <a:pt x="497" y="10"/>
                      <a:pt x="448" y="192"/>
                      <a:pt x="175" y="192"/>
                    </a:cubicBezTo>
                    <a:cubicBezTo>
                      <a:pt x="130" y="192"/>
                      <a:pt x="78" y="187"/>
                      <a:pt x="18" y="175"/>
                    </a:cubicBezTo>
                    <a:lnTo>
                      <a:pt x="1" y="268"/>
                    </a:lnTo>
                    <a:cubicBezTo>
                      <a:pt x="65" y="281"/>
                      <a:pt x="123" y="287"/>
                      <a:pt x="175" y="287"/>
                    </a:cubicBezTo>
                    <a:cubicBezTo>
                      <a:pt x="526" y="287"/>
                      <a:pt x="591" y="26"/>
                      <a:pt x="592" y="23"/>
                    </a:cubicBezTo>
                    <a:lnTo>
                      <a:pt x="5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
              <p:cNvSpPr/>
              <p:nvPr/>
            </p:nvSpPr>
            <p:spPr>
              <a:xfrm>
                <a:off x="5896457" y="3162906"/>
                <a:ext cx="20779" cy="17856"/>
              </a:xfrm>
              <a:custGeom>
                <a:rect b="b" l="l" r="r" t="t"/>
                <a:pathLst>
                  <a:path extrusionOk="0" h="281" w="327">
                    <a:moveTo>
                      <a:pt x="0" y="1"/>
                    </a:moveTo>
                    <a:lnTo>
                      <a:pt x="0" y="95"/>
                    </a:lnTo>
                    <a:cubicBezTo>
                      <a:pt x="191" y="95"/>
                      <a:pt x="232" y="272"/>
                      <a:pt x="233" y="280"/>
                    </a:cubicBezTo>
                    <a:lnTo>
                      <a:pt x="275" y="271"/>
                    </a:lnTo>
                    <a:lnTo>
                      <a:pt x="327" y="260"/>
                    </a:lnTo>
                    <a:cubicBezTo>
                      <a:pt x="308" y="170"/>
                      <a:pt x="215"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1"/>
              <p:cNvSpPr/>
              <p:nvPr/>
            </p:nvSpPr>
            <p:spPr>
              <a:xfrm>
                <a:off x="5885274" y="3187751"/>
                <a:ext cx="15060" cy="21605"/>
              </a:xfrm>
              <a:custGeom>
                <a:rect b="b" l="l" r="r" t="t"/>
                <a:pathLst>
                  <a:path extrusionOk="0" h="340" w="237">
                    <a:moveTo>
                      <a:pt x="188" y="0"/>
                    </a:moveTo>
                    <a:cubicBezTo>
                      <a:pt x="152" y="0"/>
                      <a:pt x="95" y="57"/>
                      <a:pt x="56" y="139"/>
                    </a:cubicBezTo>
                    <a:cubicBezTo>
                      <a:pt x="9" y="231"/>
                      <a:pt x="0" y="319"/>
                      <a:pt x="35" y="337"/>
                    </a:cubicBezTo>
                    <a:cubicBezTo>
                      <a:pt x="39" y="339"/>
                      <a:pt x="43" y="340"/>
                      <a:pt x="47" y="340"/>
                    </a:cubicBezTo>
                    <a:cubicBezTo>
                      <a:pt x="84" y="340"/>
                      <a:pt x="140" y="283"/>
                      <a:pt x="181" y="202"/>
                    </a:cubicBezTo>
                    <a:cubicBezTo>
                      <a:pt x="227" y="109"/>
                      <a:pt x="236" y="20"/>
                      <a:pt x="202" y="3"/>
                    </a:cubicBezTo>
                    <a:cubicBezTo>
                      <a:pt x="197" y="1"/>
                      <a:pt x="193" y="0"/>
                      <a:pt x="1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
              <p:cNvSpPr/>
              <p:nvPr/>
            </p:nvSpPr>
            <p:spPr>
              <a:xfrm>
                <a:off x="4401657" y="3050879"/>
                <a:ext cx="360872" cy="313467"/>
              </a:xfrm>
              <a:custGeom>
                <a:rect b="b" l="l" r="r" t="t"/>
                <a:pathLst>
                  <a:path extrusionOk="0" h="4933" w="5679">
                    <a:moveTo>
                      <a:pt x="2345" y="95"/>
                    </a:moveTo>
                    <a:cubicBezTo>
                      <a:pt x="2573" y="95"/>
                      <a:pt x="2710" y="214"/>
                      <a:pt x="2823" y="311"/>
                    </a:cubicBezTo>
                    <a:cubicBezTo>
                      <a:pt x="2860" y="342"/>
                      <a:pt x="2894" y="373"/>
                      <a:pt x="2929" y="396"/>
                    </a:cubicBezTo>
                    <a:cubicBezTo>
                      <a:pt x="2974" y="426"/>
                      <a:pt x="3042" y="470"/>
                      <a:pt x="3123" y="522"/>
                    </a:cubicBezTo>
                    <a:cubicBezTo>
                      <a:pt x="3401" y="702"/>
                      <a:pt x="3867" y="1003"/>
                      <a:pt x="3988" y="1124"/>
                    </a:cubicBezTo>
                    <a:cubicBezTo>
                      <a:pt x="4112" y="1248"/>
                      <a:pt x="4085" y="1325"/>
                      <a:pt x="4083" y="1332"/>
                    </a:cubicBezTo>
                    <a:lnTo>
                      <a:pt x="4065" y="1367"/>
                    </a:lnTo>
                    <a:lnTo>
                      <a:pt x="4098" y="1390"/>
                    </a:lnTo>
                    <a:cubicBezTo>
                      <a:pt x="4524" y="1698"/>
                      <a:pt x="5180" y="2186"/>
                      <a:pt x="5241" y="2271"/>
                    </a:cubicBezTo>
                    <a:cubicBezTo>
                      <a:pt x="5281" y="2327"/>
                      <a:pt x="5174" y="2569"/>
                      <a:pt x="5048" y="2758"/>
                    </a:cubicBezTo>
                    <a:lnTo>
                      <a:pt x="5032" y="2782"/>
                    </a:lnTo>
                    <a:lnTo>
                      <a:pt x="5044" y="2807"/>
                    </a:lnTo>
                    <a:cubicBezTo>
                      <a:pt x="5049" y="2814"/>
                      <a:pt x="5479" y="3624"/>
                      <a:pt x="5529" y="3859"/>
                    </a:cubicBezTo>
                    <a:cubicBezTo>
                      <a:pt x="5567" y="4034"/>
                      <a:pt x="5316" y="4347"/>
                      <a:pt x="5203" y="4469"/>
                    </a:cubicBezTo>
                    <a:lnTo>
                      <a:pt x="2772" y="4829"/>
                    </a:lnTo>
                    <a:lnTo>
                      <a:pt x="2688" y="4679"/>
                    </a:lnTo>
                    <a:lnTo>
                      <a:pt x="2664" y="4676"/>
                    </a:lnTo>
                    <a:cubicBezTo>
                      <a:pt x="2658" y="4676"/>
                      <a:pt x="2052" y="4601"/>
                      <a:pt x="1284" y="4175"/>
                    </a:cubicBezTo>
                    <a:cubicBezTo>
                      <a:pt x="543" y="3764"/>
                      <a:pt x="100" y="3016"/>
                      <a:pt x="207" y="2356"/>
                    </a:cubicBezTo>
                    <a:cubicBezTo>
                      <a:pt x="309" y="1730"/>
                      <a:pt x="849" y="833"/>
                      <a:pt x="1688" y="327"/>
                    </a:cubicBezTo>
                    <a:cubicBezTo>
                      <a:pt x="1970" y="156"/>
                      <a:pt x="2181" y="95"/>
                      <a:pt x="2345" y="95"/>
                    </a:cubicBezTo>
                    <a:close/>
                    <a:moveTo>
                      <a:pt x="2347" y="0"/>
                    </a:moveTo>
                    <a:cubicBezTo>
                      <a:pt x="2168" y="0"/>
                      <a:pt x="1939" y="64"/>
                      <a:pt x="1638" y="246"/>
                    </a:cubicBezTo>
                    <a:cubicBezTo>
                      <a:pt x="776" y="767"/>
                      <a:pt x="219" y="1694"/>
                      <a:pt x="114" y="2340"/>
                    </a:cubicBezTo>
                    <a:cubicBezTo>
                      <a:pt x="0" y="3039"/>
                      <a:pt x="463" y="3828"/>
                      <a:pt x="1238" y="4258"/>
                    </a:cubicBezTo>
                    <a:cubicBezTo>
                      <a:pt x="1945" y="4652"/>
                      <a:pt x="2505" y="4749"/>
                      <a:pt x="2629" y="4767"/>
                    </a:cubicBezTo>
                    <a:lnTo>
                      <a:pt x="2720" y="4933"/>
                    </a:lnTo>
                    <a:lnTo>
                      <a:pt x="5249" y="4558"/>
                    </a:lnTo>
                    <a:lnTo>
                      <a:pt x="5261" y="4547"/>
                    </a:lnTo>
                    <a:cubicBezTo>
                      <a:pt x="5304" y="4502"/>
                      <a:pt x="5678" y="4102"/>
                      <a:pt x="5623" y="3840"/>
                    </a:cubicBezTo>
                    <a:cubicBezTo>
                      <a:pt x="5573" y="3613"/>
                      <a:pt x="5217" y="2929"/>
                      <a:pt x="5142" y="2787"/>
                    </a:cubicBezTo>
                    <a:cubicBezTo>
                      <a:pt x="5224" y="2660"/>
                      <a:pt x="5410" y="2344"/>
                      <a:pt x="5317" y="2215"/>
                    </a:cubicBezTo>
                    <a:cubicBezTo>
                      <a:pt x="5233" y="2098"/>
                      <a:pt x="4370" y="1469"/>
                      <a:pt x="4180" y="1333"/>
                    </a:cubicBezTo>
                    <a:cubicBezTo>
                      <a:pt x="4188" y="1279"/>
                      <a:pt x="4179" y="1180"/>
                      <a:pt x="4055" y="1057"/>
                    </a:cubicBezTo>
                    <a:cubicBezTo>
                      <a:pt x="3928" y="930"/>
                      <a:pt x="3475" y="636"/>
                      <a:pt x="3175" y="442"/>
                    </a:cubicBezTo>
                    <a:cubicBezTo>
                      <a:pt x="3095" y="390"/>
                      <a:pt x="3027" y="346"/>
                      <a:pt x="2982" y="317"/>
                    </a:cubicBezTo>
                    <a:cubicBezTo>
                      <a:pt x="2952" y="297"/>
                      <a:pt x="2920" y="269"/>
                      <a:pt x="2885" y="238"/>
                    </a:cubicBezTo>
                    <a:cubicBezTo>
                      <a:pt x="2765" y="135"/>
                      <a:pt x="2608" y="0"/>
                      <a:pt x="23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1"/>
              <p:cNvSpPr/>
              <p:nvPr/>
            </p:nvSpPr>
            <p:spPr>
              <a:xfrm>
                <a:off x="4405152" y="3053865"/>
                <a:ext cx="196545" cy="294849"/>
              </a:xfrm>
              <a:custGeom>
                <a:rect b="b" l="l" r="r" t="t"/>
                <a:pathLst>
                  <a:path extrusionOk="0" h="4640" w="3093">
                    <a:moveTo>
                      <a:pt x="2291" y="1"/>
                    </a:moveTo>
                    <a:cubicBezTo>
                      <a:pt x="2120" y="1"/>
                      <a:pt x="1900" y="63"/>
                      <a:pt x="1607" y="239"/>
                    </a:cubicBezTo>
                    <a:cubicBezTo>
                      <a:pt x="769" y="746"/>
                      <a:pt x="210" y="1654"/>
                      <a:pt x="106" y="2300"/>
                    </a:cubicBezTo>
                    <a:cubicBezTo>
                      <a:pt x="1" y="2947"/>
                      <a:pt x="420" y="3733"/>
                      <a:pt x="1206" y="4170"/>
                    </a:cubicBezTo>
                    <a:cubicBezTo>
                      <a:pt x="1721" y="4456"/>
                      <a:pt x="2159" y="4584"/>
                      <a:pt x="2402" y="4639"/>
                    </a:cubicBezTo>
                    <a:lnTo>
                      <a:pt x="2585" y="4536"/>
                    </a:lnTo>
                    <a:cubicBezTo>
                      <a:pt x="2585" y="4536"/>
                      <a:pt x="2674" y="4432"/>
                      <a:pt x="2882" y="4118"/>
                    </a:cubicBezTo>
                    <a:cubicBezTo>
                      <a:pt x="3092" y="3803"/>
                      <a:pt x="3040" y="3419"/>
                      <a:pt x="3040" y="3419"/>
                    </a:cubicBezTo>
                    <a:lnTo>
                      <a:pt x="3040" y="3419"/>
                    </a:lnTo>
                    <a:cubicBezTo>
                      <a:pt x="3040" y="3419"/>
                      <a:pt x="2690" y="3541"/>
                      <a:pt x="2551" y="3593"/>
                    </a:cubicBezTo>
                    <a:cubicBezTo>
                      <a:pt x="2530" y="3601"/>
                      <a:pt x="2504" y="3605"/>
                      <a:pt x="2474" y="3605"/>
                    </a:cubicBezTo>
                    <a:cubicBezTo>
                      <a:pt x="2298" y="3605"/>
                      <a:pt x="1984" y="3472"/>
                      <a:pt x="1835" y="3174"/>
                    </a:cubicBezTo>
                    <a:cubicBezTo>
                      <a:pt x="1660" y="2825"/>
                      <a:pt x="1922" y="2458"/>
                      <a:pt x="2114" y="2423"/>
                    </a:cubicBezTo>
                    <a:cubicBezTo>
                      <a:pt x="2138" y="2419"/>
                      <a:pt x="2162" y="2417"/>
                      <a:pt x="2185" y="2417"/>
                    </a:cubicBezTo>
                    <a:cubicBezTo>
                      <a:pt x="2333" y="2417"/>
                      <a:pt x="2457" y="2495"/>
                      <a:pt x="2548" y="2495"/>
                    </a:cubicBezTo>
                    <a:cubicBezTo>
                      <a:pt x="2555" y="2495"/>
                      <a:pt x="2562" y="2495"/>
                      <a:pt x="2569" y="2493"/>
                    </a:cubicBezTo>
                    <a:cubicBezTo>
                      <a:pt x="2674" y="2476"/>
                      <a:pt x="2674" y="2353"/>
                      <a:pt x="2690" y="2248"/>
                    </a:cubicBezTo>
                    <a:cubicBezTo>
                      <a:pt x="2708" y="2144"/>
                      <a:pt x="2411" y="1951"/>
                      <a:pt x="2411" y="1951"/>
                    </a:cubicBezTo>
                    <a:cubicBezTo>
                      <a:pt x="2411" y="1951"/>
                      <a:pt x="2813" y="1514"/>
                      <a:pt x="2918" y="1322"/>
                    </a:cubicBezTo>
                    <a:cubicBezTo>
                      <a:pt x="3023" y="1130"/>
                      <a:pt x="2201" y="938"/>
                      <a:pt x="2167" y="781"/>
                    </a:cubicBezTo>
                    <a:cubicBezTo>
                      <a:pt x="2132" y="624"/>
                      <a:pt x="2900" y="310"/>
                      <a:pt x="2900" y="310"/>
                    </a:cubicBezTo>
                    <a:cubicBezTo>
                      <a:pt x="2764" y="218"/>
                      <a:pt x="2612" y="1"/>
                      <a:pt x="22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
              <p:cNvSpPr/>
              <p:nvPr/>
            </p:nvSpPr>
            <p:spPr>
              <a:xfrm>
                <a:off x="4401657" y="3050879"/>
                <a:ext cx="203026" cy="301013"/>
              </a:xfrm>
              <a:custGeom>
                <a:rect b="b" l="l" r="r" t="t"/>
                <a:pathLst>
                  <a:path extrusionOk="0" h="4737" w="3195">
                    <a:moveTo>
                      <a:pt x="2345" y="95"/>
                    </a:moveTo>
                    <a:cubicBezTo>
                      <a:pt x="2573" y="95"/>
                      <a:pt x="2710" y="214"/>
                      <a:pt x="2823" y="311"/>
                    </a:cubicBezTo>
                    <a:cubicBezTo>
                      <a:pt x="2836" y="322"/>
                      <a:pt x="2849" y="334"/>
                      <a:pt x="2862" y="344"/>
                    </a:cubicBezTo>
                    <a:cubicBezTo>
                      <a:pt x="2595" y="457"/>
                      <a:pt x="2140" y="678"/>
                      <a:pt x="2176" y="838"/>
                    </a:cubicBezTo>
                    <a:cubicBezTo>
                      <a:pt x="2195" y="925"/>
                      <a:pt x="2331" y="992"/>
                      <a:pt x="2551" y="1092"/>
                    </a:cubicBezTo>
                    <a:cubicBezTo>
                      <a:pt x="2703" y="1163"/>
                      <a:pt x="2910" y="1257"/>
                      <a:pt x="2933" y="1326"/>
                    </a:cubicBezTo>
                    <a:cubicBezTo>
                      <a:pt x="2935" y="1334"/>
                      <a:pt x="2935" y="1340"/>
                      <a:pt x="2931" y="1347"/>
                    </a:cubicBezTo>
                    <a:cubicBezTo>
                      <a:pt x="2830" y="1532"/>
                      <a:pt x="2436" y="1962"/>
                      <a:pt x="2432" y="1966"/>
                    </a:cubicBezTo>
                    <a:lnTo>
                      <a:pt x="2393" y="2007"/>
                    </a:lnTo>
                    <a:lnTo>
                      <a:pt x="2440" y="2039"/>
                    </a:lnTo>
                    <a:cubicBezTo>
                      <a:pt x="2583" y="2130"/>
                      <a:pt x="2706" y="2249"/>
                      <a:pt x="2699" y="2288"/>
                    </a:cubicBezTo>
                    <a:cubicBezTo>
                      <a:pt x="2696" y="2303"/>
                      <a:pt x="2694" y="2319"/>
                      <a:pt x="2692" y="2335"/>
                    </a:cubicBezTo>
                    <a:cubicBezTo>
                      <a:pt x="2678" y="2437"/>
                      <a:pt x="2666" y="2485"/>
                      <a:pt x="2615" y="2493"/>
                    </a:cubicBezTo>
                    <a:cubicBezTo>
                      <a:pt x="2611" y="2494"/>
                      <a:pt x="2606" y="2494"/>
                      <a:pt x="2602" y="2494"/>
                    </a:cubicBezTo>
                    <a:cubicBezTo>
                      <a:pt x="2570" y="2494"/>
                      <a:pt x="2528" y="2480"/>
                      <a:pt x="2479" y="2465"/>
                    </a:cubicBezTo>
                    <a:cubicBezTo>
                      <a:pt x="2411" y="2443"/>
                      <a:pt x="2330" y="2416"/>
                      <a:pt x="2239" y="2416"/>
                    </a:cubicBezTo>
                    <a:cubicBezTo>
                      <a:pt x="2214" y="2416"/>
                      <a:pt x="2188" y="2418"/>
                      <a:pt x="2161" y="2423"/>
                    </a:cubicBezTo>
                    <a:cubicBezTo>
                      <a:pt x="2048" y="2444"/>
                      <a:pt x="1927" y="2552"/>
                      <a:pt x="1853" y="2700"/>
                    </a:cubicBezTo>
                    <a:cubicBezTo>
                      <a:pt x="1801" y="2803"/>
                      <a:pt x="1732" y="3012"/>
                      <a:pt x="1847" y="3242"/>
                    </a:cubicBezTo>
                    <a:cubicBezTo>
                      <a:pt x="2006" y="3560"/>
                      <a:pt x="2335" y="3699"/>
                      <a:pt x="2530" y="3699"/>
                    </a:cubicBezTo>
                    <a:cubicBezTo>
                      <a:pt x="2566" y="3699"/>
                      <a:pt x="2598" y="3695"/>
                      <a:pt x="2623" y="3685"/>
                    </a:cubicBezTo>
                    <a:cubicBezTo>
                      <a:pt x="2727" y="3646"/>
                      <a:pt x="2947" y="3568"/>
                      <a:pt x="3053" y="3531"/>
                    </a:cubicBezTo>
                    <a:lnTo>
                      <a:pt x="3053" y="3531"/>
                    </a:lnTo>
                    <a:cubicBezTo>
                      <a:pt x="3057" y="3646"/>
                      <a:pt x="3049" y="3913"/>
                      <a:pt x="2899" y="4139"/>
                    </a:cubicBezTo>
                    <a:cubicBezTo>
                      <a:pt x="2721" y="4403"/>
                      <a:pt x="2632" y="4519"/>
                      <a:pt x="2610" y="4547"/>
                    </a:cubicBezTo>
                    <a:lnTo>
                      <a:pt x="2449" y="4636"/>
                    </a:lnTo>
                    <a:cubicBezTo>
                      <a:pt x="2225" y="4583"/>
                      <a:pt x="1791" y="4457"/>
                      <a:pt x="1284" y="4175"/>
                    </a:cubicBezTo>
                    <a:cubicBezTo>
                      <a:pt x="543" y="3764"/>
                      <a:pt x="100" y="3016"/>
                      <a:pt x="207" y="2356"/>
                    </a:cubicBezTo>
                    <a:cubicBezTo>
                      <a:pt x="309" y="1730"/>
                      <a:pt x="849" y="833"/>
                      <a:pt x="1688" y="327"/>
                    </a:cubicBezTo>
                    <a:cubicBezTo>
                      <a:pt x="1970" y="156"/>
                      <a:pt x="2181" y="95"/>
                      <a:pt x="2345" y="95"/>
                    </a:cubicBezTo>
                    <a:close/>
                    <a:moveTo>
                      <a:pt x="2347" y="0"/>
                    </a:moveTo>
                    <a:cubicBezTo>
                      <a:pt x="2168" y="0"/>
                      <a:pt x="1939" y="64"/>
                      <a:pt x="1638" y="246"/>
                    </a:cubicBezTo>
                    <a:cubicBezTo>
                      <a:pt x="776" y="767"/>
                      <a:pt x="219" y="1694"/>
                      <a:pt x="114" y="2340"/>
                    </a:cubicBezTo>
                    <a:cubicBezTo>
                      <a:pt x="0" y="3039"/>
                      <a:pt x="462" y="3828"/>
                      <a:pt x="1238" y="4258"/>
                    </a:cubicBezTo>
                    <a:cubicBezTo>
                      <a:pt x="1741" y="4538"/>
                      <a:pt x="2174" y="4671"/>
                      <a:pt x="2446" y="4732"/>
                    </a:cubicBezTo>
                    <a:lnTo>
                      <a:pt x="2464" y="4737"/>
                    </a:lnTo>
                    <a:lnTo>
                      <a:pt x="2664" y="4625"/>
                    </a:lnTo>
                    <a:lnTo>
                      <a:pt x="2677" y="4614"/>
                    </a:lnTo>
                    <a:cubicBezTo>
                      <a:pt x="2681" y="4610"/>
                      <a:pt x="2768" y="4504"/>
                      <a:pt x="2977" y="4191"/>
                    </a:cubicBezTo>
                    <a:cubicBezTo>
                      <a:pt x="3195" y="3865"/>
                      <a:pt x="3144" y="3475"/>
                      <a:pt x="3142" y="3460"/>
                    </a:cubicBezTo>
                    <a:lnTo>
                      <a:pt x="3135" y="3402"/>
                    </a:lnTo>
                    <a:lnTo>
                      <a:pt x="3079" y="3421"/>
                    </a:lnTo>
                    <a:cubicBezTo>
                      <a:pt x="3079" y="3421"/>
                      <a:pt x="2730" y="3544"/>
                      <a:pt x="2589" y="3596"/>
                    </a:cubicBezTo>
                    <a:cubicBezTo>
                      <a:pt x="2573" y="3602"/>
                      <a:pt x="2553" y="3605"/>
                      <a:pt x="2528" y="3605"/>
                    </a:cubicBezTo>
                    <a:cubicBezTo>
                      <a:pt x="2375" y="3605"/>
                      <a:pt x="2075" y="3485"/>
                      <a:pt x="1932" y="3199"/>
                    </a:cubicBezTo>
                    <a:cubicBezTo>
                      <a:pt x="1835" y="3005"/>
                      <a:pt x="1894" y="2829"/>
                      <a:pt x="1937" y="2742"/>
                    </a:cubicBezTo>
                    <a:cubicBezTo>
                      <a:pt x="1996" y="2624"/>
                      <a:pt x="2095" y="2532"/>
                      <a:pt x="2178" y="2516"/>
                    </a:cubicBezTo>
                    <a:cubicBezTo>
                      <a:pt x="2198" y="2513"/>
                      <a:pt x="2219" y="2511"/>
                      <a:pt x="2239" y="2511"/>
                    </a:cubicBezTo>
                    <a:cubicBezTo>
                      <a:pt x="2315" y="2511"/>
                      <a:pt x="2386" y="2534"/>
                      <a:pt x="2449" y="2555"/>
                    </a:cubicBezTo>
                    <a:cubicBezTo>
                      <a:pt x="2505" y="2573"/>
                      <a:pt x="2554" y="2589"/>
                      <a:pt x="2601" y="2589"/>
                    </a:cubicBezTo>
                    <a:cubicBezTo>
                      <a:pt x="2611" y="2589"/>
                      <a:pt x="2621" y="2588"/>
                      <a:pt x="2631" y="2587"/>
                    </a:cubicBezTo>
                    <a:cubicBezTo>
                      <a:pt x="2756" y="2566"/>
                      <a:pt x="2773" y="2445"/>
                      <a:pt x="2786" y="2347"/>
                    </a:cubicBezTo>
                    <a:cubicBezTo>
                      <a:pt x="2788" y="2333"/>
                      <a:pt x="2791" y="2318"/>
                      <a:pt x="2793" y="2303"/>
                    </a:cubicBezTo>
                    <a:cubicBezTo>
                      <a:pt x="2810" y="2197"/>
                      <a:pt x="2638" y="2060"/>
                      <a:pt x="2539" y="1990"/>
                    </a:cubicBezTo>
                    <a:cubicBezTo>
                      <a:pt x="2642" y="1875"/>
                      <a:pt x="2926" y="1554"/>
                      <a:pt x="3015" y="1392"/>
                    </a:cubicBezTo>
                    <a:cubicBezTo>
                      <a:pt x="3031" y="1362"/>
                      <a:pt x="3034" y="1328"/>
                      <a:pt x="3023" y="1297"/>
                    </a:cubicBezTo>
                    <a:cubicBezTo>
                      <a:pt x="2987" y="1188"/>
                      <a:pt x="2795" y="1100"/>
                      <a:pt x="2591" y="1006"/>
                    </a:cubicBezTo>
                    <a:cubicBezTo>
                      <a:pt x="2466" y="949"/>
                      <a:pt x="2278" y="863"/>
                      <a:pt x="2268" y="817"/>
                    </a:cubicBezTo>
                    <a:cubicBezTo>
                      <a:pt x="2255" y="762"/>
                      <a:pt x="2554" y="572"/>
                      <a:pt x="2973" y="400"/>
                    </a:cubicBezTo>
                    <a:lnTo>
                      <a:pt x="3056" y="366"/>
                    </a:lnTo>
                    <a:lnTo>
                      <a:pt x="2982" y="317"/>
                    </a:lnTo>
                    <a:cubicBezTo>
                      <a:pt x="2952" y="297"/>
                      <a:pt x="2920" y="269"/>
                      <a:pt x="2885" y="239"/>
                    </a:cubicBezTo>
                    <a:cubicBezTo>
                      <a:pt x="2765" y="135"/>
                      <a:pt x="2608" y="0"/>
                      <a:pt x="23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
              <p:cNvSpPr/>
              <p:nvPr/>
            </p:nvSpPr>
            <p:spPr>
              <a:xfrm>
                <a:off x="4627872" y="3129228"/>
                <a:ext cx="28659" cy="22368"/>
              </a:xfrm>
              <a:custGeom>
                <a:rect b="b" l="l" r="r" t="t"/>
                <a:pathLst>
                  <a:path extrusionOk="0" h="352" w="451">
                    <a:moveTo>
                      <a:pt x="424" y="1"/>
                    </a:moveTo>
                    <a:cubicBezTo>
                      <a:pt x="352" y="1"/>
                      <a:pt x="155" y="27"/>
                      <a:pt x="1" y="305"/>
                    </a:cubicBezTo>
                    <a:lnTo>
                      <a:pt x="84" y="351"/>
                    </a:lnTo>
                    <a:cubicBezTo>
                      <a:pt x="214" y="116"/>
                      <a:pt x="372" y="96"/>
                      <a:pt x="422" y="96"/>
                    </a:cubicBezTo>
                    <a:cubicBezTo>
                      <a:pt x="430" y="96"/>
                      <a:pt x="436" y="96"/>
                      <a:pt x="437" y="96"/>
                    </a:cubicBezTo>
                    <a:lnTo>
                      <a:pt x="444" y="49"/>
                    </a:lnTo>
                    <a:lnTo>
                      <a:pt x="451" y="2"/>
                    </a:lnTo>
                    <a:cubicBezTo>
                      <a:pt x="449" y="2"/>
                      <a:pt x="439" y="1"/>
                      <a:pt x="4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
              <p:cNvSpPr/>
              <p:nvPr/>
            </p:nvSpPr>
            <p:spPr>
              <a:xfrm>
                <a:off x="4674005" y="3232168"/>
                <a:ext cx="52107" cy="22495"/>
              </a:xfrm>
              <a:custGeom>
                <a:rect b="b" l="l" r="r" t="t"/>
                <a:pathLst>
                  <a:path extrusionOk="0" h="354" w="820">
                    <a:moveTo>
                      <a:pt x="63" y="0"/>
                    </a:moveTo>
                    <a:lnTo>
                      <a:pt x="1" y="71"/>
                    </a:lnTo>
                    <a:cubicBezTo>
                      <a:pt x="263" y="303"/>
                      <a:pt x="492" y="354"/>
                      <a:pt x="640" y="354"/>
                    </a:cubicBezTo>
                    <a:cubicBezTo>
                      <a:pt x="747" y="354"/>
                      <a:pt x="813" y="328"/>
                      <a:pt x="819" y="324"/>
                    </a:cubicBezTo>
                    <a:lnTo>
                      <a:pt x="782" y="237"/>
                    </a:lnTo>
                    <a:cubicBezTo>
                      <a:pt x="781" y="238"/>
                      <a:pt x="730" y="258"/>
                      <a:pt x="642" y="258"/>
                    </a:cubicBezTo>
                    <a:cubicBezTo>
                      <a:pt x="513" y="258"/>
                      <a:pt x="306" y="214"/>
                      <a:pt x="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
              <p:cNvSpPr/>
              <p:nvPr/>
            </p:nvSpPr>
            <p:spPr>
              <a:xfrm>
                <a:off x="4645728" y="3153628"/>
                <a:ext cx="20652" cy="28468"/>
              </a:xfrm>
              <a:custGeom>
                <a:rect b="b" l="l" r="r" t="t"/>
                <a:pathLst>
                  <a:path extrusionOk="0" h="448" w="325">
                    <a:moveTo>
                      <a:pt x="74" y="0"/>
                    </a:moveTo>
                    <a:cubicBezTo>
                      <a:pt x="66" y="0"/>
                      <a:pt x="59" y="2"/>
                      <a:pt x="52" y="5"/>
                    </a:cubicBezTo>
                    <a:cubicBezTo>
                      <a:pt x="1" y="31"/>
                      <a:pt x="8" y="151"/>
                      <a:pt x="69" y="272"/>
                    </a:cubicBezTo>
                    <a:cubicBezTo>
                      <a:pt x="122" y="376"/>
                      <a:pt x="198" y="448"/>
                      <a:pt x="250" y="448"/>
                    </a:cubicBezTo>
                    <a:cubicBezTo>
                      <a:pt x="258" y="448"/>
                      <a:pt x="266" y="446"/>
                      <a:pt x="273" y="443"/>
                    </a:cubicBezTo>
                    <a:cubicBezTo>
                      <a:pt x="324" y="417"/>
                      <a:pt x="317" y="298"/>
                      <a:pt x="256" y="177"/>
                    </a:cubicBezTo>
                    <a:cubicBezTo>
                      <a:pt x="203" y="72"/>
                      <a:pt x="127" y="0"/>
                      <a:pt x="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
              <p:cNvSpPr/>
              <p:nvPr/>
            </p:nvSpPr>
            <p:spPr>
              <a:xfrm>
                <a:off x="4562740" y="3343623"/>
                <a:ext cx="147742" cy="50772"/>
              </a:xfrm>
              <a:custGeom>
                <a:rect b="b" l="l" r="r" t="t"/>
                <a:pathLst>
                  <a:path extrusionOk="0" h="799" w="2325">
                    <a:moveTo>
                      <a:pt x="932" y="0"/>
                    </a:moveTo>
                    <a:cubicBezTo>
                      <a:pt x="523" y="0"/>
                      <a:pt x="172" y="27"/>
                      <a:pt x="123" y="117"/>
                    </a:cubicBezTo>
                    <a:cubicBezTo>
                      <a:pt x="1" y="344"/>
                      <a:pt x="18" y="798"/>
                      <a:pt x="18" y="798"/>
                    </a:cubicBezTo>
                    <a:lnTo>
                      <a:pt x="2307" y="273"/>
                    </a:lnTo>
                    <a:lnTo>
                      <a:pt x="2325" y="65"/>
                    </a:lnTo>
                    <a:cubicBezTo>
                      <a:pt x="2325" y="65"/>
                      <a:pt x="1561" y="0"/>
                      <a:pt x="93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1"/>
              <p:cNvSpPr/>
              <p:nvPr/>
            </p:nvSpPr>
            <p:spPr>
              <a:xfrm>
                <a:off x="4559817" y="3340446"/>
                <a:ext cx="153906" cy="57635"/>
              </a:xfrm>
              <a:custGeom>
                <a:rect b="b" l="l" r="r" t="t"/>
                <a:pathLst>
                  <a:path extrusionOk="0" h="907" w="2422">
                    <a:moveTo>
                      <a:pt x="989" y="98"/>
                    </a:moveTo>
                    <a:cubicBezTo>
                      <a:pt x="1376" y="98"/>
                      <a:pt x="1859" y="120"/>
                      <a:pt x="2319" y="158"/>
                    </a:cubicBezTo>
                    <a:lnTo>
                      <a:pt x="2309" y="286"/>
                    </a:lnTo>
                    <a:lnTo>
                      <a:pt x="112" y="788"/>
                    </a:lnTo>
                    <a:cubicBezTo>
                      <a:pt x="112" y="661"/>
                      <a:pt x="121" y="356"/>
                      <a:pt x="211" y="189"/>
                    </a:cubicBezTo>
                    <a:cubicBezTo>
                      <a:pt x="246" y="125"/>
                      <a:pt x="559" y="98"/>
                      <a:pt x="989" y="98"/>
                    </a:cubicBezTo>
                    <a:close/>
                    <a:moveTo>
                      <a:pt x="1014" y="1"/>
                    </a:moveTo>
                    <a:cubicBezTo>
                      <a:pt x="571" y="1"/>
                      <a:pt x="186" y="34"/>
                      <a:pt x="127" y="144"/>
                    </a:cubicBezTo>
                    <a:cubicBezTo>
                      <a:pt x="0" y="380"/>
                      <a:pt x="16" y="830"/>
                      <a:pt x="17" y="849"/>
                    </a:cubicBezTo>
                    <a:lnTo>
                      <a:pt x="19" y="907"/>
                    </a:lnTo>
                    <a:lnTo>
                      <a:pt x="2397" y="362"/>
                    </a:lnTo>
                    <a:lnTo>
                      <a:pt x="2421" y="71"/>
                    </a:lnTo>
                    <a:lnTo>
                      <a:pt x="2374" y="66"/>
                    </a:lnTo>
                    <a:cubicBezTo>
                      <a:pt x="2110" y="44"/>
                      <a:pt x="1523" y="1"/>
                      <a:pt x="10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1"/>
              <p:cNvSpPr/>
              <p:nvPr/>
            </p:nvSpPr>
            <p:spPr>
              <a:xfrm>
                <a:off x="4925320" y="2758770"/>
                <a:ext cx="388006" cy="629286"/>
              </a:xfrm>
              <a:custGeom>
                <a:rect b="b" l="l" r="r" t="t"/>
                <a:pathLst>
                  <a:path extrusionOk="0" h="9903" w="6106">
                    <a:moveTo>
                      <a:pt x="5750" y="0"/>
                    </a:moveTo>
                    <a:cubicBezTo>
                      <a:pt x="5668" y="0"/>
                      <a:pt x="5560" y="72"/>
                      <a:pt x="5481" y="157"/>
                    </a:cubicBezTo>
                    <a:cubicBezTo>
                      <a:pt x="5381" y="267"/>
                      <a:pt x="5224" y="389"/>
                      <a:pt x="5162" y="470"/>
                    </a:cubicBezTo>
                    <a:cubicBezTo>
                      <a:pt x="5100" y="551"/>
                      <a:pt x="4911" y="950"/>
                      <a:pt x="4911" y="950"/>
                    </a:cubicBezTo>
                    <a:cubicBezTo>
                      <a:pt x="4911" y="950"/>
                      <a:pt x="4671" y="1325"/>
                      <a:pt x="4547" y="1487"/>
                    </a:cubicBezTo>
                    <a:cubicBezTo>
                      <a:pt x="4422" y="1647"/>
                      <a:pt x="4455" y="1810"/>
                      <a:pt x="4443" y="1914"/>
                    </a:cubicBezTo>
                    <a:cubicBezTo>
                      <a:pt x="4430" y="2018"/>
                      <a:pt x="4301" y="3515"/>
                      <a:pt x="4276" y="3582"/>
                    </a:cubicBezTo>
                    <a:cubicBezTo>
                      <a:pt x="4250" y="3650"/>
                      <a:pt x="1" y="8286"/>
                      <a:pt x="1" y="8286"/>
                    </a:cubicBezTo>
                    <a:lnTo>
                      <a:pt x="1284" y="9902"/>
                    </a:lnTo>
                    <a:cubicBezTo>
                      <a:pt x="1284" y="9902"/>
                      <a:pt x="2812" y="7242"/>
                      <a:pt x="3198" y="6813"/>
                    </a:cubicBezTo>
                    <a:cubicBezTo>
                      <a:pt x="3584" y="6385"/>
                      <a:pt x="5123" y="4143"/>
                      <a:pt x="5267" y="3967"/>
                    </a:cubicBezTo>
                    <a:cubicBezTo>
                      <a:pt x="5411" y="3791"/>
                      <a:pt x="5558" y="3456"/>
                      <a:pt x="5651" y="2975"/>
                    </a:cubicBezTo>
                    <a:cubicBezTo>
                      <a:pt x="5745" y="2494"/>
                      <a:pt x="5824" y="1693"/>
                      <a:pt x="5834" y="1607"/>
                    </a:cubicBezTo>
                    <a:cubicBezTo>
                      <a:pt x="5845" y="1520"/>
                      <a:pt x="6106" y="672"/>
                      <a:pt x="6072" y="510"/>
                    </a:cubicBezTo>
                    <a:cubicBezTo>
                      <a:pt x="6040" y="347"/>
                      <a:pt x="5934" y="346"/>
                      <a:pt x="5934" y="346"/>
                    </a:cubicBezTo>
                    <a:cubicBezTo>
                      <a:pt x="5934" y="346"/>
                      <a:pt x="5895" y="84"/>
                      <a:pt x="5815" y="21"/>
                    </a:cubicBezTo>
                    <a:cubicBezTo>
                      <a:pt x="5797" y="7"/>
                      <a:pt x="5774" y="0"/>
                      <a:pt x="575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
              <p:cNvSpPr/>
              <p:nvPr/>
            </p:nvSpPr>
            <p:spPr>
              <a:xfrm>
                <a:off x="4921380" y="2755720"/>
                <a:ext cx="394297" cy="637674"/>
              </a:xfrm>
              <a:custGeom>
                <a:rect b="b" l="l" r="r" t="t"/>
                <a:pathLst>
                  <a:path extrusionOk="0" h="10035" w="6205">
                    <a:moveTo>
                      <a:pt x="5811" y="96"/>
                    </a:moveTo>
                    <a:cubicBezTo>
                      <a:pt x="5826" y="96"/>
                      <a:pt x="5838" y="99"/>
                      <a:pt x="5848" y="107"/>
                    </a:cubicBezTo>
                    <a:cubicBezTo>
                      <a:pt x="5893" y="141"/>
                      <a:pt x="5934" y="300"/>
                      <a:pt x="5949" y="400"/>
                    </a:cubicBezTo>
                    <a:lnTo>
                      <a:pt x="5956" y="438"/>
                    </a:lnTo>
                    <a:lnTo>
                      <a:pt x="5994" y="441"/>
                    </a:lnTo>
                    <a:cubicBezTo>
                      <a:pt x="5997" y="441"/>
                      <a:pt x="6064" y="448"/>
                      <a:pt x="6088" y="567"/>
                    </a:cubicBezTo>
                    <a:cubicBezTo>
                      <a:pt x="6109" y="671"/>
                      <a:pt x="5980" y="1152"/>
                      <a:pt x="5910" y="1410"/>
                    </a:cubicBezTo>
                    <a:cubicBezTo>
                      <a:pt x="5872" y="1548"/>
                      <a:pt x="5852" y="1622"/>
                      <a:pt x="5849" y="1649"/>
                    </a:cubicBezTo>
                    <a:cubicBezTo>
                      <a:pt x="5848" y="1662"/>
                      <a:pt x="5845" y="1689"/>
                      <a:pt x="5840" y="1727"/>
                    </a:cubicBezTo>
                    <a:cubicBezTo>
                      <a:pt x="5815" y="1967"/>
                      <a:pt x="5746" y="2603"/>
                      <a:pt x="5666" y="3014"/>
                    </a:cubicBezTo>
                    <a:cubicBezTo>
                      <a:pt x="5583" y="3442"/>
                      <a:pt x="5447" y="3796"/>
                      <a:pt x="5293" y="3985"/>
                    </a:cubicBezTo>
                    <a:cubicBezTo>
                      <a:pt x="5243" y="4044"/>
                      <a:pt x="5051" y="4318"/>
                      <a:pt x="4784" y="4696"/>
                    </a:cubicBezTo>
                    <a:cubicBezTo>
                      <a:pt x="4265" y="5432"/>
                      <a:pt x="3482" y="6544"/>
                      <a:pt x="3226" y="6830"/>
                    </a:cubicBezTo>
                    <a:cubicBezTo>
                      <a:pt x="2868" y="7225"/>
                      <a:pt x="1575" y="9457"/>
                      <a:pt x="1340" y="9866"/>
                    </a:cubicBezTo>
                    <a:lnTo>
                      <a:pt x="126" y="8337"/>
                    </a:lnTo>
                    <a:cubicBezTo>
                      <a:pt x="1420" y="6925"/>
                      <a:pt x="4356" y="3715"/>
                      <a:pt x="4382" y="3647"/>
                    </a:cubicBezTo>
                    <a:cubicBezTo>
                      <a:pt x="4399" y="3602"/>
                      <a:pt x="4443" y="3150"/>
                      <a:pt x="4517" y="2331"/>
                    </a:cubicBezTo>
                    <a:cubicBezTo>
                      <a:pt x="4535" y="2140"/>
                      <a:pt x="4548" y="1996"/>
                      <a:pt x="4552" y="1967"/>
                    </a:cubicBezTo>
                    <a:cubicBezTo>
                      <a:pt x="4554" y="1942"/>
                      <a:pt x="4555" y="1914"/>
                      <a:pt x="4556" y="1883"/>
                    </a:cubicBezTo>
                    <a:cubicBezTo>
                      <a:pt x="4557" y="1786"/>
                      <a:pt x="4559" y="1675"/>
                      <a:pt x="4646" y="1563"/>
                    </a:cubicBezTo>
                    <a:cubicBezTo>
                      <a:pt x="4771" y="1403"/>
                      <a:pt x="5003" y="1038"/>
                      <a:pt x="5016" y="1017"/>
                    </a:cubicBezTo>
                    <a:cubicBezTo>
                      <a:pt x="5068" y="908"/>
                      <a:pt x="5213" y="609"/>
                      <a:pt x="5262" y="547"/>
                    </a:cubicBezTo>
                    <a:cubicBezTo>
                      <a:pt x="5293" y="507"/>
                      <a:pt x="5351" y="454"/>
                      <a:pt x="5412" y="397"/>
                    </a:cubicBezTo>
                    <a:cubicBezTo>
                      <a:pt x="5470" y="345"/>
                      <a:pt x="5530" y="290"/>
                      <a:pt x="5579" y="237"/>
                    </a:cubicBezTo>
                    <a:cubicBezTo>
                      <a:pt x="5658" y="151"/>
                      <a:pt x="5752" y="96"/>
                      <a:pt x="5811" y="96"/>
                    </a:cubicBezTo>
                    <a:close/>
                    <a:moveTo>
                      <a:pt x="5812" y="0"/>
                    </a:moveTo>
                    <a:cubicBezTo>
                      <a:pt x="5713" y="0"/>
                      <a:pt x="5595" y="78"/>
                      <a:pt x="5509" y="173"/>
                    </a:cubicBezTo>
                    <a:cubicBezTo>
                      <a:pt x="5463" y="223"/>
                      <a:pt x="5405" y="277"/>
                      <a:pt x="5348" y="327"/>
                    </a:cubicBezTo>
                    <a:cubicBezTo>
                      <a:pt x="5284" y="387"/>
                      <a:pt x="5222" y="442"/>
                      <a:pt x="5187" y="489"/>
                    </a:cubicBezTo>
                    <a:cubicBezTo>
                      <a:pt x="5123" y="570"/>
                      <a:pt x="4950" y="936"/>
                      <a:pt x="4933" y="972"/>
                    </a:cubicBezTo>
                    <a:cubicBezTo>
                      <a:pt x="4931" y="975"/>
                      <a:pt x="4694" y="1348"/>
                      <a:pt x="4571" y="1505"/>
                    </a:cubicBezTo>
                    <a:cubicBezTo>
                      <a:pt x="4465" y="1642"/>
                      <a:pt x="4463" y="1780"/>
                      <a:pt x="4461" y="1881"/>
                    </a:cubicBezTo>
                    <a:cubicBezTo>
                      <a:pt x="4461" y="1908"/>
                      <a:pt x="4460" y="1934"/>
                      <a:pt x="4457" y="1956"/>
                    </a:cubicBezTo>
                    <a:cubicBezTo>
                      <a:pt x="4453" y="1986"/>
                      <a:pt x="4441" y="2130"/>
                      <a:pt x="4423" y="2323"/>
                    </a:cubicBezTo>
                    <a:cubicBezTo>
                      <a:pt x="4384" y="2753"/>
                      <a:pt x="4311" y="3554"/>
                      <a:pt x="4297" y="3607"/>
                    </a:cubicBezTo>
                    <a:cubicBezTo>
                      <a:pt x="4222" y="3717"/>
                      <a:pt x="1472" y="6727"/>
                      <a:pt x="28" y="8303"/>
                    </a:cubicBezTo>
                    <a:lnTo>
                      <a:pt x="1" y="8332"/>
                    </a:lnTo>
                    <a:lnTo>
                      <a:pt x="1352" y="10034"/>
                    </a:lnTo>
                    <a:lnTo>
                      <a:pt x="1387" y="9974"/>
                    </a:lnTo>
                    <a:cubicBezTo>
                      <a:pt x="1402" y="9947"/>
                      <a:pt x="2917" y="7312"/>
                      <a:pt x="3296" y="6893"/>
                    </a:cubicBezTo>
                    <a:cubicBezTo>
                      <a:pt x="3556" y="6604"/>
                      <a:pt x="4342" y="5489"/>
                      <a:pt x="4861" y="4751"/>
                    </a:cubicBezTo>
                    <a:cubicBezTo>
                      <a:pt x="5117" y="4388"/>
                      <a:pt x="5319" y="4101"/>
                      <a:pt x="5366" y="4045"/>
                    </a:cubicBezTo>
                    <a:cubicBezTo>
                      <a:pt x="5532" y="3841"/>
                      <a:pt x="5673" y="3482"/>
                      <a:pt x="5760" y="3032"/>
                    </a:cubicBezTo>
                    <a:cubicBezTo>
                      <a:pt x="5840" y="2618"/>
                      <a:pt x="5909" y="1979"/>
                      <a:pt x="5935" y="1737"/>
                    </a:cubicBezTo>
                    <a:cubicBezTo>
                      <a:pt x="5939" y="1700"/>
                      <a:pt x="5941" y="1673"/>
                      <a:pt x="5943" y="1661"/>
                    </a:cubicBezTo>
                    <a:cubicBezTo>
                      <a:pt x="5945" y="1639"/>
                      <a:pt x="5973" y="1540"/>
                      <a:pt x="6001" y="1434"/>
                    </a:cubicBezTo>
                    <a:cubicBezTo>
                      <a:pt x="6109" y="1034"/>
                      <a:pt x="6205" y="665"/>
                      <a:pt x="6180" y="548"/>
                    </a:cubicBezTo>
                    <a:cubicBezTo>
                      <a:pt x="6154" y="416"/>
                      <a:pt x="6083" y="370"/>
                      <a:pt x="6037" y="354"/>
                    </a:cubicBezTo>
                    <a:cubicBezTo>
                      <a:pt x="6023" y="273"/>
                      <a:pt x="5983" y="92"/>
                      <a:pt x="5907" y="31"/>
                    </a:cubicBezTo>
                    <a:cubicBezTo>
                      <a:pt x="5879" y="10"/>
                      <a:pt x="5847" y="0"/>
                      <a:pt x="58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1"/>
              <p:cNvSpPr/>
              <p:nvPr/>
            </p:nvSpPr>
            <p:spPr>
              <a:xfrm>
                <a:off x="5209614" y="2830193"/>
                <a:ext cx="24020" cy="77906"/>
              </a:xfrm>
              <a:custGeom>
                <a:rect b="b" l="l" r="r" t="t"/>
                <a:pathLst>
                  <a:path extrusionOk="0" h="1226" w="378">
                    <a:moveTo>
                      <a:pt x="288" y="1"/>
                    </a:moveTo>
                    <a:cubicBezTo>
                      <a:pt x="266" y="63"/>
                      <a:pt x="74" y="601"/>
                      <a:pt x="64" y="685"/>
                    </a:cubicBezTo>
                    <a:lnTo>
                      <a:pt x="0" y="1214"/>
                    </a:lnTo>
                    <a:lnTo>
                      <a:pt x="95" y="1225"/>
                    </a:lnTo>
                    <a:lnTo>
                      <a:pt x="159" y="696"/>
                    </a:lnTo>
                    <a:cubicBezTo>
                      <a:pt x="165" y="642"/>
                      <a:pt x="296" y="260"/>
                      <a:pt x="378" y="33"/>
                    </a:cubicBezTo>
                    <a:lnTo>
                      <a:pt x="288" y="1"/>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
              <p:cNvSpPr/>
              <p:nvPr/>
            </p:nvSpPr>
            <p:spPr>
              <a:xfrm>
                <a:off x="5234015" y="2782472"/>
                <a:ext cx="28977" cy="75809"/>
              </a:xfrm>
              <a:custGeom>
                <a:rect b="b" l="l" r="r" t="t"/>
                <a:pathLst>
                  <a:path extrusionOk="0" h="1193" w="456">
                    <a:moveTo>
                      <a:pt x="366" y="0"/>
                    </a:moveTo>
                    <a:cubicBezTo>
                      <a:pt x="355" y="32"/>
                      <a:pt x="90" y="770"/>
                      <a:pt x="60" y="890"/>
                    </a:cubicBezTo>
                    <a:cubicBezTo>
                      <a:pt x="29" y="1011"/>
                      <a:pt x="1" y="1169"/>
                      <a:pt x="0" y="1176"/>
                    </a:cubicBezTo>
                    <a:lnTo>
                      <a:pt x="94" y="1192"/>
                    </a:lnTo>
                    <a:cubicBezTo>
                      <a:pt x="94" y="1190"/>
                      <a:pt x="122" y="1031"/>
                      <a:pt x="151" y="914"/>
                    </a:cubicBezTo>
                    <a:cubicBezTo>
                      <a:pt x="182" y="798"/>
                      <a:pt x="452" y="39"/>
                      <a:pt x="456" y="32"/>
                    </a:cubicBezTo>
                    <a:lnTo>
                      <a:pt x="366" y="0"/>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
              <p:cNvSpPr/>
              <p:nvPr/>
            </p:nvSpPr>
            <p:spPr>
              <a:xfrm>
                <a:off x="5271124" y="2779867"/>
                <a:ext cx="34124" cy="86930"/>
              </a:xfrm>
              <a:custGeom>
                <a:rect b="b" l="l" r="r" t="t"/>
                <a:pathLst>
                  <a:path extrusionOk="0" h="1368" w="537">
                    <a:moveTo>
                      <a:pt x="446" y="0"/>
                    </a:moveTo>
                    <a:cubicBezTo>
                      <a:pt x="446" y="3"/>
                      <a:pt x="364" y="271"/>
                      <a:pt x="242" y="538"/>
                    </a:cubicBezTo>
                    <a:cubicBezTo>
                      <a:pt x="113" y="824"/>
                      <a:pt x="4" y="1335"/>
                      <a:pt x="1" y="1356"/>
                    </a:cubicBezTo>
                    <a:lnTo>
                      <a:pt x="95" y="1368"/>
                    </a:lnTo>
                    <a:cubicBezTo>
                      <a:pt x="99" y="1342"/>
                      <a:pt x="206" y="847"/>
                      <a:pt x="329" y="578"/>
                    </a:cubicBezTo>
                    <a:cubicBezTo>
                      <a:pt x="453" y="304"/>
                      <a:pt x="536" y="31"/>
                      <a:pt x="537" y="28"/>
                    </a:cubicBezTo>
                    <a:lnTo>
                      <a:pt x="446" y="0"/>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
              <p:cNvSpPr/>
              <p:nvPr/>
            </p:nvSpPr>
            <p:spPr>
              <a:xfrm>
                <a:off x="5250409" y="2761757"/>
                <a:ext cx="37047" cy="98876"/>
              </a:xfrm>
              <a:custGeom>
                <a:rect b="b" l="l" r="r" t="t"/>
                <a:pathLst>
                  <a:path extrusionOk="0" h="1556" w="583">
                    <a:moveTo>
                      <a:pt x="494" y="0"/>
                    </a:moveTo>
                    <a:cubicBezTo>
                      <a:pt x="481" y="34"/>
                      <a:pt x="170" y="824"/>
                      <a:pt x="124" y="1000"/>
                    </a:cubicBezTo>
                    <a:cubicBezTo>
                      <a:pt x="106" y="1071"/>
                      <a:pt x="84" y="1165"/>
                      <a:pt x="64" y="1252"/>
                    </a:cubicBezTo>
                    <a:cubicBezTo>
                      <a:pt x="40" y="1358"/>
                      <a:pt x="10" y="1488"/>
                      <a:pt x="0" y="1509"/>
                    </a:cubicBezTo>
                    <a:lnTo>
                      <a:pt x="83" y="1555"/>
                    </a:lnTo>
                    <a:cubicBezTo>
                      <a:pt x="98" y="1529"/>
                      <a:pt x="116" y="1453"/>
                      <a:pt x="157" y="1274"/>
                    </a:cubicBezTo>
                    <a:cubicBezTo>
                      <a:pt x="177" y="1187"/>
                      <a:pt x="198" y="1095"/>
                      <a:pt x="216" y="1024"/>
                    </a:cubicBezTo>
                    <a:cubicBezTo>
                      <a:pt x="262" y="853"/>
                      <a:pt x="580" y="43"/>
                      <a:pt x="583" y="35"/>
                    </a:cubicBezTo>
                    <a:lnTo>
                      <a:pt x="494" y="0"/>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
              <p:cNvSpPr/>
              <p:nvPr/>
            </p:nvSpPr>
            <p:spPr>
              <a:xfrm>
                <a:off x="4853897" y="3468295"/>
                <a:ext cx="164391" cy="504547"/>
              </a:xfrm>
              <a:custGeom>
                <a:rect b="b" l="l" r="r" t="t"/>
                <a:pathLst>
                  <a:path extrusionOk="0" h="7940" w="2587">
                    <a:moveTo>
                      <a:pt x="1" y="1"/>
                    </a:moveTo>
                    <a:lnTo>
                      <a:pt x="914" y="4364"/>
                    </a:lnTo>
                    <a:lnTo>
                      <a:pt x="1394" y="6797"/>
                    </a:lnTo>
                    <a:lnTo>
                      <a:pt x="2005" y="7939"/>
                    </a:lnTo>
                    <a:lnTo>
                      <a:pt x="2587" y="712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
              <p:cNvSpPr/>
              <p:nvPr/>
            </p:nvSpPr>
            <p:spPr>
              <a:xfrm>
                <a:off x="4850974" y="3467278"/>
                <a:ext cx="170745" cy="511283"/>
              </a:xfrm>
              <a:custGeom>
                <a:rect b="b" l="l" r="r" t="t"/>
                <a:pathLst>
                  <a:path extrusionOk="0" h="8046" w="2687">
                    <a:moveTo>
                      <a:pt x="231" y="661"/>
                    </a:moveTo>
                    <a:lnTo>
                      <a:pt x="2579" y="7135"/>
                    </a:lnTo>
                    <a:lnTo>
                      <a:pt x="2056" y="7866"/>
                    </a:lnTo>
                    <a:lnTo>
                      <a:pt x="1486" y="6798"/>
                    </a:lnTo>
                    <a:lnTo>
                      <a:pt x="1006" y="4371"/>
                    </a:lnTo>
                    <a:lnTo>
                      <a:pt x="231" y="661"/>
                    </a:lnTo>
                    <a:close/>
                    <a:moveTo>
                      <a:pt x="92" y="0"/>
                    </a:moveTo>
                    <a:lnTo>
                      <a:pt x="1" y="26"/>
                    </a:lnTo>
                    <a:lnTo>
                      <a:pt x="913" y="4389"/>
                    </a:lnTo>
                    <a:lnTo>
                      <a:pt x="1393" y="6823"/>
                    </a:lnTo>
                    <a:lnTo>
                      <a:pt x="2045" y="8045"/>
                    </a:lnTo>
                    <a:lnTo>
                      <a:pt x="2686" y="7149"/>
                    </a:lnTo>
                    <a:lnTo>
                      <a:pt x="9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1"/>
              <p:cNvSpPr/>
              <p:nvPr/>
            </p:nvSpPr>
            <p:spPr>
              <a:xfrm>
                <a:off x="4480387" y="3798466"/>
                <a:ext cx="136812" cy="117558"/>
              </a:xfrm>
              <a:custGeom>
                <a:rect b="b" l="l" r="r" t="t"/>
                <a:pathLst>
                  <a:path extrusionOk="0" h="1850" w="2153">
                    <a:moveTo>
                      <a:pt x="335" y="121"/>
                    </a:moveTo>
                    <a:lnTo>
                      <a:pt x="1680" y="537"/>
                    </a:lnTo>
                    <a:cubicBezTo>
                      <a:pt x="1763" y="606"/>
                      <a:pt x="1963" y="791"/>
                      <a:pt x="1992" y="919"/>
                    </a:cubicBezTo>
                    <a:cubicBezTo>
                      <a:pt x="2030" y="1091"/>
                      <a:pt x="2043" y="1639"/>
                      <a:pt x="2023" y="1755"/>
                    </a:cubicBezTo>
                    <a:cubicBezTo>
                      <a:pt x="1811" y="1740"/>
                      <a:pt x="419" y="1318"/>
                      <a:pt x="251" y="1188"/>
                    </a:cubicBezTo>
                    <a:cubicBezTo>
                      <a:pt x="150" y="1108"/>
                      <a:pt x="237" y="533"/>
                      <a:pt x="335" y="121"/>
                    </a:cubicBezTo>
                    <a:close/>
                    <a:moveTo>
                      <a:pt x="267" y="0"/>
                    </a:moveTo>
                    <a:lnTo>
                      <a:pt x="256" y="49"/>
                    </a:lnTo>
                    <a:cubicBezTo>
                      <a:pt x="212" y="226"/>
                      <a:pt x="1" y="1113"/>
                      <a:pt x="194" y="1262"/>
                    </a:cubicBezTo>
                    <a:cubicBezTo>
                      <a:pt x="356" y="1389"/>
                      <a:pt x="1813" y="1849"/>
                      <a:pt x="2041" y="1849"/>
                    </a:cubicBezTo>
                    <a:cubicBezTo>
                      <a:pt x="2047" y="1849"/>
                      <a:pt x="2052" y="1849"/>
                      <a:pt x="2056" y="1848"/>
                    </a:cubicBezTo>
                    <a:cubicBezTo>
                      <a:pt x="2079" y="1845"/>
                      <a:pt x="2091" y="1833"/>
                      <a:pt x="2097" y="1824"/>
                    </a:cubicBezTo>
                    <a:cubicBezTo>
                      <a:pt x="2153" y="1741"/>
                      <a:pt x="2120" y="1060"/>
                      <a:pt x="2085" y="899"/>
                    </a:cubicBezTo>
                    <a:cubicBezTo>
                      <a:pt x="2042" y="707"/>
                      <a:pt x="1745" y="468"/>
                      <a:pt x="1732" y="458"/>
                    </a:cubicBezTo>
                    <a:lnTo>
                      <a:pt x="26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
              <p:cNvSpPr/>
              <p:nvPr/>
            </p:nvSpPr>
            <p:spPr>
              <a:xfrm>
                <a:off x="4495701" y="3612856"/>
                <a:ext cx="89154" cy="188284"/>
              </a:xfrm>
              <a:custGeom>
                <a:rect b="b" l="l" r="r" t="t"/>
                <a:pathLst>
                  <a:path extrusionOk="0" h="2963" w="1403">
                    <a:moveTo>
                      <a:pt x="514" y="1"/>
                    </a:moveTo>
                    <a:cubicBezTo>
                      <a:pt x="514" y="1"/>
                      <a:pt x="1" y="2606"/>
                      <a:pt x="41" y="2705"/>
                    </a:cubicBezTo>
                    <a:cubicBezTo>
                      <a:pt x="80" y="2804"/>
                      <a:pt x="1403" y="2962"/>
                      <a:pt x="1403" y="2962"/>
                    </a:cubicBezTo>
                    <a:lnTo>
                      <a:pt x="51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
              <p:cNvSpPr/>
              <p:nvPr/>
            </p:nvSpPr>
            <p:spPr>
              <a:xfrm>
                <a:off x="4492842" y="3600401"/>
                <a:ext cx="96207" cy="204234"/>
              </a:xfrm>
              <a:custGeom>
                <a:rect b="b" l="l" r="r" t="t"/>
                <a:pathLst>
                  <a:path extrusionOk="0" h="3214" w="1514">
                    <a:moveTo>
                      <a:pt x="569" y="395"/>
                    </a:moveTo>
                    <a:lnTo>
                      <a:pt x="1381" y="3102"/>
                    </a:lnTo>
                    <a:cubicBezTo>
                      <a:pt x="814" y="3032"/>
                      <a:pt x="219" y="2935"/>
                      <a:pt x="131" y="2880"/>
                    </a:cubicBezTo>
                    <a:cubicBezTo>
                      <a:pt x="127" y="2718"/>
                      <a:pt x="376" y="1380"/>
                      <a:pt x="569" y="395"/>
                    </a:cubicBezTo>
                    <a:close/>
                    <a:moveTo>
                      <a:pt x="550" y="1"/>
                    </a:moveTo>
                    <a:lnTo>
                      <a:pt x="513" y="188"/>
                    </a:lnTo>
                    <a:cubicBezTo>
                      <a:pt x="358" y="975"/>
                      <a:pt x="1" y="2818"/>
                      <a:pt x="42" y="2919"/>
                    </a:cubicBezTo>
                    <a:cubicBezTo>
                      <a:pt x="74" y="3002"/>
                      <a:pt x="545" y="3098"/>
                      <a:pt x="1442" y="3205"/>
                    </a:cubicBezTo>
                    <a:lnTo>
                      <a:pt x="1514" y="3214"/>
                    </a:lnTo>
                    <a:lnTo>
                      <a:pt x="5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
              <p:cNvSpPr/>
              <p:nvPr/>
            </p:nvSpPr>
            <p:spPr>
              <a:xfrm>
                <a:off x="4481912" y="3751761"/>
                <a:ext cx="112983" cy="80321"/>
              </a:xfrm>
              <a:custGeom>
                <a:rect b="b" l="l" r="r" t="t"/>
                <a:pathLst>
                  <a:path extrusionOk="0" h="1264" w="1778">
                    <a:moveTo>
                      <a:pt x="236" y="1"/>
                    </a:moveTo>
                    <a:cubicBezTo>
                      <a:pt x="197" y="1"/>
                      <a:pt x="170" y="8"/>
                      <a:pt x="159" y="26"/>
                    </a:cubicBezTo>
                    <a:cubicBezTo>
                      <a:pt x="159" y="26"/>
                      <a:pt x="1" y="855"/>
                      <a:pt x="198" y="953"/>
                    </a:cubicBezTo>
                    <a:cubicBezTo>
                      <a:pt x="362" y="1035"/>
                      <a:pt x="1196" y="1264"/>
                      <a:pt x="1538" y="1264"/>
                    </a:cubicBezTo>
                    <a:cubicBezTo>
                      <a:pt x="1611" y="1264"/>
                      <a:pt x="1661" y="1254"/>
                      <a:pt x="1679" y="1229"/>
                    </a:cubicBezTo>
                    <a:cubicBezTo>
                      <a:pt x="1777" y="1092"/>
                      <a:pt x="1640" y="500"/>
                      <a:pt x="1640" y="500"/>
                    </a:cubicBezTo>
                    <a:cubicBezTo>
                      <a:pt x="1640" y="500"/>
                      <a:pt x="547" y="1"/>
                      <a:pt x="23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1"/>
              <p:cNvSpPr/>
              <p:nvPr/>
            </p:nvSpPr>
            <p:spPr>
              <a:xfrm>
                <a:off x="4479244" y="3749156"/>
                <a:ext cx="118575" cy="85786"/>
              </a:xfrm>
              <a:custGeom>
                <a:rect b="b" l="l" r="r" t="t"/>
                <a:pathLst>
                  <a:path extrusionOk="0" h="1350" w="1866">
                    <a:moveTo>
                      <a:pt x="281" y="87"/>
                    </a:moveTo>
                    <a:cubicBezTo>
                      <a:pt x="461" y="87"/>
                      <a:pt x="1088" y="323"/>
                      <a:pt x="1640" y="574"/>
                    </a:cubicBezTo>
                    <a:cubicBezTo>
                      <a:pt x="1693" y="812"/>
                      <a:pt x="1740" y="1162"/>
                      <a:pt x="1683" y="1242"/>
                    </a:cubicBezTo>
                    <a:cubicBezTo>
                      <a:pt x="1669" y="1255"/>
                      <a:pt x="1636" y="1260"/>
                      <a:pt x="1588" y="1260"/>
                    </a:cubicBezTo>
                    <a:cubicBezTo>
                      <a:pt x="1298" y="1260"/>
                      <a:pt x="471" y="1057"/>
                      <a:pt x="262" y="951"/>
                    </a:cubicBezTo>
                    <a:cubicBezTo>
                      <a:pt x="151" y="897"/>
                      <a:pt x="185" y="412"/>
                      <a:pt x="244" y="92"/>
                    </a:cubicBezTo>
                    <a:cubicBezTo>
                      <a:pt x="253" y="88"/>
                      <a:pt x="265" y="87"/>
                      <a:pt x="281" y="87"/>
                    </a:cubicBezTo>
                    <a:close/>
                    <a:moveTo>
                      <a:pt x="279" y="0"/>
                    </a:moveTo>
                    <a:cubicBezTo>
                      <a:pt x="220" y="0"/>
                      <a:pt x="178" y="13"/>
                      <a:pt x="160" y="42"/>
                    </a:cubicBezTo>
                    <a:lnTo>
                      <a:pt x="154" y="57"/>
                    </a:lnTo>
                    <a:cubicBezTo>
                      <a:pt x="127" y="202"/>
                      <a:pt x="1" y="927"/>
                      <a:pt x="219" y="1036"/>
                    </a:cubicBezTo>
                    <a:cubicBezTo>
                      <a:pt x="333" y="1094"/>
                      <a:pt x="1179" y="1349"/>
                      <a:pt x="1572" y="1349"/>
                    </a:cubicBezTo>
                    <a:cubicBezTo>
                      <a:pt x="1666" y="1349"/>
                      <a:pt x="1734" y="1334"/>
                      <a:pt x="1759" y="1299"/>
                    </a:cubicBezTo>
                    <a:cubicBezTo>
                      <a:pt x="1865" y="1150"/>
                      <a:pt x="1751" y="632"/>
                      <a:pt x="1727" y="530"/>
                    </a:cubicBezTo>
                    <a:lnTo>
                      <a:pt x="1722" y="506"/>
                    </a:lnTo>
                    <a:lnTo>
                      <a:pt x="1701" y="497"/>
                    </a:lnTo>
                    <a:cubicBezTo>
                      <a:pt x="1262" y="296"/>
                      <a:pt x="565" y="0"/>
                      <a:pt x="2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
              <p:cNvSpPr/>
              <p:nvPr/>
            </p:nvSpPr>
            <p:spPr>
              <a:xfrm>
                <a:off x="4670573" y="4986725"/>
                <a:ext cx="288113" cy="123277"/>
              </a:xfrm>
              <a:custGeom>
                <a:rect b="b" l="l" r="r" t="t"/>
                <a:pathLst>
                  <a:path extrusionOk="0" h="1940" w="4534">
                    <a:moveTo>
                      <a:pt x="2677" y="102"/>
                    </a:moveTo>
                    <a:cubicBezTo>
                      <a:pt x="2796" y="190"/>
                      <a:pt x="3327" y="582"/>
                      <a:pt x="3503" y="626"/>
                    </a:cubicBezTo>
                    <a:cubicBezTo>
                      <a:pt x="3764" y="691"/>
                      <a:pt x="4319" y="888"/>
                      <a:pt x="4369" y="971"/>
                    </a:cubicBezTo>
                    <a:cubicBezTo>
                      <a:pt x="4422" y="1060"/>
                      <a:pt x="4368" y="1406"/>
                      <a:pt x="4278" y="1540"/>
                    </a:cubicBezTo>
                    <a:cubicBezTo>
                      <a:pt x="4213" y="1628"/>
                      <a:pt x="3264" y="1808"/>
                      <a:pt x="2590" y="1808"/>
                    </a:cubicBezTo>
                    <a:cubicBezTo>
                      <a:pt x="2487" y="1808"/>
                      <a:pt x="2390" y="1804"/>
                      <a:pt x="2304" y="1795"/>
                    </a:cubicBezTo>
                    <a:cubicBezTo>
                      <a:pt x="2237" y="1787"/>
                      <a:pt x="2162" y="1784"/>
                      <a:pt x="2081" y="1784"/>
                    </a:cubicBezTo>
                    <a:cubicBezTo>
                      <a:pt x="1907" y="1784"/>
                      <a:pt x="1706" y="1799"/>
                      <a:pt x="1498" y="1814"/>
                    </a:cubicBezTo>
                    <a:cubicBezTo>
                      <a:pt x="1288" y="1828"/>
                      <a:pt x="1068" y="1844"/>
                      <a:pt x="870" y="1844"/>
                    </a:cubicBezTo>
                    <a:cubicBezTo>
                      <a:pt x="545" y="1844"/>
                      <a:pt x="282" y="1802"/>
                      <a:pt x="232" y="1644"/>
                    </a:cubicBezTo>
                    <a:cubicBezTo>
                      <a:pt x="116" y="1275"/>
                      <a:pt x="275" y="740"/>
                      <a:pt x="315" y="619"/>
                    </a:cubicBezTo>
                    <a:cubicBezTo>
                      <a:pt x="547" y="569"/>
                      <a:pt x="2252" y="197"/>
                      <a:pt x="2677" y="102"/>
                    </a:cubicBezTo>
                    <a:close/>
                    <a:moveTo>
                      <a:pt x="2699" y="0"/>
                    </a:moveTo>
                    <a:lnTo>
                      <a:pt x="2678" y="5"/>
                    </a:lnTo>
                    <a:cubicBezTo>
                      <a:pt x="2265" y="97"/>
                      <a:pt x="268" y="532"/>
                      <a:pt x="268" y="532"/>
                    </a:cubicBezTo>
                    <a:lnTo>
                      <a:pt x="243" y="539"/>
                    </a:lnTo>
                    <a:lnTo>
                      <a:pt x="233" y="563"/>
                    </a:lnTo>
                    <a:cubicBezTo>
                      <a:pt x="224" y="590"/>
                      <a:pt x="0" y="1226"/>
                      <a:pt x="141" y="1672"/>
                    </a:cubicBezTo>
                    <a:cubicBezTo>
                      <a:pt x="208" y="1885"/>
                      <a:pt x="504" y="1939"/>
                      <a:pt x="872" y="1939"/>
                    </a:cubicBezTo>
                    <a:cubicBezTo>
                      <a:pt x="1071" y="1939"/>
                      <a:pt x="1289" y="1924"/>
                      <a:pt x="1505" y="1908"/>
                    </a:cubicBezTo>
                    <a:cubicBezTo>
                      <a:pt x="1714" y="1893"/>
                      <a:pt x="1914" y="1878"/>
                      <a:pt x="2085" y="1878"/>
                    </a:cubicBezTo>
                    <a:cubicBezTo>
                      <a:pt x="2160" y="1878"/>
                      <a:pt x="2231" y="1881"/>
                      <a:pt x="2293" y="1888"/>
                    </a:cubicBezTo>
                    <a:cubicBezTo>
                      <a:pt x="2377" y="1897"/>
                      <a:pt x="2475" y="1902"/>
                      <a:pt x="2582" y="1902"/>
                    </a:cubicBezTo>
                    <a:cubicBezTo>
                      <a:pt x="3246" y="1902"/>
                      <a:pt x="4260" y="1738"/>
                      <a:pt x="4357" y="1592"/>
                    </a:cubicBezTo>
                    <a:cubicBezTo>
                      <a:pt x="4451" y="1453"/>
                      <a:pt x="4533" y="1060"/>
                      <a:pt x="4451" y="922"/>
                    </a:cubicBezTo>
                    <a:cubicBezTo>
                      <a:pt x="4362" y="776"/>
                      <a:pt x="3623" y="558"/>
                      <a:pt x="3526" y="533"/>
                    </a:cubicBezTo>
                    <a:cubicBezTo>
                      <a:pt x="3383" y="498"/>
                      <a:pt x="2893" y="146"/>
                      <a:pt x="2717" y="13"/>
                    </a:cubicBezTo>
                    <a:lnTo>
                      <a:pt x="269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
              <p:cNvSpPr/>
              <p:nvPr/>
            </p:nvSpPr>
            <p:spPr>
              <a:xfrm>
                <a:off x="4676483" y="5066599"/>
                <a:ext cx="278327" cy="43401"/>
              </a:xfrm>
              <a:custGeom>
                <a:rect b="b" l="l" r="r" t="t"/>
                <a:pathLst>
                  <a:path extrusionOk="0" h="683" w="4380">
                    <a:moveTo>
                      <a:pt x="4249" y="133"/>
                    </a:moveTo>
                    <a:cubicBezTo>
                      <a:pt x="4231" y="196"/>
                      <a:pt x="4207" y="249"/>
                      <a:pt x="4185" y="283"/>
                    </a:cubicBezTo>
                    <a:cubicBezTo>
                      <a:pt x="4120" y="371"/>
                      <a:pt x="3171" y="551"/>
                      <a:pt x="2497" y="551"/>
                    </a:cubicBezTo>
                    <a:cubicBezTo>
                      <a:pt x="2394" y="551"/>
                      <a:pt x="2297" y="547"/>
                      <a:pt x="2211" y="538"/>
                    </a:cubicBezTo>
                    <a:cubicBezTo>
                      <a:pt x="2144" y="530"/>
                      <a:pt x="2069" y="527"/>
                      <a:pt x="1988" y="527"/>
                    </a:cubicBezTo>
                    <a:cubicBezTo>
                      <a:pt x="1814" y="527"/>
                      <a:pt x="1613" y="542"/>
                      <a:pt x="1405" y="557"/>
                    </a:cubicBezTo>
                    <a:cubicBezTo>
                      <a:pt x="1195" y="572"/>
                      <a:pt x="975" y="587"/>
                      <a:pt x="778" y="587"/>
                    </a:cubicBezTo>
                    <a:cubicBezTo>
                      <a:pt x="452" y="587"/>
                      <a:pt x="189" y="545"/>
                      <a:pt x="139" y="387"/>
                    </a:cubicBezTo>
                    <a:cubicBezTo>
                      <a:pt x="122" y="334"/>
                      <a:pt x="111" y="274"/>
                      <a:pt x="104" y="209"/>
                    </a:cubicBezTo>
                    <a:lnTo>
                      <a:pt x="104" y="209"/>
                    </a:lnTo>
                    <a:cubicBezTo>
                      <a:pt x="302" y="309"/>
                      <a:pt x="636" y="406"/>
                      <a:pt x="1184" y="406"/>
                    </a:cubicBezTo>
                    <a:cubicBezTo>
                      <a:pt x="1246" y="406"/>
                      <a:pt x="1312" y="405"/>
                      <a:pt x="1381" y="402"/>
                    </a:cubicBezTo>
                    <a:cubicBezTo>
                      <a:pt x="2760" y="350"/>
                      <a:pt x="3606" y="306"/>
                      <a:pt x="3848" y="241"/>
                    </a:cubicBezTo>
                    <a:cubicBezTo>
                      <a:pt x="3952" y="211"/>
                      <a:pt x="4107" y="170"/>
                      <a:pt x="4249" y="133"/>
                    </a:cubicBezTo>
                    <a:close/>
                    <a:moveTo>
                      <a:pt x="4380" y="0"/>
                    </a:moveTo>
                    <a:lnTo>
                      <a:pt x="4304" y="20"/>
                    </a:lnTo>
                    <a:cubicBezTo>
                      <a:pt x="4141" y="63"/>
                      <a:pt x="3947" y="114"/>
                      <a:pt x="3822" y="148"/>
                    </a:cubicBezTo>
                    <a:cubicBezTo>
                      <a:pt x="3566" y="219"/>
                      <a:pt x="2474" y="265"/>
                      <a:pt x="1377" y="308"/>
                    </a:cubicBezTo>
                    <a:cubicBezTo>
                      <a:pt x="1312" y="310"/>
                      <a:pt x="1250" y="311"/>
                      <a:pt x="1190" y="311"/>
                    </a:cubicBezTo>
                    <a:cubicBezTo>
                      <a:pt x="581" y="311"/>
                      <a:pt x="249" y="191"/>
                      <a:pt x="75" y="85"/>
                    </a:cubicBezTo>
                    <a:lnTo>
                      <a:pt x="1" y="39"/>
                    </a:lnTo>
                    <a:lnTo>
                      <a:pt x="1" y="39"/>
                    </a:lnTo>
                    <a:lnTo>
                      <a:pt x="4" y="127"/>
                    </a:lnTo>
                    <a:cubicBezTo>
                      <a:pt x="7" y="235"/>
                      <a:pt x="22" y="332"/>
                      <a:pt x="48" y="415"/>
                    </a:cubicBezTo>
                    <a:cubicBezTo>
                      <a:pt x="115" y="628"/>
                      <a:pt x="411" y="682"/>
                      <a:pt x="779" y="682"/>
                    </a:cubicBezTo>
                    <a:cubicBezTo>
                      <a:pt x="978" y="682"/>
                      <a:pt x="1196" y="667"/>
                      <a:pt x="1412" y="651"/>
                    </a:cubicBezTo>
                    <a:cubicBezTo>
                      <a:pt x="1617" y="636"/>
                      <a:pt x="1815" y="622"/>
                      <a:pt x="1985" y="622"/>
                    </a:cubicBezTo>
                    <a:cubicBezTo>
                      <a:pt x="2064" y="622"/>
                      <a:pt x="2136" y="625"/>
                      <a:pt x="2200" y="632"/>
                    </a:cubicBezTo>
                    <a:cubicBezTo>
                      <a:pt x="2283" y="641"/>
                      <a:pt x="2380" y="645"/>
                      <a:pt x="2486" y="645"/>
                    </a:cubicBezTo>
                    <a:cubicBezTo>
                      <a:pt x="3149" y="645"/>
                      <a:pt x="4167" y="482"/>
                      <a:pt x="4264" y="335"/>
                    </a:cubicBezTo>
                    <a:cubicBezTo>
                      <a:pt x="4302" y="278"/>
                      <a:pt x="4338" y="184"/>
                      <a:pt x="4363" y="77"/>
                    </a:cubicBezTo>
                    <a:lnTo>
                      <a:pt x="438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
              <p:cNvSpPr/>
              <p:nvPr/>
            </p:nvSpPr>
            <p:spPr>
              <a:xfrm>
                <a:off x="4268024" y="4898908"/>
                <a:ext cx="274324" cy="169475"/>
              </a:xfrm>
              <a:custGeom>
                <a:rect b="b" l="l" r="r" t="t"/>
                <a:pathLst>
                  <a:path extrusionOk="0" h="2667" w="4317">
                    <a:moveTo>
                      <a:pt x="626" y="113"/>
                    </a:moveTo>
                    <a:lnTo>
                      <a:pt x="2522" y="603"/>
                    </a:lnTo>
                    <a:cubicBezTo>
                      <a:pt x="2590" y="702"/>
                      <a:pt x="2976" y="1253"/>
                      <a:pt x="3236" y="1426"/>
                    </a:cubicBezTo>
                    <a:cubicBezTo>
                      <a:pt x="3620" y="1682"/>
                      <a:pt x="4188" y="2170"/>
                      <a:pt x="4157" y="2294"/>
                    </a:cubicBezTo>
                    <a:cubicBezTo>
                      <a:pt x="4126" y="2421"/>
                      <a:pt x="3830" y="2571"/>
                      <a:pt x="3494" y="2571"/>
                    </a:cubicBezTo>
                    <a:cubicBezTo>
                      <a:pt x="3436" y="2571"/>
                      <a:pt x="3376" y="2566"/>
                      <a:pt x="3316" y="2557"/>
                    </a:cubicBezTo>
                    <a:cubicBezTo>
                      <a:pt x="2908" y="2489"/>
                      <a:pt x="2038" y="2098"/>
                      <a:pt x="1864" y="1990"/>
                    </a:cubicBezTo>
                    <a:cubicBezTo>
                      <a:pt x="1755" y="1922"/>
                      <a:pt x="1521" y="1900"/>
                      <a:pt x="1273" y="1877"/>
                    </a:cubicBezTo>
                    <a:cubicBezTo>
                      <a:pt x="1083" y="1860"/>
                      <a:pt x="886" y="1842"/>
                      <a:pt x="777" y="1802"/>
                    </a:cubicBezTo>
                    <a:cubicBezTo>
                      <a:pt x="734" y="1786"/>
                      <a:pt x="691" y="1772"/>
                      <a:pt x="648" y="1758"/>
                    </a:cubicBezTo>
                    <a:cubicBezTo>
                      <a:pt x="445" y="1692"/>
                      <a:pt x="254" y="1629"/>
                      <a:pt x="186" y="1440"/>
                    </a:cubicBezTo>
                    <a:cubicBezTo>
                      <a:pt x="125" y="1274"/>
                      <a:pt x="417" y="553"/>
                      <a:pt x="626" y="113"/>
                    </a:cubicBezTo>
                    <a:close/>
                    <a:moveTo>
                      <a:pt x="574" y="0"/>
                    </a:moveTo>
                    <a:lnTo>
                      <a:pt x="558" y="36"/>
                    </a:lnTo>
                    <a:cubicBezTo>
                      <a:pt x="500" y="155"/>
                      <a:pt x="0" y="1209"/>
                      <a:pt x="96" y="1473"/>
                    </a:cubicBezTo>
                    <a:cubicBezTo>
                      <a:pt x="181" y="1704"/>
                      <a:pt x="403" y="1778"/>
                      <a:pt x="619" y="1848"/>
                    </a:cubicBezTo>
                    <a:cubicBezTo>
                      <a:pt x="661" y="1862"/>
                      <a:pt x="702" y="1876"/>
                      <a:pt x="744" y="1891"/>
                    </a:cubicBezTo>
                    <a:cubicBezTo>
                      <a:pt x="865" y="1935"/>
                      <a:pt x="1059" y="1953"/>
                      <a:pt x="1264" y="1972"/>
                    </a:cubicBezTo>
                    <a:cubicBezTo>
                      <a:pt x="1491" y="1992"/>
                      <a:pt x="1723" y="2014"/>
                      <a:pt x="1815" y="2071"/>
                    </a:cubicBezTo>
                    <a:cubicBezTo>
                      <a:pt x="2013" y="2195"/>
                      <a:pt x="2885" y="2582"/>
                      <a:pt x="3301" y="2651"/>
                    </a:cubicBezTo>
                    <a:cubicBezTo>
                      <a:pt x="3365" y="2661"/>
                      <a:pt x="3429" y="2667"/>
                      <a:pt x="3492" y="2667"/>
                    </a:cubicBezTo>
                    <a:cubicBezTo>
                      <a:pt x="3864" y="2667"/>
                      <a:pt x="4205" y="2495"/>
                      <a:pt x="4249" y="2317"/>
                    </a:cubicBezTo>
                    <a:cubicBezTo>
                      <a:pt x="4316" y="2052"/>
                      <a:pt x="3300" y="1355"/>
                      <a:pt x="3289" y="1348"/>
                    </a:cubicBezTo>
                    <a:cubicBezTo>
                      <a:pt x="3025" y="1171"/>
                      <a:pt x="2594" y="541"/>
                      <a:pt x="2590" y="534"/>
                    </a:cubicBezTo>
                    <a:lnTo>
                      <a:pt x="2580" y="520"/>
                    </a:lnTo>
                    <a:lnTo>
                      <a:pt x="57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1"/>
              <p:cNvSpPr/>
              <p:nvPr/>
            </p:nvSpPr>
            <p:spPr>
              <a:xfrm>
                <a:off x="4272917" y="4973381"/>
                <a:ext cx="265936" cy="95000"/>
              </a:xfrm>
              <a:custGeom>
                <a:rect b="b" l="l" r="r" t="t"/>
                <a:pathLst>
                  <a:path extrusionOk="0" h="1495" w="4185">
                    <a:moveTo>
                      <a:pt x="107" y="136"/>
                    </a:moveTo>
                    <a:lnTo>
                      <a:pt x="107" y="136"/>
                    </a:lnTo>
                    <a:cubicBezTo>
                      <a:pt x="327" y="230"/>
                      <a:pt x="962" y="494"/>
                      <a:pt x="1430" y="606"/>
                    </a:cubicBezTo>
                    <a:cubicBezTo>
                      <a:pt x="1675" y="665"/>
                      <a:pt x="2012" y="807"/>
                      <a:pt x="2338" y="945"/>
                    </a:cubicBezTo>
                    <a:cubicBezTo>
                      <a:pt x="2765" y="1126"/>
                      <a:pt x="3168" y="1296"/>
                      <a:pt x="3393" y="1296"/>
                    </a:cubicBezTo>
                    <a:cubicBezTo>
                      <a:pt x="3401" y="1296"/>
                      <a:pt x="3410" y="1296"/>
                      <a:pt x="3418" y="1295"/>
                    </a:cubicBezTo>
                    <a:cubicBezTo>
                      <a:pt x="3619" y="1283"/>
                      <a:pt x="3869" y="1160"/>
                      <a:pt x="4057" y="1050"/>
                    </a:cubicBezTo>
                    <a:cubicBezTo>
                      <a:pt x="4084" y="1098"/>
                      <a:pt x="4081" y="1118"/>
                      <a:pt x="4080" y="1122"/>
                    </a:cubicBezTo>
                    <a:cubicBezTo>
                      <a:pt x="4049" y="1249"/>
                      <a:pt x="3753" y="1399"/>
                      <a:pt x="3417" y="1399"/>
                    </a:cubicBezTo>
                    <a:cubicBezTo>
                      <a:pt x="3359" y="1399"/>
                      <a:pt x="3299" y="1394"/>
                      <a:pt x="3239" y="1385"/>
                    </a:cubicBezTo>
                    <a:cubicBezTo>
                      <a:pt x="2831" y="1317"/>
                      <a:pt x="1961" y="926"/>
                      <a:pt x="1787" y="818"/>
                    </a:cubicBezTo>
                    <a:cubicBezTo>
                      <a:pt x="1678" y="750"/>
                      <a:pt x="1444" y="728"/>
                      <a:pt x="1196" y="705"/>
                    </a:cubicBezTo>
                    <a:cubicBezTo>
                      <a:pt x="1005" y="688"/>
                      <a:pt x="809" y="670"/>
                      <a:pt x="700" y="630"/>
                    </a:cubicBezTo>
                    <a:cubicBezTo>
                      <a:pt x="657" y="614"/>
                      <a:pt x="614" y="600"/>
                      <a:pt x="571" y="586"/>
                    </a:cubicBezTo>
                    <a:cubicBezTo>
                      <a:pt x="368" y="520"/>
                      <a:pt x="177" y="457"/>
                      <a:pt x="108" y="268"/>
                    </a:cubicBezTo>
                    <a:cubicBezTo>
                      <a:pt x="102" y="249"/>
                      <a:pt x="97" y="210"/>
                      <a:pt x="107" y="136"/>
                    </a:cubicBezTo>
                    <a:close/>
                    <a:moveTo>
                      <a:pt x="36" y="0"/>
                    </a:moveTo>
                    <a:lnTo>
                      <a:pt x="24" y="58"/>
                    </a:lnTo>
                    <a:cubicBezTo>
                      <a:pt x="2" y="169"/>
                      <a:pt x="0" y="248"/>
                      <a:pt x="19" y="301"/>
                    </a:cubicBezTo>
                    <a:cubicBezTo>
                      <a:pt x="104" y="532"/>
                      <a:pt x="326" y="606"/>
                      <a:pt x="542" y="676"/>
                    </a:cubicBezTo>
                    <a:cubicBezTo>
                      <a:pt x="584" y="690"/>
                      <a:pt x="625" y="704"/>
                      <a:pt x="667" y="719"/>
                    </a:cubicBezTo>
                    <a:cubicBezTo>
                      <a:pt x="788" y="763"/>
                      <a:pt x="982" y="781"/>
                      <a:pt x="1187" y="800"/>
                    </a:cubicBezTo>
                    <a:cubicBezTo>
                      <a:pt x="1414" y="820"/>
                      <a:pt x="1646" y="842"/>
                      <a:pt x="1738" y="899"/>
                    </a:cubicBezTo>
                    <a:cubicBezTo>
                      <a:pt x="1936" y="1023"/>
                      <a:pt x="2808" y="1410"/>
                      <a:pt x="3224" y="1479"/>
                    </a:cubicBezTo>
                    <a:cubicBezTo>
                      <a:pt x="3288" y="1489"/>
                      <a:pt x="3352" y="1495"/>
                      <a:pt x="3415" y="1495"/>
                    </a:cubicBezTo>
                    <a:cubicBezTo>
                      <a:pt x="3787" y="1495"/>
                      <a:pt x="4128" y="1323"/>
                      <a:pt x="4172" y="1144"/>
                    </a:cubicBezTo>
                    <a:cubicBezTo>
                      <a:pt x="4185" y="1096"/>
                      <a:pt x="4165" y="1036"/>
                      <a:pt x="4111" y="958"/>
                    </a:cubicBezTo>
                    <a:lnTo>
                      <a:pt x="4086" y="922"/>
                    </a:lnTo>
                    <a:lnTo>
                      <a:pt x="4047" y="945"/>
                    </a:lnTo>
                    <a:cubicBezTo>
                      <a:pt x="3866" y="1055"/>
                      <a:pt x="3609" y="1188"/>
                      <a:pt x="3411" y="1201"/>
                    </a:cubicBezTo>
                    <a:cubicBezTo>
                      <a:pt x="3405" y="1201"/>
                      <a:pt x="3398" y="1202"/>
                      <a:pt x="3391" y="1202"/>
                    </a:cubicBezTo>
                    <a:cubicBezTo>
                      <a:pt x="3187" y="1202"/>
                      <a:pt x="2775" y="1026"/>
                      <a:pt x="2375" y="858"/>
                    </a:cubicBezTo>
                    <a:cubicBezTo>
                      <a:pt x="2045" y="718"/>
                      <a:pt x="1705" y="574"/>
                      <a:pt x="1452" y="514"/>
                    </a:cubicBezTo>
                    <a:cubicBezTo>
                      <a:pt x="942" y="391"/>
                      <a:pt x="228" y="84"/>
                      <a:pt x="90" y="25"/>
                    </a:cubicBezTo>
                    <a:lnTo>
                      <a:pt x="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
              <p:cNvSpPr/>
              <p:nvPr/>
            </p:nvSpPr>
            <p:spPr>
              <a:xfrm>
                <a:off x="4303228" y="3949381"/>
                <a:ext cx="614035" cy="1074165"/>
              </a:xfrm>
              <a:custGeom>
                <a:rect b="b" l="l" r="r" t="t"/>
                <a:pathLst>
                  <a:path extrusionOk="0" h="16904" w="9663">
                    <a:moveTo>
                      <a:pt x="6700" y="0"/>
                    </a:moveTo>
                    <a:cubicBezTo>
                      <a:pt x="5728" y="0"/>
                      <a:pt x="4751" y="152"/>
                      <a:pt x="4751" y="152"/>
                    </a:cubicBezTo>
                    <a:lnTo>
                      <a:pt x="4591" y="453"/>
                    </a:lnTo>
                    <a:cubicBezTo>
                      <a:pt x="4591" y="453"/>
                      <a:pt x="4086" y="2402"/>
                      <a:pt x="4063" y="2952"/>
                    </a:cubicBezTo>
                    <a:cubicBezTo>
                      <a:pt x="4039" y="3502"/>
                      <a:pt x="4086" y="4053"/>
                      <a:pt x="4086" y="4053"/>
                    </a:cubicBezTo>
                    <a:cubicBezTo>
                      <a:pt x="4086" y="4053"/>
                      <a:pt x="3718" y="4329"/>
                      <a:pt x="3788" y="4558"/>
                    </a:cubicBezTo>
                    <a:cubicBezTo>
                      <a:pt x="3856" y="4788"/>
                      <a:pt x="3971" y="4948"/>
                      <a:pt x="3971" y="4948"/>
                    </a:cubicBezTo>
                    <a:cubicBezTo>
                      <a:pt x="3971" y="4948"/>
                      <a:pt x="3098" y="8277"/>
                      <a:pt x="2984" y="8437"/>
                    </a:cubicBezTo>
                    <a:cubicBezTo>
                      <a:pt x="2869" y="8598"/>
                      <a:pt x="1652" y="10481"/>
                      <a:pt x="1331" y="11123"/>
                    </a:cubicBezTo>
                    <a:cubicBezTo>
                      <a:pt x="1010" y="11765"/>
                      <a:pt x="252" y="14448"/>
                      <a:pt x="252" y="14448"/>
                    </a:cubicBezTo>
                    <a:cubicBezTo>
                      <a:pt x="252" y="14448"/>
                      <a:pt x="92" y="14609"/>
                      <a:pt x="69" y="14770"/>
                    </a:cubicBezTo>
                    <a:cubicBezTo>
                      <a:pt x="46" y="14931"/>
                      <a:pt x="1" y="15206"/>
                      <a:pt x="1" y="15206"/>
                    </a:cubicBezTo>
                    <a:cubicBezTo>
                      <a:pt x="1" y="15206"/>
                      <a:pt x="252" y="15710"/>
                      <a:pt x="941" y="15803"/>
                    </a:cubicBezTo>
                    <a:cubicBezTo>
                      <a:pt x="1113" y="15826"/>
                      <a:pt x="1264" y="15834"/>
                      <a:pt x="1396" y="15834"/>
                    </a:cubicBezTo>
                    <a:cubicBezTo>
                      <a:pt x="1790" y="15834"/>
                      <a:pt x="1997" y="15757"/>
                      <a:pt x="1997" y="15757"/>
                    </a:cubicBezTo>
                    <a:cubicBezTo>
                      <a:pt x="1997" y="15757"/>
                      <a:pt x="2112" y="15596"/>
                      <a:pt x="2158" y="15366"/>
                    </a:cubicBezTo>
                    <a:cubicBezTo>
                      <a:pt x="2203" y="15136"/>
                      <a:pt x="2272" y="14770"/>
                      <a:pt x="2272" y="14770"/>
                    </a:cubicBezTo>
                    <a:lnTo>
                      <a:pt x="3558" y="12544"/>
                    </a:lnTo>
                    <a:lnTo>
                      <a:pt x="5692" y="8621"/>
                    </a:lnTo>
                    <a:lnTo>
                      <a:pt x="6334" y="6785"/>
                    </a:lnTo>
                    <a:cubicBezTo>
                      <a:pt x="6334" y="6785"/>
                      <a:pt x="6633" y="9493"/>
                      <a:pt x="6610" y="9607"/>
                    </a:cubicBezTo>
                    <a:cubicBezTo>
                      <a:pt x="6587" y="9723"/>
                      <a:pt x="5990" y="11786"/>
                      <a:pt x="5990" y="12795"/>
                    </a:cubicBezTo>
                    <a:cubicBezTo>
                      <a:pt x="5990" y="13806"/>
                      <a:pt x="6059" y="15917"/>
                      <a:pt x="6059" y="15917"/>
                    </a:cubicBezTo>
                    <a:cubicBezTo>
                      <a:pt x="6059" y="15917"/>
                      <a:pt x="5876" y="16238"/>
                      <a:pt x="5922" y="16422"/>
                    </a:cubicBezTo>
                    <a:lnTo>
                      <a:pt x="5968" y="16605"/>
                    </a:lnTo>
                    <a:lnTo>
                      <a:pt x="6059" y="16903"/>
                    </a:lnTo>
                    <a:cubicBezTo>
                      <a:pt x="6059" y="16903"/>
                      <a:pt x="6954" y="16881"/>
                      <a:pt x="7368" y="16812"/>
                    </a:cubicBezTo>
                    <a:cubicBezTo>
                      <a:pt x="7781" y="16743"/>
                      <a:pt x="8470" y="16376"/>
                      <a:pt x="8470" y="16376"/>
                    </a:cubicBezTo>
                    <a:cubicBezTo>
                      <a:pt x="8470" y="16376"/>
                      <a:pt x="8538" y="16055"/>
                      <a:pt x="8470" y="15940"/>
                    </a:cubicBezTo>
                    <a:cubicBezTo>
                      <a:pt x="8400" y="15825"/>
                      <a:pt x="8309" y="15710"/>
                      <a:pt x="8286" y="15596"/>
                    </a:cubicBezTo>
                    <a:cubicBezTo>
                      <a:pt x="8263" y="15481"/>
                      <a:pt x="8194" y="15206"/>
                      <a:pt x="8263" y="14885"/>
                    </a:cubicBezTo>
                    <a:cubicBezTo>
                      <a:pt x="8331" y="14562"/>
                      <a:pt x="9043" y="9745"/>
                      <a:pt x="9319" y="8529"/>
                    </a:cubicBezTo>
                    <a:cubicBezTo>
                      <a:pt x="9594" y="7313"/>
                      <a:pt x="9663" y="3388"/>
                      <a:pt x="9640" y="2677"/>
                    </a:cubicBezTo>
                    <a:cubicBezTo>
                      <a:pt x="9617" y="1965"/>
                      <a:pt x="9525" y="1459"/>
                      <a:pt x="9525" y="1459"/>
                    </a:cubicBezTo>
                    <a:lnTo>
                      <a:pt x="9572" y="634"/>
                    </a:lnTo>
                    <a:cubicBezTo>
                      <a:pt x="9572" y="634"/>
                      <a:pt x="8286" y="83"/>
                      <a:pt x="7184" y="14"/>
                    </a:cubicBezTo>
                    <a:cubicBezTo>
                      <a:pt x="7026" y="5"/>
                      <a:pt x="6863" y="0"/>
                      <a:pt x="67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1"/>
              <p:cNvSpPr/>
              <p:nvPr/>
            </p:nvSpPr>
            <p:spPr>
              <a:xfrm>
                <a:off x="4300114" y="3946331"/>
                <a:ext cx="620326" cy="1080329"/>
              </a:xfrm>
              <a:custGeom>
                <a:rect b="b" l="l" r="r" t="t"/>
                <a:pathLst>
                  <a:path extrusionOk="0" h="17001" w="9762">
                    <a:moveTo>
                      <a:pt x="6755" y="96"/>
                    </a:moveTo>
                    <a:cubicBezTo>
                      <a:pt x="6915" y="96"/>
                      <a:pt x="7075" y="100"/>
                      <a:pt x="7230" y="110"/>
                    </a:cubicBezTo>
                    <a:cubicBezTo>
                      <a:pt x="8218" y="172"/>
                      <a:pt x="9370" y="630"/>
                      <a:pt x="9570" y="713"/>
                    </a:cubicBezTo>
                    <a:lnTo>
                      <a:pt x="9526" y="1512"/>
                    </a:lnTo>
                    <a:lnTo>
                      <a:pt x="9527" y="1517"/>
                    </a:lnTo>
                    <a:cubicBezTo>
                      <a:pt x="9528" y="1522"/>
                      <a:pt x="9618" y="2026"/>
                      <a:pt x="9641" y="2726"/>
                    </a:cubicBezTo>
                    <a:cubicBezTo>
                      <a:pt x="9666" y="3501"/>
                      <a:pt x="9593" y="7363"/>
                      <a:pt x="9321" y="8566"/>
                    </a:cubicBezTo>
                    <a:cubicBezTo>
                      <a:pt x="9133" y="9397"/>
                      <a:pt x="8746" y="11873"/>
                      <a:pt x="8491" y="13512"/>
                    </a:cubicBezTo>
                    <a:cubicBezTo>
                      <a:pt x="8377" y="14243"/>
                      <a:pt x="8287" y="14821"/>
                      <a:pt x="8265" y="14922"/>
                    </a:cubicBezTo>
                    <a:cubicBezTo>
                      <a:pt x="8200" y="15228"/>
                      <a:pt x="8255" y="15496"/>
                      <a:pt x="8282" y="15624"/>
                    </a:cubicBezTo>
                    <a:lnTo>
                      <a:pt x="8288" y="15653"/>
                    </a:lnTo>
                    <a:cubicBezTo>
                      <a:pt x="8307" y="15748"/>
                      <a:pt x="8367" y="15839"/>
                      <a:pt x="8423" y="15928"/>
                    </a:cubicBezTo>
                    <a:cubicBezTo>
                      <a:pt x="8442" y="15957"/>
                      <a:pt x="8460" y="15984"/>
                      <a:pt x="8478" y="16012"/>
                    </a:cubicBezTo>
                    <a:cubicBezTo>
                      <a:pt x="8518" y="16081"/>
                      <a:pt x="8499" y="16273"/>
                      <a:pt x="8476" y="16392"/>
                    </a:cubicBezTo>
                    <a:cubicBezTo>
                      <a:pt x="8361" y="16452"/>
                      <a:pt x="7771" y="16753"/>
                      <a:pt x="7409" y="16813"/>
                    </a:cubicBezTo>
                    <a:cubicBezTo>
                      <a:pt x="7051" y="16873"/>
                      <a:pt x="6314" y="16898"/>
                      <a:pt x="6143" y="16903"/>
                    </a:cubicBezTo>
                    <a:lnTo>
                      <a:pt x="6062" y="16642"/>
                    </a:lnTo>
                    <a:lnTo>
                      <a:pt x="6016" y="16458"/>
                    </a:lnTo>
                    <a:cubicBezTo>
                      <a:pt x="5982" y="16323"/>
                      <a:pt x="6101" y="16073"/>
                      <a:pt x="6149" y="15988"/>
                    </a:cubicBezTo>
                    <a:lnTo>
                      <a:pt x="6157" y="15977"/>
                    </a:lnTo>
                    <a:lnTo>
                      <a:pt x="6156" y="15964"/>
                    </a:lnTo>
                    <a:cubicBezTo>
                      <a:pt x="6155" y="15943"/>
                      <a:pt x="6087" y="13841"/>
                      <a:pt x="6087" y="12843"/>
                    </a:cubicBezTo>
                    <a:cubicBezTo>
                      <a:pt x="6087" y="11986"/>
                      <a:pt x="6521" y="10364"/>
                      <a:pt x="6662" y="9831"/>
                    </a:cubicBezTo>
                    <a:cubicBezTo>
                      <a:pt x="6687" y="9740"/>
                      <a:pt x="6702" y="9682"/>
                      <a:pt x="6705" y="9665"/>
                    </a:cubicBezTo>
                    <a:cubicBezTo>
                      <a:pt x="6729" y="9549"/>
                      <a:pt x="6481" y="7281"/>
                      <a:pt x="6431" y="6828"/>
                    </a:cubicBezTo>
                    <a:lnTo>
                      <a:pt x="6408" y="6620"/>
                    </a:lnTo>
                    <a:lnTo>
                      <a:pt x="5699" y="8646"/>
                    </a:lnTo>
                    <a:lnTo>
                      <a:pt x="3565" y="12567"/>
                    </a:lnTo>
                    <a:lnTo>
                      <a:pt x="2280" y="14794"/>
                    </a:lnTo>
                    <a:lnTo>
                      <a:pt x="2274" y="14809"/>
                    </a:lnTo>
                    <a:cubicBezTo>
                      <a:pt x="2274" y="14809"/>
                      <a:pt x="2206" y="15176"/>
                      <a:pt x="2160" y="15405"/>
                    </a:cubicBezTo>
                    <a:cubicBezTo>
                      <a:pt x="2124" y="15586"/>
                      <a:pt x="2041" y="15724"/>
                      <a:pt x="2015" y="15765"/>
                    </a:cubicBezTo>
                    <a:cubicBezTo>
                      <a:pt x="1963" y="15781"/>
                      <a:pt x="1767" y="15834"/>
                      <a:pt x="1441" y="15834"/>
                    </a:cubicBezTo>
                    <a:cubicBezTo>
                      <a:pt x="1313" y="15834"/>
                      <a:pt x="1164" y="15826"/>
                      <a:pt x="996" y="15804"/>
                    </a:cubicBezTo>
                    <a:cubicBezTo>
                      <a:pt x="403" y="15724"/>
                      <a:pt x="143" y="15322"/>
                      <a:pt x="99" y="15245"/>
                    </a:cubicBezTo>
                    <a:cubicBezTo>
                      <a:pt x="108" y="15183"/>
                      <a:pt x="145" y="14962"/>
                      <a:pt x="165" y="14824"/>
                    </a:cubicBezTo>
                    <a:cubicBezTo>
                      <a:pt x="185" y="14682"/>
                      <a:pt x="334" y="14532"/>
                      <a:pt x="335" y="14530"/>
                    </a:cubicBezTo>
                    <a:lnTo>
                      <a:pt x="343" y="14521"/>
                    </a:lnTo>
                    <a:lnTo>
                      <a:pt x="348" y="14509"/>
                    </a:lnTo>
                    <a:cubicBezTo>
                      <a:pt x="355" y="14482"/>
                      <a:pt x="1107" y="11823"/>
                      <a:pt x="1423" y="11192"/>
                    </a:cubicBezTo>
                    <a:cubicBezTo>
                      <a:pt x="1747" y="10541"/>
                      <a:pt x="2961" y="8666"/>
                      <a:pt x="3072" y="8513"/>
                    </a:cubicBezTo>
                    <a:cubicBezTo>
                      <a:pt x="3188" y="8349"/>
                      <a:pt x="3976" y="5350"/>
                      <a:pt x="4065" y="5008"/>
                    </a:cubicBezTo>
                    <a:lnTo>
                      <a:pt x="4072" y="4987"/>
                    </a:lnTo>
                    <a:lnTo>
                      <a:pt x="4058" y="4969"/>
                    </a:lnTo>
                    <a:cubicBezTo>
                      <a:pt x="4057" y="4967"/>
                      <a:pt x="3947" y="4811"/>
                      <a:pt x="3882" y="4592"/>
                    </a:cubicBezTo>
                    <a:cubicBezTo>
                      <a:pt x="3833" y="4431"/>
                      <a:pt x="4068" y="4210"/>
                      <a:pt x="4163" y="4139"/>
                    </a:cubicBezTo>
                    <a:lnTo>
                      <a:pt x="4184" y="4123"/>
                    </a:lnTo>
                    <a:lnTo>
                      <a:pt x="4182" y="4097"/>
                    </a:lnTo>
                    <a:cubicBezTo>
                      <a:pt x="4181" y="4092"/>
                      <a:pt x="4137" y="3543"/>
                      <a:pt x="4159" y="3002"/>
                    </a:cubicBezTo>
                    <a:cubicBezTo>
                      <a:pt x="4181" y="2476"/>
                      <a:pt x="4656" y="632"/>
                      <a:pt x="4685" y="519"/>
                    </a:cubicBezTo>
                    <a:lnTo>
                      <a:pt x="4830" y="243"/>
                    </a:lnTo>
                    <a:cubicBezTo>
                      <a:pt x="4986" y="221"/>
                      <a:pt x="5876" y="96"/>
                      <a:pt x="6755" y="96"/>
                    </a:cubicBezTo>
                    <a:close/>
                    <a:moveTo>
                      <a:pt x="6758" y="0"/>
                    </a:moveTo>
                    <a:cubicBezTo>
                      <a:pt x="5788" y="0"/>
                      <a:pt x="4804" y="151"/>
                      <a:pt x="4793" y="153"/>
                    </a:cubicBezTo>
                    <a:lnTo>
                      <a:pt x="4769" y="156"/>
                    </a:lnTo>
                    <a:lnTo>
                      <a:pt x="4598" y="479"/>
                    </a:lnTo>
                    <a:lnTo>
                      <a:pt x="4595" y="490"/>
                    </a:lnTo>
                    <a:cubicBezTo>
                      <a:pt x="4574" y="569"/>
                      <a:pt x="4087" y="2448"/>
                      <a:pt x="4064" y="2997"/>
                    </a:cubicBezTo>
                    <a:cubicBezTo>
                      <a:pt x="4044" y="3478"/>
                      <a:pt x="4077" y="3964"/>
                      <a:pt x="4085" y="4079"/>
                    </a:cubicBezTo>
                    <a:cubicBezTo>
                      <a:pt x="4004" y="4145"/>
                      <a:pt x="3723" y="4393"/>
                      <a:pt x="3790" y="4620"/>
                    </a:cubicBezTo>
                    <a:cubicBezTo>
                      <a:pt x="3848" y="4812"/>
                      <a:pt x="3936" y="4956"/>
                      <a:pt x="3969" y="5005"/>
                    </a:cubicBezTo>
                    <a:cubicBezTo>
                      <a:pt x="3618" y="6340"/>
                      <a:pt x="3075" y="8345"/>
                      <a:pt x="2994" y="8457"/>
                    </a:cubicBezTo>
                    <a:cubicBezTo>
                      <a:pt x="2885" y="8611"/>
                      <a:pt x="1666" y="10495"/>
                      <a:pt x="1338" y="11149"/>
                    </a:cubicBezTo>
                    <a:cubicBezTo>
                      <a:pt x="1025" y="11773"/>
                      <a:pt x="320" y="14255"/>
                      <a:pt x="259" y="14472"/>
                    </a:cubicBezTo>
                    <a:cubicBezTo>
                      <a:pt x="224" y="14510"/>
                      <a:pt x="93" y="14658"/>
                      <a:pt x="72" y="14811"/>
                    </a:cubicBezTo>
                    <a:cubicBezTo>
                      <a:pt x="48" y="14970"/>
                      <a:pt x="2" y="15245"/>
                      <a:pt x="2" y="15245"/>
                    </a:cubicBezTo>
                    <a:lnTo>
                      <a:pt x="0" y="15261"/>
                    </a:lnTo>
                    <a:lnTo>
                      <a:pt x="7" y="15275"/>
                    </a:lnTo>
                    <a:cubicBezTo>
                      <a:pt x="17" y="15297"/>
                      <a:pt x="278" y="15804"/>
                      <a:pt x="984" y="15897"/>
                    </a:cubicBezTo>
                    <a:cubicBezTo>
                      <a:pt x="1160" y="15920"/>
                      <a:pt x="1315" y="15929"/>
                      <a:pt x="1449" y="15929"/>
                    </a:cubicBezTo>
                    <a:cubicBezTo>
                      <a:pt x="1842" y="15929"/>
                      <a:pt x="2051" y="15853"/>
                      <a:pt x="2063" y="15849"/>
                    </a:cubicBezTo>
                    <a:lnTo>
                      <a:pt x="2076" y="15843"/>
                    </a:lnTo>
                    <a:lnTo>
                      <a:pt x="2084" y="15832"/>
                    </a:lnTo>
                    <a:cubicBezTo>
                      <a:pt x="2089" y="15825"/>
                      <a:pt x="2206" y="15660"/>
                      <a:pt x="2253" y="15424"/>
                    </a:cubicBezTo>
                    <a:cubicBezTo>
                      <a:pt x="2295" y="15214"/>
                      <a:pt x="2356" y="14889"/>
                      <a:pt x="2366" y="14834"/>
                    </a:cubicBezTo>
                    <a:lnTo>
                      <a:pt x="3649" y="12614"/>
                    </a:lnTo>
                    <a:lnTo>
                      <a:pt x="5786" y="8684"/>
                    </a:lnTo>
                    <a:lnTo>
                      <a:pt x="6359" y="7046"/>
                    </a:lnTo>
                    <a:cubicBezTo>
                      <a:pt x="6476" y="8111"/>
                      <a:pt x="6626" y="9553"/>
                      <a:pt x="6613" y="9646"/>
                    </a:cubicBezTo>
                    <a:cubicBezTo>
                      <a:pt x="6609" y="9663"/>
                      <a:pt x="6594" y="9718"/>
                      <a:pt x="6571" y="9807"/>
                    </a:cubicBezTo>
                    <a:cubicBezTo>
                      <a:pt x="6427" y="10343"/>
                      <a:pt x="5992" y="11973"/>
                      <a:pt x="5992" y="12843"/>
                    </a:cubicBezTo>
                    <a:cubicBezTo>
                      <a:pt x="5992" y="13801"/>
                      <a:pt x="6055" y="15773"/>
                      <a:pt x="6060" y="15954"/>
                    </a:cubicBezTo>
                    <a:cubicBezTo>
                      <a:pt x="6027" y="16017"/>
                      <a:pt x="5880" y="16301"/>
                      <a:pt x="5925" y="16481"/>
                    </a:cubicBezTo>
                    <a:lnTo>
                      <a:pt x="5971" y="16668"/>
                    </a:lnTo>
                    <a:lnTo>
                      <a:pt x="6074" y="17001"/>
                    </a:lnTo>
                    <a:lnTo>
                      <a:pt x="6109" y="17000"/>
                    </a:lnTo>
                    <a:cubicBezTo>
                      <a:pt x="6146" y="16999"/>
                      <a:pt x="7013" y="16976"/>
                      <a:pt x="7424" y="16907"/>
                    </a:cubicBezTo>
                    <a:cubicBezTo>
                      <a:pt x="7840" y="16838"/>
                      <a:pt x="8512" y="16481"/>
                      <a:pt x="8541" y="16467"/>
                    </a:cubicBezTo>
                    <a:lnTo>
                      <a:pt x="8560" y="16456"/>
                    </a:lnTo>
                    <a:lnTo>
                      <a:pt x="8565" y="16434"/>
                    </a:lnTo>
                    <a:cubicBezTo>
                      <a:pt x="8572" y="16400"/>
                      <a:pt x="8635" y="16091"/>
                      <a:pt x="8559" y="15964"/>
                    </a:cubicBezTo>
                    <a:cubicBezTo>
                      <a:pt x="8542" y="15935"/>
                      <a:pt x="8522" y="15905"/>
                      <a:pt x="8503" y="15876"/>
                    </a:cubicBezTo>
                    <a:cubicBezTo>
                      <a:pt x="8451" y="15795"/>
                      <a:pt x="8396" y="15712"/>
                      <a:pt x="8381" y="15635"/>
                    </a:cubicBezTo>
                    <a:lnTo>
                      <a:pt x="8375" y="15604"/>
                    </a:lnTo>
                    <a:cubicBezTo>
                      <a:pt x="8350" y="15482"/>
                      <a:pt x="8296" y="15228"/>
                      <a:pt x="8358" y="14942"/>
                    </a:cubicBezTo>
                    <a:cubicBezTo>
                      <a:pt x="8380" y="14838"/>
                      <a:pt x="8466" y="14288"/>
                      <a:pt x="8585" y="13525"/>
                    </a:cubicBezTo>
                    <a:cubicBezTo>
                      <a:pt x="8841" y="11888"/>
                      <a:pt x="9226" y="9415"/>
                      <a:pt x="9414" y="8587"/>
                    </a:cubicBezTo>
                    <a:cubicBezTo>
                      <a:pt x="9688" y="7376"/>
                      <a:pt x="9761" y="3501"/>
                      <a:pt x="9736" y="2723"/>
                    </a:cubicBezTo>
                    <a:cubicBezTo>
                      <a:pt x="9715" y="2056"/>
                      <a:pt x="9632" y="1563"/>
                      <a:pt x="9622" y="1505"/>
                    </a:cubicBezTo>
                    <a:lnTo>
                      <a:pt x="9669" y="651"/>
                    </a:lnTo>
                    <a:lnTo>
                      <a:pt x="9638" y="637"/>
                    </a:lnTo>
                    <a:cubicBezTo>
                      <a:pt x="9626" y="632"/>
                      <a:pt x="8333" y="83"/>
                      <a:pt x="7236" y="14"/>
                    </a:cubicBezTo>
                    <a:cubicBezTo>
                      <a:pt x="7080" y="4"/>
                      <a:pt x="6919" y="0"/>
                      <a:pt x="67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1"/>
              <p:cNvSpPr/>
              <p:nvPr/>
            </p:nvSpPr>
            <p:spPr>
              <a:xfrm>
                <a:off x="4619993" y="4212641"/>
                <a:ext cx="82863" cy="158672"/>
              </a:xfrm>
              <a:custGeom>
                <a:rect b="b" l="l" r="r" t="t"/>
                <a:pathLst>
                  <a:path extrusionOk="0" h="2497" w="1304">
                    <a:moveTo>
                      <a:pt x="82" y="1"/>
                    </a:moveTo>
                    <a:lnTo>
                      <a:pt x="1" y="50"/>
                    </a:lnTo>
                    <a:lnTo>
                      <a:pt x="848" y="1422"/>
                    </a:lnTo>
                    <a:lnTo>
                      <a:pt x="1213" y="2497"/>
                    </a:lnTo>
                    <a:lnTo>
                      <a:pt x="1303" y="2465"/>
                    </a:lnTo>
                    <a:lnTo>
                      <a:pt x="936" y="1387"/>
                    </a:lnTo>
                    <a:lnTo>
                      <a:pt x="8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
              <p:cNvSpPr/>
              <p:nvPr/>
            </p:nvSpPr>
            <p:spPr>
              <a:xfrm>
                <a:off x="4720582" y="4076150"/>
                <a:ext cx="47849" cy="138083"/>
              </a:xfrm>
              <a:custGeom>
                <a:rect b="b" l="l" r="r" t="t"/>
                <a:pathLst>
                  <a:path extrusionOk="0" h="2173" w="753">
                    <a:moveTo>
                      <a:pt x="662" y="1"/>
                    </a:moveTo>
                    <a:cubicBezTo>
                      <a:pt x="655" y="23"/>
                      <a:pt x="645" y="103"/>
                      <a:pt x="614" y="347"/>
                    </a:cubicBezTo>
                    <a:cubicBezTo>
                      <a:pt x="565" y="742"/>
                      <a:pt x="448" y="1668"/>
                      <a:pt x="376" y="1750"/>
                    </a:cubicBezTo>
                    <a:cubicBezTo>
                      <a:pt x="313" y="1813"/>
                      <a:pt x="155" y="1964"/>
                      <a:pt x="0" y="2101"/>
                    </a:cubicBezTo>
                    <a:lnTo>
                      <a:pt x="63" y="2173"/>
                    </a:lnTo>
                    <a:cubicBezTo>
                      <a:pt x="220" y="2034"/>
                      <a:pt x="379" y="1881"/>
                      <a:pt x="443" y="1817"/>
                    </a:cubicBezTo>
                    <a:cubicBezTo>
                      <a:pt x="522" y="1737"/>
                      <a:pt x="601" y="1222"/>
                      <a:pt x="709" y="358"/>
                    </a:cubicBezTo>
                    <a:cubicBezTo>
                      <a:pt x="729" y="200"/>
                      <a:pt x="747" y="51"/>
                      <a:pt x="753" y="31"/>
                    </a:cubicBezTo>
                    <a:lnTo>
                      <a:pt x="66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
              <p:cNvSpPr/>
              <p:nvPr/>
            </p:nvSpPr>
            <p:spPr>
              <a:xfrm>
                <a:off x="4612304" y="4090256"/>
                <a:ext cx="87120" cy="143167"/>
              </a:xfrm>
              <a:custGeom>
                <a:rect b="b" l="l" r="r" t="t"/>
                <a:pathLst>
                  <a:path extrusionOk="0" h="2253" w="1371">
                    <a:moveTo>
                      <a:pt x="0" y="0"/>
                    </a:moveTo>
                    <a:cubicBezTo>
                      <a:pt x="0" y="49"/>
                      <a:pt x="2" y="1209"/>
                      <a:pt x="144" y="1469"/>
                    </a:cubicBezTo>
                    <a:cubicBezTo>
                      <a:pt x="276" y="1711"/>
                      <a:pt x="1117" y="2253"/>
                      <a:pt x="1342" y="2253"/>
                    </a:cubicBezTo>
                    <a:cubicBezTo>
                      <a:pt x="1354" y="2253"/>
                      <a:pt x="1363" y="2252"/>
                      <a:pt x="1371" y="2249"/>
                    </a:cubicBezTo>
                    <a:lnTo>
                      <a:pt x="1341" y="2158"/>
                    </a:lnTo>
                    <a:cubicBezTo>
                      <a:pt x="1338" y="2159"/>
                      <a:pt x="1335" y="2160"/>
                      <a:pt x="1331" y="2160"/>
                    </a:cubicBezTo>
                    <a:cubicBezTo>
                      <a:pt x="1182" y="2160"/>
                      <a:pt x="359" y="1665"/>
                      <a:pt x="227" y="1424"/>
                    </a:cubicBezTo>
                    <a:cubicBezTo>
                      <a:pt x="119" y="1226"/>
                      <a:pt x="96" y="33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
              <p:cNvSpPr/>
              <p:nvPr/>
            </p:nvSpPr>
            <p:spPr>
              <a:xfrm>
                <a:off x="4630859" y="4048890"/>
                <a:ext cx="131348" cy="15124"/>
              </a:xfrm>
              <a:custGeom>
                <a:rect b="b" l="l" r="r" t="t"/>
                <a:pathLst>
                  <a:path extrusionOk="0" h="238" w="2067">
                    <a:moveTo>
                      <a:pt x="985" y="1"/>
                    </a:moveTo>
                    <a:cubicBezTo>
                      <a:pt x="467" y="1"/>
                      <a:pt x="31" y="72"/>
                      <a:pt x="1" y="77"/>
                    </a:cubicBezTo>
                    <a:lnTo>
                      <a:pt x="16" y="170"/>
                    </a:lnTo>
                    <a:cubicBezTo>
                      <a:pt x="23" y="169"/>
                      <a:pt x="465" y="97"/>
                      <a:pt x="986" y="97"/>
                    </a:cubicBezTo>
                    <a:cubicBezTo>
                      <a:pt x="1335" y="97"/>
                      <a:pt x="1721" y="130"/>
                      <a:pt x="2036" y="238"/>
                    </a:cubicBezTo>
                    <a:lnTo>
                      <a:pt x="2066" y="147"/>
                    </a:lnTo>
                    <a:cubicBezTo>
                      <a:pt x="1738" y="35"/>
                      <a:pt x="1342" y="1"/>
                      <a:pt x="98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
              <p:cNvSpPr/>
              <p:nvPr/>
            </p:nvSpPr>
            <p:spPr>
              <a:xfrm>
                <a:off x="4777136" y="4444002"/>
                <a:ext cx="55729" cy="467310"/>
              </a:xfrm>
              <a:custGeom>
                <a:rect b="b" l="l" r="r" t="t"/>
                <a:pathLst>
                  <a:path extrusionOk="0" h="7354" w="877">
                    <a:moveTo>
                      <a:pt x="821" y="1"/>
                    </a:moveTo>
                    <a:lnTo>
                      <a:pt x="725" y="5"/>
                    </a:lnTo>
                    <a:cubicBezTo>
                      <a:pt x="771" y="1017"/>
                      <a:pt x="767" y="1674"/>
                      <a:pt x="714" y="1856"/>
                    </a:cubicBezTo>
                    <a:cubicBezTo>
                      <a:pt x="638" y="2111"/>
                      <a:pt x="584" y="2226"/>
                      <a:pt x="535" y="2328"/>
                    </a:cubicBezTo>
                    <a:cubicBezTo>
                      <a:pt x="510" y="2382"/>
                      <a:pt x="486" y="2432"/>
                      <a:pt x="462" y="2496"/>
                    </a:cubicBezTo>
                    <a:cubicBezTo>
                      <a:pt x="420" y="2607"/>
                      <a:pt x="431" y="2722"/>
                      <a:pt x="442" y="2823"/>
                    </a:cubicBezTo>
                    <a:cubicBezTo>
                      <a:pt x="449" y="2893"/>
                      <a:pt x="456" y="2959"/>
                      <a:pt x="440" y="3000"/>
                    </a:cubicBezTo>
                    <a:cubicBezTo>
                      <a:pt x="419" y="3052"/>
                      <a:pt x="389" y="3351"/>
                      <a:pt x="337" y="3921"/>
                    </a:cubicBezTo>
                    <a:cubicBezTo>
                      <a:pt x="278" y="4564"/>
                      <a:pt x="204" y="5365"/>
                      <a:pt x="139" y="5667"/>
                    </a:cubicBezTo>
                    <a:cubicBezTo>
                      <a:pt x="24" y="6194"/>
                      <a:pt x="1" y="7305"/>
                      <a:pt x="0" y="7352"/>
                    </a:cubicBezTo>
                    <a:lnTo>
                      <a:pt x="95" y="7353"/>
                    </a:lnTo>
                    <a:cubicBezTo>
                      <a:pt x="95" y="7343"/>
                      <a:pt x="119" y="6204"/>
                      <a:pt x="231" y="5687"/>
                    </a:cubicBezTo>
                    <a:cubicBezTo>
                      <a:pt x="298" y="5380"/>
                      <a:pt x="373" y="4576"/>
                      <a:pt x="432" y="3929"/>
                    </a:cubicBezTo>
                    <a:cubicBezTo>
                      <a:pt x="470" y="3513"/>
                      <a:pt x="510" y="3082"/>
                      <a:pt x="528" y="3035"/>
                    </a:cubicBezTo>
                    <a:cubicBezTo>
                      <a:pt x="552" y="2972"/>
                      <a:pt x="545" y="2895"/>
                      <a:pt x="536" y="2813"/>
                    </a:cubicBezTo>
                    <a:cubicBezTo>
                      <a:pt x="527" y="2723"/>
                      <a:pt x="516" y="2620"/>
                      <a:pt x="551" y="2529"/>
                    </a:cubicBezTo>
                    <a:cubicBezTo>
                      <a:pt x="573" y="2469"/>
                      <a:pt x="596" y="2421"/>
                      <a:pt x="620" y="2369"/>
                    </a:cubicBezTo>
                    <a:cubicBezTo>
                      <a:pt x="671" y="2264"/>
                      <a:pt x="727" y="2146"/>
                      <a:pt x="804" y="1883"/>
                    </a:cubicBezTo>
                    <a:cubicBezTo>
                      <a:pt x="876" y="1637"/>
                      <a:pt x="853" y="724"/>
                      <a:pt x="82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
              <p:cNvSpPr/>
              <p:nvPr/>
            </p:nvSpPr>
            <p:spPr>
              <a:xfrm>
                <a:off x="4815580" y="4011272"/>
                <a:ext cx="39080" cy="403257"/>
              </a:xfrm>
              <a:custGeom>
                <a:rect b="b" l="l" r="r" t="t"/>
                <a:pathLst>
                  <a:path extrusionOk="0" h="6346" w="615">
                    <a:moveTo>
                      <a:pt x="520" y="1"/>
                    </a:moveTo>
                    <a:cubicBezTo>
                      <a:pt x="518" y="21"/>
                      <a:pt x="358" y="2027"/>
                      <a:pt x="290" y="2662"/>
                    </a:cubicBezTo>
                    <a:cubicBezTo>
                      <a:pt x="263" y="2916"/>
                      <a:pt x="209" y="3227"/>
                      <a:pt x="158" y="3530"/>
                    </a:cubicBezTo>
                    <a:cubicBezTo>
                      <a:pt x="77" y="4007"/>
                      <a:pt x="1" y="4457"/>
                      <a:pt x="14" y="4712"/>
                    </a:cubicBezTo>
                    <a:cubicBezTo>
                      <a:pt x="37" y="5120"/>
                      <a:pt x="82" y="6101"/>
                      <a:pt x="84" y="6112"/>
                    </a:cubicBezTo>
                    <a:cubicBezTo>
                      <a:pt x="84" y="6112"/>
                      <a:pt x="89" y="6201"/>
                      <a:pt x="97" y="6346"/>
                    </a:cubicBezTo>
                    <a:lnTo>
                      <a:pt x="192" y="6340"/>
                    </a:lnTo>
                    <a:cubicBezTo>
                      <a:pt x="184" y="6196"/>
                      <a:pt x="178" y="6107"/>
                      <a:pt x="178" y="6107"/>
                    </a:cubicBezTo>
                    <a:cubicBezTo>
                      <a:pt x="178" y="6096"/>
                      <a:pt x="132" y="5115"/>
                      <a:pt x="110" y="4707"/>
                    </a:cubicBezTo>
                    <a:cubicBezTo>
                      <a:pt x="96" y="4463"/>
                      <a:pt x="175" y="3996"/>
                      <a:pt x="252" y="3546"/>
                    </a:cubicBezTo>
                    <a:cubicBezTo>
                      <a:pt x="304" y="3242"/>
                      <a:pt x="357" y="2928"/>
                      <a:pt x="385" y="2671"/>
                    </a:cubicBezTo>
                    <a:cubicBezTo>
                      <a:pt x="453" y="2035"/>
                      <a:pt x="612" y="28"/>
                      <a:pt x="614" y="8"/>
                    </a:cubicBezTo>
                    <a:lnTo>
                      <a:pt x="52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
              <p:cNvSpPr/>
              <p:nvPr/>
            </p:nvSpPr>
            <p:spPr>
              <a:xfrm>
                <a:off x="4776691" y="4930172"/>
                <a:ext cx="19572" cy="70853"/>
              </a:xfrm>
              <a:custGeom>
                <a:rect b="b" l="l" r="r" t="t"/>
                <a:pathLst>
                  <a:path extrusionOk="0" h="1115" w="308">
                    <a:moveTo>
                      <a:pt x="53" y="0"/>
                    </a:moveTo>
                    <a:lnTo>
                      <a:pt x="53" y="565"/>
                    </a:lnTo>
                    <a:lnTo>
                      <a:pt x="89" y="574"/>
                    </a:lnTo>
                    <a:cubicBezTo>
                      <a:pt x="89" y="574"/>
                      <a:pt x="125" y="584"/>
                      <a:pt x="155" y="610"/>
                    </a:cubicBezTo>
                    <a:cubicBezTo>
                      <a:pt x="194" y="644"/>
                      <a:pt x="207" y="688"/>
                      <a:pt x="192" y="747"/>
                    </a:cubicBezTo>
                    <a:cubicBezTo>
                      <a:pt x="150" y="912"/>
                      <a:pt x="2" y="1041"/>
                      <a:pt x="1" y="1042"/>
                    </a:cubicBezTo>
                    <a:lnTo>
                      <a:pt x="62" y="1115"/>
                    </a:lnTo>
                    <a:cubicBezTo>
                      <a:pt x="69" y="1110"/>
                      <a:pt x="235" y="965"/>
                      <a:pt x="284" y="770"/>
                    </a:cubicBezTo>
                    <a:cubicBezTo>
                      <a:pt x="307" y="677"/>
                      <a:pt x="283" y="594"/>
                      <a:pt x="217" y="538"/>
                    </a:cubicBezTo>
                    <a:cubicBezTo>
                      <a:pt x="193" y="517"/>
                      <a:pt x="168" y="503"/>
                      <a:pt x="148" y="495"/>
                    </a:cubicBezTo>
                    <a:lnTo>
                      <a:pt x="14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1"/>
              <p:cNvSpPr/>
              <p:nvPr/>
            </p:nvSpPr>
            <p:spPr>
              <a:xfrm>
                <a:off x="4491698" y="3294313"/>
                <a:ext cx="495905" cy="713928"/>
              </a:xfrm>
              <a:custGeom>
                <a:rect b="b" l="l" r="r" t="t"/>
                <a:pathLst>
                  <a:path extrusionOk="0" h="11235" w="7804">
                    <a:moveTo>
                      <a:pt x="6685" y="0"/>
                    </a:moveTo>
                    <a:cubicBezTo>
                      <a:pt x="6685" y="0"/>
                      <a:pt x="4892" y="439"/>
                      <a:pt x="4805" y="508"/>
                    </a:cubicBezTo>
                    <a:cubicBezTo>
                      <a:pt x="4718" y="578"/>
                      <a:pt x="1136" y="1574"/>
                      <a:pt x="1136" y="1574"/>
                    </a:cubicBezTo>
                    <a:cubicBezTo>
                      <a:pt x="1136" y="1574"/>
                      <a:pt x="385" y="2395"/>
                      <a:pt x="193" y="3338"/>
                    </a:cubicBezTo>
                    <a:cubicBezTo>
                      <a:pt x="1" y="4281"/>
                      <a:pt x="647" y="5556"/>
                      <a:pt x="647" y="5556"/>
                    </a:cubicBezTo>
                    <a:lnTo>
                      <a:pt x="1730" y="9557"/>
                    </a:lnTo>
                    <a:cubicBezTo>
                      <a:pt x="1730" y="9557"/>
                      <a:pt x="1417" y="9802"/>
                      <a:pt x="1399" y="10012"/>
                    </a:cubicBezTo>
                    <a:cubicBezTo>
                      <a:pt x="1381" y="10221"/>
                      <a:pt x="1469" y="10710"/>
                      <a:pt x="1625" y="10762"/>
                    </a:cubicBezTo>
                    <a:cubicBezTo>
                      <a:pt x="1721" y="10794"/>
                      <a:pt x="2668" y="10800"/>
                      <a:pt x="3393" y="10800"/>
                    </a:cubicBezTo>
                    <a:cubicBezTo>
                      <a:pt x="3856" y="10800"/>
                      <a:pt x="4229" y="10798"/>
                      <a:pt x="4229" y="10798"/>
                    </a:cubicBezTo>
                    <a:cubicBezTo>
                      <a:pt x="4229" y="10798"/>
                      <a:pt x="6657" y="11234"/>
                      <a:pt x="6709" y="11234"/>
                    </a:cubicBezTo>
                    <a:cubicBezTo>
                      <a:pt x="6762" y="11234"/>
                      <a:pt x="7041" y="10990"/>
                      <a:pt x="7041" y="10710"/>
                    </a:cubicBezTo>
                    <a:cubicBezTo>
                      <a:pt x="7041" y="10430"/>
                      <a:pt x="6989" y="10029"/>
                      <a:pt x="6971" y="9854"/>
                    </a:cubicBezTo>
                    <a:cubicBezTo>
                      <a:pt x="6954" y="9679"/>
                      <a:pt x="6255" y="5085"/>
                      <a:pt x="6185" y="4770"/>
                    </a:cubicBezTo>
                    <a:cubicBezTo>
                      <a:pt x="6115" y="4457"/>
                      <a:pt x="6090" y="3214"/>
                      <a:pt x="6090" y="3214"/>
                    </a:cubicBezTo>
                    <a:lnTo>
                      <a:pt x="7553" y="2129"/>
                    </a:lnTo>
                    <a:lnTo>
                      <a:pt x="7804" y="1807"/>
                    </a:lnTo>
                    <a:lnTo>
                      <a:pt x="668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
              <p:cNvSpPr/>
              <p:nvPr/>
            </p:nvSpPr>
            <p:spPr>
              <a:xfrm>
                <a:off x="4488902" y="3290818"/>
                <a:ext cx="502387" cy="720410"/>
              </a:xfrm>
              <a:custGeom>
                <a:rect b="b" l="l" r="r" t="t"/>
                <a:pathLst>
                  <a:path extrusionOk="0" h="11337" w="7906">
                    <a:moveTo>
                      <a:pt x="6707" y="110"/>
                    </a:moveTo>
                    <a:lnTo>
                      <a:pt x="7790" y="1859"/>
                    </a:lnTo>
                    <a:lnTo>
                      <a:pt x="7565" y="2150"/>
                    </a:lnTo>
                    <a:lnTo>
                      <a:pt x="6086" y="3245"/>
                    </a:lnTo>
                    <a:lnTo>
                      <a:pt x="6087" y="3269"/>
                    </a:lnTo>
                    <a:cubicBezTo>
                      <a:pt x="6088" y="3321"/>
                      <a:pt x="6113" y="4520"/>
                      <a:pt x="6183" y="4836"/>
                    </a:cubicBezTo>
                    <a:cubicBezTo>
                      <a:pt x="6251" y="5139"/>
                      <a:pt x="6950" y="9727"/>
                      <a:pt x="6969" y="9914"/>
                    </a:cubicBezTo>
                    <a:cubicBezTo>
                      <a:pt x="6972" y="9948"/>
                      <a:pt x="6977" y="9993"/>
                      <a:pt x="6982" y="10044"/>
                    </a:cubicBezTo>
                    <a:cubicBezTo>
                      <a:pt x="7004" y="10243"/>
                      <a:pt x="7038" y="10544"/>
                      <a:pt x="7038" y="10765"/>
                    </a:cubicBezTo>
                    <a:cubicBezTo>
                      <a:pt x="7038" y="11012"/>
                      <a:pt x="6792" y="11229"/>
                      <a:pt x="6755" y="11242"/>
                    </a:cubicBezTo>
                    <a:cubicBezTo>
                      <a:pt x="6684" y="11236"/>
                      <a:pt x="4945" y="10925"/>
                      <a:pt x="4273" y="10804"/>
                    </a:cubicBezTo>
                    <a:cubicBezTo>
                      <a:pt x="4008" y="10806"/>
                      <a:pt x="3706" y="10808"/>
                      <a:pt x="3403" y="10808"/>
                    </a:cubicBezTo>
                    <a:cubicBezTo>
                      <a:pt x="2585" y="10808"/>
                      <a:pt x="1765" y="10799"/>
                      <a:pt x="1685" y="10772"/>
                    </a:cubicBezTo>
                    <a:cubicBezTo>
                      <a:pt x="1565" y="10732"/>
                      <a:pt x="1472" y="10287"/>
                      <a:pt x="1490" y="10070"/>
                    </a:cubicBezTo>
                    <a:cubicBezTo>
                      <a:pt x="1503" y="9916"/>
                      <a:pt x="1721" y="9714"/>
                      <a:pt x="1804" y="9649"/>
                    </a:cubicBezTo>
                    <a:lnTo>
                      <a:pt x="1829" y="9630"/>
                    </a:lnTo>
                    <a:lnTo>
                      <a:pt x="738" y="5599"/>
                    </a:lnTo>
                    <a:lnTo>
                      <a:pt x="734" y="5590"/>
                    </a:lnTo>
                    <a:cubicBezTo>
                      <a:pt x="727" y="5578"/>
                      <a:pt x="97" y="4319"/>
                      <a:pt x="284" y="3402"/>
                    </a:cubicBezTo>
                    <a:cubicBezTo>
                      <a:pt x="459" y="2539"/>
                      <a:pt x="1122" y="1767"/>
                      <a:pt x="1207" y="1671"/>
                    </a:cubicBezTo>
                    <a:cubicBezTo>
                      <a:pt x="2065" y="1432"/>
                      <a:pt x="4791" y="670"/>
                      <a:pt x="4878" y="601"/>
                    </a:cubicBezTo>
                    <a:cubicBezTo>
                      <a:pt x="4956" y="550"/>
                      <a:pt x="6026" y="275"/>
                      <a:pt x="6707" y="110"/>
                    </a:cubicBezTo>
                    <a:close/>
                    <a:moveTo>
                      <a:pt x="6751" y="1"/>
                    </a:moveTo>
                    <a:lnTo>
                      <a:pt x="6718" y="9"/>
                    </a:lnTo>
                    <a:cubicBezTo>
                      <a:pt x="6295" y="113"/>
                      <a:pt x="4908" y="455"/>
                      <a:pt x="4822" y="524"/>
                    </a:cubicBezTo>
                    <a:cubicBezTo>
                      <a:pt x="4718" y="585"/>
                      <a:pt x="2579" y="1190"/>
                      <a:pt x="1168" y="1583"/>
                    </a:cubicBezTo>
                    <a:lnTo>
                      <a:pt x="1154" y="1587"/>
                    </a:lnTo>
                    <a:lnTo>
                      <a:pt x="1146" y="1597"/>
                    </a:lnTo>
                    <a:cubicBezTo>
                      <a:pt x="1114" y="1630"/>
                      <a:pt x="383" y="2438"/>
                      <a:pt x="191" y="3384"/>
                    </a:cubicBezTo>
                    <a:cubicBezTo>
                      <a:pt x="1" y="4314"/>
                      <a:pt x="598" y="5533"/>
                      <a:pt x="646" y="5629"/>
                    </a:cubicBezTo>
                    <a:lnTo>
                      <a:pt x="1721" y="9595"/>
                    </a:lnTo>
                    <a:cubicBezTo>
                      <a:pt x="1643" y="9660"/>
                      <a:pt x="1411" y="9868"/>
                      <a:pt x="1395" y="10063"/>
                    </a:cubicBezTo>
                    <a:cubicBezTo>
                      <a:pt x="1378" y="10268"/>
                      <a:pt x="1461" y="10798"/>
                      <a:pt x="1655" y="10862"/>
                    </a:cubicBezTo>
                    <a:cubicBezTo>
                      <a:pt x="1755" y="10896"/>
                      <a:pt x="2647" y="10903"/>
                      <a:pt x="3365" y="10903"/>
                    </a:cubicBezTo>
                    <a:cubicBezTo>
                      <a:pt x="3801" y="10903"/>
                      <a:pt x="4173" y="10900"/>
                      <a:pt x="4264" y="10899"/>
                    </a:cubicBezTo>
                    <a:cubicBezTo>
                      <a:pt x="4835" y="11002"/>
                      <a:pt x="6701" y="11337"/>
                      <a:pt x="6753" y="11337"/>
                    </a:cubicBezTo>
                    <a:cubicBezTo>
                      <a:pt x="6840" y="11337"/>
                      <a:pt x="7132" y="11067"/>
                      <a:pt x="7132" y="10766"/>
                    </a:cubicBezTo>
                    <a:cubicBezTo>
                      <a:pt x="7132" y="10539"/>
                      <a:pt x="7099" y="10235"/>
                      <a:pt x="7077" y="10033"/>
                    </a:cubicBezTo>
                    <a:cubicBezTo>
                      <a:pt x="7070" y="9983"/>
                      <a:pt x="7066" y="9939"/>
                      <a:pt x="7062" y="9904"/>
                    </a:cubicBezTo>
                    <a:cubicBezTo>
                      <a:pt x="7043" y="9717"/>
                      <a:pt x="6343" y="5120"/>
                      <a:pt x="6275" y="4816"/>
                    </a:cubicBezTo>
                    <a:cubicBezTo>
                      <a:pt x="6213" y="4534"/>
                      <a:pt x="6186" y="3469"/>
                      <a:pt x="6182" y="3292"/>
                    </a:cubicBezTo>
                    <a:lnTo>
                      <a:pt x="7625" y="2222"/>
                    </a:lnTo>
                    <a:lnTo>
                      <a:pt x="7906" y="1865"/>
                    </a:lnTo>
                    <a:lnTo>
                      <a:pt x="675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1"/>
              <p:cNvSpPr/>
              <p:nvPr/>
            </p:nvSpPr>
            <p:spPr>
              <a:xfrm>
                <a:off x="4885160" y="3273153"/>
                <a:ext cx="137130" cy="170745"/>
              </a:xfrm>
              <a:custGeom>
                <a:rect b="b" l="l" r="r" t="t"/>
                <a:pathLst>
                  <a:path extrusionOk="0" h="2687" w="2158">
                    <a:moveTo>
                      <a:pt x="588" y="1"/>
                    </a:moveTo>
                    <a:cubicBezTo>
                      <a:pt x="529" y="1"/>
                      <a:pt x="479" y="28"/>
                      <a:pt x="455" y="64"/>
                    </a:cubicBezTo>
                    <a:cubicBezTo>
                      <a:pt x="412" y="130"/>
                      <a:pt x="0" y="185"/>
                      <a:pt x="80" y="547"/>
                    </a:cubicBezTo>
                    <a:cubicBezTo>
                      <a:pt x="80" y="547"/>
                      <a:pt x="1257" y="2687"/>
                      <a:pt x="1333" y="2687"/>
                    </a:cubicBezTo>
                    <a:cubicBezTo>
                      <a:pt x="1333" y="2687"/>
                      <a:pt x="1334" y="2687"/>
                      <a:pt x="1334" y="2687"/>
                    </a:cubicBezTo>
                    <a:cubicBezTo>
                      <a:pt x="1405" y="2678"/>
                      <a:pt x="2062" y="2195"/>
                      <a:pt x="2110" y="2095"/>
                    </a:cubicBezTo>
                    <a:cubicBezTo>
                      <a:pt x="2158" y="1995"/>
                      <a:pt x="2078" y="1774"/>
                      <a:pt x="2078" y="1774"/>
                    </a:cubicBezTo>
                    <a:cubicBezTo>
                      <a:pt x="2078" y="1774"/>
                      <a:pt x="848" y="164"/>
                      <a:pt x="737" y="63"/>
                    </a:cubicBezTo>
                    <a:cubicBezTo>
                      <a:pt x="687" y="18"/>
                      <a:pt x="635" y="1"/>
                      <a:pt x="58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
              <p:cNvSpPr/>
              <p:nvPr/>
            </p:nvSpPr>
            <p:spPr>
              <a:xfrm>
                <a:off x="4882936" y="3270167"/>
                <a:ext cx="142468" cy="176846"/>
              </a:xfrm>
              <a:custGeom>
                <a:rect b="b" l="l" r="r" t="t"/>
                <a:pathLst>
                  <a:path extrusionOk="0" h="2783" w="2242">
                    <a:moveTo>
                      <a:pt x="622" y="95"/>
                    </a:moveTo>
                    <a:cubicBezTo>
                      <a:pt x="662" y="95"/>
                      <a:pt x="703" y="113"/>
                      <a:pt x="739" y="145"/>
                    </a:cubicBezTo>
                    <a:cubicBezTo>
                      <a:pt x="827" y="226"/>
                      <a:pt x="1726" y="1393"/>
                      <a:pt x="2071" y="1844"/>
                    </a:cubicBezTo>
                    <a:cubicBezTo>
                      <a:pt x="2098" y="1924"/>
                      <a:pt x="2130" y="2063"/>
                      <a:pt x="2101" y="2121"/>
                    </a:cubicBezTo>
                    <a:cubicBezTo>
                      <a:pt x="2063" y="2203"/>
                      <a:pt x="1501" y="2620"/>
                      <a:pt x="1378" y="2680"/>
                    </a:cubicBezTo>
                    <a:cubicBezTo>
                      <a:pt x="1251" y="2529"/>
                      <a:pt x="575" y="1332"/>
                      <a:pt x="160" y="577"/>
                    </a:cubicBezTo>
                    <a:cubicBezTo>
                      <a:pt x="117" y="366"/>
                      <a:pt x="259" y="283"/>
                      <a:pt x="420" y="207"/>
                    </a:cubicBezTo>
                    <a:cubicBezTo>
                      <a:pt x="475" y="182"/>
                      <a:pt x="511" y="165"/>
                      <a:pt x="529" y="138"/>
                    </a:cubicBezTo>
                    <a:cubicBezTo>
                      <a:pt x="541" y="121"/>
                      <a:pt x="566" y="101"/>
                      <a:pt x="606" y="96"/>
                    </a:cubicBezTo>
                    <a:cubicBezTo>
                      <a:pt x="611" y="95"/>
                      <a:pt x="616" y="95"/>
                      <a:pt x="622" y="95"/>
                    </a:cubicBezTo>
                    <a:close/>
                    <a:moveTo>
                      <a:pt x="624" y="0"/>
                    </a:moveTo>
                    <a:cubicBezTo>
                      <a:pt x="614" y="0"/>
                      <a:pt x="604" y="1"/>
                      <a:pt x="594" y="2"/>
                    </a:cubicBezTo>
                    <a:cubicBezTo>
                      <a:pt x="534" y="10"/>
                      <a:pt x="480" y="41"/>
                      <a:pt x="452" y="84"/>
                    </a:cubicBezTo>
                    <a:cubicBezTo>
                      <a:pt x="444" y="93"/>
                      <a:pt x="408" y="108"/>
                      <a:pt x="381" y="121"/>
                    </a:cubicBezTo>
                    <a:cubicBezTo>
                      <a:pt x="248" y="183"/>
                      <a:pt x="0" y="297"/>
                      <a:pt x="69" y="605"/>
                    </a:cubicBezTo>
                    <a:lnTo>
                      <a:pt x="73" y="617"/>
                    </a:lnTo>
                    <a:cubicBezTo>
                      <a:pt x="1213" y="2689"/>
                      <a:pt x="1328" y="2782"/>
                      <a:pt x="1369" y="2782"/>
                    </a:cubicBezTo>
                    <a:cubicBezTo>
                      <a:pt x="1371" y="2782"/>
                      <a:pt x="1373" y="2782"/>
                      <a:pt x="1375" y="2781"/>
                    </a:cubicBezTo>
                    <a:cubicBezTo>
                      <a:pt x="1464" y="2770"/>
                      <a:pt x="2133" y="2278"/>
                      <a:pt x="2187" y="2162"/>
                    </a:cubicBezTo>
                    <a:cubicBezTo>
                      <a:pt x="2242" y="2047"/>
                      <a:pt x="2166" y="1830"/>
                      <a:pt x="2158" y="1805"/>
                    </a:cubicBezTo>
                    <a:lnTo>
                      <a:pt x="2151" y="1793"/>
                    </a:lnTo>
                    <a:cubicBezTo>
                      <a:pt x="2100" y="1726"/>
                      <a:pt x="917" y="179"/>
                      <a:pt x="804" y="76"/>
                    </a:cubicBezTo>
                    <a:cubicBezTo>
                      <a:pt x="751" y="27"/>
                      <a:pt x="688" y="0"/>
                      <a:pt x="6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
              <p:cNvSpPr/>
              <p:nvPr/>
            </p:nvSpPr>
            <p:spPr>
              <a:xfrm>
                <a:off x="4730686" y="3496063"/>
                <a:ext cx="149903" cy="114063"/>
              </a:xfrm>
              <a:custGeom>
                <a:rect b="b" l="l" r="r" t="t"/>
                <a:pathLst>
                  <a:path extrusionOk="0" h="1795" w="2359">
                    <a:moveTo>
                      <a:pt x="2302" y="0"/>
                    </a:moveTo>
                    <a:lnTo>
                      <a:pt x="1" y="1718"/>
                    </a:lnTo>
                    <a:lnTo>
                      <a:pt x="57" y="1795"/>
                    </a:lnTo>
                    <a:lnTo>
                      <a:pt x="2359" y="77"/>
                    </a:lnTo>
                    <a:lnTo>
                      <a:pt x="230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
              <p:cNvSpPr/>
              <p:nvPr/>
            </p:nvSpPr>
            <p:spPr>
              <a:xfrm>
                <a:off x="4681884" y="3770189"/>
                <a:ext cx="28405" cy="39144"/>
              </a:xfrm>
              <a:custGeom>
                <a:rect b="b" l="l" r="r" t="t"/>
                <a:pathLst>
                  <a:path extrusionOk="0" h="616" w="447">
                    <a:moveTo>
                      <a:pt x="365" y="0"/>
                    </a:moveTo>
                    <a:cubicBezTo>
                      <a:pt x="242" y="213"/>
                      <a:pt x="119" y="400"/>
                      <a:pt x="1" y="557"/>
                    </a:cubicBezTo>
                    <a:lnTo>
                      <a:pt x="76" y="615"/>
                    </a:lnTo>
                    <a:cubicBezTo>
                      <a:pt x="198" y="455"/>
                      <a:pt x="322" y="264"/>
                      <a:pt x="447" y="47"/>
                    </a:cubicBezTo>
                    <a:lnTo>
                      <a:pt x="3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
              <p:cNvSpPr/>
              <p:nvPr/>
            </p:nvSpPr>
            <p:spPr>
              <a:xfrm>
                <a:off x="4714800" y="3594301"/>
                <a:ext cx="70980" cy="160896"/>
              </a:xfrm>
              <a:custGeom>
                <a:rect b="b" l="l" r="r" t="t"/>
                <a:pathLst>
                  <a:path extrusionOk="0" h="2532" w="1117">
                    <a:moveTo>
                      <a:pt x="1025" y="0"/>
                    </a:moveTo>
                    <a:cubicBezTo>
                      <a:pt x="1022" y="12"/>
                      <a:pt x="737" y="1077"/>
                      <a:pt x="0" y="2488"/>
                    </a:cubicBezTo>
                    <a:lnTo>
                      <a:pt x="84" y="2531"/>
                    </a:lnTo>
                    <a:cubicBezTo>
                      <a:pt x="827" y="1110"/>
                      <a:pt x="1114" y="36"/>
                      <a:pt x="1117" y="24"/>
                    </a:cubicBezTo>
                    <a:lnTo>
                      <a:pt x="10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
              <p:cNvSpPr/>
              <p:nvPr/>
            </p:nvSpPr>
            <p:spPr>
              <a:xfrm>
                <a:off x="4648587" y="3775399"/>
                <a:ext cx="83879" cy="106946"/>
              </a:xfrm>
              <a:custGeom>
                <a:rect b="b" l="l" r="r" t="t"/>
                <a:pathLst>
                  <a:path extrusionOk="0" h="1683" w="1320">
                    <a:moveTo>
                      <a:pt x="1239" y="0"/>
                    </a:moveTo>
                    <a:cubicBezTo>
                      <a:pt x="1231" y="13"/>
                      <a:pt x="389" y="1273"/>
                      <a:pt x="0" y="1610"/>
                    </a:cubicBezTo>
                    <a:lnTo>
                      <a:pt x="62" y="1682"/>
                    </a:lnTo>
                    <a:cubicBezTo>
                      <a:pt x="461" y="1336"/>
                      <a:pt x="1283" y="105"/>
                      <a:pt x="1319" y="53"/>
                    </a:cubicBezTo>
                    <a:lnTo>
                      <a:pt x="123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
          <p:cNvSpPr txBox="1"/>
          <p:nvPr>
            <p:ph type="title"/>
          </p:nvPr>
        </p:nvSpPr>
        <p:spPr>
          <a:xfrm>
            <a:off x="717000" y="3701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Table of </a:t>
            </a:r>
            <a:r>
              <a:rPr lang="en">
                <a:solidFill>
                  <a:srgbClr val="F3324D"/>
                </a:solidFill>
              </a:rPr>
              <a:t>contents</a:t>
            </a:r>
            <a:endParaRPr>
              <a:solidFill>
                <a:srgbClr val="F3324D"/>
              </a:solidFill>
            </a:endParaRPr>
          </a:p>
        </p:txBody>
      </p:sp>
      <p:sp>
        <p:nvSpPr>
          <p:cNvPr id="562" name="Google Shape;562;p2"/>
          <p:cNvSpPr txBox="1"/>
          <p:nvPr>
            <p:ph idx="7" type="title"/>
          </p:nvPr>
        </p:nvSpPr>
        <p:spPr>
          <a:xfrm>
            <a:off x="1395777" y="1426883"/>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563" name="Google Shape;563;p2"/>
          <p:cNvSpPr txBox="1"/>
          <p:nvPr>
            <p:ph idx="13" type="subTitle"/>
          </p:nvPr>
        </p:nvSpPr>
        <p:spPr>
          <a:xfrm>
            <a:off x="306784" y="2367275"/>
            <a:ext cx="2937300" cy="39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Conflict </a:t>
            </a:r>
            <a:endParaRPr/>
          </a:p>
          <a:p>
            <a:pPr indent="0" lvl="0" marL="0" rtl="0" algn="ctr">
              <a:lnSpc>
                <a:spcPct val="100000"/>
              </a:lnSpc>
              <a:spcBef>
                <a:spcPts val="0"/>
              </a:spcBef>
              <a:spcAft>
                <a:spcPts val="0"/>
              </a:spcAft>
              <a:buSzPts val="2400"/>
              <a:buNone/>
            </a:pPr>
            <a:r>
              <a:rPr lang="en"/>
              <a:t>Model</a:t>
            </a:r>
            <a:endParaRPr sz="2300"/>
          </a:p>
        </p:txBody>
      </p:sp>
      <p:sp>
        <p:nvSpPr>
          <p:cNvPr id="564" name="Google Shape;564;p2"/>
          <p:cNvSpPr txBox="1"/>
          <p:nvPr>
            <p:ph idx="7" type="title"/>
          </p:nvPr>
        </p:nvSpPr>
        <p:spPr>
          <a:xfrm>
            <a:off x="4095302" y="1395033"/>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
        <p:nvSpPr>
          <p:cNvPr id="565" name="Google Shape;565;p2"/>
          <p:cNvSpPr txBox="1"/>
          <p:nvPr>
            <p:ph idx="13" type="subTitle"/>
          </p:nvPr>
        </p:nvSpPr>
        <p:spPr>
          <a:xfrm>
            <a:off x="3006309" y="2299825"/>
            <a:ext cx="2937300" cy="39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SzPts val="2400"/>
              <a:buNone/>
            </a:pPr>
            <a:r>
              <a:rPr lang="en"/>
              <a:t>Active</a:t>
            </a:r>
            <a:endParaRPr/>
          </a:p>
          <a:p>
            <a:pPr indent="0" lvl="0" marL="0" rtl="0" algn="ctr">
              <a:spcBef>
                <a:spcPts val="0"/>
              </a:spcBef>
              <a:spcAft>
                <a:spcPts val="0"/>
              </a:spcAft>
              <a:buSzPts val="2400"/>
              <a:buNone/>
            </a:pPr>
            <a:r>
              <a:rPr lang="en"/>
              <a:t>Listening</a:t>
            </a:r>
            <a:endParaRPr/>
          </a:p>
        </p:txBody>
      </p:sp>
      <p:sp>
        <p:nvSpPr>
          <p:cNvPr id="566" name="Google Shape;566;p2"/>
          <p:cNvSpPr txBox="1"/>
          <p:nvPr>
            <p:ph idx="5" type="title"/>
          </p:nvPr>
        </p:nvSpPr>
        <p:spPr>
          <a:xfrm>
            <a:off x="6588402" y="1385183"/>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03</a:t>
            </a:r>
            <a:endParaRPr/>
          </a:p>
        </p:txBody>
      </p:sp>
      <p:sp>
        <p:nvSpPr>
          <p:cNvPr id="567" name="Google Shape;567;p2"/>
          <p:cNvSpPr txBox="1"/>
          <p:nvPr>
            <p:ph idx="7" type="title"/>
          </p:nvPr>
        </p:nvSpPr>
        <p:spPr>
          <a:xfrm>
            <a:off x="2843577" y="3218983"/>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04</a:t>
            </a:r>
            <a:endParaRPr/>
          </a:p>
        </p:txBody>
      </p:sp>
      <p:sp>
        <p:nvSpPr>
          <p:cNvPr id="568" name="Google Shape;568;p2"/>
          <p:cNvSpPr txBox="1"/>
          <p:nvPr>
            <p:ph idx="9" type="subTitle"/>
          </p:nvPr>
        </p:nvSpPr>
        <p:spPr>
          <a:xfrm>
            <a:off x="5270825" y="2366175"/>
            <a:ext cx="3581100" cy="39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SzPts val="2400"/>
              <a:buNone/>
            </a:pPr>
            <a:r>
              <a:rPr lang="en" sz="2300"/>
              <a:t>Dismantling </a:t>
            </a:r>
            <a:endParaRPr sz="2300"/>
          </a:p>
          <a:p>
            <a:pPr indent="0" lvl="0" marL="0" rtl="0" algn="ctr">
              <a:spcBef>
                <a:spcPts val="0"/>
              </a:spcBef>
              <a:spcAft>
                <a:spcPts val="0"/>
              </a:spcAft>
              <a:buSzPts val="2400"/>
              <a:buNone/>
            </a:pPr>
            <a:r>
              <a:rPr lang="en" sz="2300"/>
              <a:t>Hierarchies</a:t>
            </a:r>
            <a:endParaRPr/>
          </a:p>
        </p:txBody>
      </p:sp>
      <p:sp>
        <p:nvSpPr>
          <p:cNvPr id="569" name="Google Shape;569;p2"/>
          <p:cNvSpPr txBox="1"/>
          <p:nvPr>
            <p:ph idx="13" type="subTitle"/>
          </p:nvPr>
        </p:nvSpPr>
        <p:spPr>
          <a:xfrm>
            <a:off x="1754584" y="4159375"/>
            <a:ext cx="2937300" cy="39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Using proper language</a:t>
            </a:r>
            <a:endParaRPr/>
          </a:p>
        </p:txBody>
      </p:sp>
      <p:sp>
        <p:nvSpPr>
          <p:cNvPr id="570" name="Google Shape;570;p2"/>
          <p:cNvSpPr txBox="1"/>
          <p:nvPr>
            <p:ph idx="7" type="title"/>
          </p:nvPr>
        </p:nvSpPr>
        <p:spPr>
          <a:xfrm>
            <a:off x="5619302" y="3203058"/>
            <a:ext cx="734700" cy="447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040000" dist="28575">
              <a:srgbClr val="000000"/>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05</a:t>
            </a:r>
            <a:endParaRPr/>
          </a:p>
        </p:txBody>
      </p:sp>
      <p:sp>
        <p:nvSpPr>
          <p:cNvPr id="571" name="Google Shape;571;p2"/>
          <p:cNvSpPr txBox="1"/>
          <p:nvPr>
            <p:ph idx="13" type="subTitle"/>
          </p:nvPr>
        </p:nvSpPr>
        <p:spPr>
          <a:xfrm>
            <a:off x="4606509" y="4168125"/>
            <a:ext cx="2937300" cy="39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Value of </a:t>
            </a:r>
            <a:endParaRPr/>
          </a:p>
          <a:p>
            <a:pPr indent="0" lvl="0" marL="0" rtl="0" algn="ctr">
              <a:lnSpc>
                <a:spcPct val="100000"/>
              </a:lnSpc>
              <a:spcBef>
                <a:spcPts val="0"/>
              </a:spcBef>
              <a:spcAft>
                <a:spcPts val="0"/>
              </a:spcAft>
              <a:buSzPts val="2400"/>
              <a:buNone/>
            </a:pPr>
            <a:r>
              <a:rPr lang="en"/>
              <a:t>Feedback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
          <p:cNvSpPr/>
          <p:nvPr/>
        </p:nvSpPr>
        <p:spPr>
          <a:xfrm>
            <a:off x="720000" y="1199800"/>
            <a:ext cx="1065300" cy="1145100"/>
          </a:xfrm>
          <a:prstGeom prst="wedgeRectCallout">
            <a:avLst>
              <a:gd fmla="val 62187" name="adj1"/>
              <a:gd fmla="val -19293"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577" name="Google Shape;577;p8"/>
          <p:cNvSpPr txBox="1"/>
          <p:nvPr>
            <p:ph type="title"/>
          </p:nvPr>
        </p:nvSpPr>
        <p:spPr>
          <a:xfrm>
            <a:off x="2130050" y="1064188"/>
            <a:ext cx="3924300" cy="1416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a:t>Conflict Model</a:t>
            </a:r>
            <a:endParaRPr>
              <a:solidFill>
                <a:schemeClr val="accent1"/>
              </a:solidFill>
            </a:endParaRPr>
          </a:p>
        </p:txBody>
      </p:sp>
      <p:sp>
        <p:nvSpPr>
          <p:cNvPr id="578" name="Google Shape;578;p8"/>
          <p:cNvSpPr txBox="1"/>
          <p:nvPr>
            <p:ph idx="2" type="title"/>
          </p:nvPr>
        </p:nvSpPr>
        <p:spPr>
          <a:xfrm>
            <a:off x="720000" y="1322025"/>
            <a:ext cx="1065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sp>
        <p:nvSpPr>
          <p:cNvPr id="579" name="Google Shape;579;p8"/>
          <p:cNvSpPr txBox="1"/>
          <p:nvPr>
            <p:ph idx="1" type="subTitle"/>
          </p:nvPr>
        </p:nvSpPr>
        <p:spPr>
          <a:xfrm>
            <a:off x="720000" y="2640475"/>
            <a:ext cx="5334300" cy="4716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80000" dist="38100">
              <a:srgbClr val="000000"/>
            </a:outerShdw>
          </a:effectLst>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a:t>How to navigate conflict in a team</a:t>
            </a:r>
            <a:endParaRPr/>
          </a:p>
        </p:txBody>
      </p:sp>
      <p:grpSp>
        <p:nvGrpSpPr>
          <p:cNvPr id="580" name="Google Shape;580;p8"/>
          <p:cNvGrpSpPr/>
          <p:nvPr/>
        </p:nvGrpSpPr>
        <p:grpSpPr>
          <a:xfrm>
            <a:off x="6377287" y="985775"/>
            <a:ext cx="2432306" cy="3682475"/>
            <a:chOff x="6377288" y="985775"/>
            <a:chExt cx="2432306" cy="3682475"/>
          </a:xfrm>
        </p:grpSpPr>
        <p:cxnSp>
          <p:nvCxnSpPr>
            <p:cNvPr id="581" name="Google Shape;581;p8"/>
            <p:cNvCxnSpPr/>
            <p:nvPr/>
          </p:nvCxnSpPr>
          <p:spPr>
            <a:xfrm flipH="1" rot="10800000">
              <a:off x="6377288" y="4172950"/>
              <a:ext cx="2368800" cy="300"/>
            </a:xfrm>
            <a:prstGeom prst="straightConnector1">
              <a:avLst/>
            </a:prstGeom>
            <a:noFill/>
            <a:ln cap="flat" cmpd="sng" w="9525">
              <a:solidFill>
                <a:schemeClr val="dk1"/>
              </a:solidFill>
              <a:prstDash val="solid"/>
              <a:round/>
              <a:headEnd len="sm" w="sm" type="none"/>
              <a:tailEnd len="sm" w="sm" type="none"/>
            </a:ln>
          </p:spPr>
        </p:cxnSp>
        <p:grpSp>
          <p:nvGrpSpPr>
            <p:cNvPr id="582" name="Google Shape;582;p8"/>
            <p:cNvGrpSpPr/>
            <p:nvPr/>
          </p:nvGrpSpPr>
          <p:grpSpPr>
            <a:xfrm>
              <a:off x="6537500" y="985775"/>
              <a:ext cx="2272094" cy="3682475"/>
              <a:chOff x="6537500" y="1366775"/>
              <a:chExt cx="2272094" cy="3682475"/>
            </a:xfrm>
          </p:grpSpPr>
          <p:sp>
            <p:nvSpPr>
              <p:cNvPr id="583" name="Google Shape;583;p8"/>
              <p:cNvSpPr/>
              <p:nvPr/>
            </p:nvSpPr>
            <p:spPr>
              <a:xfrm>
                <a:off x="8240122" y="5000741"/>
                <a:ext cx="389137" cy="44487"/>
              </a:xfrm>
              <a:custGeom>
                <a:rect b="b" l="l" r="r" t="t"/>
                <a:pathLst>
                  <a:path extrusionOk="0" h="708" w="6193">
                    <a:moveTo>
                      <a:pt x="6193" y="0"/>
                    </a:moveTo>
                    <a:lnTo>
                      <a:pt x="6193" y="0"/>
                    </a:lnTo>
                    <a:cubicBezTo>
                      <a:pt x="5499" y="94"/>
                      <a:pt x="4163" y="255"/>
                      <a:pt x="3117" y="255"/>
                    </a:cubicBezTo>
                    <a:cubicBezTo>
                      <a:pt x="1994" y="255"/>
                      <a:pt x="686" y="87"/>
                      <a:pt x="125" y="8"/>
                    </a:cubicBezTo>
                    <a:cubicBezTo>
                      <a:pt x="29" y="105"/>
                      <a:pt x="1" y="204"/>
                      <a:pt x="49" y="302"/>
                    </a:cubicBezTo>
                    <a:cubicBezTo>
                      <a:pt x="130" y="468"/>
                      <a:pt x="1723" y="708"/>
                      <a:pt x="2717" y="708"/>
                    </a:cubicBezTo>
                    <a:cubicBezTo>
                      <a:pt x="2874" y="708"/>
                      <a:pt x="3016" y="702"/>
                      <a:pt x="3135" y="689"/>
                    </a:cubicBezTo>
                    <a:cubicBezTo>
                      <a:pt x="4006" y="592"/>
                      <a:pt x="5602" y="544"/>
                      <a:pt x="5796" y="495"/>
                    </a:cubicBezTo>
                    <a:cubicBezTo>
                      <a:pt x="5938" y="460"/>
                      <a:pt x="6108" y="319"/>
                      <a:pt x="61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8"/>
              <p:cNvSpPr/>
              <p:nvPr/>
            </p:nvSpPr>
            <p:spPr>
              <a:xfrm>
                <a:off x="8235724" y="4996594"/>
                <a:ext cx="397934" cy="52656"/>
              </a:xfrm>
              <a:custGeom>
                <a:rect b="b" l="l" r="r" t="t"/>
                <a:pathLst>
                  <a:path extrusionOk="0" h="838" w="6333">
                    <a:moveTo>
                      <a:pt x="220" y="143"/>
                    </a:moveTo>
                    <a:cubicBezTo>
                      <a:pt x="764" y="221"/>
                      <a:pt x="2071" y="386"/>
                      <a:pt x="3187" y="386"/>
                    </a:cubicBezTo>
                    <a:cubicBezTo>
                      <a:pt x="4185" y="386"/>
                      <a:pt x="5446" y="242"/>
                      <a:pt x="6170" y="145"/>
                    </a:cubicBezTo>
                    <a:lnTo>
                      <a:pt x="6170" y="145"/>
                    </a:lnTo>
                    <a:cubicBezTo>
                      <a:pt x="6072" y="414"/>
                      <a:pt x="5917" y="481"/>
                      <a:pt x="5851" y="498"/>
                    </a:cubicBezTo>
                    <a:cubicBezTo>
                      <a:pt x="5765" y="519"/>
                      <a:pt x="5335" y="543"/>
                      <a:pt x="4880" y="569"/>
                    </a:cubicBezTo>
                    <a:cubicBezTo>
                      <a:pt x="4336" y="599"/>
                      <a:pt x="3662" y="637"/>
                      <a:pt x="3198" y="689"/>
                    </a:cubicBezTo>
                    <a:cubicBezTo>
                      <a:pt x="3077" y="702"/>
                      <a:pt x="2935" y="708"/>
                      <a:pt x="2780" y="708"/>
                    </a:cubicBezTo>
                    <a:cubicBezTo>
                      <a:pt x="1801" y="708"/>
                      <a:pt x="284" y="469"/>
                      <a:pt x="178" y="339"/>
                    </a:cubicBezTo>
                    <a:cubicBezTo>
                      <a:pt x="158" y="298"/>
                      <a:pt x="142" y="235"/>
                      <a:pt x="220" y="143"/>
                    </a:cubicBezTo>
                    <a:close/>
                    <a:moveTo>
                      <a:pt x="6263" y="1"/>
                    </a:moveTo>
                    <a:cubicBezTo>
                      <a:pt x="6261" y="1"/>
                      <a:pt x="6258" y="1"/>
                      <a:pt x="6255" y="1"/>
                    </a:cubicBezTo>
                    <a:cubicBezTo>
                      <a:pt x="5555" y="96"/>
                      <a:pt x="4226" y="255"/>
                      <a:pt x="3187" y="255"/>
                    </a:cubicBezTo>
                    <a:cubicBezTo>
                      <a:pt x="2055" y="255"/>
                      <a:pt x="724" y="83"/>
                      <a:pt x="204" y="9"/>
                    </a:cubicBezTo>
                    <a:cubicBezTo>
                      <a:pt x="201" y="8"/>
                      <a:pt x="198" y="8"/>
                      <a:pt x="195" y="8"/>
                    </a:cubicBezTo>
                    <a:cubicBezTo>
                      <a:pt x="177" y="8"/>
                      <a:pt x="160" y="15"/>
                      <a:pt x="149" y="28"/>
                    </a:cubicBezTo>
                    <a:cubicBezTo>
                      <a:pt x="1" y="179"/>
                      <a:pt x="18" y="312"/>
                      <a:pt x="59" y="396"/>
                    </a:cubicBezTo>
                    <a:cubicBezTo>
                      <a:pt x="165" y="614"/>
                      <a:pt x="1826" y="838"/>
                      <a:pt x="2804" y="838"/>
                    </a:cubicBezTo>
                    <a:cubicBezTo>
                      <a:pt x="2961" y="838"/>
                      <a:pt x="3100" y="832"/>
                      <a:pt x="3213" y="820"/>
                    </a:cubicBezTo>
                    <a:cubicBezTo>
                      <a:pt x="3672" y="768"/>
                      <a:pt x="4346" y="731"/>
                      <a:pt x="4887" y="700"/>
                    </a:cubicBezTo>
                    <a:cubicBezTo>
                      <a:pt x="5460" y="668"/>
                      <a:pt x="5790" y="648"/>
                      <a:pt x="5882" y="625"/>
                    </a:cubicBezTo>
                    <a:cubicBezTo>
                      <a:pt x="5979" y="600"/>
                      <a:pt x="6216" y="500"/>
                      <a:pt x="6326" y="83"/>
                    </a:cubicBezTo>
                    <a:cubicBezTo>
                      <a:pt x="6332" y="62"/>
                      <a:pt x="6327" y="39"/>
                      <a:pt x="6312" y="22"/>
                    </a:cubicBezTo>
                    <a:cubicBezTo>
                      <a:pt x="6300" y="9"/>
                      <a:pt x="6282" y="1"/>
                      <a:pt x="62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8"/>
              <p:cNvSpPr/>
              <p:nvPr/>
            </p:nvSpPr>
            <p:spPr>
              <a:xfrm>
                <a:off x="8453327" y="2508265"/>
                <a:ext cx="89226" cy="97771"/>
              </a:xfrm>
              <a:custGeom>
                <a:rect b="b" l="l" r="r" t="t"/>
                <a:pathLst>
                  <a:path extrusionOk="0" h="1556" w="1420">
                    <a:moveTo>
                      <a:pt x="1346" y="1"/>
                    </a:moveTo>
                    <a:cubicBezTo>
                      <a:pt x="1328" y="1"/>
                      <a:pt x="1310" y="8"/>
                      <a:pt x="1297" y="23"/>
                    </a:cubicBezTo>
                    <a:lnTo>
                      <a:pt x="25" y="1446"/>
                    </a:lnTo>
                    <a:cubicBezTo>
                      <a:pt x="0" y="1474"/>
                      <a:pt x="2" y="1515"/>
                      <a:pt x="30" y="1539"/>
                    </a:cubicBezTo>
                    <a:cubicBezTo>
                      <a:pt x="42" y="1550"/>
                      <a:pt x="58" y="1556"/>
                      <a:pt x="73" y="1556"/>
                    </a:cubicBezTo>
                    <a:cubicBezTo>
                      <a:pt x="92" y="1556"/>
                      <a:pt x="110" y="1548"/>
                      <a:pt x="122" y="1534"/>
                    </a:cubicBezTo>
                    <a:lnTo>
                      <a:pt x="1395" y="110"/>
                    </a:lnTo>
                    <a:cubicBezTo>
                      <a:pt x="1419" y="82"/>
                      <a:pt x="1417" y="41"/>
                      <a:pt x="1390" y="17"/>
                    </a:cubicBezTo>
                    <a:cubicBezTo>
                      <a:pt x="1378" y="6"/>
                      <a:pt x="1362"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8"/>
              <p:cNvSpPr/>
              <p:nvPr/>
            </p:nvSpPr>
            <p:spPr>
              <a:xfrm>
                <a:off x="8441388" y="3121927"/>
                <a:ext cx="135347" cy="26579"/>
              </a:xfrm>
              <a:custGeom>
                <a:rect b="b" l="l" r="r" t="t"/>
                <a:pathLst>
                  <a:path extrusionOk="0" h="423" w="2154">
                    <a:moveTo>
                      <a:pt x="1182" y="1"/>
                    </a:moveTo>
                    <a:cubicBezTo>
                      <a:pt x="665" y="1"/>
                      <a:pt x="79" y="235"/>
                      <a:pt x="51" y="247"/>
                    </a:cubicBezTo>
                    <a:cubicBezTo>
                      <a:pt x="17" y="261"/>
                      <a:pt x="0" y="299"/>
                      <a:pt x="14" y="332"/>
                    </a:cubicBezTo>
                    <a:cubicBezTo>
                      <a:pt x="25" y="358"/>
                      <a:pt x="50" y="373"/>
                      <a:pt x="76" y="373"/>
                    </a:cubicBezTo>
                    <a:cubicBezTo>
                      <a:pt x="84" y="373"/>
                      <a:pt x="92" y="372"/>
                      <a:pt x="100" y="369"/>
                    </a:cubicBezTo>
                    <a:cubicBezTo>
                      <a:pt x="107" y="366"/>
                      <a:pt x="689" y="132"/>
                      <a:pt x="1183" y="132"/>
                    </a:cubicBezTo>
                    <a:cubicBezTo>
                      <a:pt x="1258" y="132"/>
                      <a:pt x="1331" y="137"/>
                      <a:pt x="1399" y="150"/>
                    </a:cubicBezTo>
                    <a:cubicBezTo>
                      <a:pt x="1900" y="241"/>
                      <a:pt x="2026" y="395"/>
                      <a:pt x="2026" y="395"/>
                    </a:cubicBezTo>
                    <a:cubicBezTo>
                      <a:pt x="2038" y="413"/>
                      <a:pt x="2058" y="422"/>
                      <a:pt x="2079" y="422"/>
                    </a:cubicBezTo>
                    <a:cubicBezTo>
                      <a:pt x="2092" y="422"/>
                      <a:pt x="2105" y="418"/>
                      <a:pt x="2117" y="411"/>
                    </a:cubicBezTo>
                    <a:cubicBezTo>
                      <a:pt x="2146" y="390"/>
                      <a:pt x="2154" y="349"/>
                      <a:pt x="2133" y="320"/>
                    </a:cubicBezTo>
                    <a:cubicBezTo>
                      <a:pt x="2118" y="300"/>
                      <a:pt x="1977" y="121"/>
                      <a:pt x="1422" y="21"/>
                    </a:cubicBezTo>
                    <a:cubicBezTo>
                      <a:pt x="1346" y="7"/>
                      <a:pt x="1265" y="1"/>
                      <a:pt x="11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8"/>
              <p:cNvSpPr/>
              <p:nvPr/>
            </p:nvSpPr>
            <p:spPr>
              <a:xfrm>
                <a:off x="8464764" y="3096478"/>
                <a:ext cx="79235" cy="13195"/>
              </a:xfrm>
              <a:custGeom>
                <a:rect b="b" l="l" r="r" t="t"/>
                <a:pathLst>
                  <a:path extrusionOk="0" h="210" w="1261">
                    <a:moveTo>
                      <a:pt x="584" y="1"/>
                    </a:moveTo>
                    <a:cubicBezTo>
                      <a:pt x="413" y="1"/>
                      <a:pt x="226" y="21"/>
                      <a:pt x="52" y="81"/>
                    </a:cubicBezTo>
                    <a:cubicBezTo>
                      <a:pt x="19" y="94"/>
                      <a:pt x="1" y="131"/>
                      <a:pt x="13" y="165"/>
                    </a:cubicBezTo>
                    <a:cubicBezTo>
                      <a:pt x="22" y="193"/>
                      <a:pt x="47" y="209"/>
                      <a:pt x="74" y="209"/>
                    </a:cubicBezTo>
                    <a:cubicBezTo>
                      <a:pt x="82" y="209"/>
                      <a:pt x="89" y="208"/>
                      <a:pt x="96" y="205"/>
                    </a:cubicBezTo>
                    <a:cubicBezTo>
                      <a:pt x="252" y="151"/>
                      <a:pt x="423" y="132"/>
                      <a:pt x="581" y="132"/>
                    </a:cubicBezTo>
                    <a:cubicBezTo>
                      <a:pt x="898" y="132"/>
                      <a:pt x="1166" y="206"/>
                      <a:pt x="1170" y="206"/>
                    </a:cubicBezTo>
                    <a:cubicBezTo>
                      <a:pt x="1176" y="208"/>
                      <a:pt x="1182" y="209"/>
                      <a:pt x="1188" y="209"/>
                    </a:cubicBezTo>
                    <a:cubicBezTo>
                      <a:pt x="1217" y="209"/>
                      <a:pt x="1243" y="190"/>
                      <a:pt x="1251" y="161"/>
                    </a:cubicBezTo>
                    <a:cubicBezTo>
                      <a:pt x="1260" y="127"/>
                      <a:pt x="1240" y="90"/>
                      <a:pt x="1206" y="80"/>
                    </a:cubicBezTo>
                    <a:cubicBezTo>
                      <a:pt x="1188" y="76"/>
                      <a:pt x="915" y="1"/>
                      <a:pt x="5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8"/>
              <p:cNvSpPr/>
              <p:nvPr/>
            </p:nvSpPr>
            <p:spPr>
              <a:xfrm>
                <a:off x="8536272" y="3135562"/>
                <a:ext cx="50896" cy="42225"/>
              </a:xfrm>
              <a:custGeom>
                <a:rect b="b" l="l" r="r" t="t"/>
                <a:pathLst>
                  <a:path extrusionOk="0" h="672" w="810">
                    <a:moveTo>
                      <a:pt x="740" y="1"/>
                    </a:moveTo>
                    <a:cubicBezTo>
                      <a:pt x="705" y="1"/>
                      <a:pt x="678" y="28"/>
                      <a:pt x="677" y="62"/>
                    </a:cubicBezTo>
                    <a:cubicBezTo>
                      <a:pt x="666" y="260"/>
                      <a:pt x="616" y="495"/>
                      <a:pt x="560" y="529"/>
                    </a:cubicBezTo>
                    <a:cubicBezTo>
                      <a:pt x="546" y="537"/>
                      <a:pt x="523" y="541"/>
                      <a:pt x="493" y="541"/>
                    </a:cubicBezTo>
                    <a:cubicBezTo>
                      <a:pt x="396" y="541"/>
                      <a:pt x="232" y="500"/>
                      <a:pt x="97" y="450"/>
                    </a:cubicBezTo>
                    <a:cubicBezTo>
                      <a:pt x="89" y="447"/>
                      <a:pt x="82" y="446"/>
                      <a:pt x="74" y="446"/>
                    </a:cubicBezTo>
                    <a:cubicBezTo>
                      <a:pt x="48" y="446"/>
                      <a:pt x="23" y="462"/>
                      <a:pt x="13" y="489"/>
                    </a:cubicBezTo>
                    <a:cubicBezTo>
                      <a:pt x="0" y="522"/>
                      <a:pt x="17" y="560"/>
                      <a:pt x="51" y="573"/>
                    </a:cubicBezTo>
                    <a:cubicBezTo>
                      <a:pt x="105" y="593"/>
                      <a:pt x="325" y="671"/>
                      <a:pt x="490" y="671"/>
                    </a:cubicBezTo>
                    <a:cubicBezTo>
                      <a:pt x="544" y="671"/>
                      <a:pt x="592" y="663"/>
                      <a:pt x="628" y="642"/>
                    </a:cubicBezTo>
                    <a:cubicBezTo>
                      <a:pt x="770" y="556"/>
                      <a:pt x="801" y="182"/>
                      <a:pt x="807" y="70"/>
                    </a:cubicBezTo>
                    <a:cubicBezTo>
                      <a:pt x="809" y="33"/>
                      <a:pt x="782" y="2"/>
                      <a:pt x="745" y="1"/>
                    </a:cubicBezTo>
                    <a:cubicBezTo>
                      <a:pt x="744" y="1"/>
                      <a:pt x="742" y="1"/>
                      <a:pt x="7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9" name="Google Shape;589;p8"/>
              <p:cNvGrpSpPr/>
              <p:nvPr/>
            </p:nvGrpSpPr>
            <p:grpSpPr>
              <a:xfrm>
                <a:off x="6537500" y="1366775"/>
                <a:ext cx="2272094" cy="3682439"/>
                <a:chOff x="6537500" y="1366775"/>
                <a:chExt cx="2272094" cy="3682439"/>
              </a:xfrm>
            </p:grpSpPr>
            <p:sp>
              <p:nvSpPr>
                <p:cNvPr id="590" name="Google Shape;590;p8"/>
                <p:cNvSpPr/>
                <p:nvPr/>
              </p:nvSpPr>
              <p:spPr>
                <a:xfrm>
                  <a:off x="7560167" y="1745051"/>
                  <a:ext cx="465356" cy="356463"/>
                </a:xfrm>
                <a:custGeom>
                  <a:rect b="b" l="l" r="r" t="t"/>
                  <a:pathLst>
                    <a:path extrusionOk="0" h="5673" w="7406">
                      <a:moveTo>
                        <a:pt x="713" y="0"/>
                      </a:moveTo>
                      <a:cubicBezTo>
                        <a:pt x="319" y="0"/>
                        <a:pt x="0" y="319"/>
                        <a:pt x="0" y="713"/>
                      </a:cubicBezTo>
                      <a:lnTo>
                        <a:pt x="0" y="3752"/>
                      </a:lnTo>
                      <a:cubicBezTo>
                        <a:pt x="0" y="4145"/>
                        <a:pt x="319" y="4464"/>
                        <a:pt x="713" y="4464"/>
                      </a:cubicBezTo>
                      <a:lnTo>
                        <a:pt x="5521" y="4464"/>
                      </a:lnTo>
                      <a:lnTo>
                        <a:pt x="7090" y="5672"/>
                      </a:lnTo>
                      <a:lnTo>
                        <a:pt x="6739" y="4462"/>
                      </a:lnTo>
                      <a:cubicBezTo>
                        <a:pt x="7111" y="4438"/>
                        <a:pt x="7405" y="4130"/>
                        <a:pt x="7405" y="3752"/>
                      </a:cubicBezTo>
                      <a:lnTo>
                        <a:pt x="7405" y="713"/>
                      </a:lnTo>
                      <a:cubicBezTo>
                        <a:pt x="7405" y="319"/>
                        <a:pt x="7086" y="0"/>
                        <a:pt x="66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8"/>
                <p:cNvSpPr/>
                <p:nvPr/>
              </p:nvSpPr>
              <p:spPr>
                <a:xfrm>
                  <a:off x="7556082" y="1740904"/>
                  <a:ext cx="473587" cy="364757"/>
                </a:xfrm>
                <a:custGeom>
                  <a:rect b="b" l="l" r="r" t="t"/>
                  <a:pathLst>
                    <a:path extrusionOk="0" h="5805" w="7537">
                      <a:moveTo>
                        <a:pt x="6758" y="131"/>
                      </a:moveTo>
                      <a:cubicBezTo>
                        <a:pt x="7115" y="131"/>
                        <a:pt x="7405" y="422"/>
                        <a:pt x="7405" y="779"/>
                      </a:cubicBezTo>
                      <a:lnTo>
                        <a:pt x="7405" y="3818"/>
                      </a:lnTo>
                      <a:cubicBezTo>
                        <a:pt x="7405" y="4158"/>
                        <a:pt x="7140" y="4441"/>
                        <a:pt x="6800" y="4463"/>
                      </a:cubicBezTo>
                      <a:cubicBezTo>
                        <a:pt x="6780" y="4464"/>
                        <a:pt x="6762" y="4475"/>
                        <a:pt x="6750" y="4490"/>
                      </a:cubicBezTo>
                      <a:cubicBezTo>
                        <a:pt x="6739" y="4507"/>
                        <a:pt x="6736" y="4527"/>
                        <a:pt x="6741" y="4546"/>
                      </a:cubicBezTo>
                      <a:lnTo>
                        <a:pt x="7037" y="5564"/>
                      </a:lnTo>
                      <a:lnTo>
                        <a:pt x="7037" y="5564"/>
                      </a:lnTo>
                      <a:lnTo>
                        <a:pt x="5626" y="4479"/>
                      </a:lnTo>
                      <a:cubicBezTo>
                        <a:pt x="5614" y="4469"/>
                        <a:pt x="5599" y="4465"/>
                        <a:pt x="5586" y="4465"/>
                      </a:cubicBezTo>
                      <a:lnTo>
                        <a:pt x="778" y="4465"/>
                      </a:lnTo>
                      <a:cubicBezTo>
                        <a:pt x="421" y="4465"/>
                        <a:pt x="131" y="4175"/>
                        <a:pt x="131" y="3818"/>
                      </a:cubicBezTo>
                      <a:lnTo>
                        <a:pt x="131" y="779"/>
                      </a:lnTo>
                      <a:cubicBezTo>
                        <a:pt x="131" y="422"/>
                        <a:pt x="421" y="131"/>
                        <a:pt x="778" y="131"/>
                      </a:cubicBezTo>
                      <a:close/>
                      <a:moveTo>
                        <a:pt x="778" y="0"/>
                      </a:moveTo>
                      <a:cubicBezTo>
                        <a:pt x="348" y="0"/>
                        <a:pt x="0" y="350"/>
                        <a:pt x="0" y="779"/>
                      </a:cubicBezTo>
                      <a:lnTo>
                        <a:pt x="0" y="3818"/>
                      </a:lnTo>
                      <a:cubicBezTo>
                        <a:pt x="0" y="4247"/>
                        <a:pt x="348" y="4596"/>
                        <a:pt x="778" y="4596"/>
                      </a:cubicBezTo>
                      <a:lnTo>
                        <a:pt x="5563" y="4596"/>
                      </a:lnTo>
                      <a:lnTo>
                        <a:pt x="7116" y="5791"/>
                      </a:lnTo>
                      <a:cubicBezTo>
                        <a:pt x="7127" y="5799"/>
                        <a:pt x="7142" y="5804"/>
                        <a:pt x="7155" y="5804"/>
                      </a:cubicBezTo>
                      <a:cubicBezTo>
                        <a:pt x="7168" y="5804"/>
                        <a:pt x="7182" y="5800"/>
                        <a:pt x="7192" y="5793"/>
                      </a:cubicBezTo>
                      <a:cubicBezTo>
                        <a:pt x="7216" y="5777"/>
                        <a:pt x="7227" y="5748"/>
                        <a:pt x="7218" y="5720"/>
                      </a:cubicBezTo>
                      <a:lnTo>
                        <a:pt x="6889" y="4584"/>
                      </a:lnTo>
                      <a:cubicBezTo>
                        <a:pt x="7257" y="4522"/>
                        <a:pt x="7536" y="4200"/>
                        <a:pt x="7536" y="3818"/>
                      </a:cubicBezTo>
                      <a:lnTo>
                        <a:pt x="7536" y="779"/>
                      </a:lnTo>
                      <a:cubicBezTo>
                        <a:pt x="7536" y="350"/>
                        <a:pt x="7187" y="0"/>
                        <a:pt x="67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8"/>
                <p:cNvSpPr/>
                <p:nvPr/>
              </p:nvSpPr>
              <p:spPr>
                <a:xfrm>
                  <a:off x="7575562" y="1724504"/>
                  <a:ext cx="465419" cy="356400"/>
                </a:xfrm>
                <a:custGeom>
                  <a:rect b="b" l="l" r="r" t="t"/>
                  <a:pathLst>
                    <a:path extrusionOk="0" h="5672" w="7407">
                      <a:moveTo>
                        <a:pt x="713" y="0"/>
                      </a:moveTo>
                      <a:cubicBezTo>
                        <a:pt x="320" y="0"/>
                        <a:pt x="1" y="319"/>
                        <a:pt x="1" y="713"/>
                      </a:cubicBezTo>
                      <a:lnTo>
                        <a:pt x="1" y="3751"/>
                      </a:lnTo>
                      <a:cubicBezTo>
                        <a:pt x="1" y="4145"/>
                        <a:pt x="321" y="4464"/>
                        <a:pt x="714" y="4464"/>
                      </a:cubicBezTo>
                      <a:lnTo>
                        <a:pt x="5521" y="4464"/>
                      </a:lnTo>
                      <a:lnTo>
                        <a:pt x="7091" y="5672"/>
                      </a:lnTo>
                      <a:lnTo>
                        <a:pt x="7091" y="5672"/>
                      </a:lnTo>
                      <a:lnTo>
                        <a:pt x="6739" y="4462"/>
                      </a:lnTo>
                      <a:cubicBezTo>
                        <a:pt x="7112" y="4438"/>
                        <a:pt x="7407" y="4129"/>
                        <a:pt x="7407" y="3751"/>
                      </a:cubicBezTo>
                      <a:lnTo>
                        <a:pt x="7407" y="713"/>
                      </a:lnTo>
                      <a:cubicBezTo>
                        <a:pt x="7407" y="319"/>
                        <a:pt x="7087" y="0"/>
                        <a:pt x="669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8"/>
                <p:cNvSpPr/>
                <p:nvPr/>
              </p:nvSpPr>
              <p:spPr>
                <a:xfrm>
                  <a:off x="7571477" y="1720294"/>
                  <a:ext cx="473587" cy="371543"/>
                </a:xfrm>
                <a:custGeom>
                  <a:rect b="b" l="l" r="r" t="t"/>
                  <a:pathLst>
                    <a:path extrusionOk="0" h="5913" w="7537">
                      <a:moveTo>
                        <a:pt x="6758" y="132"/>
                      </a:moveTo>
                      <a:cubicBezTo>
                        <a:pt x="7115" y="132"/>
                        <a:pt x="7406" y="423"/>
                        <a:pt x="7406" y="780"/>
                      </a:cubicBezTo>
                      <a:lnTo>
                        <a:pt x="7406" y="3818"/>
                      </a:lnTo>
                      <a:cubicBezTo>
                        <a:pt x="7406" y="4158"/>
                        <a:pt x="7140" y="4442"/>
                        <a:pt x="6800" y="4464"/>
                      </a:cubicBezTo>
                      <a:lnTo>
                        <a:pt x="6719" y="4468"/>
                      </a:lnTo>
                      <a:lnTo>
                        <a:pt x="7037" y="5565"/>
                      </a:lnTo>
                      <a:lnTo>
                        <a:pt x="5608" y="4466"/>
                      </a:lnTo>
                      <a:lnTo>
                        <a:pt x="778" y="4466"/>
                      </a:lnTo>
                      <a:cubicBezTo>
                        <a:pt x="421" y="4466"/>
                        <a:pt x="132" y="4175"/>
                        <a:pt x="132" y="3818"/>
                      </a:cubicBezTo>
                      <a:lnTo>
                        <a:pt x="132" y="780"/>
                      </a:lnTo>
                      <a:cubicBezTo>
                        <a:pt x="132" y="423"/>
                        <a:pt x="421" y="132"/>
                        <a:pt x="778" y="132"/>
                      </a:cubicBezTo>
                      <a:close/>
                      <a:moveTo>
                        <a:pt x="778" y="1"/>
                      </a:moveTo>
                      <a:cubicBezTo>
                        <a:pt x="350" y="1"/>
                        <a:pt x="1" y="350"/>
                        <a:pt x="1" y="780"/>
                      </a:cubicBezTo>
                      <a:lnTo>
                        <a:pt x="1" y="3818"/>
                      </a:lnTo>
                      <a:cubicBezTo>
                        <a:pt x="1" y="4248"/>
                        <a:pt x="350" y="4597"/>
                        <a:pt x="778" y="4597"/>
                      </a:cubicBezTo>
                      <a:lnTo>
                        <a:pt x="5563" y="4597"/>
                      </a:lnTo>
                      <a:lnTo>
                        <a:pt x="7275" y="5913"/>
                      </a:lnTo>
                      <a:lnTo>
                        <a:pt x="6889" y="4584"/>
                      </a:lnTo>
                      <a:cubicBezTo>
                        <a:pt x="7259" y="4523"/>
                        <a:pt x="7537" y="4200"/>
                        <a:pt x="7537" y="3818"/>
                      </a:cubicBezTo>
                      <a:lnTo>
                        <a:pt x="7537" y="780"/>
                      </a:lnTo>
                      <a:cubicBezTo>
                        <a:pt x="7537" y="350"/>
                        <a:pt x="7187" y="1"/>
                        <a:pt x="67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8"/>
                <p:cNvSpPr/>
                <p:nvPr/>
              </p:nvSpPr>
              <p:spPr>
                <a:xfrm>
                  <a:off x="7885786" y="1844962"/>
                  <a:ext cx="29847" cy="29721"/>
                </a:xfrm>
                <a:custGeom>
                  <a:rect b="b" l="l" r="r" t="t"/>
                  <a:pathLst>
                    <a:path extrusionOk="0" h="473" w="475">
                      <a:moveTo>
                        <a:pt x="237" y="0"/>
                      </a:moveTo>
                      <a:cubicBezTo>
                        <a:pt x="107" y="0"/>
                        <a:pt x="1" y="106"/>
                        <a:pt x="1" y="236"/>
                      </a:cubicBezTo>
                      <a:cubicBezTo>
                        <a:pt x="1" y="366"/>
                        <a:pt x="107" y="472"/>
                        <a:pt x="237" y="472"/>
                      </a:cubicBezTo>
                      <a:cubicBezTo>
                        <a:pt x="368" y="472"/>
                        <a:pt x="474" y="366"/>
                        <a:pt x="474" y="236"/>
                      </a:cubicBezTo>
                      <a:cubicBezTo>
                        <a:pt x="474" y="106"/>
                        <a:pt x="368" y="0"/>
                        <a:pt x="2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8"/>
                <p:cNvSpPr/>
                <p:nvPr/>
              </p:nvSpPr>
              <p:spPr>
                <a:xfrm>
                  <a:off x="7793417" y="1844962"/>
                  <a:ext cx="29721" cy="29721"/>
                </a:xfrm>
                <a:custGeom>
                  <a:rect b="b" l="l" r="r" t="t"/>
                  <a:pathLst>
                    <a:path extrusionOk="0" h="473" w="473">
                      <a:moveTo>
                        <a:pt x="237" y="0"/>
                      </a:moveTo>
                      <a:cubicBezTo>
                        <a:pt x="107" y="0"/>
                        <a:pt x="1" y="106"/>
                        <a:pt x="1" y="236"/>
                      </a:cubicBezTo>
                      <a:cubicBezTo>
                        <a:pt x="1" y="366"/>
                        <a:pt x="107" y="472"/>
                        <a:pt x="237" y="472"/>
                      </a:cubicBezTo>
                      <a:cubicBezTo>
                        <a:pt x="367" y="472"/>
                        <a:pt x="473" y="366"/>
                        <a:pt x="473" y="236"/>
                      </a:cubicBezTo>
                      <a:cubicBezTo>
                        <a:pt x="473" y="106"/>
                        <a:pt x="367" y="0"/>
                        <a:pt x="2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8"/>
                <p:cNvSpPr/>
                <p:nvPr/>
              </p:nvSpPr>
              <p:spPr>
                <a:xfrm>
                  <a:off x="7700984" y="1844962"/>
                  <a:ext cx="29784" cy="29721"/>
                </a:xfrm>
                <a:custGeom>
                  <a:rect b="b" l="l" r="r" t="t"/>
                  <a:pathLst>
                    <a:path extrusionOk="0" h="473" w="474">
                      <a:moveTo>
                        <a:pt x="238" y="0"/>
                      </a:moveTo>
                      <a:cubicBezTo>
                        <a:pt x="106" y="0"/>
                        <a:pt x="0" y="106"/>
                        <a:pt x="0" y="236"/>
                      </a:cubicBezTo>
                      <a:cubicBezTo>
                        <a:pt x="0" y="366"/>
                        <a:pt x="106" y="472"/>
                        <a:pt x="238" y="472"/>
                      </a:cubicBezTo>
                      <a:cubicBezTo>
                        <a:pt x="368" y="472"/>
                        <a:pt x="474" y="366"/>
                        <a:pt x="474" y="236"/>
                      </a:cubicBezTo>
                      <a:cubicBezTo>
                        <a:pt x="474" y="106"/>
                        <a:pt x="368" y="0"/>
                        <a:pt x="2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8"/>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8"/>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8"/>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8"/>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8"/>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8"/>
                <p:cNvSpPr/>
                <p:nvPr/>
              </p:nvSpPr>
              <p:spPr>
                <a:xfrm>
                  <a:off x="8195383" y="3644099"/>
                  <a:ext cx="322469" cy="1385449"/>
                </a:xfrm>
                <a:custGeom>
                  <a:rect b="b" l="l" r="r" t="t"/>
                  <a:pathLst>
                    <a:path extrusionOk="0" h="22049" w="5132">
                      <a:moveTo>
                        <a:pt x="3075" y="0"/>
                      </a:moveTo>
                      <a:lnTo>
                        <a:pt x="664" y="334"/>
                      </a:lnTo>
                      <a:cubicBezTo>
                        <a:pt x="664" y="334"/>
                        <a:pt x="1447" y="6626"/>
                        <a:pt x="1976" y="8218"/>
                      </a:cubicBezTo>
                      <a:cubicBezTo>
                        <a:pt x="2505" y="9809"/>
                        <a:pt x="2775" y="13622"/>
                        <a:pt x="3161" y="14880"/>
                      </a:cubicBezTo>
                      <a:cubicBezTo>
                        <a:pt x="3548" y="16138"/>
                        <a:pt x="3533" y="19247"/>
                        <a:pt x="3531" y="19358"/>
                      </a:cubicBezTo>
                      <a:cubicBezTo>
                        <a:pt x="3529" y="19470"/>
                        <a:pt x="2774" y="20432"/>
                        <a:pt x="2177" y="20691"/>
                      </a:cubicBezTo>
                      <a:cubicBezTo>
                        <a:pt x="1581" y="20950"/>
                        <a:pt x="502" y="21283"/>
                        <a:pt x="314" y="21394"/>
                      </a:cubicBezTo>
                      <a:cubicBezTo>
                        <a:pt x="127" y="21505"/>
                        <a:pt x="0" y="21859"/>
                        <a:pt x="380" y="21876"/>
                      </a:cubicBezTo>
                      <a:cubicBezTo>
                        <a:pt x="761" y="21892"/>
                        <a:pt x="1822" y="22024"/>
                        <a:pt x="2081" y="22024"/>
                      </a:cubicBezTo>
                      <a:cubicBezTo>
                        <a:pt x="2198" y="22024"/>
                        <a:pt x="2504" y="22049"/>
                        <a:pt x="2833" y="22049"/>
                      </a:cubicBezTo>
                      <a:cubicBezTo>
                        <a:pt x="3234" y="22049"/>
                        <a:pt x="3667" y="22011"/>
                        <a:pt x="3829" y="21845"/>
                      </a:cubicBezTo>
                      <a:cubicBezTo>
                        <a:pt x="4124" y="21542"/>
                        <a:pt x="4623" y="20543"/>
                        <a:pt x="4666" y="20173"/>
                      </a:cubicBezTo>
                      <a:cubicBezTo>
                        <a:pt x="4709" y="19802"/>
                        <a:pt x="4751" y="17249"/>
                        <a:pt x="4751" y="17249"/>
                      </a:cubicBezTo>
                      <a:cubicBezTo>
                        <a:pt x="4751" y="17249"/>
                        <a:pt x="5132" y="14362"/>
                        <a:pt x="4443" y="9032"/>
                      </a:cubicBezTo>
                      <a:cubicBezTo>
                        <a:pt x="3754" y="3701"/>
                        <a:pt x="3075" y="0"/>
                        <a:pt x="30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8"/>
                <p:cNvSpPr/>
                <p:nvPr/>
              </p:nvSpPr>
              <p:spPr>
                <a:xfrm>
                  <a:off x="8197771" y="3639952"/>
                  <a:ext cx="323789" cy="1393680"/>
                </a:xfrm>
                <a:custGeom>
                  <a:rect b="b" l="l" r="r" t="t"/>
                  <a:pathLst>
                    <a:path extrusionOk="0" h="22180" w="5153">
                      <a:moveTo>
                        <a:pt x="2983" y="140"/>
                      </a:moveTo>
                      <a:cubicBezTo>
                        <a:pt x="3075" y="647"/>
                        <a:pt x="3706" y="4210"/>
                        <a:pt x="4339" y="9106"/>
                      </a:cubicBezTo>
                      <a:cubicBezTo>
                        <a:pt x="5019" y="14365"/>
                        <a:pt x="4652" y="17278"/>
                        <a:pt x="4648" y="17314"/>
                      </a:cubicBezTo>
                      <a:cubicBezTo>
                        <a:pt x="4647" y="17339"/>
                        <a:pt x="4605" y="19868"/>
                        <a:pt x="4563" y="20231"/>
                      </a:cubicBezTo>
                      <a:cubicBezTo>
                        <a:pt x="4521" y="20586"/>
                        <a:pt x="4024" y="21579"/>
                        <a:pt x="3745" y="21865"/>
                      </a:cubicBezTo>
                      <a:cubicBezTo>
                        <a:pt x="3599" y="22015"/>
                        <a:pt x="3173" y="22049"/>
                        <a:pt x="2787" y="22049"/>
                      </a:cubicBezTo>
                      <a:cubicBezTo>
                        <a:pt x="2578" y="22049"/>
                        <a:pt x="2381" y="22039"/>
                        <a:pt x="2247" y="22032"/>
                      </a:cubicBezTo>
                      <a:cubicBezTo>
                        <a:pt x="2159" y="22028"/>
                        <a:pt x="2087" y="22024"/>
                        <a:pt x="2043" y="22024"/>
                      </a:cubicBezTo>
                      <a:cubicBezTo>
                        <a:pt x="1911" y="22024"/>
                        <a:pt x="1551" y="21987"/>
                        <a:pt x="1203" y="21952"/>
                      </a:cubicBezTo>
                      <a:cubicBezTo>
                        <a:pt x="872" y="21919"/>
                        <a:pt x="530" y="21884"/>
                        <a:pt x="345" y="21876"/>
                      </a:cubicBezTo>
                      <a:cubicBezTo>
                        <a:pt x="273" y="21873"/>
                        <a:pt x="184" y="21855"/>
                        <a:pt x="165" y="21783"/>
                      </a:cubicBezTo>
                      <a:cubicBezTo>
                        <a:pt x="145" y="21703"/>
                        <a:pt x="215" y="21573"/>
                        <a:pt x="310" y="21517"/>
                      </a:cubicBezTo>
                      <a:cubicBezTo>
                        <a:pt x="396" y="21465"/>
                        <a:pt x="716" y="21353"/>
                        <a:pt x="1055" y="21233"/>
                      </a:cubicBezTo>
                      <a:cubicBezTo>
                        <a:pt x="1431" y="21101"/>
                        <a:pt x="1859" y="20950"/>
                        <a:pt x="2165" y="20817"/>
                      </a:cubicBezTo>
                      <a:cubicBezTo>
                        <a:pt x="2756" y="20561"/>
                        <a:pt x="3556" y="19590"/>
                        <a:pt x="3560" y="19425"/>
                      </a:cubicBezTo>
                      <a:cubicBezTo>
                        <a:pt x="3560" y="19395"/>
                        <a:pt x="3579" y="16208"/>
                        <a:pt x="3186" y="14927"/>
                      </a:cubicBezTo>
                      <a:cubicBezTo>
                        <a:pt x="3013" y="14361"/>
                        <a:pt x="2861" y="13261"/>
                        <a:pt x="2700" y="12096"/>
                      </a:cubicBezTo>
                      <a:cubicBezTo>
                        <a:pt x="2499" y="10642"/>
                        <a:pt x="2292" y="9139"/>
                        <a:pt x="2000" y="8263"/>
                      </a:cubicBezTo>
                      <a:cubicBezTo>
                        <a:pt x="1508" y="6781"/>
                        <a:pt x="783" y="1124"/>
                        <a:pt x="698" y="456"/>
                      </a:cubicBezTo>
                      <a:lnTo>
                        <a:pt x="2983" y="140"/>
                      </a:lnTo>
                      <a:close/>
                      <a:moveTo>
                        <a:pt x="3037" y="1"/>
                      </a:moveTo>
                      <a:cubicBezTo>
                        <a:pt x="3034" y="1"/>
                        <a:pt x="3031" y="1"/>
                        <a:pt x="3027" y="1"/>
                      </a:cubicBezTo>
                      <a:lnTo>
                        <a:pt x="616" y="335"/>
                      </a:lnTo>
                      <a:cubicBezTo>
                        <a:pt x="580" y="339"/>
                        <a:pt x="555" y="373"/>
                        <a:pt x="561" y="407"/>
                      </a:cubicBezTo>
                      <a:cubicBezTo>
                        <a:pt x="568" y="470"/>
                        <a:pt x="1351" y="6724"/>
                        <a:pt x="1876" y="8305"/>
                      </a:cubicBezTo>
                      <a:cubicBezTo>
                        <a:pt x="2163" y="9168"/>
                        <a:pt x="2379" y="10733"/>
                        <a:pt x="2570" y="12114"/>
                      </a:cubicBezTo>
                      <a:cubicBezTo>
                        <a:pt x="2732" y="13284"/>
                        <a:pt x="2884" y="14390"/>
                        <a:pt x="3061" y="14965"/>
                      </a:cubicBezTo>
                      <a:cubicBezTo>
                        <a:pt x="3448" y="16228"/>
                        <a:pt x="3428" y="19393"/>
                        <a:pt x="3428" y="19418"/>
                      </a:cubicBezTo>
                      <a:cubicBezTo>
                        <a:pt x="3403" y="19527"/>
                        <a:pt x="2686" y="20448"/>
                        <a:pt x="2112" y="20697"/>
                      </a:cubicBezTo>
                      <a:cubicBezTo>
                        <a:pt x="1811" y="20828"/>
                        <a:pt x="1386" y="20977"/>
                        <a:pt x="1011" y="21110"/>
                      </a:cubicBezTo>
                      <a:cubicBezTo>
                        <a:pt x="636" y="21242"/>
                        <a:pt x="340" y="21346"/>
                        <a:pt x="244" y="21405"/>
                      </a:cubicBezTo>
                      <a:cubicBezTo>
                        <a:pt x="113" y="21481"/>
                        <a:pt x="0" y="21665"/>
                        <a:pt x="38" y="21816"/>
                      </a:cubicBezTo>
                      <a:cubicBezTo>
                        <a:pt x="56" y="21883"/>
                        <a:pt x="118" y="21997"/>
                        <a:pt x="340" y="22007"/>
                      </a:cubicBezTo>
                      <a:cubicBezTo>
                        <a:pt x="521" y="22015"/>
                        <a:pt x="861" y="22049"/>
                        <a:pt x="1190" y="22082"/>
                      </a:cubicBezTo>
                      <a:cubicBezTo>
                        <a:pt x="1557" y="22120"/>
                        <a:pt x="1905" y="22155"/>
                        <a:pt x="2043" y="22155"/>
                      </a:cubicBezTo>
                      <a:cubicBezTo>
                        <a:pt x="2086" y="22155"/>
                        <a:pt x="2154" y="22159"/>
                        <a:pt x="2240" y="22163"/>
                      </a:cubicBezTo>
                      <a:cubicBezTo>
                        <a:pt x="2394" y="22171"/>
                        <a:pt x="2591" y="22180"/>
                        <a:pt x="2796" y="22180"/>
                      </a:cubicBezTo>
                      <a:cubicBezTo>
                        <a:pt x="3211" y="22180"/>
                        <a:pt x="3660" y="22140"/>
                        <a:pt x="3839" y="21956"/>
                      </a:cubicBezTo>
                      <a:cubicBezTo>
                        <a:pt x="4144" y="21643"/>
                        <a:pt x="4648" y="20636"/>
                        <a:pt x="4693" y="20247"/>
                      </a:cubicBezTo>
                      <a:cubicBezTo>
                        <a:pt x="4736" y="19878"/>
                        <a:pt x="4777" y="17420"/>
                        <a:pt x="4778" y="17324"/>
                      </a:cubicBezTo>
                      <a:cubicBezTo>
                        <a:pt x="4782" y="17294"/>
                        <a:pt x="5152" y="14367"/>
                        <a:pt x="4469" y="9090"/>
                      </a:cubicBezTo>
                      <a:cubicBezTo>
                        <a:pt x="3788" y="3819"/>
                        <a:pt x="3108" y="92"/>
                        <a:pt x="3101" y="55"/>
                      </a:cubicBezTo>
                      <a:cubicBezTo>
                        <a:pt x="3095" y="23"/>
                        <a:pt x="3067" y="1"/>
                        <a:pt x="30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
                <p:cNvSpPr/>
                <p:nvPr/>
              </p:nvSpPr>
              <p:spPr>
                <a:xfrm>
                  <a:off x="8237295" y="3592510"/>
                  <a:ext cx="448265" cy="1452682"/>
                </a:xfrm>
                <a:custGeom>
                  <a:rect b="b" l="l" r="r" t="t"/>
                  <a:pathLst>
                    <a:path extrusionOk="0" h="23119" w="7134">
                      <a:moveTo>
                        <a:pt x="7090" y="1"/>
                      </a:moveTo>
                      <a:lnTo>
                        <a:pt x="356" y="1015"/>
                      </a:lnTo>
                      <a:cubicBezTo>
                        <a:pt x="356" y="1015"/>
                        <a:pt x="988" y="6621"/>
                        <a:pt x="1630" y="8699"/>
                      </a:cubicBezTo>
                      <a:cubicBezTo>
                        <a:pt x="2273" y="10776"/>
                        <a:pt x="2378" y="13193"/>
                        <a:pt x="2747" y="14256"/>
                      </a:cubicBezTo>
                      <a:cubicBezTo>
                        <a:pt x="3115" y="15319"/>
                        <a:pt x="3185" y="19861"/>
                        <a:pt x="3181" y="20103"/>
                      </a:cubicBezTo>
                      <a:cubicBezTo>
                        <a:pt x="3177" y="20345"/>
                        <a:pt x="2394" y="20973"/>
                        <a:pt x="1954" y="21312"/>
                      </a:cubicBezTo>
                      <a:cubicBezTo>
                        <a:pt x="1513" y="21650"/>
                        <a:pt x="1073" y="21939"/>
                        <a:pt x="635" y="22133"/>
                      </a:cubicBezTo>
                      <a:cubicBezTo>
                        <a:pt x="197" y="22326"/>
                        <a:pt x="1" y="22519"/>
                        <a:pt x="94" y="22713"/>
                      </a:cubicBezTo>
                      <a:cubicBezTo>
                        <a:pt x="175" y="22879"/>
                        <a:pt x="1768" y="23119"/>
                        <a:pt x="2762" y="23119"/>
                      </a:cubicBezTo>
                      <a:cubicBezTo>
                        <a:pt x="2919" y="23119"/>
                        <a:pt x="3061" y="23113"/>
                        <a:pt x="3180" y="23100"/>
                      </a:cubicBezTo>
                      <a:cubicBezTo>
                        <a:pt x="4051" y="23002"/>
                        <a:pt x="5647" y="22954"/>
                        <a:pt x="5841" y="22906"/>
                      </a:cubicBezTo>
                      <a:cubicBezTo>
                        <a:pt x="6035" y="22857"/>
                        <a:pt x="6281" y="22616"/>
                        <a:pt x="6292" y="21987"/>
                      </a:cubicBezTo>
                      <a:cubicBezTo>
                        <a:pt x="6302" y="21360"/>
                        <a:pt x="6042" y="19572"/>
                        <a:pt x="6042" y="19572"/>
                      </a:cubicBezTo>
                      <a:cubicBezTo>
                        <a:pt x="6042" y="19572"/>
                        <a:pt x="5974" y="17832"/>
                        <a:pt x="6209" y="15319"/>
                      </a:cubicBezTo>
                      <a:cubicBezTo>
                        <a:pt x="6444" y="12806"/>
                        <a:pt x="5990" y="10969"/>
                        <a:pt x="5763" y="10149"/>
                      </a:cubicBezTo>
                      <a:cubicBezTo>
                        <a:pt x="5534" y="9327"/>
                        <a:pt x="6352" y="3673"/>
                        <a:pt x="6352" y="3673"/>
                      </a:cubicBezTo>
                      <a:cubicBezTo>
                        <a:pt x="6352" y="3673"/>
                        <a:pt x="7013" y="1691"/>
                        <a:pt x="7073" y="1015"/>
                      </a:cubicBezTo>
                      <a:cubicBezTo>
                        <a:pt x="7133" y="339"/>
                        <a:pt x="7090" y="1"/>
                        <a:pt x="70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8"/>
                <p:cNvSpPr/>
                <p:nvPr/>
              </p:nvSpPr>
              <p:spPr>
                <a:xfrm>
                  <a:off x="8237043" y="3588363"/>
                  <a:ext cx="452601" cy="1460851"/>
                </a:xfrm>
                <a:custGeom>
                  <a:rect b="b" l="l" r="r" t="t"/>
                  <a:pathLst>
                    <a:path extrusionOk="0" h="23249" w="7203">
                      <a:moveTo>
                        <a:pt x="7035" y="142"/>
                      </a:moveTo>
                      <a:lnTo>
                        <a:pt x="7035" y="142"/>
                      </a:lnTo>
                      <a:cubicBezTo>
                        <a:pt x="7044" y="270"/>
                        <a:pt x="7055" y="584"/>
                        <a:pt x="7012" y="1076"/>
                      </a:cubicBezTo>
                      <a:cubicBezTo>
                        <a:pt x="6953" y="1737"/>
                        <a:pt x="6301" y="3698"/>
                        <a:pt x="6291" y="3730"/>
                      </a:cubicBezTo>
                      <a:cubicBezTo>
                        <a:pt x="6258" y="3961"/>
                        <a:pt x="5474" y="9407"/>
                        <a:pt x="5703" y="10233"/>
                      </a:cubicBezTo>
                      <a:cubicBezTo>
                        <a:pt x="5875" y="10849"/>
                        <a:pt x="6395" y="12725"/>
                        <a:pt x="6147" y="15380"/>
                      </a:cubicBezTo>
                      <a:cubicBezTo>
                        <a:pt x="5915" y="17868"/>
                        <a:pt x="5980" y="19623"/>
                        <a:pt x="5981" y="19647"/>
                      </a:cubicBezTo>
                      <a:cubicBezTo>
                        <a:pt x="5983" y="19665"/>
                        <a:pt x="6240" y="21437"/>
                        <a:pt x="6229" y="22052"/>
                      </a:cubicBezTo>
                      <a:cubicBezTo>
                        <a:pt x="6221" y="22613"/>
                        <a:pt x="6016" y="22861"/>
                        <a:pt x="5830" y="22909"/>
                      </a:cubicBezTo>
                      <a:cubicBezTo>
                        <a:pt x="5744" y="22930"/>
                        <a:pt x="5314" y="22954"/>
                        <a:pt x="4859" y="22980"/>
                      </a:cubicBezTo>
                      <a:cubicBezTo>
                        <a:pt x="4315" y="23010"/>
                        <a:pt x="3641" y="23048"/>
                        <a:pt x="3177" y="23100"/>
                      </a:cubicBezTo>
                      <a:cubicBezTo>
                        <a:pt x="3056" y="23113"/>
                        <a:pt x="2914" y="23119"/>
                        <a:pt x="2759" y="23119"/>
                      </a:cubicBezTo>
                      <a:cubicBezTo>
                        <a:pt x="1780" y="23119"/>
                        <a:pt x="264" y="22880"/>
                        <a:pt x="157" y="22750"/>
                      </a:cubicBezTo>
                      <a:cubicBezTo>
                        <a:pt x="137" y="22710"/>
                        <a:pt x="135" y="22673"/>
                        <a:pt x="151" y="22633"/>
                      </a:cubicBezTo>
                      <a:cubicBezTo>
                        <a:pt x="180" y="22553"/>
                        <a:pt x="293" y="22423"/>
                        <a:pt x="666" y="22259"/>
                      </a:cubicBezTo>
                      <a:cubicBezTo>
                        <a:pt x="1064" y="22083"/>
                        <a:pt x="1499" y="21812"/>
                        <a:pt x="1997" y="21429"/>
                      </a:cubicBezTo>
                      <a:cubicBezTo>
                        <a:pt x="3246" y="20471"/>
                        <a:pt x="3249" y="20244"/>
                        <a:pt x="3251" y="20170"/>
                      </a:cubicBezTo>
                      <a:cubicBezTo>
                        <a:pt x="3256" y="19870"/>
                        <a:pt x="3182" y="15365"/>
                        <a:pt x="2813" y="14301"/>
                      </a:cubicBezTo>
                      <a:cubicBezTo>
                        <a:pt x="2651" y="13835"/>
                        <a:pt x="2540" y="13098"/>
                        <a:pt x="2411" y="12247"/>
                      </a:cubicBezTo>
                      <a:cubicBezTo>
                        <a:pt x="2244" y="11150"/>
                        <a:pt x="2056" y="9906"/>
                        <a:pt x="1697" y="8746"/>
                      </a:cubicBezTo>
                      <a:cubicBezTo>
                        <a:pt x="1100" y="6815"/>
                        <a:pt x="504" y="1759"/>
                        <a:pt x="433" y="1137"/>
                      </a:cubicBezTo>
                      <a:lnTo>
                        <a:pt x="7035" y="142"/>
                      </a:lnTo>
                      <a:close/>
                      <a:moveTo>
                        <a:pt x="7095" y="1"/>
                      </a:moveTo>
                      <a:cubicBezTo>
                        <a:pt x="7091" y="1"/>
                        <a:pt x="7088" y="1"/>
                        <a:pt x="7085" y="2"/>
                      </a:cubicBezTo>
                      <a:lnTo>
                        <a:pt x="350" y="1016"/>
                      </a:lnTo>
                      <a:cubicBezTo>
                        <a:pt x="315" y="1022"/>
                        <a:pt x="291" y="1053"/>
                        <a:pt x="295" y="1089"/>
                      </a:cubicBezTo>
                      <a:cubicBezTo>
                        <a:pt x="302" y="1144"/>
                        <a:pt x="936" y="6724"/>
                        <a:pt x="1571" y="8785"/>
                      </a:cubicBezTo>
                      <a:cubicBezTo>
                        <a:pt x="1928" y="9936"/>
                        <a:pt x="2115" y="11174"/>
                        <a:pt x="2281" y="12266"/>
                      </a:cubicBezTo>
                      <a:cubicBezTo>
                        <a:pt x="2411" y="13125"/>
                        <a:pt x="2523" y="13867"/>
                        <a:pt x="2689" y="14344"/>
                      </a:cubicBezTo>
                      <a:cubicBezTo>
                        <a:pt x="3052" y="15392"/>
                        <a:pt x="3124" y="19870"/>
                        <a:pt x="3120" y="20168"/>
                      </a:cubicBezTo>
                      <a:cubicBezTo>
                        <a:pt x="3119" y="20223"/>
                        <a:pt x="3030" y="20472"/>
                        <a:pt x="1918" y="21325"/>
                      </a:cubicBezTo>
                      <a:cubicBezTo>
                        <a:pt x="1428" y="21702"/>
                        <a:pt x="1001" y="21967"/>
                        <a:pt x="612" y="22138"/>
                      </a:cubicBezTo>
                      <a:cubicBezTo>
                        <a:pt x="274" y="22287"/>
                        <a:pt x="83" y="22434"/>
                        <a:pt x="27" y="22588"/>
                      </a:cubicBezTo>
                      <a:cubicBezTo>
                        <a:pt x="1" y="22661"/>
                        <a:pt x="4" y="22736"/>
                        <a:pt x="38" y="22807"/>
                      </a:cubicBezTo>
                      <a:cubicBezTo>
                        <a:pt x="144" y="23025"/>
                        <a:pt x="1805" y="23249"/>
                        <a:pt x="2783" y="23249"/>
                      </a:cubicBezTo>
                      <a:cubicBezTo>
                        <a:pt x="2940" y="23249"/>
                        <a:pt x="3079" y="23243"/>
                        <a:pt x="3192" y="23230"/>
                      </a:cubicBezTo>
                      <a:cubicBezTo>
                        <a:pt x="3651" y="23179"/>
                        <a:pt x="4325" y="23141"/>
                        <a:pt x="4866" y="23110"/>
                      </a:cubicBezTo>
                      <a:cubicBezTo>
                        <a:pt x="5439" y="23078"/>
                        <a:pt x="5768" y="23059"/>
                        <a:pt x="5861" y="23036"/>
                      </a:cubicBezTo>
                      <a:cubicBezTo>
                        <a:pt x="5974" y="23007"/>
                        <a:pt x="6347" y="22852"/>
                        <a:pt x="6361" y="22054"/>
                      </a:cubicBezTo>
                      <a:cubicBezTo>
                        <a:pt x="6371" y="21428"/>
                        <a:pt x="6120" y="19701"/>
                        <a:pt x="6111" y="19635"/>
                      </a:cubicBezTo>
                      <a:cubicBezTo>
                        <a:pt x="6110" y="19617"/>
                        <a:pt x="6046" y="17871"/>
                        <a:pt x="6278" y="15391"/>
                      </a:cubicBezTo>
                      <a:cubicBezTo>
                        <a:pt x="6527" y="12713"/>
                        <a:pt x="6002" y="10819"/>
                        <a:pt x="5830" y="10197"/>
                      </a:cubicBezTo>
                      <a:cubicBezTo>
                        <a:pt x="5607" y="9397"/>
                        <a:pt x="6413" y="3804"/>
                        <a:pt x="6418" y="3759"/>
                      </a:cubicBezTo>
                      <a:cubicBezTo>
                        <a:pt x="6446" y="3679"/>
                        <a:pt x="7083" y="1764"/>
                        <a:pt x="7142" y="1087"/>
                      </a:cubicBezTo>
                      <a:cubicBezTo>
                        <a:pt x="7202" y="411"/>
                        <a:pt x="7161" y="72"/>
                        <a:pt x="7159" y="58"/>
                      </a:cubicBezTo>
                      <a:cubicBezTo>
                        <a:pt x="7157" y="41"/>
                        <a:pt x="7148" y="25"/>
                        <a:pt x="7134" y="14"/>
                      </a:cubicBezTo>
                      <a:cubicBezTo>
                        <a:pt x="7122" y="6"/>
                        <a:pt x="7108" y="1"/>
                        <a:pt x="70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
                <p:cNvSpPr/>
                <p:nvPr/>
              </p:nvSpPr>
              <p:spPr>
                <a:xfrm>
                  <a:off x="8259665" y="3592510"/>
                  <a:ext cx="425896" cy="1347182"/>
                </a:xfrm>
                <a:custGeom>
                  <a:rect b="b" l="l" r="r" t="t"/>
                  <a:pathLst>
                    <a:path extrusionOk="0" h="21440" w="6778">
                      <a:moveTo>
                        <a:pt x="6734" y="1"/>
                      </a:moveTo>
                      <a:lnTo>
                        <a:pt x="0" y="1015"/>
                      </a:lnTo>
                      <a:cubicBezTo>
                        <a:pt x="0" y="1015"/>
                        <a:pt x="632" y="6621"/>
                        <a:pt x="1274" y="8699"/>
                      </a:cubicBezTo>
                      <a:cubicBezTo>
                        <a:pt x="1917" y="10776"/>
                        <a:pt x="2022" y="13193"/>
                        <a:pt x="2391" y="14256"/>
                      </a:cubicBezTo>
                      <a:cubicBezTo>
                        <a:pt x="2759" y="15319"/>
                        <a:pt x="2829" y="19861"/>
                        <a:pt x="2825" y="20103"/>
                      </a:cubicBezTo>
                      <a:cubicBezTo>
                        <a:pt x="2825" y="20103"/>
                        <a:pt x="3610" y="20738"/>
                        <a:pt x="4695" y="21188"/>
                      </a:cubicBezTo>
                      <a:cubicBezTo>
                        <a:pt x="5155" y="21379"/>
                        <a:pt x="5576" y="21435"/>
                        <a:pt x="5909" y="21440"/>
                      </a:cubicBezTo>
                      <a:cubicBezTo>
                        <a:pt x="5844" y="20662"/>
                        <a:pt x="5686" y="19572"/>
                        <a:pt x="5686" y="19572"/>
                      </a:cubicBezTo>
                      <a:cubicBezTo>
                        <a:pt x="5686" y="19572"/>
                        <a:pt x="5618" y="17832"/>
                        <a:pt x="5853" y="15319"/>
                      </a:cubicBezTo>
                      <a:cubicBezTo>
                        <a:pt x="6088" y="12806"/>
                        <a:pt x="5634" y="10969"/>
                        <a:pt x="5407" y="10149"/>
                      </a:cubicBezTo>
                      <a:cubicBezTo>
                        <a:pt x="5179" y="9327"/>
                        <a:pt x="5996" y="3673"/>
                        <a:pt x="5996" y="3673"/>
                      </a:cubicBezTo>
                      <a:cubicBezTo>
                        <a:pt x="5996" y="3673"/>
                        <a:pt x="6657" y="1692"/>
                        <a:pt x="6717" y="1015"/>
                      </a:cubicBezTo>
                      <a:cubicBezTo>
                        <a:pt x="6777" y="339"/>
                        <a:pt x="6734" y="1"/>
                        <a:pt x="673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8"/>
                <p:cNvSpPr/>
                <p:nvPr/>
              </p:nvSpPr>
              <p:spPr>
                <a:xfrm>
                  <a:off x="8255329" y="3588363"/>
                  <a:ext cx="434316" cy="1355414"/>
                </a:xfrm>
                <a:custGeom>
                  <a:rect b="b" l="l" r="r" t="t"/>
                  <a:pathLst>
                    <a:path extrusionOk="0" h="21571" w="6912">
                      <a:moveTo>
                        <a:pt x="6744" y="141"/>
                      </a:moveTo>
                      <a:lnTo>
                        <a:pt x="6744" y="141"/>
                      </a:lnTo>
                      <a:cubicBezTo>
                        <a:pt x="6753" y="270"/>
                        <a:pt x="6764" y="583"/>
                        <a:pt x="6721" y="1075"/>
                      </a:cubicBezTo>
                      <a:cubicBezTo>
                        <a:pt x="6662" y="1736"/>
                        <a:pt x="6010" y="3698"/>
                        <a:pt x="6001" y="3730"/>
                      </a:cubicBezTo>
                      <a:cubicBezTo>
                        <a:pt x="5968" y="3961"/>
                        <a:pt x="5183" y="9407"/>
                        <a:pt x="5413" y="10232"/>
                      </a:cubicBezTo>
                      <a:cubicBezTo>
                        <a:pt x="5584" y="10849"/>
                        <a:pt x="6104" y="12725"/>
                        <a:pt x="5857" y="15379"/>
                      </a:cubicBezTo>
                      <a:cubicBezTo>
                        <a:pt x="5624" y="17868"/>
                        <a:pt x="5689" y="19622"/>
                        <a:pt x="5690" y="19647"/>
                      </a:cubicBezTo>
                      <a:cubicBezTo>
                        <a:pt x="5691" y="19658"/>
                        <a:pt x="5839" y="20678"/>
                        <a:pt x="5906" y="21439"/>
                      </a:cubicBezTo>
                      <a:cubicBezTo>
                        <a:pt x="5526" y="21426"/>
                        <a:pt x="5150" y="21343"/>
                        <a:pt x="4788" y="21193"/>
                      </a:cubicBezTo>
                      <a:cubicBezTo>
                        <a:pt x="3831" y="20796"/>
                        <a:pt x="3101" y="20246"/>
                        <a:pt x="2960" y="20137"/>
                      </a:cubicBezTo>
                      <a:cubicBezTo>
                        <a:pt x="2960" y="19633"/>
                        <a:pt x="2881" y="15337"/>
                        <a:pt x="2522" y="14301"/>
                      </a:cubicBezTo>
                      <a:cubicBezTo>
                        <a:pt x="2360" y="13835"/>
                        <a:pt x="2249" y="13098"/>
                        <a:pt x="2120" y="12247"/>
                      </a:cubicBezTo>
                      <a:cubicBezTo>
                        <a:pt x="1953" y="11150"/>
                        <a:pt x="1765" y="9906"/>
                        <a:pt x="1406" y="8746"/>
                      </a:cubicBezTo>
                      <a:cubicBezTo>
                        <a:pt x="809" y="6815"/>
                        <a:pt x="213" y="1759"/>
                        <a:pt x="142" y="1137"/>
                      </a:cubicBezTo>
                      <a:lnTo>
                        <a:pt x="6744" y="141"/>
                      </a:lnTo>
                      <a:close/>
                      <a:moveTo>
                        <a:pt x="6805" y="1"/>
                      </a:moveTo>
                      <a:cubicBezTo>
                        <a:pt x="6801" y="1"/>
                        <a:pt x="6797" y="1"/>
                        <a:pt x="6794" y="2"/>
                      </a:cubicBezTo>
                      <a:lnTo>
                        <a:pt x="59" y="1016"/>
                      </a:lnTo>
                      <a:cubicBezTo>
                        <a:pt x="24" y="1022"/>
                        <a:pt x="0" y="1053"/>
                        <a:pt x="4" y="1089"/>
                      </a:cubicBezTo>
                      <a:cubicBezTo>
                        <a:pt x="11" y="1144"/>
                        <a:pt x="645" y="6724"/>
                        <a:pt x="1280" y="8784"/>
                      </a:cubicBezTo>
                      <a:cubicBezTo>
                        <a:pt x="1637" y="9936"/>
                        <a:pt x="1824" y="11174"/>
                        <a:pt x="1990" y="12266"/>
                      </a:cubicBezTo>
                      <a:cubicBezTo>
                        <a:pt x="2120" y="13125"/>
                        <a:pt x="2232" y="13867"/>
                        <a:pt x="2398" y="14344"/>
                      </a:cubicBezTo>
                      <a:cubicBezTo>
                        <a:pt x="2761" y="15391"/>
                        <a:pt x="2833" y="19870"/>
                        <a:pt x="2829" y="20168"/>
                      </a:cubicBezTo>
                      <a:cubicBezTo>
                        <a:pt x="2828" y="20189"/>
                        <a:pt x="2838" y="20208"/>
                        <a:pt x="2853" y="20220"/>
                      </a:cubicBezTo>
                      <a:cubicBezTo>
                        <a:pt x="2861" y="20227"/>
                        <a:pt x="3657" y="20867"/>
                        <a:pt x="4738" y="21315"/>
                      </a:cubicBezTo>
                      <a:cubicBezTo>
                        <a:pt x="5138" y="21481"/>
                        <a:pt x="5555" y="21567"/>
                        <a:pt x="5977" y="21571"/>
                      </a:cubicBezTo>
                      <a:cubicBezTo>
                        <a:pt x="5996" y="21571"/>
                        <a:pt x="6013" y="21563"/>
                        <a:pt x="6026" y="21550"/>
                      </a:cubicBezTo>
                      <a:cubicBezTo>
                        <a:pt x="6038" y="21536"/>
                        <a:pt x="6044" y="21518"/>
                        <a:pt x="6043" y="21499"/>
                      </a:cubicBezTo>
                      <a:cubicBezTo>
                        <a:pt x="5979" y="20729"/>
                        <a:pt x="5821" y="19639"/>
                        <a:pt x="5820" y="19635"/>
                      </a:cubicBezTo>
                      <a:cubicBezTo>
                        <a:pt x="5819" y="19618"/>
                        <a:pt x="5755" y="17870"/>
                        <a:pt x="5987" y="15391"/>
                      </a:cubicBezTo>
                      <a:cubicBezTo>
                        <a:pt x="6237" y="12713"/>
                        <a:pt x="5712" y="10819"/>
                        <a:pt x="5539" y="10197"/>
                      </a:cubicBezTo>
                      <a:cubicBezTo>
                        <a:pt x="5316" y="9397"/>
                        <a:pt x="6122" y="3804"/>
                        <a:pt x="6128" y="3759"/>
                      </a:cubicBezTo>
                      <a:cubicBezTo>
                        <a:pt x="6155" y="3679"/>
                        <a:pt x="6792" y="1764"/>
                        <a:pt x="6851" y="1087"/>
                      </a:cubicBezTo>
                      <a:cubicBezTo>
                        <a:pt x="6911" y="411"/>
                        <a:pt x="6870" y="72"/>
                        <a:pt x="6868" y="58"/>
                      </a:cubicBezTo>
                      <a:cubicBezTo>
                        <a:pt x="6866" y="41"/>
                        <a:pt x="6857" y="25"/>
                        <a:pt x="6843" y="14"/>
                      </a:cubicBezTo>
                      <a:cubicBezTo>
                        <a:pt x="6831" y="5"/>
                        <a:pt x="6818" y="1"/>
                        <a:pt x="68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8"/>
                <p:cNvSpPr/>
                <p:nvPr/>
              </p:nvSpPr>
              <p:spPr>
                <a:xfrm>
                  <a:off x="8190482" y="2604028"/>
                  <a:ext cx="143955" cy="433247"/>
                </a:xfrm>
                <a:custGeom>
                  <a:rect b="b" l="l" r="r" t="t"/>
                  <a:pathLst>
                    <a:path extrusionOk="0" h="6895" w="2291">
                      <a:moveTo>
                        <a:pt x="2290" y="0"/>
                      </a:moveTo>
                      <a:lnTo>
                        <a:pt x="1248" y="89"/>
                      </a:lnTo>
                      <a:lnTo>
                        <a:pt x="922" y="632"/>
                      </a:lnTo>
                      <a:lnTo>
                        <a:pt x="817" y="1501"/>
                      </a:lnTo>
                      <a:lnTo>
                        <a:pt x="1212" y="1026"/>
                      </a:lnTo>
                      <a:lnTo>
                        <a:pt x="1212" y="1026"/>
                      </a:lnTo>
                      <a:cubicBezTo>
                        <a:pt x="1211" y="1027"/>
                        <a:pt x="606" y="1922"/>
                        <a:pt x="632" y="2368"/>
                      </a:cubicBezTo>
                      <a:cubicBezTo>
                        <a:pt x="659" y="2815"/>
                        <a:pt x="580" y="3842"/>
                        <a:pt x="580" y="3842"/>
                      </a:cubicBezTo>
                      <a:lnTo>
                        <a:pt x="1" y="6894"/>
                      </a:lnTo>
                      <a:lnTo>
                        <a:pt x="1" y="6894"/>
                      </a:lnTo>
                      <a:lnTo>
                        <a:pt x="1711" y="2737"/>
                      </a:lnTo>
                      <a:lnTo>
                        <a:pt x="229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8"/>
                <p:cNvSpPr/>
                <p:nvPr/>
              </p:nvSpPr>
              <p:spPr>
                <a:xfrm>
                  <a:off x="8186083" y="2599880"/>
                  <a:ext cx="152626" cy="441542"/>
                </a:xfrm>
                <a:custGeom>
                  <a:rect b="b" l="l" r="r" t="t"/>
                  <a:pathLst>
                    <a:path extrusionOk="0" h="7027" w="2429">
                      <a:moveTo>
                        <a:pt x="2277" y="140"/>
                      </a:moveTo>
                      <a:lnTo>
                        <a:pt x="1720" y="2778"/>
                      </a:lnTo>
                      <a:lnTo>
                        <a:pt x="255" y="6340"/>
                      </a:lnTo>
                      <a:lnTo>
                        <a:pt x="715" y="3913"/>
                      </a:lnTo>
                      <a:cubicBezTo>
                        <a:pt x="718" y="3871"/>
                        <a:pt x="795" y="2877"/>
                        <a:pt x="769" y="2431"/>
                      </a:cubicBezTo>
                      <a:cubicBezTo>
                        <a:pt x="743" y="2012"/>
                        <a:pt x="1330" y="1139"/>
                        <a:pt x="1336" y="1129"/>
                      </a:cubicBezTo>
                      <a:cubicBezTo>
                        <a:pt x="1355" y="1101"/>
                        <a:pt x="1349" y="1062"/>
                        <a:pt x="1320" y="1041"/>
                      </a:cubicBezTo>
                      <a:cubicBezTo>
                        <a:pt x="1309" y="1031"/>
                        <a:pt x="1295" y="1027"/>
                        <a:pt x="1282" y="1027"/>
                      </a:cubicBezTo>
                      <a:cubicBezTo>
                        <a:pt x="1263" y="1027"/>
                        <a:pt x="1244" y="1036"/>
                        <a:pt x="1231" y="1050"/>
                      </a:cubicBezTo>
                      <a:lnTo>
                        <a:pt x="978" y="1354"/>
                      </a:lnTo>
                      <a:lnTo>
                        <a:pt x="1055" y="720"/>
                      </a:lnTo>
                      <a:lnTo>
                        <a:pt x="1357" y="217"/>
                      </a:lnTo>
                      <a:lnTo>
                        <a:pt x="2277" y="140"/>
                      </a:lnTo>
                      <a:close/>
                      <a:moveTo>
                        <a:pt x="2361" y="1"/>
                      </a:moveTo>
                      <a:cubicBezTo>
                        <a:pt x="2359" y="1"/>
                        <a:pt x="2357" y="1"/>
                        <a:pt x="2355" y="1"/>
                      </a:cubicBezTo>
                      <a:lnTo>
                        <a:pt x="1312" y="89"/>
                      </a:lnTo>
                      <a:cubicBezTo>
                        <a:pt x="1291" y="91"/>
                        <a:pt x="1272" y="103"/>
                        <a:pt x="1262" y="122"/>
                      </a:cubicBezTo>
                      <a:lnTo>
                        <a:pt x="935" y="664"/>
                      </a:lnTo>
                      <a:cubicBezTo>
                        <a:pt x="931" y="673"/>
                        <a:pt x="928" y="681"/>
                        <a:pt x="927" y="690"/>
                      </a:cubicBezTo>
                      <a:lnTo>
                        <a:pt x="822" y="1558"/>
                      </a:lnTo>
                      <a:cubicBezTo>
                        <a:pt x="818" y="1588"/>
                        <a:pt x="834" y="1615"/>
                        <a:pt x="861" y="1626"/>
                      </a:cubicBezTo>
                      <a:cubicBezTo>
                        <a:pt x="870" y="1631"/>
                        <a:pt x="879" y="1632"/>
                        <a:pt x="889" y="1632"/>
                      </a:cubicBezTo>
                      <a:cubicBezTo>
                        <a:pt x="751" y="1906"/>
                        <a:pt x="624" y="2218"/>
                        <a:pt x="637" y="2439"/>
                      </a:cubicBezTo>
                      <a:cubicBezTo>
                        <a:pt x="663" y="2876"/>
                        <a:pt x="585" y="3893"/>
                        <a:pt x="586" y="3896"/>
                      </a:cubicBezTo>
                      <a:lnTo>
                        <a:pt x="7" y="6948"/>
                      </a:lnTo>
                      <a:cubicBezTo>
                        <a:pt x="0" y="6981"/>
                        <a:pt x="20" y="7014"/>
                        <a:pt x="53" y="7023"/>
                      </a:cubicBezTo>
                      <a:cubicBezTo>
                        <a:pt x="59" y="7025"/>
                        <a:pt x="65" y="7026"/>
                        <a:pt x="71" y="7026"/>
                      </a:cubicBezTo>
                      <a:cubicBezTo>
                        <a:pt x="97" y="7026"/>
                        <a:pt x="121" y="7011"/>
                        <a:pt x="132" y="6985"/>
                      </a:cubicBezTo>
                      <a:lnTo>
                        <a:pt x="1845" y="2816"/>
                      </a:lnTo>
                      <a:lnTo>
                        <a:pt x="2424" y="80"/>
                      </a:lnTo>
                      <a:cubicBezTo>
                        <a:pt x="2429" y="60"/>
                        <a:pt x="2423" y="39"/>
                        <a:pt x="2410" y="23"/>
                      </a:cubicBezTo>
                      <a:cubicBezTo>
                        <a:pt x="2397" y="9"/>
                        <a:pt x="2379" y="1"/>
                        <a:pt x="2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8"/>
                <p:cNvSpPr/>
                <p:nvPr/>
              </p:nvSpPr>
              <p:spPr>
                <a:xfrm>
                  <a:off x="8254512" y="2142744"/>
                  <a:ext cx="247381" cy="464036"/>
                </a:xfrm>
                <a:custGeom>
                  <a:rect b="b" l="l" r="r" t="t"/>
                  <a:pathLst>
                    <a:path extrusionOk="0" h="7385" w="3937">
                      <a:moveTo>
                        <a:pt x="2037" y="1"/>
                      </a:moveTo>
                      <a:cubicBezTo>
                        <a:pt x="1886" y="1"/>
                        <a:pt x="1754" y="27"/>
                        <a:pt x="1656" y="81"/>
                      </a:cubicBezTo>
                      <a:cubicBezTo>
                        <a:pt x="1167" y="353"/>
                        <a:pt x="1005" y="1519"/>
                        <a:pt x="1005" y="2198"/>
                      </a:cubicBezTo>
                      <a:cubicBezTo>
                        <a:pt x="1005" y="2877"/>
                        <a:pt x="924" y="3692"/>
                        <a:pt x="842" y="4126"/>
                      </a:cubicBezTo>
                      <a:cubicBezTo>
                        <a:pt x="760" y="4560"/>
                        <a:pt x="707" y="4995"/>
                        <a:pt x="707" y="4995"/>
                      </a:cubicBezTo>
                      <a:lnTo>
                        <a:pt x="1" y="5457"/>
                      </a:lnTo>
                      <a:lnTo>
                        <a:pt x="733" y="7384"/>
                      </a:lnTo>
                      <a:lnTo>
                        <a:pt x="3829" y="5022"/>
                      </a:lnTo>
                      <a:lnTo>
                        <a:pt x="3150" y="3719"/>
                      </a:lnTo>
                      <a:lnTo>
                        <a:pt x="2851" y="3067"/>
                      </a:lnTo>
                      <a:cubicBezTo>
                        <a:pt x="2851" y="3067"/>
                        <a:pt x="3937" y="1981"/>
                        <a:pt x="3719" y="1112"/>
                      </a:cubicBezTo>
                      <a:cubicBezTo>
                        <a:pt x="3546" y="418"/>
                        <a:pt x="2642" y="1"/>
                        <a:pt x="203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8"/>
                <p:cNvSpPr/>
                <p:nvPr/>
              </p:nvSpPr>
              <p:spPr>
                <a:xfrm>
                  <a:off x="8249988" y="2138660"/>
                  <a:ext cx="255173" cy="472205"/>
                </a:xfrm>
                <a:custGeom>
                  <a:rect b="b" l="l" r="r" t="t"/>
                  <a:pathLst>
                    <a:path extrusionOk="0" h="7515" w="4061">
                      <a:moveTo>
                        <a:pt x="2108" y="132"/>
                      </a:moveTo>
                      <a:cubicBezTo>
                        <a:pt x="2327" y="132"/>
                        <a:pt x="2592" y="189"/>
                        <a:pt x="2845" y="299"/>
                      </a:cubicBezTo>
                      <a:cubicBezTo>
                        <a:pt x="3315" y="503"/>
                        <a:pt x="3637" y="829"/>
                        <a:pt x="3729" y="1194"/>
                      </a:cubicBezTo>
                      <a:cubicBezTo>
                        <a:pt x="3934" y="2016"/>
                        <a:pt x="2887" y="3076"/>
                        <a:pt x="2876" y="3086"/>
                      </a:cubicBezTo>
                      <a:cubicBezTo>
                        <a:pt x="2858" y="3106"/>
                        <a:pt x="2852" y="3135"/>
                        <a:pt x="2864" y="3159"/>
                      </a:cubicBezTo>
                      <a:lnTo>
                        <a:pt x="3164" y="3814"/>
                      </a:lnTo>
                      <a:lnTo>
                        <a:pt x="3817" y="5068"/>
                      </a:lnTo>
                      <a:lnTo>
                        <a:pt x="836" y="7343"/>
                      </a:lnTo>
                      <a:lnTo>
                        <a:pt x="152" y="5548"/>
                      </a:lnTo>
                      <a:lnTo>
                        <a:pt x="815" y="5114"/>
                      </a:lnTo>
                      <a:cubicBezTo>
                        <a:pt x="830" y="5104"/>
                        <a:pt x="841" y="5087"/>
                        <a:pt x="844" y="5068"/>
                      </a:cubicBezTo>
                      <a:cubicBezTo>
                        <a:pt x="844" y="5064"/>
                        <a:pt x="898" y="4631"/>
                        <a:pt x="978" y="4204"/>
                      </a:cubicBezTo>
                      <a:cubicBezTo>
                        <a:pt x="1058" y="3780"/>
                        <a:pt x="1143" y="2955"/>
                        <a:pt x="1143" y="2263"/>
                      </a:cubicBezTo>
                      <a:cubicBezTo>
                        <a:pt x="1143" y="1574"/>
                        <a:pt x="1307" y="455"/>
                        <a:pt x="1760" y="203"/>
                      </a:cubicBezTo>
                      <a:cubicBezTo>
                        <a:pt x="1847" y="155"/>
                        <a:pt x="1968" y="132"/>
                        <a:pt x="2108" y="132"/>
                      </a:cubicBezTo>
                      <a:close/>
                      <a:moveTo>
                        <a:pt x="2112" y="1"/>
                      </a:moveTo>
                      <a:cubicBezTo>
                        <a:pt x="1947" y="1"/>
                        <a:pt x="1804" y="30"/>
                        <a:pt x="1697" y="89"/>
                      </a:cubicBezTo>
                      <a:cubicBezTo>
                        <a:pt x="1155" y="390"/>
                        <a:pt x="1012" y="1643"/>
                        <a:pt x="1012" y="2263"/>
                      </a:cubicBezTo>
                      <a:cubicBezTo>
                        <a:pt x="1012" y="2947"/>
                        <a:pt x="928" y="3761"/>
                        <a:pt x="850" y="4179"/>
                      </a:cubicBezTo>
                      <a:cubicBezTo>
                        <a:pt x="781" y="4545"/>
                        <a:pt x="732" y="4915"/>
                        <a:pt x="717" y="5021"/>
                      </a:cubicBezTo>
                      <a:lnTo>
                        <a:pt x="37" y="5466"/>
                      </a:lnTo>
                      <a:cubicBezTo>
                        <a:pt x="11" y="5483"/>
                        <a:pt x="0" y="5515"/>
                        <a:pt x="12" y="5545"/>
                      </a:cubicBezTo>
                      <a:lnTo>
                        <a:pt x="744" y="7472"/>
                      </a:lnTo>
                      <a:cubicBezTo>
                        <a:pt x="752" y="7491"/>
                        <a:pt x="767" y="7506"/>
                        <a:pt x="787" y="7512"/>
                      </a:cubicBezTo>
                      <a:cubicBezTo>
                        <a:pt x="794" y="7513"/>
                        <a:pt x="800" y="7514"/>
                        <a:pt x="805" y="7514"/>
                      </a:cubicBezTo>
                      <a:cubicBezTo>
                        <a:pt x="820" y="7514"/>
                        <a:pt x="833" y="7510"/>
                        <a:pt x="845" y="7501"/>
                      </a:cubicBezTo>
                      <a:lnTo>
                        <a:pt x="3940" y="5140"/>
                      </a:lnTo>
                      <a:cubicBezTo>
                        <a:pt x="3966" y="5120"/>
                        <a:pt x="3973" y="5085"/>
                        <a:pt x="3958" y="5057"/>
                      </a:cubicBezTo>
                      <a:lnTo>
                        <a:pt x="3282" y="3757"/>
                      </a:lnTo>
                      <a:lnTo>
                        <a:pt x="3001" y="3146"/>
                      </a:lnTo>
                      <a:cubicBezTo>
                        <a:pt x="3185" y="2953"/>
                        <a:pt x="4060" y="1981"/>
                        <a:pt x="3855" y="1162"/>
                      </a:cubicBezTo>
                      <a:cubicBezTo>
                        <a:pt x="3754" y="758"/>
                        <a:pt x="3405" y="399"/>
                        <a:pt x="2897" y="178"/>
                      </a:cubicBezTo>
                      <a:cubicBezTo>
                        <a:pt x="2627" y="61"/>
                        <a:pt x="2348" y="1"/>
                        <a:pt x="21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8"/>
                <p:cNvSpPr/>
                <p:nvPr/>
              </p:nvSpPr>
              <p:spPr>
                <a:xfrm>
                  <a:off x="8107788" y="1965356"/>
                  <a:ext cx="457502" cy="553828"/>
                </a:xfrm>
                <a:custGeom>
                  <a:rect b="b" l="l" r="r" t="t"/>
                  <a:pathLst>
                    <a:path extrusionOk="0" h="8814" w="7281">
                      <a:moveTo>
                        <a:pt x="1982" y="1"/>
                      </a:moveTo>
                      <a:cubicBezTo>
                        <a:pt x="1779" y="1"/>
                        <a:pt x="1562" y="33"/>
                        <a:pt x="1345" y="119"/>
                      </a:cubicBezTo>
                      <a:cubicBezTo>
                        <a:pt x="464" y="466"/>
                        <a:pt x="557" y="1022"/>
                        <a:pt x="789" y="1325"/>
                      </a:cubicBezTo>
                      <a:cubicBezTo>
                        <a:pt x="789" y="1325"/>
                        <a:pt x="951" y="1607"/>
                        <a:pt x="1255" y="1607"/>
                      </a:cubicBezTo>
                      <a:cubicBezTo>
                        <a:pt x="1277" y="1607"/>
                        <a:pt x="1299" y="1606"/>
                        <a:pt x="1322" y="1603"/>
                      </a:cubicBezTo>
                      <a:lnTo>
                        <a:pt x="1322" y="1603"/>
                      </a:lnTo>
                      <a:cubicBezTo>
                        <a:pt x="1322" y="1603"/>
                        <a:pt x="1300" y="1640"/>
                        <a:pt x="1263" y="1705"/>
                      </a:cubicBezTo>
                      <a:cubicBezTo>
                        <a:pt x="1086" y="2021"/>
                        <a:pt x="569" y="2964"/>
                        <a:pt x="626" y="3156"/>
                      </a:cubicBezTo>
                      <a:cubicBezTo>
                        <a:pt x="696" y="3388"/>
                        <a:pt x="835" y="3596"/>
                        <a:pt x="743" y="3759"/>
                      </a:cubicBezTo>
                      <a:cubicBezTo>
                        <a:pt x="649" y="3921"/>
                        <a:pt x="210" y="4687"/>
                        <a:pt x="139" y="4918"/>
                      </a:cubicBezTo>
                      <a:cubicBezTo>
                        <a:pt x="70" y="5150"/>
                        <a:pt x="116" y="5289"/>
                        <a:pt x="256" y="5335"/>
                      </a:cubicBezTo>
                      <a:cubicBezTo>
                        <a:pt x="394" y="5381"/>
                        <a:pt x="557" y="5521"/>
                        <a:pt x="557" y="5521"/>
                      </a:cubicBezTo>
                      <a:cubicBezTo>
                        <a:pt x="557" y="5521"/>
                        <a:pt x="279" y="6657"/>
                        <a:pt x="210" y="7422"/>
                      </a:cubicBezTo>
                      <a:cubicBezTo>
                        <a:pt x="139" y="8187"/>
                        <a:pt x="1" y="8674"/>
                        <a:pt x="580" y="8789"/>
                      </a:cubicBezTo>
                      <a:cubicBezTo>
                        <a:pt x="660" y="8806"/>
                        <a:pt x="763" y="8813"/>
                        <a:pt x="882" y="8813"/>
                      </a:cubicBezTo>
                      <a:cubicBezTo>
                        <a:pt x="1622" y="8813"/>
                        <a:pt x="2995" y="8517"/>
                        <a:pt x="3594" y="8118"/>
                      </a:cubicBezTo>
                      <a:cubicBezTo>
                        <a:pt x="4289" y="7654"/>
                        <a:pt x="4313" y="7422"/>
                        <a:pt x="4220" y="6865"/>
                      </a:cubicBezTo>
                      <a:cubicBezTo>
                        <a:pt x="4127" y="6309"/>
                        <a:pt x="4058" y="4570"/>
                        <a:pt x="4104" y="4083"/>
                      </a:cubicBezTo>
                      <a:cubicBezTo>
                        <a:pt x="4151" y="3596"/>
                        <a:pt x="4452" y="3458"/>
                        <a:pt x="4614" y="3341"/>
                      </a:cubicBezTo>
                      <a:cubicBezTo>
                        <a:pt x="4634" y="3327"/>
                        <a:pt x="4661" y="3320"/>
                        <a:pt x="4692" y="3320"/>
                      </a:cubicBezTo>
                      <a:cubicBezTo>
                        <a:pt x="4916" y="3320"/>
                        <a:pt x="5377" y="3665"/>
                        <a:pt x="5356" y="4152"/>
                      </a:cubicBezTo>
                      <a:cubicBezTo>
                        <a:pt x="5333" y="4710"/>
                        <a:pt x="5054" y="5080"/>
                        <a:pt x="4730" y="5266"/>
                      </a:cubicBezTo>
                      <a:lnTo>
                        <a:pt x="4406" y="5452"/>
                      </a:lnTo>
                      <a:cubicBezTo>
                        <a:pt x="4406" y="5452"/>
                        <a:pt x="4127" y="5498"/>
                        <a:pt x="4544" y="6193"/>
                      </a:cubicBezTo>
                      <a:cubicBezTo>
                        <a:pt x="4861" y="6720"/>
                        <a:pt x="5163" y="6888"/>
                        <a:pt x="5382" y="6888"/>
                      </a:cubicBezTo>
                      <a:cubicBezTo>
                        <a:pt x="5452" y="6888"/>
                        <a:pt x="5514" y="6870"/>
                        <a:pt x="5564" y="6842"/>
                      </a:cubicBezTo>
                      <a:cubicBezTo>
                        <a:pt x="5773" y="6726"/>
                        <a:pt x="6074" y="6402"/>
                        <a:pt x="6074" y="6402"/>
                      </a:cubicBezTo>
                      <a:lnTo>
                        <a:pt x="6074" y="6402"/>
                      </a:lnTo>
                      <a:cubicBezTo>
                        <a:pt x="6074" y="6402"/>
                        <a:pt x="6059" y="6403"/>
                        <a:pt x="6034" y="6403"/>
                      </a:cubicBezTo>
                      <a:cubicBezTo>
                        <a:pt x="5910" y="6403"/>
                        <a:pt x="5549" y="6387"/>
                        <a:pt x="5704" y="6193"/>
                      </a:cubicBezTo>
                      <a:cubicBezTo>
                        <a:pt x="5890" y="5962"/>
                        <a:pt x="6585" y="6008"/>
                        <a:pt x="6933" y="4917"/>
                      </a:cubicBezTo>
                      <a:cubicBezTo>
                        <a:pt x="7280" y="3828"/>
                        <a:pt x="7072" y="3179"/>
                        <a:pt x="6561" y="2043"/>
                      </a:cubicBezTo>
                      <a:cubicBezTo>
                        <a:pt x="6051" y="907"/>
                        <a:pt x="4452" y="583"/>
                        <a:pt x="4081" y="512"/>
                      </a:cubicBezTo>
                      <a:cubicBezTo>
                        <a:pt x="3710" y="443"/>
                        <a:pt x="3107" y="305"/>
                        <a:pt x="3107" y="305"/>
                      </a:cubicBezTo>
                      <a:cubicBezTo>
                        <a:pt x="3107" y="305"/>
                        <a:pt x="2606" y="1"/>
                        <a:pt x="19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8"/>
                <p:cNvSpPr/>
                <p:nvPr/>
              </p:nvSpPr>
              <p:spPr>
                <a:xfrm>
                  <a:off x="8105903" y="1961209"/>
                  <a:ext cx="463534" cy="562122"/>
                </a:xfrm>
                <a:custGeom>
                  <a:rect b="b" l="l" r="r" t="t"/>
                  <a:pathLst>
                    <a:path extrusionOk="0" h="8946" w="7377">
                      <a:moveTo>
                        <a:pt x="2009" y="133"/>
                      </a:moveTo>
                      <a:cubicBezTo>
                        <a:pt x="2609" y="133"/>
                        <a:pt x="3097" y="422"/>
                        <a:pt x="3103" y="426"/>
                      </a:cubicBezTo>
                      <a:cubicBezTo>
                        <a:pt x="3110" y="429"/>
                        <a:pt x="3116" y="432"/>
                        <a:pt x="3122" y="434"/>
                      </a:cubicBezTo>
                      <a:cubicBezTo>
                        <a:pt x="3129" y="436"/>
                        <a:pt x="3731" y="574"/>
                        <a:pt x="4099" y="643"/>
                      </a:cubicBezTo>
                      <a:cubicBezTo>
                        <a:pt x="4677" y="751"/>
                        <a:pt x="6073" y="1115"/>
                        <a:pt x="6531" y="2136"/>
                      </a:cubicBezTo>
                      <a:cubicBezTo>
                        <a:pt x="7049" y="3286"/>
                        <a:pt x="7239" y="3902"/>
                        <a:pt x="6900" y="4964"/>
                      </a:cubicBezTo>
                      <a:cubicBezTo>
                        <a:pt x="6660" y="5717"/>
                        <a:pt x="6260" y="5902"/>
                        <a:pt x="5968" y="6037"/>
                      </a:cubicBezTo>
                      <a:cubicBezTo>
                        <a:pt x="5848" y="6093"/>
                        <a:pt x="5744" y="6140"/>
                        <a:pt x="5683" y="6217"/>
                      </a:cubicBezTo>
                      <a:cubicBezTo>
                        <a:pt x="5615" y="6301"/>
                        <a:pt x="5625" y="6365"/>
                        <a:pt x="5645" y="6403"/>
                      </a:cubicBezTo>
                      <a:cubicBezTo>
                        <a:pt x="5689" y="6491"/>
                        <a:pt x="5832" y="6521"/>
                        <a:pt x="5951" y="6530"/>
                      </a:cubicBezTo>
                      <a:cubicBezTo>
                        <a:pt x="5847" y="6633"/>
                        <a:pt x="5687" y="6782"/>
                        <a:pt x="5563" y="6850"/>
                      </a:cubicBezTo>
                      <a:cubicBezTo>
                        <a:pt x="5520" y="6874"/>
                        <a:pt x="5470" y="6887"/>
                        <a:pt x="5413" y="6887"/>
                      </a:cubicBezTo>
                      <a:cubicBezTo>
                        <a:pt x="5211" y="6887"/>
                        <a:pt x="4927" y="6718"/>
                        <a:pt x="4631" y="6225"/>
                      </a:cubicBezTo>
                      <a:cubicBezTo>
                        <a:pt x="4385" y="5815"/>
                        <a:pt x="4401" y="5661"/>
                        <a:pt x="4420" y="5614"/>
                      </a:cubicBezTo>
                      <a:cubicBezTo>
                        <a:pt x="4431" y="5587"/>
                        <a:pt x="4448" y="5582"/>
                        <a:pt x="4446" y="5582"/>
                      </a:cubicBezTo>
                      <a:cubicBezTo>
                        <a:pt x="4454" y="5581"/>
                        <a:pt x="4461" y="5577"/>
                        <a:pt x="4469" y="5574"/>
                      </a:cubicBezTo>
                      <a:lnTo>
                        <a:pt x="4793" y="5388"/>
                      </a:lnTo>
                      <a:cubicBezTo>
                        <a:pt x="5190" y="5161"/>
                        <a:pt x="5430" y="4736"/>
                        <a:pt x="5452" y="4222"/>
                      </a:cubicBezTo>
                      <a:cubicBezTo>
                        <a:pt x="5467" y="3841"/>
                        <a:pt x="5215" y="3530"/>
                        <a:pt x="4956" y="3391"/>
                      </a:cubicBezTo>
                      <a:cubicBezTo>
                        <a:pt x="4870" y="3344"/>
                        <a:pt x="4790" y="3320"/>
                        <a:pt x="4723" y="3320"/>
                      </a:cubicBezTo>
                      <a:cubicBezTo>
                        <a:pt x="4677" y="3320"/>
                        <a:pt x="4638" y="3331"/>
                        <a:pt x="4606" y="3354"/>
                      </a:cubicBezTo>
                      <a:cubicBezTo>
                        <a:pt x="4587" y="3367"/>
                        <a:pt x="4567" y="3381"/>
                        <a:pt x="4545" y="3395"/>
                      </a:cubicBezTo>
                      <a:cubicBezTo>
                        <a:pt x="4373" y="3509"/>
                        <a:pt x="4113" y="3682"/>
                        <a:pt x="4069" y="4143"/>
                      </a:cubicBezTo>
                      <a:cubicBezTo>
                        <a:pt x="4021" y="4642"/>
                        <a:pt x="4094" y="6395"/>
                        <a:pt x="4185" y="6941"/>
                      </a:cubicBezTo>
                      <a:cubicBezTo>
                        <a:pt x="4273" y="7469"/>
                        <a:pt x="4269" y="7675"/>
                        <a:pt x="3588" y="8128"/>
                      </a:cubicBezTo>
                      <a:cubicBezTo>
                        <a:pt x="3019" y="8508"/>
                        <a:pt x="1651" y="8815"/>
                        <a:pt x="915" y="8815"/>
                      </a:cubicBezTo>
                      <a:cubicBezTo>
                        <a:pt x="800" y="8815"/>
                        <a:pt x="701" y="8807"/>
                        <a:pt x="623" y="8791"/>
                      </a:cubicBezTo>
                      <a:cubicBezTo>
                        <a:pt x="195" y="8705"/>
                        <a:pt x="207" y="8418"/>
                        <a:pt x="275" y="7775"/>
                      </a:cubicBezTo>
                      <a:cubicBezTo>
                        <a:pt x="286" y="7685"/>
                        <a:pt x="295" y="7592"/>
                        <a:pt x="305" y="7493"/>
                      </a:cubicBezTo>
                      <a:cubicBezTo>
                        <a:pt x="373" y="6742"/>
                        <a:pt x="648" y="5614"/>
                        <a:pt x="651" y="5603"/>
                      </a:cubicBezTo>
                      <a:cubicBezTo>
                        <a:pt x="656" y="5578"/>
                        <a:pt x="648" y="5553"/>
                        <a:pt x="629" y="5536"/>
                      </a:cubicBezTo>
                      <a:cubicBezTo>
                        <a:pt x="623" y="5531"/>
                        <a:pt x="456" y="5388"/>
                        <a:pt x="306" y="5339"/>
                      </a:cubicBezTo>
                      <a:cubicBezTo>
                        <a:pt x="201" y="5303"/>
                        <a:pt x="176" y="5191"/>
                        <a:pt x="232" y="5002"/>
                      </a:cubicBezTo>
                      <a:cubicBezTo>
                        <a:pt x="262" y="4905"/>
                        <a:pt x="388" y="4630"/>
                        <a:pt x="817" y="3878"/>
                      </a:cubicBezTo>
                      <a:lnTo>
                        <a:pt x="829" y="3858"/>
                      </a:lnTo>
                      <a:cubicBezTo>
                        <a:pt x="912" y="3712"/>
                        <a:pt x="849" y="3550"/>
                        <a:pt x="783" y="3379"/>
                      </a:cubicBezTo>
                      <a:cubicBezTo>
                        <a:pt x="760" y="3322"/>
                        <a:pt x="737" y="3264"/>
                        <a:pt x="719" y="3203"/>
                      </a:cubicBezTo>
                      <a:cubicBezTo>
                        <a:pt x="692" y="3112"/>
                        <a:pt x="877" y="2644"/>
                        <a:pt x="1350" y="1804"/>
                      </a:cubicBezTo>
                      <a:lnTo>
                        <a:pt x="1409" y="1701"/>
                      </a:lnTo>
                      <a:cubicBezTo>
                        <a:pt x="1421" y="1680"/>
                        <a:pt x="1420" y="1653"/>
                        <a:pt x="1407" y="1632"/>
                      </a:cubicBezTo>
                      <a:cubicBezTo>
                        <a:pt x="1394" y="1614"/>
                        <a:pt x="1374" y="1602"/>
                        <a:pt x="1352" y="1602"/>
                      </a:cubicBezTo>
                      <a:cubicBezTo>
                        <a:pt x="1349" y="1602"/>
                        <a:pt x="1346" y="1604"/>
                        <a:pt x="1344" y="1604"/>
                      </a:cubicBezTo>
                      <a:cubicBezTo>
                        <a:pt x="1324" y="1606"/>
                        <a:pt x="1305" y="1607"/>
                        <a:pt x="1286" y="1607"/>
                      </a:cubicBezTo>
                      <a:cubicBezTo>
                        <a:pt x="1025" y="1607"/>
                        <a:pt x="882" y="1368"/>
                        <a:pt x="871" y="1350"/>
                      </a:cubicBezTo>
                      <a:cubicBezTo>
                        <a:pt x="811" y="1271"/>
                        <a:pt x="677" y="1062"/>
                        <a:pt x="744" y="815"/>
                      </a:cubicBezTo>
                      <a:cubicBezTo>
                        <a:pt x="808" y="587"/>
                        <a:pt x="1034" y="389"/>
                        <a:pt x="1399" y="246"/>
                      </a:cubicBezTo>
                      <a:cubicBezTo>
                        <a:pt x="1606" y="164"/>
                        <a:pt x="1814" y="133"/>
                        <a:pt x="2009" y="133"/>
                      </a:cubicBezTo>
                      <a:close/>
                      <a:moveTo>
                        <a:pt x="2017" y="0"/>
                      </a:moveTo>
                      <a:cubicBezTo>
                        <a:pt x="1805" y="0"/>
                        <a:pt x="1579" y="34"/>
                        <a:pt x="1351" y="124"/>
                      </a:cubicBezTo>
                      <a:cubicBezTo>
                        <a:pt x="941" y="286"/>
                        <a:pt x="694" y="507"/>
                        <a:pt x="618" y="781"/>
                      </a:cubicBezTo>
                      <a:cubicBezTo>
                        <a:pt x="559" y="994"/>
                        <a:pt x="613" y="1231"/>
                        <a:pt x="761" y="1423"/>
                      </a:cubicBezTo>
                      <a:cubicBezTo>
                        <a:pt x="770" y="1436"/>
                        <a:pt x="930" y="1712"/>
                        <a:pt x="1238" y="1737"/>
                      </a:cubicBezTo>
                      <a:lnTo>
                        <a:pt x="1237" y="1739"/>
                      </a:lnTo>
                      <a:cubicBezTo>
                        <a:pt x="910" y="2317"/>
                        <a:pt x="536" y="3046"/>
                        <a:pt x="593" y="3240"/>
                      </a:cubicBezTo>
                      <a:cubicBezTo>
                        <a:pt x="613" y="3305"/>
                        <a:pt x="637" y="3367"/>
                        <a:pt x="660" y="3427"/>
                      </a:cubicBezTo>
                      <a:cubicBezTo>
                        <a:pt x="718" y="3574"/>
                        <a:pt x="768" y="3701"/>
                        <a:pt x="715" y="3792"/>
                      </a:cubicBezTo>
                      <a:lnTo>
                        <a:pt x="703" y="3813"/>
                      </a:lnTo>
                      <a:cubicBezTo>
                        <a:pt x="353" y="4425"/>
                        <a:pt x="153" y="4812"/>
                        <a:pt x="106" y="4966"/>
                      </a:cubicBezTo>
                      <a:cubicBezTo>
                        <a:pt x="0" y="5317"/>
                        <a:pt x="160" y="5428"/>
                        <a:pt x="265" y="5463"/>
                      </a:cubicBezTo>
                      <a:cubicBezTo>
                        <a:pt x="356" y="5493"/>
                        <a:pt x="462" y="5571"/>
                        <a:pt x="514" y="5612"/>
                      </a:cubicBezTo>
                      <a:cubicBezTo>
                        <a:pt x="463" y="5822"/>
                        <a:pt x="235" y="6802"/>
                        <a:pt x="174" y="7482"/>
                      </a:cubicBezTo>
                      <a:cubicBezTo>
                        <a:pt x="165" y="7579"/>
                        <a:pt x="155" y="7673"/>
                        <a:pt x="145" y="7761"/>
                      </a:cubicBezTo>
                      <a:cubicBezTo>
                        <a:pt x="80" y="8369"/>
                        <a:pt x="33" y="8807"/>
                        <a:pt x="598" y="8921"/>
                      </a:cubicBezTo>
                      <a:cubicBezTo>
                        <a:pt x="684" y="8937"/>
                        <a:pt x="793" y="8946"/>
                        <a:pt x="917" y="8946"/>
                      </a:cubicBezTo>
                      <a:cubicBezTo>
                        <a:pt x="1686" y="8946"/>
                        <a:pt x="3064" y="8635"/>
                        <a:pt x="3661" y="8237"/>
                      </a:cubicBezTo>
                      <a:cubicBezTo>
                        <a:pt x="4379" y="7759"/>
                        <a:pt x="4411" y="7497"/>
                        <a:pt x="4314" y="6921"/>
                      </a:cubicBezTo>
                      <a:cubicBezTo>
                        <a:pt x="4225" y="6380"/>
                        <a:pt x="4153" y="4649"/>
                        <a:pt x="4200" y="4156"/>
                      </a:cubicBezTo>
                      <a:cubicBezTo>
                        <a:pt x="4238" y="3757"/>
                        <a:pt x="4457" y="3611"/>
                        <a:pt x="4618" y="3505"/>
                      </a:cubicBezTo>
                      <a:cubicBezTo>
                        <a:pt x="4641" y="3489"/>
                        <a:pt x="4663" y="3474"/>
                        <a:pt x="4683" y="3461"/>
                      </a:cubicBezTo>
                      <a:cubicBezTo>
                        <a:pt x="4690" y="3455"/>
                        <a:pt x="4704" y="3452"/>
                        <a:pt x="4723" y="3452"/>
                      </a:cubicBezTo>
                      <a:cubicBezTo>
                        <a:pt x="4760" y="3452"/>
                        <a:pt x="4818" y="3465"/>
                        <a:pt x="4893" y="3506"/>
                      </a:cubicBezTo>
                      <a:cubicBezTo>
                        <a:pt x="5116" y="3627"/>
                        <a:pt x="5334" y="3892"/>
                        <a:pt x="5321" y="4216"/>
                      </a:cubicBezTo>
                      <a:cubicBezTo>
                        <a:pt x="5301" y="4684"/>
                        <a:pt x="5086" y="5071"/>
                        <a:pt x="4728" y="5275"/>
                      </a:cubicBezTo>
                      <a:lnTo>
                        <a:pt x="4410" y="5456"/>
                      </a:lnTo>
                      <a:cubicBezTo>
                        <a:pt x="4385" y="5464"/>
                        <a:pt x="4333" y="5488"/>
                        <a:pt x="4303" y="5554"/>
                      </a:cubicBezTo>
                      <a:cubicBezTo>
                        <a:pt x="4238" y="5697"/>
                        <a:pt x="4310" y="5945"/>
                        <a:pt x="4519" y="6293"/>
                      </a:cubicBezTo>
                      <a:cubicBezTo>
                        <a:pt x="4841" y="6831"/>
                        <a:pt x="5162" y="7021"/>
                        <a:pt x="5410" y="7021"/>
                      </a:cubicBezTo>
                      <a:cubicBezTo>
                        <a:pt x="5491" y="7021"/>
                        <a:pt x="5564" y="7000"/>
                        <a:pt x="5627" y="6966"/>
                      </a:cubicBezTo>
                      <a:cubicBezTo>
                        <a:pt x="5842" y="6846"/>
                        <a:pt x="6140" y="6526"/>
                        <a:pt x="6153" y="6512"/>
                      </a:cubicBezTo>
                      <a:cubicBezTo>
                        <a:pt x="6171" y="6492"/>
                        <a:pt x="6176" y="6464"/>
                        <a:pt x="6164" y="6440"/>
                      </a:cubicBezTo>
                      <a:cubicBezTo>
                        <a:pt x="6154" y="6417"/>
                        <a:pt x="6134" y="6402"/>
                        <a:pt x="6108" y="6402"/>
                      </a:cubicBezTo>
                      <a:cubicBezTo>
                        <a:pt x="6106" y="6402"/>
                        <a:pt x="6104" y="6402"/>
                        <a:pt x="6102" y="6402"/>
                      </a:cubicBezTo>
                      <a:cubicBezTo>
                        <a:pt x="6087" y="6403"/>
                        <a:pt x="6073" y="6403"/>
                        <a:pt x="6058" y="6403"/>
                      </a:cubicBezTo>
                      <a:cubicBezTo>
                        <a:pt x="5915" y="6403"/>
                        <a:pt x="5778" y="6377"/>
                        <a:pt x="5761" y="6344"/>
                      </a:cubicBezTo>
                      <a:cubicBezTo>
                        <a:pt x="5761" y="6343"/>
                        <a:pt x="5762" y="6329"/>
                        <a:pt x="5785" y="6300"/>
                      </a:cubicBezTo>
                      <a:cubicBezTo>
                        <a:pt x="5828" y="6246"/>
                        <a:pt x="5914" y="6206"/>
                        <a:pt x="6024" y="6156"/>
                      </a:cubicBezTo>
                      <a:cubicBezTo>
                        <a:pt x="6320" y="6019"/>
                        <a:pt x="6768" y="5811"/>
                        <a:pt x="7025" y="5003"/>
                      </a:cubicBezTo>
                      <a:cubicBezTo>
                        <a:pt x="7376" y="3903"/>
                        <a:pt x="7171" y="3238"/>
                        <a:pt x="6651" y="2082"/>
                      </a:cubicBezTo>
                      <a:cubicBezTo>
                        <a:pt x="6167" y="1004"/>
                        <a:pt x="4722" y="627"/>
                        <a:pt x="4123" y="514"/>
                      </a:cubicBezTo>
                      <a:cubicBezTo>
                        <a:pt x="3783" y="450"/>
                        <a:pt x="3242" y="326"/>
                        <a:pt x="3162" y="309"/>
                      </a:cubicBezTo>
                      <a:cubicBezTo>
                        <a:pt x="3086" y="264"/>
                        <a:pt x="2608" y="0"/>
                        <a:pt x="20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8"/>
                <p:cNvSpPr/>
                <p:nvPr/>
              </p:nvSpPr>
              <p:spPr>
                <a:xfrm>
                  <a:off x="8107726" y="1965419"/>
                  <a:ext cx="457564" cy="553765"/>
                </a:xfrm>
                <a:custGeom>
                  <a:rect b="b" l="l" r="r" t="t"/>
                  <a:pathLst>
                    <a:path extrusionOk="0" h="8813" w="7282">
                      <a:moveTo>
                        <a:pt x="1983" y="0"/>
                      </a:moveTo>
                      <a:cubicBezTo>
                        <a:pt x="1779" y="0"/>
                        <a:pt x="1563" y="32"/>
                        <a:pt x="1346" y="118"/>
                      </a:cubicBezTo>
                      <a:cubicBezTo>
                        <a:pt x="465" y="465"/>
                        <a:pt x="558" y="1022"/>
                        <a:pt x="790" y="1324"/>
                      </a:cubicBezTo>
                      <a:cubicBezTo>
                        <a:pt x="790" y="1324"/>
                        <a:pt x="952" y="1606"/>
                        <a:pt x="1256" y="1606"/>
                      </a:cubicBezTo>
                      <a:cubicBezTo>
                        <a:pt x="1278" y="1606"/>
                        <a:pt x="1300" y="1605"/>
                        <a:pt x="1323" y="1602"/>
                      </a:cubicBezTo>
                      <a:cubicBezTo>
                        <a:pt x="1323" y="1602"/>
                        <a:pt x="1976" y="1556"/>
                        <a:pt x="2510" y="1556"/>
                      </a:cubicBezTo>
                      <a:cubicBezTo>
                        <a:pt x="2830" y="1556"/>
                        <a:pt x="3108" y="1572"/>
                        <a:pt x="3177" y="1625"/>
                      </a:cubicBezTo>
                      <a:cubicBezTo>
                        <a:pt x="3363" y="1764"/>
                        <a:pt x="3154" y="1717"/>
                        <a:pt x="2945" y="2251"/>
                      </a:cubicBezTo>
                      <a:cubicBezTo>
                        <a:pt x="2737" y="2784"/>
                        <a:pt x="2644" y="2807"/>
                        <a:pt x="3085" y="3039"/>
                      </a:cubicBezTo>
                      <a:cubicBezTo>
                        <a:pt x="3526" y="3271"/>
                        <a:pt x="3641" y="3595"/>
                        <a:pt x="3641" y="3595"/>
                      </a:cubicBezTo>
                      <a:cubicBezTo>
                        <a:pt x="3641" y="3595"/>
                        <a:pt x="3526" y="6053"/>
                        <a:pt x="3432" y="6239"/>
                      </a:cubicBezTo>
                      <a:cubicBezTo>
                        <a:pt x="3414" y="6275"/>
                        <a:pt x="3385" y="6291"/>
                        <a:pt x="3346" y="6291"/>
                      </a:cubicBezTo>
                      <a:cubicBezTo>
                        <a:pt x="3188" y="6291"/>
                        <a:pt x="2864" y="6026"/>
                        <a:pt x="2435" y="5821"/>
                      </a:cubicBezTo>
                      <a:cubicBezTo>
                        <a:pt x="1902" y="5566"/>
                        <a:pt x="558" y="5520"/>
                        <a:pt x="558" y="5520"/>
                      </a:cubicBezTo>
                      <a:cubicBezTo>
                        <a:pt x="558" y="5520"/>
                        <a:pt x="280" y="6655"/>
                        <a:pt x="210" y="7421"/>
                      </a:cubicBezTo>
                      <a:cubicBezTo>
                        <a:pt x="140" y="8186"/>
                        <a:pt x="1" y="8673"/>
                        <a:pt x="581" y="8788"/>
                      </a:cubicBezTo>
                      <a:cubicBezTo>
                        <a:pt x="661" y="8805"/>
                        <a:pt x="764" y="8812"/>
                        <a:pt x="882" y="8812"/>
                      </a:cubicBezTo>
                      <a:cubicBezTo>
                        <a:pt x="1622" y="8812"/>
                        <a:pt x="2995" y="8515"/>
                        <a:pt x="3595" y="8116"/>
                      </a:cubicBezTo>
                      <a:cubicBezTo>
                        <a:pt x="4290" y="7653"/>
                        <a:pt x="4314" y="7421"/>
                        <a:pt x="4221" y="6864"/>
                      </a:cubicBezTo>
                      <a:cubicBezTo>
                        <a:pt x="4128" y="6308"/>
                        <a:pt x="4059" y="4569"/>
                        <a:pt x="4105" y="4082"/>
                      </a:cubicBezTo>
                      <a:cubicBezTo>
                        <a:pt x="4151" y="3595"/>
                        <a:pt x="4452" y="3456"/>
                        <a:pt x="4615" y="3340"/>
                      </a:cubicBezTo>
                      <a:cubicBezTo>
                        <a:pt x="4635" y="3326"/>
                        <a:pt x="4662" y="3319"/>
                        <a:pt x="4694" y="3319"/>
                      </a:cubicBezTo>
                      <a:cubicBezTo>
                        <a:pt x="4917" y="3319"/>
                        <a:pt x="5377" y="3664"/>
                        <a:pt x="5357" y="4151"/>
                      </a:cubicBezTo>
                      <a:cubicBezTo>
                        <a:pt x="5334" y="4708"/>
                        <a:pt x="5055" y="5079"/>
                        <a:pt x="4731" y="5265"/>
                      </a:cubicBezTo>
                      <a:lnTo>
                        <a:pt x="4406" y="5450"/>
                      </a:lnTo>
                      <a:cubicBezTo>
                        <a:pt x="4406" y="5450"/>
                        <a:pt x="4128" y="5497"/>
                        <a:pt x="4545" y="6191"/>
                      </a:cubicBezTo>
                      <a:cubicBezTo>
                        <a:pt x="4862" y="6718"/>
                        <a:pt x="5164" y="6886"/>
                        <a:pt x="5383" y="6886"/>
                      </a:cubicBezTo>
                      <a:cubicBezTo>
                        <a:pt x="5453" y="6886"/>
                        <a:pt x="5515" y="6869"/>
                        <a:pt x="5565" y="6841"/>
                      </a:cubicBezTo>
                      <a:cubicBezTo>
                        <a:pt x="5774" y="6725"/>
                        <a:pt x="6075" y="6400"/>
                        <a:pt x="6075" y="6400"/>
                      </a:cubicBezTo>
                      <a:lnTo>
                        <a:pt x="6075" y="6400"/>
                      </a:lnTo>
                      <a:cubicBezTo>
                        <a:pt x="6075" y="6400"/>
                        <a:pt x="6060" y="6401"/>
                        <a:pt x="6035" y="6401"/>
                      </a:cubicBezTo>
                      <a:cubicBezTo>
                        <a:pt x="5911" y="6401"/>
                        <a:pt x="5550" y="6385"/>
                        <a:pt x="5705" y="6191"/>
                      </a:cubicBezTo>
                      <a:cubicBezTo>
                        <a:pt x="5890" y="5959"/>
                        <a:pt x="6585" y="6007"/>
                        <a:pt x="6934" y="4916"/>
                      </a:cubicBezTo>
                      <a:cubicBezTo>
                        <a:pt x="7281" y="3827"/>
                        <a:pt x="7072" y="3178"/>
                        <a:pt x="6562" y="2041"/>
                      </a:cubicBezTo>
                      <a:cubicBezTo>
                        <a:pt x="6052" y="906"/>
                        <a:pt x="4453" y="582"/>
                        <a:pt x="4082" y="512"/>
                      </a:cubicBezTo>
                      <a:cubicBezTo>
                        <a:pt x="3711" y="442"/>
                        <a:pt x="3108" y="304"/>
                        <a:pt x="3108" y="304"/>
                      </a:cubicBezTo>
                      <a:cubicBezTo>
                        <a:pt x="3108" y="304"/>
                        <a:pt x="2607" y="0"/>
                        <a:pt x="19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8"/>
                <p:cNvSpPr/>
                <p:nvPr/>
              </p:nvSpPr>
              <p:spPr>
                <a:xfrm>
                  <a:off x="8107914" y="1961209"/>
                  <a:ext cx="461523" cy="562122"/>
                </a:xfrm>
                <a:custGeom>
                  <a:rect b="b" l="l" r="r" t="t"/>
                  <a:pathLst>
                    <a:path extrusionOk="0" h="8946" w="7345">
                      <a:moveTo>
                        <a:pt x="1977" y="133"/>
                      </a:moveTo>
                      <a:cubicBezTo>
                        <a:pt x="2577" y="133"/>
                        <a:pt x="3065" y="422"/>
                        <a:pt x="3071" y="426"/>
                      </a:cubicBezTo>
                      <a:cubicBezTo>
                        <a:pt x="3078" y="429"/>
                        <a:pt x="3084" y="432"/>
                        <a:pt x="3090" y="434"/>
                      </a:cubicBezTo>
                      <a:cubicBezTo>
                        <a:pt x="3097" y="436"/>
                        <a:pt x="3699" y="574"/>
                        <a:pt x="4067" y="643"/>
                      </a:cubicBezTo>
                      <a:cubicBezTo>
                        <a:pt x="4645" y="751"/>
                        <a:pt x="6041" y="1115"/>
                        <a:pt x="6499" y="2136"/>
                      </a:cubicBezTo>
                      <a:cubicBezTo>
                        <a:pt x="7017" y="3286"/>
                        <a:pt x="7207" y="3902"/>
                        <a:pt x="6868" y="4964"/>
                      </a:cubicBezTo>
                      <a:cubicBezTo>
                        <a:pt x="6628" y="5717"/>
                        <a:pt x="6228" y="5902"/>
                        <a:pt x="5936" y="6037"/>
                      </a:cubicBezTo>
                      <a:cubicBezTo>
                        <a:pt x="5816" y="6093"/>
                        <a:pt x="5712" y="6140"/>
                        <a:pt x="5651" y="6217"/>
                      </a:cubicBezTo>
                      <a:cubicBezTo>
                        <a:pt x="5583" y="6301"/>
                        <a:pt x="5593" y="6365"/>
                        <a:pt x="5613" y="6403"/>
                      </a:cubicBezTo>
                      <a:cubicBezTo>
                        <a:pt x="5657" y="6491"/>
                        <a:pt x="5800" y="6521"/>
                        <a:pt x="5919" y="6530"/>
                      </a:cubicBezTo>
                      <a:cubicBezTo>
                        <a:pt x="5815" y="6633"/>
                        <a:pt x="5655" y="6782"/>
                        <a:pt x="5531" y="6850"/>
                      </a:cubicBezTo>
                      <a:cubicBezTo>
                        <a:pt x="5488" y="6874"/>
                        <a:pt x="5438" y="6887"/>
                        <a:pt x="5381" y="6887"/>
                      </a:cubicBezTo>
                      <a:cubicBezTo>
                        <a:pt x="5179" y="6887"/>
                        <a:pt x="4895" y="6718"/>
                        <a:pt x="4599" y="6225"/>
                      </a:cubicBezTo>
                      <a:cubicBezTo>
                        <a:pt x="4353" y="5815"/>
                        <a:pt x="4369" y="5661"/>
                        <a:pt x="4388" y="5614"/>
                      </a:cubicBezTo>
                      <a:cubicBezTo>
                        <a:pt x="4399" y="5587"/>
                        <a:pt x="4416" y="5582"/>
                        <a:pt x="4414" y="5582"/>
                      </a:cubicBezTo>
                      <a:cubicBezTo>
                        <a:pt x="4422" y="5581"/>
                        <a:pt x="4429" y="5577"/>
                        <a:pt x="4437" y="5574"/>
                      </a:cubicBezTo>
                      <a:lnTo>
                        <a:pt x="4761" y="5388"/>
                      </a:lnTo>
                      <a:cubicBezTo>
                        <a:pt x="5158" y="5161"/>
                        <a:pt x="5398" y="4736"/>
                        <a:pt x="5420" y="4222"/>
                      </a:cubicBezTo>
                      <a:cubicBezTo>
                        <a:pt x="5435" y="3841"/>
                        <a:pt x="5183" y="3530"/>
                        <a:pt x="4924" y="3391"/>
                      </a:cubicBezTo>
                      <a:cubicBezTo>
                        <a:pt x="4838" y="3344"/>
                        <a:pt x="4758" y="3320"/>
                        <a:pt x="4691" y="3320"/>
                      </a:cubicBezTo>
                      <a:cubicBezTo>
                        <a:pt x="4645" y="3320"/>
                        <a:pt x="4606" y="3331"/>
                        <a:pt x="4574" y="3354"/>
                      </a:cubicBezTo>
                      <a:cubicBezTo>
                        <a:pt x="4555" y="3367"/>
                        <a:pt x="4535" y="3381"/>
                        <a:pt x="4513" y="3395"/>
                      </a:cubicBezTo>
                      <a:cubicBezTo>
                        <a:pt x="4341" y="3509"/>
                        <a:pt x="4081" y="3682"/>
                        <a:pt x="4037" y="4143"/>
                      </a:cubicBezTo>
                      <a:cubicBezTo>
                        <a:pt x="3989" y="4642"/>
                        <a:pt x="4062" y="6395"/>
                        <a:pt x="4153" y="6941"/>
                      </a:cubicBezTo>
                      <a:cubicBezTo>
                        <a:pt x="4241" y="7469"/>
                        <a:pt x="4237" y="7675"/>
                        <a:pt x="3556" y="8128"/>
                      </a:cubicBezTo>
                      <a:cubicBezTo>
                        <a:pt x="2987" y="8508"/>
                        <a:pt x="1619" y="8815"/>
                        <a:pt x="883" y="8815"/>
                      </a:cubicBezTo>
                      <a:cubicBezTo>
                        <a:pt x="768" y="8815"/>
                        <a:pt x="669" y="8807"/>
                        <a:pt x="591" y="8791"/>
                      </a:cubicBezTo>
                      <a:cubicBezTo>
                        <a:pt x="163" y="8705"/>
                        <a:pt x="175" y="8418"/>
                        <a:pt x="243" y="7775"/>
                      </a:cubicBezTo>
                      <a:cubicBezTo>
                        <a:pt x="254" y="7685"/>
                        <a:pt x="263" y="7592"/>
                        <a:pt x="273" y="7493"/>
                      </a:cubicBezTo>
                      <a:cubicBezTo>
                        <a:pt x="333" y="6834"/>
                        <a:pt x="551" y="5886"/>
                        <a:pt x="606" y="5655"/>
                      </a:cubicBezTo>
                      <a:cubicBezTo>
                        <a:pt x="860" y="5667"/>
                        <a:pt x="1949" y="5730"/>
                        <a:pt x="2405" y="5947"/>
                      </a:cubicBezTo>
                      <a:cubicBezTo>
                        <a:pt x="2584" y="6033"/>
                        <a:pt x="2744" y="6128"/>
                        <a:pt x="2885" y="6213"/>
                      </a:cubicBezTo>
                      <a:cubicBezTo>
                        <a:pt x="3089" y="6336"/>
                        <a:pt x="3234" y="6423"/>
                        <a:pt x="3344" y="6423"/>
                      </a:cubicBezTo>
                      <a:cubicBezTo>
                        <a:pt x="3361" y="6423"/>
                        <a:pt x="3378" y="6420"/>
                        <a:pt x="3393" y="6416"/>
                      </a:cubicBezTo>
                      <a:cubicBezTo>
                        <a:pt x="3435" y="6404"/>
                        <a:pt x="3468" y="6376"/>
                        <a:pt x="3489" y="6334"/>
                      </a:cubicBezTo>
                      <a:cubicBezTo>
                        <a:pt x="3582" y="6146"/>
                        <a:pt x="3685" y="4078"/>
                        <a:pt x="3704" y="3665"/>
                      </a:cubicBezTo>
                      <a:cubicBezTo>
                        <a:pt x="3704" y="3656"/>
                        <a:pt x="3703" y="3648"/>
                        <a:pt x="3700" y="3640"/>
                      </a:cubicBezTo>
                      <a:cubicBezTo>
                        <a:pt x="3696" y="3626"/>
                        <a:pt x="3571" y="3289"/>
                        <a:pt x="3112" y="3047"/>
                      </a:cubicBezTo>
                      <a:cubicBezTo>
                        <a:pt x="2784" y="2874"/>
                        <a:pt x="2784" y="2874"/>
                        <a:pt x="2927" y="2531"/>
                      </a:cubicBezTo>
                      <a:cubicBezTo>
                        <a:pt x="2950" y="2476"/>
                        <a:pt x="2976" y="2414"/>
                        <a:pt x="3004" y="2341"/>
                      </a:cubicBezTo>
                      <a:cubicBezTo>
                        <a:pt x="3095" y="2107"/>
                        <a:pt x="3188" y="1989"/>
                        <a:pt x="3242" y="1917"/>
                      </a:cubicBezTo>
                      <a:cubicBezTo>
                        <a:pt x="3286" y="1861"/>
                        <a:pt x="3319" y="1819"/>
                        <a:pt x="3312" y="1764"/>
                      </a:cubicBezTo>
                      <a:cubicBezTo>
                        <a:pt x="3304" y="1716"/>
                        <a:pt x="3270" y="1680"/>
                        <a:pt x="3214" y="1639"/>
                      </a:cubicBezTo>
                      <a:cubicBezTo>
                        <a:pt x="3131" y="1577"/>
                        <a:pt x="2824" y="1557"/>
                        <a:pt x="2478" y="1557"/>
                      </a:cubicBezTo>
                      <a:cubicBezTo>
                        <a:pt x="2013" y="1557"/>
                        <a:pt x="1476" y="1592"/>
                        <a:pt x="1312" y="1604"/>
                      </a:cubicBezTo>
                      <a:cubicBezTo>
                        <a:pt x="1292" y="1606"/>
                        <a:pt x="1273" y="1607"/>
                        <a:pt x="1254" y="1607"/>
                      </a:cubicBezTo>
                      <a:cubicBezTo>
                        <a:pt x="993" y="1607"/>
                        <a:pt x="850" y="1368"/>
                        <a:pt x="839" y="1350"/>
                      </a:cubicBezTo>
                      <a:cubicBezTo>
                        <a:pt x="779" y="1271"/>
                        <a:pt x="645" y="1062"/>
                        <a:pt x="712" y="815"/>
                      </a:cubicBezTo>
                      <a:cubicBezTo>
                        <a:pt x="776" y="587"/>
                        <a:pt x="1002" y="389"/>
                        <a:pt x="1367" y="246"/>
                      </a:cubicBezTo>
                      <a:cubicBezTo>
                        <a:pt x="1574" y="164"/>
                        <a:pt x="1782" y="133"/>
                        <a:pt x="1977" y="133"/>
                      </a:cubicBezTo>
                      <a:close/>
                      <a:moveTo>
                        <a:pt x="1985" y="0"/>
                      </a:moveTo>
                      <a:cubicBezTo>
                        <a:pt x="1773" y="0"/>
                        <a:pt x="1547" y="34"/>
                        <a:pt x="1319" y="124"/>
                      </a:cubicBezTo>
                      <a:cubicBezTo>
                        <a:pt x="909" y="286"/>
                        <a:pt x="662" y="507"/>
                        <a:pt x="586" y="781"/>
                      </a:cubicBezTo>
                      <a:cubicBezTo>
                        <a:pt x="527" y="994"/>
                        <a:pt x="581" y="1231"/>
                        <a:pt x="729" y="1423"/>
                      </a:cubicBezTo>
                      <a:cubicBezTo>
                        <a:pt x="738" y="1437"/>
                        <a:pt x="915" y="1739"/>
                        <a:pt x="1249" y="1739"/>
                      </a:cubicBezTo>
                      <a:cubicBezTo>
                        <a:pt x="1273" y="1739"/>
                        <a:pt x="1298" y="1737"/>
                        <a:pt x="1324" y="1734"/>
                      </a:cubicBezTo>
                      <a:cubicBezTo>
                        <a:pt x="1730" y="1706"/>
                        <a:pt x="2159" y="1689"/>
                        <a:pt x="2498" y="1689"/>
                      </a:cubicBezTo>
                      <a:cubicBezTo>
                        <a:pt x="2835" y="1689"/>
                        <a:pt x="3084" y="1705"/>
                        <a:pt x="3135" y="1744"/>
                      </a:cubicBezTo>
                      <a:cubicBezTo>
                        <a:pt x="3167" y="1767"/>
                        <a:pt x="3177" y="1779"/>
                        <a:pt x="3180" y="1779"/>
                      </a:cubicBezTo>
                      <a:cubicBezTo>
                        <a:pt x="3180" y="1779"/>
                        <a:pt x="3180" y="1779"/>
                        <a:pt x="3180" y="1779"/>
                      </a:cubicBezTo>
                      <a:lnTo>
                        <a:pt x="3180" y="1779"/>
                      </a:lnTo>
                      <a:cubicBezTo>
                        <a:pt x="3176" y="1789"/>
                        <a:pt x="3156" y="1815"/>
                        <a:pt x="3138" y="1838"/>
                      </a:cubicBezTo>
                      <a:cubicBezTo>
                        <a:pt x="3080" y="1914"/>
                        <a:pt x="2980" y="2042"/>
                        <a:pt x="2881" y="2294"/>
                      </a:cubicBezTo>
                      <a:cubicBezTo>
                        <a:pt x="2854" y="2364"/>
                        <a:pt x="2828" y="2426"/>
                        <a:pt x="2806" y="2481"/>
                      </a:cubicBezTo>
                      <a:cubicBezTo>
                        <a:pt x="2649" y="2856"/>
                        <a:pt x="2632" y="2944"/>
                        <a:pt x="3051" y="3164"/>
                      </a:cubicBezTo>
                      <a:cubicBezTo>
                        <a:pt x="3418" y="3357"/>
                        <a:pt x="3548" y="3617"/>
                        <a:pt x="3572" y="3674"/>
                      </a:cubicBezTo>
                      <a:cubicBezTo>
                        <a:pt x="3528" y="4619"/>
                        <a:pt x="3433" y="6150"/>
                        <a:pt x="3371" y="6276"/>
                      </a:cubicBezTo>
                      <a:cubicBezTo>
                        <a:pt x="3365" y="6289"/>
                        <a:pt x="3360" y="6290"/>
                        <a:pt x="3357" y="6291"/>
                      </a:cubicBezTo>
                      <a:cubicBezTo>
                        <a:pt x="3352" y="6292"/>
                        <a:pt x="3348" y="6293"/>
                        <a:pt x="3342" y="6293"/>
                      </a:cubicBezTo>
                      <a:cubicBezTo>
                        <a:pt x="3272" y="6293"/>
                        <a:pt x="3110" y="6195"/>
                        <a:pt x="2952" y="6101"/>
                      </a:cubicBezTo>
                      <a:cubicBezTo>
                        <a:pt x="2808" y="6015"/>
                        <a:pt x="2646" y="5917"/>
                        <a:pt x="2461" y="5829"/>
                      </a:cubicBezTo>
                      <a:cubicBezTo>
                        <a:pt x="1922" y="5571"/>
                        <a:pt x="613" y="5523"/>
                        <a:pt x="557" y="5522"/>
                      </a:cubicBezTo>
                      <a:cubicBezTo>
                        <a:pt x="555" y="5522"/>
                        <a:pt x="553" y="5521"/>
                        <a:pt x="551" y="5521"/>
                      </a:cubicBezTo>
                      <a:cubicBezTo>
                        <a:pt x="521" y="5521"/>
                        <a:pt x="498" y="5543"/>
                        <a:pt x="491" y="5571"/>
                      </a:cubicBezTo>
                      <a:cubicBezTo>
                        <a:pt x="488" y="5583"/>
                        <a:pt x="211" y="6721"/>
                        <a:pt x="142" y="7482"/>
                      </a:cubicBezTo>
                      <a:cubicBezTo>
                        <a:pt x="133" y="7579"/>
                        <a:pt x="123" y="7673"/>
                        <a:pt x="113" y="7761"/>
                      </a:cubicBezTo>
                      <a:cubicBezTo>
                        <a:pt x="48" y="8369"/>
                        <a:pt x="1" y="8807"/>
                        <a:pt x="566" y="8921"/>
                      </a:cubicBezTo>
                      <a:cubicBezTo>
                        <a:pt x="652" y="8937"/>
                        <a:pt x="761" y="8946"/>
                        <a:pt x="885" y="8946"/>
                      </a:cubicBezTo>
                      <a:cubicBezTo>
                        <a:pt x="1654" y="8946"/>
                        <a:pt x="3032" y="8635"/>
                        <a:pt x="3629" y="8237"/>
                      </a:cubicBezTo>
                      <a:cubicBezTo>
                        <a:pt x="4347" y="7759"/>
                        <a:pt x="4379" y="7497"/>
                        <a:pt x="4282" y="6921"/>
                      </a:cubicBezTo>
                      <a:cubicBezTo>
                        <a:pt x="4192" y="6380"/>
                        <a:pt x="4121" y="4649"/>
                        <a:pt x="4167" y="4156"/>
                      </a:cubicBezTo>
                      <a:cubicBezTo>
                        <a:pt x="4205" y="3757"/>
                        <a:pt x="4425" y="3611"/>
                        <a:pt x="4586" y="3505"/>
                      </a:cubicBezTo>
                      <a:cubicBezTo>
                        <a:pt x="4609" y="3489"/>
                        <a:pt x="4631" y="3474"/>
                        <a:pt x="4651" y="3461"/>
                      </a:cubicBezTo>
                      <a:cubicBezTo>
                        <a:pt x="4658" y="3455"/>
                        <a:pt x="4672" y="3452"/>
                        <a:pt x="4691" y="3452"/>
                      </a:cubicBezTo>
                      <a:cubicBezTo>
                        <a:pt x="4728" y="3452"/>
                        <a:pt x="4786" y="3465"/>
                        <a:pt x="4861" y="3506"/>
                      </a:cubicBezTo>
                      <a:cubicBezTo>
                        <a:pt x="5084" y="3627"/>
                        <a:pt x="5302" y="3892"/>
                        <a:pt x="5289" y="4216"/>
                      </a:cubicBezTo>
                      <a:cubicBezTo>
                        <a:pt x="5269" y="4684"/>
                        <a:pt x="5052" y="5071"/>
                        <a:pt x="4696" y="5275"/>
                      </a:cubicBezTo>
                      <a:lnTo>
                        <a:pt x="4378" y="5456"/>
                      </a:lnTo>
                      <a:cubicBezTo>
                        <a:pt x="4353" y="5464"/>
                        <a:pt x="4301" y="5488"/>
                        <a:pt x="4271" y="5554"/>
                      </a:cubicBezTo>
                      <a:cubicBezTo>
                        <a:pt x="4205" y="5697"/>
                        <a:pt x="4278" y="5945"/>
                        <a:pt x="4486" y="6293"/>
                      </a:cubicBezTo>
                      <a:cubicBezTo>
                        <a:pt x="4809" y="6831"/>
                        <a:pt x="5130" y="7021"/>
                        <a:pt x="5378" y="7021"/>
                      </a:cubicBezTo>
                      <a:cubicBezTo>
                        <a:pt x="5458" y="7021"/>
                        <a:pt x="5531" y="7000"/>
                        <a:pt x="5594" y="6966"/>
                      </a:cubicBezTo>
                      <a:cubicBezTo>
                        <a:pt x="5810" y="6846"/>
                        <a:pt x="6108" y="6526"/>
                        <a:pt x="6121" y="6512"/>
                      </a:cubicBezTo>
                      <a:cubicBezTo>
                        <a:pt x="6139" y="6492"/>
                        <a:pt x="6144" y="6464"/>
                        <a:pt x="6132" y="6440"/>
                      </a:cubicBezTo>
                      <a:cubicBezTo>
                        <a:pt x="6121" y="6417"/>
                        <a:pt x="6102" y="6402"/>
                        <a:pt x="6075" y="6402"/>
                      </a:cubicBezTo>
                      <a:cubicBezTo>
                        <a:pt x="6074" y="6402"/>
                        <a:pt x="6072" y="6402"/>
                        <a:pt x="6070" y="6402"/>
                      </a:cubicBezTo>
                      <a:cubicBezTo>
                        <a:pt x="6055" y="6403"/>
                        <a:pt x="6041" y="6403"/>
                        <a:pt x="6026" y="6403"/>
                      </a:cubicBezTo>
                      <a:cubicBezTo>
                        <a:pt x="5883" y="6403"/>
                        <a:pt x="5746" y="6377"/>
                        <a:pt x="5729" y="6344"/>
                      </a:cubicBezTo>
                      <a:cubicBezTo>
                        <a:pt x="5728" y="6343"/>
                        <a:pt x="5730" y="6329"/>
                        <a:pt x="5752" y="6300"/>
                      </a:cubicBezTo>
                      <a:cubicBezTo>
                        <a:pt x="5796" y="6246"/>
                        <a:pt x="5882" y="6206"/>
                        <a:pt x="5991" y="6156"/>
                      </a:cubicBezTo>
                      <a:cubicBezTo>
                        <a:pt x="6288" y="6019"/>
                        <a:pt x="6736" y="5811"/>
                        <a:pt x="6993" y="5003"/>
                      </a:cubicBezTo>
                      <a:cubicBezTo>
                        <a:pt x="7344" y="3903"/>
                        <a:pt x="7139" y="3238"/>
                        <a:pt x="6619" y="2082"/>
                      </a:cubicBezTo>
                      <a:cubicBezTo>
                        <a:pt x="6135" y="1004"/>
                        <a:pt x="4689" y="627"/>
                        <a:pt x="4091" y="514"/>
                      </a:cubicBezTo>
                      <a:cubicBezTo>
                        <a:pt x="3751" y="450"/>
                        <a:pt x="3209" y="326"/>
                        <a:pt x="3129" y="309"/>
                      </a:cubicBezTo>
                      <a:cubicBezTo>
                        <a:pt x="3053" y="264"/>
                        <a:pt x="2576"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8"/>
                <p:cNvSpPr/>
                <p:nvPr/>
              </p:nvSpPr>
              <p:spPr>
                <a:xfrm>
                  <a:off x="8187905" y="2197098"/>
                  <a:ext cx="17531" cy="32109"/>
                </a:xfrm>
                <a:custGeom>
                  <a:rect b="b" l="l" r="r" t="t"/>
                  <a:pathLst>
                    <a:path extrusionOk="0" h="511" w="279">
                      <a:moveTo>
                        <a:pt x="139" y="1"/>
                      </a:moveTo>
                      <a:cubicBezTo>
                        <a:pt x="63" y="1"/>
                        <a:pt x="1" y="115"/>
                        <a:pt x="1" y="256"/>
                      </a:cubicBezTo>
                      <a:cubicBezTo>
                        <a:pt x="1" y="396"/>
                        <a:pt x="63" y="511"/>
                        <a:pt x="139" y="511"/>
                      </a:cubicBezTo>
                      <a:cubicBezTo>
                        <a:pt x="217" y="511"/>
                        <a:pt x="279" y="397"/>
                        <a:pt x="279" y="256"/>
                      </a:cubicBezTo>
                      <a:cubicBezTo>
                        <a:pt x="279" y="115"/>
                        <a:pt x="217" y="1"/>
                        <a:pt x="1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
                <p:cNvSpPr/>
                <p:nvPr/>
              </p:nvSpPr>
              <p:spPr>
                <a:xfrm>
                  <a:off x="8151648" y="2170015"/>
                  <a:ext cx="105940" cy="100285"/>
                </a:xfrm>
                <a:custGeom>
                  <a:rect b="b" l="l" r="r" t="t"/>
                  <a:pathLst>
                    <a:path extrusionOk="0" h="1596" w="1686">
                      <a:moveTo>
                        <a:pt x="981" y="132"/>
                      </a:moveTo>
                      <a:cubicBezTo>
                        <a:pt x="1153" y="132"/>
                        <a:pt x="1334" y="151"/>
                        <a:pt x="1512" y="203"/>
                      </a:cubicBezTo>
                      <a:cubicBezTo>
                        <a:pt x="1521" y="365"/>
                        <a:pt x="1547" y="916"/>
                        <a:pt x="1510" y="1164"/>
                      </a:cubicBezTo>
                      <a:cubicBezTo>
                        <a:pt x="1498" y="1240"/>
                        <a:pt x="1453" y="1305"/>
                        <a:pt x="1375" y="1356"/>
                      </a:cubicBezTo>
                      <a:cubicBezTo>
                        <a:pt x="1269" y="1427"/>
                        <a:pt x="1115" y="1465"/>
                        <a:pt x="953" y="1465"/>
                      </a:cubicBezTo>
                      <a:cubicBezTo>
                        <a:pt x="872" y="1465"/>
                        <a:pt x="789" y="1455"/>
                        <a:pt x="709" y="1435"/>
                      </a:cubicBezTo>
                      <a:cubicBezTo>
                        <a:pt x="415" y="1361"/>
                        <a:pt x="314" y="1069"/>
                        <a:pt x="247" y="876"/>
                      </a:cubicBezTo>
                      <a:cubicBezTo>
                        <a:pt x="238" y="849"/>
                        <a:pt x="229" y="825"/>
                        <a:pt x="222" y="803"/>
                      </a:cubicBezTo>
                      <a:cubicBezTo>
                        <a:pt x="170" y="666"/>
                        <a:pt x="144" y="383"/>
                        <a:pt x="136" y="269"/>
                      </a:cubicBezTo>
                      <a:cubicBezTo>
                        <a:pt x="255" y="230"/>
                        <a:pt x="592" y="132"/>
                        <a:pt x="981" y="132"/>
                      </a:cubicBezTo>
                      <a:close/>
                      <a:moveTo>
                        <a:pt x="974" y="0"/>
                      </a:moveTo>
                      <a:cubicBezTo>
                        <a:pt x="476" y="0"/>
                        <a:pt x="68" y="153"/>
                        <a:pt x="44" y="162"/>
                      </a:cubicBezTo>
                      <a:cubicBezTo>
                        <a:pt x="17" y="172"/>
                        <a:pt x="1" y="199"/>
                        <a:pt x="2" y="227"/>
                      </a:cubicBezTo>
                      <a:cubicBezTo>
                        <a:pt x="3" y="245"/>
                        <a:pt x="27" y="656"/>
                        <a:pt x="98" y="849"/>
                      </a:cubicBezTo>
                      <a:cubicBezTo>
                        <a:pt x="107" y="870"/>
                        <a:pt x="115" y="893"/>
                        <a:pt x="123" y="918"/>
                      </a:cubicBezTo>
                      <a:cubicBezTo>
                        <a:pt x="195" y="1125"/>
                        <a:pt x="314" y="1472"/>
                        <a:pt x="677" y="1562"/>
                      </a:cubicBezTo>
                      <a:cubicBezTo>
                        <a:pt x="767" y="1585"/>
                        <a:pt x="859" y="1595"/>
                        <a:pt x="950" y="1595"/>
                      </a:cubicBezTo>
                      <a:cubicBezTo>
                        <a:pt x="1138" y="1595"/>
                        <a:pt x="1320" y="1550"/>
                        <a:pt x="1448" y="1465"/>
                      </a:cubicBezTo>
                      <a:cubicBezTo>
                        <a:pt x="1556" y="1393"/>
                        <a:pt x="1622" y="1296"/>
                        <a:pt x="1639" y="1184"/>
                      </a:cubicBezTo>
                      <a:cubicBezTo>
                        <a:pt x="1686" y="879"/>
                        <a:pt x="1642" y="179"/>
                        <a:pt x="1640" y="149"/>
                      </a:cubicBezTo>
                      <a:cubicBezTo>
                        <a:pt x="1638" y="123"/>
                        <a:pt x="1620" y="100"/>
                        <a:pt x="1595" y="92"/>
                      </a:cubicBezTo>
                      <a:cubicBezTo>
                        <a:pt x="1386" y="24"/>
                        <a:pt x="1173" y="0"/>
                        <a:pt x="9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8"/>
                <p:cNvSpPr/>
                <p:nvPr/>
              </p:nvSpPr>
              <p:spPr>
                <a:xfrm>
                  <a:off x="8103201" y="2179001"/>
                  <a:ext cx="57117" cy="57243"/>
                </a:xfrm>
                <a:custGeom>
                  <a:rect b="b" l="l" r="r" t="t"/>
                  <a:pathLst>
                    <a:path extrusionOk="0" h="911" w="909">
                      <a:moveTo>
                        <a:pt x="563" y="0"/>
                      </a:moveTo>
                      <a:cubicBezTo>
                        <a:pt x="445" y="0"/>
                        <a:pt x="313" y="9"/>
                        <a:pt x="216" y="42"/>
                      </a:cubicBezTo>
                      <a:cubicBezTo>
                        <a:pt x="198" y="47"/>
                        <a:pt x="183" y="61"/>
                        <a:pt x="176" y="78"/>
                      </a:cubicBezTo>
                      <a:cubicBezTo>
                        <a:pt x="168" y="95"/>
                        <a:pt x="0" y="494"/>
                        <a:pt x="398" y="892"/>
                      </a:cubicBezTo>
                      <a:cubicBezTo>
                        <a:pt x="411" y="905"/>
                        <a:pt x="427" y="911"/>
                        <a:pt x="444" y="911"/>
                      </a:cubicBezTo>
                      <a:cubicBezTo>
                        <a:pt x="461" y="911"/>
                        <a:pt x="478" y="905"/>
                        <a:pt x="490" y="892"/>
                      </a:cubicBezTo>
                      <a:cubicBezTo>
                        <a:pt x="517" y="867"/>
                        <a:pt x="517" y="825"/>
                        <a:pt x="490" y="800"/>
                      </a:cubicBezTo>
                      <a:cubicBezTo>
                        <a:pt x="209" y="518"/>
                        <a:pt x="261" y="244"/>
                        <a:pt x="286" y="158"/>
                      </a:cubicBezTo>
                      <a:cubicBezTo>
                        <a:pt x="365" y="137"/>
                        <a:pt x="466" y="131"/>
                        <a:pt x="560" y="131"/>
                      </a:cubicBezTo>
                      <a:cubicBezTo>
                        <a:pt x="703" y="131"/>
                        <a:pt x="829" y="145"/>
                        <a:pt x="830" y="146"/>
                      </a:cubicBezTo>
                      <a:cubicBezTo>
                        <a:pt x="833" y="146"/>
                        <a:pt x="835" y="146"/>
                        <a:pt x="838" y="146"/>
                      </a:cubicBezTo>
                      <a:cubicBezTo>
                        <a:pt x="871" y="146"/>
                        <a:pt x="900" y="121"/>
                        <a:pt x="904" y="88"/>
                      </a:cubicBezTo>
                      <a:cubicBezTo>
                        <a:pt x="908" y="53"/>
                        <a:pt x="882" y="20"/>
                        <a:pt x="846" y="16"/>
                      </a:cubicBezTo>
                      <a:cubicBezTo>
                        <a:pt x="837" y="15"/>
                        <a:pt x="711" y="0"/>
                        <a:pt x="5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8"/>
                <p:cNvSpPr/>
                <p:nvPr/>
              </p:nvSpPr>
              <p:spPr>
                <a:xfrm>
                  <a:off x="8169934" y="2151855"/>
                  <a:ext cx="74899" cy="18913"/>
                </a:xfrm>
                <a:custGeom>
                  <a:rect b="b" l="l" r="r" t="t"/>
                  <a:pathLst>
                    <a:path extrusionOk="0" h="301" w="1192">
                      <a:moveTo>
                        <a:pt x="560" y="1"/>
                      </a:moveTo>
                      <a:cubicBezTo>
                        <a:pt x="297" y="1"/>
                        <a:pt x="32" y="165"/>
                        <a:pt x="32" y="165"/>
                      </a:cubicBezTo>
                      <a:cubicBezTo>
                        <a:pt x="16" y="243"/>
                        <a:pt x="1" y="301"/>
                        <a:pt x="64" y="301"/>
                      </a:cubicBezTo>
                      <a:cubicBezTo>
                        <a:pt x="94" y="301"/>
                        <a:pt x="143" y="288"/>
                        <a:pt x="218" y="258"/>
                      </a:cubicBezTo>
                      <a:cubicBezTo>
                        <a:pt x="286" y="230"/>
                        <a:pt x="362" y="221"/>
                        <a:pt x="441" y="221"/>
                      </a:cubicBezTo>
                      <a:cubicBezTo>
                        <a:pt x="606" y="221"/>
                        <a:pt x="781" y="261"/>
                        <a:pt x="921" y="261"/>
                      </a:cubicBezTo>
                      <a:cubicBezTo>
                        <a:pt x="942" y="261"/>
                        <a:pt x="963" y="260"/>
                        <a:pt x="983" y="258"/>
                      </a:cubicBezTo>
                      <a:cubicBezTo>
                        <a:pt x="1191" y="235"/>
                        <a:pt x="889" y="26"/>
                        <a:pt x="611" y="3"/>
                      </a:cubicBezTo>
                      <a:cubicBezTo>
                        <a:pt x="594" y="1"/>
                        <a:pt x="577" y="1"/>
                        <a:pt x="5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8"/>
                <p:cNvSpPr/>
                <p:nvPr/>
              </p:nvSpPr>
              <p:spPr>
                <a:xfrm>
                  <a:off x="8250553" y="2179629"/>
                  <a:ext cx="122465" cy="30663"/>
                </a:xfrm>
                <a:custGeom>
                  <a:rect b="b" l="l" r="r" t="t"/>
                  <a:pathLst>
                    <a:path extrusionOk="0" h="488" w="1949">
                      <a:moveTo>
                        <a:pt x="1" y="1"/>
                      </a:moveTo>
                      <a:lnTo>
                        <a:pt x="14" y="406"/>
                      </a:lnTo>
                      <a:lnTo>
                        <a:pt x="534" y="441"/>
                      </a:lnTo>
                      <a:lnTo>
                        <a:pt x="696" y="303"/>
                      </a:lnTo>
                      <a:lnTo>
                        <a:pt x="1855" y="487"/>
                      </a:lnTo>
                      <a:lnTo>
                        <a:pt x="1948" y="209"/>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8"/>
                <p:cNvSpPr/>
                <p:nvPr/>
              </p:nvSpPr>
              <p:spPr>
                <a:xfrm>
                  <a:off x="8246406" y="2175545"/>
                  <a:ext cx="130885" cy="38895"/>
                </a:xfrm>
                <a:custGeom>
                  <a:rect b="b" l="l" r="r" t="t"/>
                  <a:pathLst>
                    <a:path extrusionOk="0" h="619" w="2083">
                      <a:moveTo>
                        <a:pt x="135" y="139"/>
                      </a:moveTo>
                      <a:lnTo>
                        <a:pt x="1926" y="331"/>
                      </a:lnTo>
                      <a:lnTo>
                        <a:pt x="1877" y="479"/>
                      </a:lnTo>
                      <a:lnTo>
                        <a:pt x="773" y="303"/>
                      </a:lnTo>
                      <a:cubicBezTo>
                        <a:pt x="769" y="302"/>
                        <a:pt x="766" y="302"/>
                        <a:pt x="762" y="302"/>
                      </a:cubicBezTo>
                      <a:cubicBezTo>
                        <a:pt x="747" y="302"/>
                        <a:pt x="731" y="307"/>
                        <a:pt x="719" y="317"/>
                      </a:cubicBezTo>
                      <a:lnTo>
                        <a:pt x="578" y="439"/>
                      </a:lnTo>
                      <a:lnTo>
                        <a:pt x="143" y="410"/>
                      </a:lnTo>
                      <a:lnTo>
                        <a:pt x="135" y="139"/>
                      </a:lnTo>
                      <a:close/>
                      <a:moveTo>
                        <a:pt x="66" y="0"/>
                      </a:moveTo>
                      <a:cubicBezTo>
                        <a:pt x="50" y="0"/>
                        <a:pt x="33" y="6"/>
                        <a:pt x="22" y="18"/>
                      </a:cubicBezTo>
                      <a:cubicBezTo>
                        <a:pt x="8" y="31"/>
                        <a:pt x="1" y="49"/>
                        <a:pt x="1" y="69"/>
                      </a:cubicBezTo>
                      <a:lnTo>
                        <a:pt x="14" y="473"/>
                      </a:lnTo>
                      <a:cubicBezTo>
                        <a:pt x="15" y="506"/>
                        <a:pt x="41" y="534"/>
                        <a:pt x="75" y="537"/>
                      </a:cubicBezTo>
                      <a:lnTo>
                        <a:pt x="596" y="572"/>
                      </a:lnTo>
                      <a:cubicBezTo>
                        <a:pt x="612" y="572"/>
                        <a:pt x="629" y="567"/>
                        <a:pt x="643" y="557"/>
                      </a:cubicBezTo>
                      <a:lnTo>
                        <a:pt x="781" y="437"/>
                      </a:lnTo>
                      <a:lnTo>
                        <a:pt x="1910" y="618"/>
                      </a:lnTo>
                      <a:cubicBezTo>
                        <a:pt x="1915" y="619"/>
                        <a:pt x="1918" y="619"/>
                        <a:pt x="1921" y="619"/>
                      </a:cubicBezTo>
                      <a:cubicBezTo>
                        <a:pt x="1949" y="619"/>
                        <a:pt x="1974" y="601"/>
                        <a:pt x="1983" y="573"/>
                      </a:cubicBezTo>
                      <a:lnTo>
                        <a:pt x="2076" y="295"/>
                      </a:lnTo>
                      <a:cubicBezTo>
                        <a:pt x="2082" y="277"/>
                        <a:pt x="2079" y="256"/>
                        <a:pt x="2069" y="240"/>
                      </a:cubicBezTo>
                      <a:cubicBezTo>
                        <a:pt x="2058" y="223"/>
                        <a:pt x="2040" y="211"/>
                        <a:pt x="2021" y="209"/>
                      </a:cubicBezTo>
                      <a:lnTo>
                        <a:pt x="73" y="1"/>
                      </a:lnTo>
                      <a:cubicBezTo>
                        <a:pt x="71" y="0"/>
                        <a:pt x="68"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8"/>
                <p:cNvSpPr/>
                <p:nvPr/>
              </p:nvSpPr>
              <p:spPr>
                <a:xfrm>
                  <a:off x="8174521" y="2340491"/>
                  <a:ext cx="66228" cy="44613"/>
                </a:xfrm>
                <a:custGeom>
                  <a:rect b="b" l="l" r="r" t="t"/>
                  <a:pathLst>
                    <a:path extrusionOk="0" h="710" w="1054">
                      <a:moveTo>
                        <a:pt x="919" y="1"/>
                      </a:moveTo>
                      <a:lnTo>
                        <a:pt x="1" y="419"/>
                      </a:lnTo>
                      <a:cubicBezTo>
                        <a:pt x="1" y="419"/>
                        <a:pt x="136" y="710"/>
                        <a:pt x="398" y="710"/>
                      </a:cubicBezTo>
                      <a:cubicBezTo>
                        <a:pt x="468" y="710"/>
                        <a:pt x="547" y="689"/>
                        <a:pt x="636" y="636"/>
                      </a:cubicBezTo>
                      <a:cubicBezTo>
                        <a:pt x="1053" y="385"/>
                        <a:pt x="919" y="1"/>
                        <a:pt x="91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8"/>
                <p:cNvSpPr/>
                <p:nvPr/>
              </p:nvSpPr>
              <p:spPr>
                <a:xfrm>
                  <a:off x="8268902" y="2438642"/>
                  <a:ext cx="237893" cy="222310"/>
                </a:xfrm>
                <a:custGeom>
                  <a:rect b="b" l="l" r="r" t="t"/>
                  <a:pathLst>
                    <a:path extrusionOk="0" h="3538" w="3786">
                      <a:moveTo>
                        <a:pt x="3463" y="0"/>
                      </a:moveTo>
                      <a:lnTo>
                        <a:pt x="0" y="2721"/>
                      </a:lnTo>
                      <a:lnTo>
                        <a:pt x="396" y="3538"/>
                      </a:lnTo>
                      <a:lnTo>
                        <a:pt x="3785" y="544"/>
                      </a:lnTo>
                      <a:lnTo>
                        <a:pt x="346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8"/>
                <p:cNvSpPr/>
                <p:nvPr/>
              </p:nvSpPr>
              <p:spPr>
                <a:xfrm>
                  <a:off x="8264315" y="2434494"/>
                  <a:ext cx="247004" cy="230542"/>
                </a:xfrm>
                <a:custGeom>
                  <a:rect b="b" l="l" r="r" t="t"/>
                  <a:pathLst>
                    <a:path extrusionOk="0" h="3669" w="3931">
                      <a:moveTo>
                        <a:pt x="3518" y="164"/>
                      </a:moveTo>
                      <a:lnTo>
                        <a:pt x="3774" y="597"/>
                      </a:lnTo>
                      <a:lnTo>
                        <a:pt x="490" y="3498"/>
                      </a:lnTo>
                      <a:lnTo>
                        <a:pt x="155" y="2806"/>
                      </a:lnTo>
                      <a:lnTo>
                        <a:pt x="3518" y="164"/>
                      </a:lnTo>
                      <a:close/>
                      <a:moveTo>
                        <a:pt x="3537" y="0"/>
                      </a:moveTo>
                      <a:cubicBezTo>
                        <a:pt x="3522" y="0"/>
                        <a:pt x="3508" y="5"/>
                        <a:pt x="3496" y="15"/>
                      </a:cubicBezTo>
                      <a:lnTo>
                        <a:pt x="32" y="2736"/>
                      </a:lnTo>
                      <a:cubicBezTo>
                        <a:pt x="8" y="2755"/>
                        <a:pt x="1" y="2788"/>
                        <a:pt x="15" y="2816"/>
                      </a:cubicBezTo>
                      <a:lnTo>
                        <a:pt x="410" y="3632"/>
                      </a:lnTo>
                      <a:cubicBezTo>
                        <a:pt x="419" y="3651"/>
                        <a:pt x="436" y="3663"/>
                        <a:pt x="456" y="3668"/>
                      </a:cubicBezTo>
                      <a:cubicBezTo>
                        <a:pt x="461" y="3669"/>
                        <a:pt x="465" y="3669"/>
                        <a:pt x="469" y="3669"/>
                      </a:cubicBezTo>
                      <a:cubicBezTo>
                        <a:pt x="485" y="3669"/>
                        <a:pt x="500" y="3663"/>
                        <a:pt x="512" y="3653"/>
                      </a:cubicBezTo>
                      <a:lnTo>
                        <a:pt x="3901" y="659"/>
                      </a:lnTo>
                      <a:cubicBezTo>
                        <a:pt x="3925" y="638"/>
                        <a:pt x="3931" y="604"/>
                        <a:pt x="3915" y="577"/>
                      </a:cubicBezTo>
                      <a:lnTo>
                        <a:pt x="3593" y="33"/>
                      </a:lnTo>
                      <a:cubicBezTo>
                        <a:pt x="3583" y="16"/>
                        <a:pt x="3568" y="6"/>
                        <a:pt x="3549" y="1"/>
                      </a:cubicBezTo>
                      <a:cubicBezTo>
                        <a:pt x="3545" y="1"/>
                        <a:pt x="3541" y="0"/>
                        <a:pt x="35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8"/>
                <p:cNvSpPr/>
                <p:nvPr/>
              </p:nvSpPr>
              <p:spPr>
                <a:xfrm>
                  <a:off x="8110805" y="3186397"/>
                  <a:ext cx="76282" cy="91928"/>
                </a:xfrm>
                <a:custGeom>
                  <a:rect b="b" l="l" r="r" t="t"/>
                  <a:pathLst>
                    <a:path extrusionOk="0" h="1463" w="1214">
                      <a:moveTo>
                        <a:pt x="1177" y="1"/>
                      </a:moveTo>
                      <a:lnTo>
                        <a:pt x="235" y="236"/>
                      </a:lnTo>
                      <a:lnTo>
                        <a:pt x="0" y="1395"/>
                      </a:lnTo>
                      <a:cubicBezTo>
                        <a:pt x="0" y="1395"/>
                        <a:pt x="502" y="1463"/>
                        <a:pt x="860" y="1463"/>
                      </a:cubicBezTo>
                      <a:cubicBezTo>
                        <a:pt x="1059" y="1463"/>
                        <a:pt x="1213" y="1442"/>
                        <a:pt x="1213" y="1378"/>
                      </a:cubicBezTo>
                      <a:cubicBezTo>
                        <a:pt x="1213" y="1196"/>
                        <a:pt x="1177" y="1"/>
                        <a:pt x="117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8"/>
                <p:cNvSpPr/>
                <p:nvPr/>
              </p:nvSpPr>
              <p:spPr>
                <a:xfrm>
                  <a:off x="8106469" y="3182313"/>
                  <a:ext cx="84764" cy="100159"/>
                </a:xfrm>
                <a:custGeom>
                  <a:rect b="b" l="l" r="r" t="t"/>
                  <a:pathLst>
                    <a:path extrusionOk="0" h="1594" w="1349">
                      <a:moveTo>
                        <a:pt x="1183" y="149"/>
                      </a:moveTo>
                      <a:cubicBezTo>
                        <a:pt x="1191" y="414"/>
                        <a:pt x="1216" y="1250"/>
                        <a:pt x="1217" y="1430"/>
                      </a:cubicBezTo>
                      <a:cubicBezTo>
                        <a:pt x="1182" y="1452"/>
                        <a:pt x="1080" y="1462"/>
                        <a:pt x="940" y="1462"/>
                      </a:cubicBezTo>
                      <a:cubicBezTo>
                        <a:pt x="728" y="1462"/>
                        <a:pt x="429" y="1440"/>
                        <a:pt x="147" y="1405"/>
                      </a:cubicBezTo>
                      <a:lnTo>
                        <a:pt x="360" y="354"/>
                      </a:lnTo>
                      <a:lnTo>
                        <a:pt x="1183" y="149"/>
                      </a:lnTo>
                      <a:close/>
                      <a:moveTo>
                        <a:pt x="1245" y="0"/>
                      </a:moveTo>
                      <a:cubicBezTo>
                        <a:pt x="1240" y="0"/>
                        <a:pt x="1236" y="1"/>
                        <a:pt x="1231" y="2"/>
                      </a:cubicBezTo>
                      <a:lnTo>
                        <a:pt x="288" y="238"/>
                      </a:lnTo>
                      <a:cubicBezTo>
                        <a:pt x="264" y="243"/>
                        <a:pt x="245" y="263"/>
                        <a:pt x="240" y="288"/>
                      </a:cubicBezTo>
                      <a:lnTo>
                        <a:pt x="4" y="1448"/>
                      </a:lnTo>
                      <a:cubicBezTo>
                        <a:pt x="1" y="1466"/>
                        <a:pt x="5" y="1484"/>
                        <a:pt x="16" y="1498"/>
                      </a:cubicBezTo>
                      <a:cubicBezTo>
                        <a:pt x="26" y="1513"/>
                        <a:pt x="42" y="1523"/>
                        <a:pt x="60" y="1526"/>
                      </a:cubicBezTo>
                      <a:cubicBezTo>
                        <a:pt x="218" y="1546"/>
                        <a:pt x="601" y="1594"/>
                        <a:pt x="906" y="1594"/>
                      </a:cubicBezTo>
                      <a:cubicBezTo>
                        <a:pt x="1092" y="1594"/>
                        <a:pt x="1251" y="1576"/>
                        <a:pt x="1309" y="1524"/>
                      </a:cubicBezTo>
                      <a:cubicBezTo>
                        <a:pt x="1335" y="1502"/>
                        <a:pt x="1348" y="1473"/>
                        <a:pt x="1348" y="1443"/>
                      </a:cubicBezTo>
                      <a:cubicBezTo>
                        <a:pt x="1348" y="1262"/>
                        <a:pt x="1314" y="112"/>
                        <a:pt x="1312" y="64"/>
                      </a:cubicBezTo>
                      <a:cubicBezTo>
                        <a:pt x="1312" y="44"/>
                        <a:pt x="1302" y="25"/>
                        <a:pt x="1285" y="13"/>
                      </a:cubicBezTo>
                      <a:cubicBezTo>
                        <a:pt x="1274" y="5"/>
                        <a:pt x="1259" y="0"/>
                        <a:pt x="1245"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8"/>
                <p:cNvSpPr/>
                <p:nvPr/>
              </p:nvSpPr>
              <p:spPr>
                <a:xfrm>
                  <a:off x="8133174" y="3331550"/>
                  <a:ext cx="108265" cy="346975"/>
                </a:xfrm>
                <a:custGeom>
                  <a:rect b="b" l="l" r="r" t="t"/>
                  <a:pathLst>
                    <a:path extrusionOk="0" h="5522" w="1723">
                      <a:moveTo>
                        <a:pt x="935" y="0"/>
                      </a:moveTo>
                      <a:cubicBezTo>
                        <a:pt x="935" y="0"/>
                        <a:pt x="556" y="59"/>
                        <a:pt x="294" y="292"/>
                      </a:cubicBezTo>
                      <a:cubicBezTo>
                        <a:pt x="294" y="292"/>
                        <a:pt x="1" y="5020"/>
                        <a:pt x="322" y="5342"/>
                      </a:cubicBezTo>
                      <a:cubicBezTo>
                        <a:pt x="463" y="5482"/>
                        <a:pt x="752" y="5522"/>
                        <a:pt x="1030" y="5522"/>
                      </a:cubicBezTo>
                      <a:cubicBezTo>
                        <a:pt x="1384" y="5522"/>
                        <a:pt x="1723" y="5458"/>
                        <a:pt x="1723" y="5458"/>
                      </a:cubicBezTo>
                      <a:lnTo>
                        <a:pt x="9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8"/>
                <p:cNvSpPr/>
                <p:nvPr/>
              </p:nvSpPr>
              <p:spPr>
                <a:xfrm>
                  <a:off x="8129593" y="3327403"/>
                  <a:ext cx="116308" cy="355269"/>
                </a:xfrm>
                <a:custGeom>
                  <a:rect b="b" l="l" r="r" t="t"/>
                  <a:pathLst>
                    <a:path extrusionOk="0" h="5654" w="1851">
                      <a:moveTo>
                        <a:pt x="937" y="144"/>
                      </a:moveTo>
                      <a:lnTo>
                        <a:pt x="1706" y="5471"/>
                      </a:lnTo>
                      <a:cubicBezTo>
                        <a:pt x="1555" y="5495"/>
                        <a:pt x="1322" y="5522"/>
                        <a:pt x="1092" y="5522"/>
                      </a:cubicBezTo>
                      <a:cubicBezTo>
                        <a:pt x="818" y="5522"/>
                        <a:pt x="549" y="5484"/>
                        <a:pt x="425" y="5360"/>
                      </a:cubicBezTo>
                      <a:cubicBezTo>
                        <a:pt x="208" y="5143"/>
                        <a:pt x="302" y="2208"/>
                        <a:pt x="414" y="390"/>
                      </a:cubicBezTo>
                      <a:cubicBezTo>
                        <a:pt x="593" y="241"/>
                        <a:pt x="826" y="171"/>
                        <a:pt x="937" y="144"/>
                      </a:cubicBezTo>
                      <a:close/>
                      <a:moveTo>
                        <a:pt x="991" y="1"/>
                      </a:moveTo>
                      <a:cubicBezTo>
                        <a:pt x="988" y="1"/>
                        <a:pt x="985" y="1"/>
                        <a:pt x="982" y="1"/>
                      </a:cubicBezTo>
                      <a:cubicBezTo>
                        <a:pt x="966" y="5"/>
                        <a:pt x="580" y="65"/>
                        <a:pt x="307" y="309"/>
                      </a:cubicBezTo>
                      <a:cubicBezTo>
                        <a:pt x="294" y="320"/>
                        <a:pt x="286" y="337"/>
                        <a:pt x="285" y="354"/>
                      </a:cubicBezTo>
                      <a:cubicBezTo>
                        <a:pt x="255" y="841"/>
                        <a:pt x="0" y="5121"/>
                        <a:pt x="333" y="5454"/>
                      </a:cubicBezTo>
                      <a:cubicBezTo>
                        <a:pt x="489" y="5610"/>
                        <a:pt x="800" y="5653"/>
                        <a:pt x="1094" y="5653"/>
                      </a:cubicBezTo>
                      <a:cubicBezTo>
                        <a:pt x="1442" y="5653"/>
                        <a:pt x="1767" y="5593"/>
                        <a:pt x="1792" y="5588"/>
                      </a:cubicBezTo>
                      <a:cubicBezTo>
                        <a:pt x="1827" y="5582"/>
                        <a:pt x="1850" y="5549"/>
                        <a:pt x="1845" y="5515"/>
                      </a:cubicBezTo>
                      <a:lnTo>
                        <a:pt x="1057" y="57"/>
                      </a:lnTo>
                      <a:cubicBezTo>
                        <a:pt x="1055" y="39"/>
                        <a:pt x="1045" y="24"/>
                        <a:pt x="1031" y="14"/>
                      </a:cubicBezTo>
                      <a:cubicBezTo>
                        <a:pt x="1019" y="5"/>
                        <a:pt x="1005" y="1"/>
                        <a:pt x="9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8"/>
                <p:cNvSpPr/>
                <p:nvPr/>
              </p:nvSpPr>
              <p:spPr>
                <a:xfrm>
                  <a:off x="8161639" y="2454100"/>
                  <a:ext cx="643556" cy="1251233"/>
                </a:xfrm>
                <a:custGeom>
                  <a:rect b="b" l="l" r="r" t="t"/>
                  <a:pathLst>
                    <a:path extrusionOk="0" h="19913" w="10242">
                      <a:moveTo>
                        <a:pt x="5492" y="1"/>
                      </a:moveTo>
                      <a:lnTo>
                        <a:pt x="1855" y="3416"/>
                      </a:lnTo>
                      <a:cubicBezTo>
                        <a:pt x="1855" y="3416"/>
                        <a:pt x="421" y="9180"/>
                        <a:pt x="297" y="9600"/>
                      </a:cubicBezTo>
                      <a:cubicBezTo>
                        <a:pt x="173" y="10020"/>
                        <a:pt x="0" y="10911"/>
                        <a:pt x="0" y="10911"/>
                      </a:cubicBezTo>
                      <a:cubicBezTo>
                        <a:pt x="0" y="10911"/>
                        <a:pt x="569" y="19223"/>
                        <a:pt x="767" y="19520"/>
                      </a:cubicBezTo>
                      <a:cubicBezTo>
                        <a:pt x="902" y="19722"/>
                        <a:pt x="1838" y="19912"/>
                        <a:pt x="3326" y="19912"/>
                      </a:cubicBezTo>
                      <a:cubicBezTo>
                        <a:pt x="4025" y="19912"/>
                        <a:pt x="4846" y="19870"/>
                        <a:pt x="5764" y="19767"/>
                      </a:cubicBezTo>
                      <a:cubicBezTo>
                        <a:pt x="8634" y="19445"/>
                        <a:pt x="10242" y="18406"/>
                        <a:pt x="10242" y="18406"/>
                      </a:cubicBezTo>
                      <a:cubicBezTo>
                        <a:pt x="10242" y="18406"/>
                        <a:pt x="9178" y="14523"/>
                        <a:pt x="8709" y="12989"/>
                      </a:cubicBezTo>
                      <a:cubicBezTo>
                        <a:pt x="8238" y="11456"/>
                        <a:pt x="7941" y="10490"/>
                        <a:pt x="7916" y="10293"/>
                      </a:cubicBezTo>
                      <a:cubicBezTo>
                        <a:pt x="7892" y="10095"/>
                        <a:pt x="7966" y="5247"/>
                        <a:pt x="7842" y="4480"/>
                      </a:cubicBezTo>
                      <a:cubicBezTo>
                        <a:pt x="7719" y="3712"/>
                        <a:pt x="7373" y="2747"/>
                        <a:pt x="6655" y="1535"/>
                      </a:cubicBezTo>
                      <a:cubicBezTo>
                        <a:pt x="5937" y="323"/>
                        <a:pt x="5492" y="1"/>
                        <a:pt x="549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8"/>
                <p:cNvSpPr/>
                <p:nvPr/>
              </p:nvSpPr>
              <p:spPr>
                <a:xfrm>
                  <a:off x="8157492" y="2450015"/>
                  <a:ext cx="652102" cy="1259339"/>
                </a:xfrm>
                <a:custGeom>
                  <a:rect b="b" l="l" r="r" t="t"/>
                  <a:pathLst>
                    <a:path extrusionOk="0" h="20042" w="10378">
                      <a:moveTo>
                        <a:pt x="5560" y="154"/>
                      </a:moveTo>
                      <a:cubicBezTo>
                        <a:pt x="5685" y="263"/>
                        <a:pt x="6087" y="659"/>
                        <a:pt x="6664" y="1634"/>
                      </a:cubicBezTo>
                      <a:cubicBezTo>
                        <a:pt x="7310" y="2725"/>
                        <a:pt x="7706" y="3707"/>
                        <a:pt x="7843" y="4554"/>
                      </a:cubicBezTo>
                      <a:cubicBezTo>
                        <a:pt x="7928" y="5079"/>
                        <a:pt x="7919" y="7593"/>
                        <a:pt x="7913" y="9095"/>
                      </a:cubicBezTo>
                      <a:cubicBezTo>
                        <a:pt x="7910" y="9887"/>
                        <a:pt x="7909" y="10303"/>
                        <a:pt x="7917" y="10365"/>
                      </a:cubicBezTo>
                      <a:cubicBezTo>
                        <a:pt x="7941" y="10562"/>
                        <a:pt x="8214" y="11452"/>
                        <a:pt x="8666" y="12927"/>
                      </a:cubicBezTo>
                      <a:lnTo>
                        <a:pt x="8711" y="13074"/>
                      </a:lnTo>
                      <a:cubicBezTo>
                        <a:pt x="9147" y="14496"/>
                        <a:pt x="10108" y="17992"/>
                        <a:pt x="10231" y="18441"/>
                      </a:cubicBezTo>
                      <a:cubicBezTo>
                        <a:pt x="9963" y="18600"/>
                        <a:pt x="8395" y="19479"/>
                        <a:pt x="5823" y="19767"/>
                      </a:cubicBezTo>
                      <a:cubicBezTo>
                        <a:pt x="4897" y="19871"/>
                        <a:pt x="4080" y="19912"/>
                        <a:pt x="3390" y="19912"/>
                      </a:cubicBezTo>
                      <a:cubicBezTo>
                        <a:pt x="1899" y="19912"/>
                        <a:pt x="1002" y="19720"/>
                        <a:pt x="888" y="19549"/>
                      </a:cubicBezTo>
                      <a:cubicBezTo>
                        <a:pt x="747" y="19306"/>
                        <a:pt x="359" y="14295"/>
                        <a:pt x="132" y="10980"/>
                      </a:cubicBezTo>
                      <a:cubicBezTo>
                        <a:pt x="150" y="10889"/>
                        <a:pt x="311" y="10075"/>
                        <a:pt x="426" y="9683"/>
                      </a:cubicBezTo>
                      <a:cubicBezTo>
                        <a:pt x="547" y="9274"/>
                        <a:pt x="1875" y="3937"/>
                        <a:pt x="1980" y="3515"/>
                      </a:cubicBezTo>
                      <a:lnTo>
                        <a:pt x="5560" y="154"/>
                      </a:lnTo>
                      <a:close/>
                      <a:moveTo>
                        <a:pt x="5558" y="1"/>
                      </a:moveTo>
                      <a:cubicBezTo>
                        <a:pt x="5542" y="1"/>
                        <a:pt x="5526" y="7"/>
                        <a:pt x="5513" y="19"/>
                      </a:cubicBezTo>
                      <a:lnTo>
                        <a:pt x="1876" y="3432"/>
                      </a:lnTo>
                      <a:cubicBezTo>
                        <a:pt x="1868" y="3441"/>
                        <a:pt x="1860" y="3452"/>
                        <a:pt x="1857" y="3465"/>
                      </a:cubicBezTo>
                      <a:cubicBezTo>
                        <a:pt x="1844" y="3522"/>
                        <a:pt x="422" y="9232"/>
                        <a:pt x="300" y="9646"/>
                      </a:cubicBezTo>
                      <a:cubicBezTo>
                        <a:pt x="177" y="10065"/>
                        <a:pt x="8" y="10927"/>
                        <a:pt x="2" y="10963"/>
                      </a:cubicBezTo>
                      <a:cubicBezTo>
                        <a:pt x="1" y="10969"/>
                        <a:pt x="0" y="10975"/>
                        <a:pt x="1" y="10980"/>
                      </a:cubicBezTo>
                      <a:cubicBezTo>
                        <a:pt x="59" y="11833"/>
                        <a:pt x="577" y="19318"/>
                        <a:pt x="779" y="19621"/>
                      </a:cubicBezTo>
                      <a:cubicBezTo>
                        <a:pt x="943" y="19868"/>
                        <a:pt x="1945" y="20041"/>
                        <a:pt x="3385" y="20041"/>
                      </a:cubicBezTo>
                      <a:cubicBezTo>
                        <a:pt x="4109" y="20041"/>
                        <a:pt x="4943" y="19997"/>
                        <a:pt x="5837" y="19897"/>
                      </a:cubicBezTo>
                      <a:cubicBezTo>
                        <a:pt x="8690" y="19577"/>
                        <a:pt x="10327" y="18537"/>
                        <a:pt x="10343" y="18527"/>
                      </a:cubicBezTo>
                      <a:cubicBezTo>
                        <a:pt x="10367" y="18511"/>
                        <a:pt x="10378" y="18482"/>
                        <a:pt x="10371" y="18455"/>
                      </a:cubicBezTo>
                      <a:cubicBezTo>
                        <a:pt x="10360" y="18416"/>
                        <a:pt x="9301" y="14552"/>
                        <a:pt x="8836" y="13035"/>
                      </a:cubicBezTo>
                      <a:lnTo>
                        <a:pt x="8791" y="12889"/>
                      </a:lnTo>
                      <a:cubicBezTo>
                        <a:pt x="8357" y="11471"/>
                        <a:pt x="8070" y="10535"/>
                        <a:pt x="8047" y="10349"/>
                      </a:cubicBezTo>
                      <a:cubicBezTo>
                        <a:pt x="8040" y="10292"/>
                        <a:pt x="8042" y="9738"/>
                        <a:pt x="8044" y="9095"/>
                      </a:cubicBezTo>
                      <a:cubicBezTo>
                        <a:pt x="8051" y="7492"/>
                        <a:pt x="8059" y="5068"/>
                        <a:pt x="7973" y="4533"/>
                      </a:cubicBezTo>
                      <a:cubicBezTo>
                        <a:pt x="7833" y="3670"/>
                        <a:pt x="7431" y="2673"/>
                        <a:pt x="6777" y="1567"/>
                      </a:cubicBezTo>
                      <a:cubicBezTo>
                        <a:pt x="6061" y="357"/>
                        <a:pt x="5615" y="26"/>
                        <a:pt x="5596" y="14"/>
                      </a:cubicBezTo>
                      <a:cubicBezTo>
                        <a:pt x="5585" y="5"/>
                        <a:pt x="5571" y="1"/>
                        <a:pt x="55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8"/>
                <p:cNvSpPr/>
                <p:nvPr/>
              </p:nvSpPr>
              <p:spPr>
                <a:xfrm>
                  <a:off x="8214736" y="2627654"/>
                  <a:ext cx="221054" cy="452223"/>
                </a:xfrm>
                <a:custGeom>
                  <a:rect b="b" l="l" r="r" t="t"/>
                  <a:pathLst>
                    <a:path extrusionOk="0" h="7197" w="3518">
                      <a:moveTo>
                        <a:pt x="3444" y="1"/>
                      </a:moveTo>
                      <a:cubicBezTo>
                        <a:pt x="3426" y="1"/>
                        <a:pt x="3408" y="8"/>
                        <a:pt x="3395" y="23"/>
                      </a:cubicBezTo>
                      <a:lnTo>
                        <a:pt x="2683" y="819"/>
                      </a:lnTo>
                      <a:lnTo>
                        <a:pt x="1197" y="772"/>
                      </a:lnTo>
                      <a:cubicBezTo>
                        <a:pt x="1195" y="772"/>
                        <a:pt x="1192" y="772"/>
                        <a:pt x="1190" y="772"/>
                      </a:cubicBezTo>
                      <a:cubicBezTo>
                        <a:pt x="1163" y="772"/>
                        <a:pt x="1140" y="793"/>
                        <a:pt x="1132" y="819"/>
                      </a:cubicBezTo>
                      <a:cubicBezTo>
                        <a:pt x="1124" y="849"/>
                        <a:pt x="1135" y="879"/>
                        <a:pt x="1161" y="894"/>
                      </a:cubicBezTo>
                      <a:lnTo>
                        <a:pt x="2371" y="1616"/>
                      </a:lnTo>
                      <a:cubicBezTo>
                        <a:pt x="2314" y="1846"/>
                        <a:pt x="2035" y="2907"/>
                        <a:pt x="1446" y="4548"/>
                      </a:cubicBezTo>
                      <a:cubicBezTo>
                        <a:pt x="1070" y="5596"/>
                        <a:pt x="464" y="6510"/>
                        <a:pt x="22" y="7091"/>
                      </a:cubicBezTo>
                      <a:cubicBezTo>
                        <a:pt x="1" y="7121"/>
                        <a:pt x="6" y="7161"/>
                        <a:pt x="34" y="7184"/>
                      </a:cubicBezTo>
                      <a:cubicBezTo>
                        <a:pt x="47" y="7192"/>
                        <a:pt x="61" y="7196"/>
                        <a:pt x="74" y="7196"/>
                      </a:cubicBezTo>
                      <a:cubicBezTo>
                        <a:pt x="94" y="7196"/>
                        <a:pt x="114" y="7188"/>
                        <a:pt x="127" y="7170"/>
                      </a:cubicBezTo>
                      <a:cubicBezTo>
                        <a:pt x="574" y="6581"/>
                        <a:pt x="1188" y="5656"/>
                        <a:pt x="1570" y="4592"/>
                      </a:cubicBezTo>
                      <a:cubicBezTo>
                        <a:pt x="2237" y="2732"/>
                        <a:pt x="2508" y="1611"/>
                        <a:pt x="2511" y="1599"/>
                      </a:cubicBezTo>
                      <a:cubicBezTo>
                        <a:pt x="2517" y="1572"/>
                        <a:pt x="2505" y="1542"/>
                        <a:pt x="2480" y="1528"/>
                      </a:cubicBezTo>
                      <a:lnTo>
                        <a:pt x="1447" y="912"/>
                      </a:lnTo>
                      <a:lnTo>
                        <a:pt x="2709" y="952"/>
                      </a:lnTo>
                      <a:cubicBezTo>
                        <a:pt x="2711" y="952"/>
                        <a:pt x="2714" y="952"/>
                        <a:pt x="2716" y="952"/>
                      </a:cubicBezTo>
                      <a:cubicBezTo>
                        <a:pt x="2733" y="952"/>
                        <a:pt x="2750" y="942"/>
                        <a:pt x="2761" y="929"/>
                      </a:cubicBezTo>
                      <a:lnTo>
                        <a:pt x="3493" y="110"/>
                      </a:lnTo>
                      <a:cubicBezTo>
                        <a:pt x="3517" y="84"/>
                        <a:pt x="3515" y="42"/>
                        <a:pt x="3488" y="18"/>
                      </a:cubicBezTo>
                      <a:cubicBezTo>
                        <a:pt x="3475" y="6"/>
                        <a:pt x="3460" y="1"/>
                        <a:pt x="34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8"/>
                <p:cNvSpPr/>
                <p:nvPr/>
              </p:nvSpPr>
              <p:spPr>
                <a:xfrm>
                  <a:off x="8174772" y="3097106"/>
                  <a:ext cx="28967" cy="30601"/>
                </a:xfrm>
                <a:custGeom>
                  <a:rect b="b" l="l" r="r" t="t"/>
                  <a:pathLst>
                    <a:path extrusionOk="0" h="487" w="461">
                      <a:moveTo>
                        <a:pt x="387" y="0"/>
                      </a:moveTo>
                      <a:cubicBezTo>
                        <a:pt x="368" y="0"/>
                        <a:pt x="350" y="8"/>
                        <a:pt x="337" y="24"/>
                      </a:cubicBezTo>
                      <a:cubicBezTo>
                        <a:pt x="150" y="247"/>
                        <a:pt x="27" y="375"/>
                        <a:pt x="26" y="376"/>
                      </a:cubicBezTo>
                      <a:cubicBezTo>
                        <a:pt x="1" y="402"/>
                        <a:pt x="2" y="443"/>
                        <a:pt x="28" y="468"/>
                      </a:cubicBezTo>
                      <a:cubicBezTo>
                        <a:pt x="41" y="481"/>
                        <a:pt x="58" y="487"/>
                        <a:pt x="73" y="487"/>
                      </a:cubicBezTo>
                      <a:cubicBezTo>
                        <a:pt x="91" y="487"/>
                        <a:pt x="108" y="480"/>
                        <a:pt x="121" y="467"/>
                      </a:cubicBezTo>
                      <a:cubicBezTo>
                        <a:pt x="126" y="462"/>
                        <a:pt x="248" y="335"/>
                        <a:pt x="438" y="108"/>
                      </a:cubicBezTo>
                      <a:cubicBezTo>
                        <a:pt x="461" y="80"/>
                        <a:pt x="457" y="39"/>
                        <a:pt x="429" y="16"/>
                      </a:cubicBezTo>
                      <a:cubicBezTo>
                        <a:pt x="417" y="6"/>
                        <a:pt x="402" y="0"/>
                        <a:pt x="3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8"/>
                <p:cNvSpPr/>
                <p:nvPr/>
              </p:nvSpPr>
              <p:spPr>
                <a:xfrm>
                  <a:off x="8085733" y="3151146"/>
                  <a:ext cx="40968" cy="41031"/>
                </a:xfrm>
                <a:custGeom>
                  <a:rect b="b" l="l" r="r" t="t"/>
                  <a:pathLst>
                    <a:path extrusionOk="0" h="653" w="652">
                      <a:moveTo>
                        <a:pt x="55" y="0"/>
                      </a:moveTo>
                      <a:lnTo>
                        <a:pt x="0" y="472"/>
                      </a:lnTo>
                      <a:cubicBezTo>
                        <a:pt x="0" y="472"/>
                        <a:pt x="62" y="564"/>
                        <a:pt x="200" y="564"/>
                      </a:cubicBezTo>
                      <a:cubicBezTo>
                        <a:pt x="211" y="564"/>
                        <a:pt x="223" y="563"/>
                        <a:pt x="235" y="562"/>
                      </a:cubicBezTo>
                      <a:cubicBezTo>
                        <a:pt x="248" y="560"/>
                        <a:pt x="262" y="560"/>
                        <a:pt x="276" y="560"/>
                      </a:cubicBezTo>
                      <a:cubicBezTo>
                        <a:pt x="438" y="560"/>
                        <a:pt x="652" y="652"/>
                        <a:pt x="652" y="652"/>
                      </a:cubicBezTo>
                      <a:cubicBezTo>
                        <a:pt x="652" y="652"/>
                        <a:pt x="634" y="471"/>
                        <a:pt x="544" y="398"/>
                      </a:cubicBezTo>
                      <a:cubicBezTo>
                        <a:pt x="454" y="326"/>
                        <a:pt x="55" y="0"/>
                        <a:pt x="5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8"/>
                <p:cNvSpPr/>
                <p:nvPr/>
              </p:nvSpPr>
              <p:spPr>
                <a:xfrm>
                  <a:off x="8081523" y="3146999"/>
                  <a:ext cx="49514" cy="49325"/>
                </a:xfrm>
                <a:custGeom>
                  <a:rect b="b" l="l" r="r" t="t"/>
                  <a:pathLst>
                    <a:path extrusionOk="0" h="785" w="788">
                      <a:moveTo>
                        <a:pt x="173" y="192"/>
                      </a:moveTo>
                      <a:cubicBezTo>
                        <a:pt x="296" y="294"/>
                        <a:pt x="507" y="465"/>
                        <a:pt x="570" y="516"/>
                      </a:cubicBezTo>
                      <a:cubicBezTo>
                        <a:pt x="596" y="537"/>
                        <a:pt x="615" y="575"/>
                        <a:pt x="629" y="615"/>
                      </a:cubicBezTo>
                      <a:cubicBezTo>
                        <a:pt x="548" y="589"/>
                        <a:pt x="437" y="560"/>
                        <a:pt x="341" y="560"/>
                      </a:cubicBezTo>
                      <a:cubicBezTo>
                        <a:pt x="325" y="560"/>
                        <a:pt x="310" y="561"/>
                        <a:pt x="295" y="563"/>
                      </a:cubicBezTo>
                      <a:cubicBezTo>
                        <a:pt x="285" y="564"/>
                        <a:pt x="276" y="564"/>
                        <a:pt x="267" y="564"/>
                      </a:cubicBezTo>
                      <a:cubicBezTo>
                        <a:pt x="199" y="564"/>
                        <a:pt x="156" y="534"/>
                        <a:pt x="136" y="516"/>
                      </a:cubicBezTo>
                      <a:lnTo>
                        <a:pt x="173" y="192"/>
                      </a:lnTo>
                      <a:close/>
                      <a:moveTo>
                        <a:pt x="122" y="1"/>
                      </a:moveTo>
                      <a:cubicBezTo>
                        <a:pt x="113" y="1"/>
                        <a:pt x="105" y="2"/>
                        <a:pt x="97" y="6"/>
                      </a:cubicBezTo>
                      <a:cubicBezTo>
                        <a:pt x="75" y="14"/>
                        <a:pt x="59" y="35"/>
                        <a:pt x="57" y="58"/>
                      </a:cubicBezTo>
                      <a:lnTo>
                        <a:pt x="2" y="529"/>
                      </a:lnTo>
                      <a:cubicBezTo>
                        <a:pt x="0" y="545"/>
                        <a:pt x="4" y="561"/>
                        <a:pt x="13" y="573"/>
                      </a:cubicBezTo>
                      <a:cubicBezTo>
                        <a:pt x="17" y="579"/>
                        <a:pt x="97" y="695"/>
                        <a:pt x="268" y="695"/>
                      </a:cubicBezTo>
                      <a:cubicBezTo>
                        <a:pt x="281" y="695"/>
                        <a:pt x="295" y="694"/>
                        <a:pt x="310" y="693"/>
                      </a:cubicBezTo>
                      <a:cubicBezTo>
                        <a:pt x="320" y="692"/>
                        <a:pt x="331" y="691"/>
                        <a:pt x="342" y="691"/>
                      </a:cubicBezTo>
                      <a:cubicBezTo>
                        <a:pt x="462" y="691"/>
                        <a:pt x="633" y="753"/>
                        <a:pt x="694" y="779"/>
                      </a:cubicBezTo>
                      <a:cubicBezTo>
                        <a:pt x="702" y="782"/>
                        <a:pt x="711" y="784"/>
                        <a:pt x="719" y="784"/>
                      </a:cubicBezTo>
                      <a:cubicBezTo>
                        <a:pt x="734" y="784"/>
                        <a:pt x="747" y="780"/>
                        <a:pt x="758" y="772"/>
                      </a:cubicBezTo>
                      <a:cubicBezTo>
                        <a:pt x="777" y="757"/>
                        <a:pt x="787" y="735"/>
                        <a:pt x="784" y="712"/>
                      </a:cubicBezTo>
                      <a:cubicBezTo>
                        <a:pt x="782" y="691"/>
                        <a:pt x="761" y="501"/>
                        <a:pt x="652" y="414"/>
                      </a:cubicBezTo>
                      <a:cubicBezTo>
                        <a:pt x="562" y="341"/>
                        <a:pt x="163" y="15"/>
                        <a:pt x="163" y="15"/>
                      </a:cubicBezTo>
                      <a:cubicBezTo>
                        <a:pt x="151" y="6"/>
                        <a:pt x="137" y="1"/>
                        <a:pt x="122"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8"/>
                <p:cNvSpPr/>
                <p:nvPr/>
              </p:nvSpPr>
              <p:spPr>
                <a:xfrm>
                  <a:off x="7965086" y="3145679"/>
                  <a:ext cx="174179" cy="202392"/>
                </a:xfrm>
                <a:custGeom>
                  <a:rect b="b" l="l" r="r" t="t"/>
                  <a:pathLst>
                    <a:path extrusionOk="0" h="3221" w="2772">
                      <a:moveTo>
                        <a:pt x="834" y="1"/>
                      </a:moveTo>
                      <a:cubicBezTo>
                        <a:pt x="648" y="1"/>
                        <a:pt x="519" y="101"/>
                        <a:pt x="489" y="250"/>
                      </a:cubicBezTo>
                      <a:cubicBezTo>
                        <a:pt x="453" y="432"/>
                        <a:pt x="436" y="612"/>
                        <a:pt x="436" y="612"/>
                      </a:cubicBezTo>
                      <a:cubicBezTo>
                        <a:pt x="436" y="612"/>
                        <a:pt x="218" y="703"/>
                        <a:pt x="109" y="1065"/>
                      </a:cubicBezTo>
                      <a:cubicBezTo>
                        <a:pt x="0" y="1427"/>
                        <a:pt x="164" y="1808"/>
                        <a:pt x="164" y="1808"/>
                      </a:cubicBezTo>
                      <a:cubicBezTo>
                        <a:pt x="164" y="1808"/>
                        <a:pt x="37" y="2478"/>
                        <a:pt x="145" y="2695"/>
                      </a:cubicBezTo>
                      <a:cubicBezTo>
                        <a:pt x="254" y="2913"/>
                        <a:pt x="508" y="3039"/>
                        <a:pt x="508" y="3039"/>
                      </a:cubicBezTo>
                      <a:cubicBezTo>
                        <a:pt x="508" y="3039"/>
                        <a:pt x="1685" y="3221"/>
                        <a:pt x="1866" y="3221"/>
                      </a:cubicBezTo>
                      <a:cubicBezTo>
                        <a:pt x="2047" y="3221"/>
                        <a:pt x="2174" y="3148"/>
                        <a:pt x="2174" y="3148"/>
                      </a:cubicBezTo>
                      <a:cubicBezTo>
                        <a:pt x="2174" y="3148"/>
                        <a:pt x="2300" y="1808"/>
                        <a:pt x="2771" y="1554"/>
                      </a:cubicBezTo>
                      <a:cubicBezTo>
                        <a:pt x="2771" y="1554"/>
                        <a:pt x="2718" y="938"/>
                        <a:pt x="2572" y="739"/>
                      </a:cubicBezTo>
                      <a:cubicBezTo>
                        <a:pt x="2448" y="569"/>
                        <a:pt x="2312" y="478"/>
                        <a:pt x="2218" y="478"/>
                      </a:cubicBezTo>
                      <a:cubicBezTo>
                        <a:pt x="2202" y="478"/>
                        <a:pt x="2187" y="481"/>
                        <a:pt x="2174" y="486"/>
                      </a:cubicBezTo>
                      <a:cubicBezTo>
                        <a:pt x="2083" y="522"/>
                        <a:pt x="1920" y="559"/>
                        <a:pt x="1920" y="559"/>
                      </a:cubicBezTo>
                      <a:cubicBezTo>
                        <a:pt x="1920" y="559"/>
                        <a:pt x="1214" y="70"/>
                        <a:pt x="960" y="15"/>
                      </a:cubicBezTo>
                      <a:cubicBezTo>
                        <a:pt x="916" y="5"/>
                        <a:pt x="873" y="1"/>
                        <a:pt x="8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8"/>
                <p:cNvSpPr/>
                <p:nvPr/>
              </p:nvSpPr>
              <p:spPr>
                <a:xfrm>
                  <a:off x="7961568" y="3141595"/>
                  <a:ext cx="181970" cy="210560"/>
                </a:xfrm>
                <a:custGeom>
                  <a:rect b="b" l="l" r="r" t="t"/>
                  <a:pathLst>
                    <a:path extrusionOk="0" h="3351" w="2896">
                      <a:moveTo>
                        <a:pt x="890" y="131"/>
                      </a:moveTo>
                      <a:cubicBezTo>
                        <a:pt x="926" y="131"/>
                        <a:pt x="963" y="136"/>
                        <a:pt x="1003" y="144"/>
                      </a:cubicBezTo>
                      <a:cubicBezTo>
                        <a:pt x="1200" y="186"/>
                        <a:pt x="1745" y="543"/>
                        <a:pt x="1940" y="677"/>
                      </a:cubicBezTo>
                      <a:cubicBezTo>
                        <a:pt x="1951" y="685"/>
                        <a:pt x="1964" y="689"/>
                        <a:pt x="1978" y="689"/>
                      </a:cubicBezTo>
                      <a:cubicBezTo>
                        <a:pt x="1982" y="689"/>
                        <a:pt x="1987" y="688"/>
                        <a:pt x="1991" y="688"/>
                      </a:cubicBezTo>
                      <a:cubicBezTo>
                        <a:pt x="1997" y="686"/>
                        <a:pt x="2160" y="650"/>
                        <a:pt x="2254" y="612"/>
                      </a:cubicBezTo>
                      <a:cubicBezTo>
                        <a:pt x="2260" y="610"/>
                        <a:pt x="2267" y="608"/>
                        <a:pt x="2275" y="608"/>
                      </a:cubicBezTo>
                      <a:cubicBezTo>
                        <a:pt x="2335" y="608"/>
                        <a:pt x="2454" y="676"/>
                        <a:pt x="2576" y="843"/>
                      </a:cubicBezTo>
                      <a:cubicBezTo>
                        <a:pt x="2677" y="984"/>
                        <a:pt x="2738" y="1394"/>
                        <a:pt x="2758" y="1585"/>
                      </a:cubicBezTo>
                      <a:cubicBezTo>
                        <a:pt x="2332" y="1871"/>
                        <a:pt x="2193" y="2951"/>
                        <a:pt x="2168" y="3170"/>
                      </a:cubicBezTo>
                      <a:cubicBezTo>
                        <a:pt x="2124" y="3189"/>
                        <a:pt x="2035" y="3221"/>
                        <a:pt x="1922" y="3221"/>
                      </a:cubicBezTo>
                      <a:cubicBezTo>
                        <a:pt x="1784" y="3221"/>
                        <a:pt x="993" y="3104"/>
                        <a:pt x="585" y="3041"/>
                      </a:cubicBezTo>
                      <a:cubicBezTo>
                        <a:pt x="542" y="3018"/>
                        <a:pt x="347" y="2905"/>
                        <a:pt x="260" y="2732"/>
                      </a:cubicBezTo>
                      <a:cubicBezTo>
                        <a:pt x="179" y="2570"/>
                        <a:pt x="250" y="2066"/>
                        <a:pt x="284" y="1886"/>
                      </a:cubicBezTo>
                      <a:cubicBezTo>
                        <a:pt x="286" y="1872"/>
                        <a:pt x="285" y="1860"/>
                        <a:pt x="280" y="1847"/>
                      </a:cubicBezTo>
                      <a:cubicBezTo>
                        <a:pt x="279" y="1844"/>
                        <a:pt x="127" y="1485"/>
                        <a:pt x="228" y="1149"/>
                      </a:cubicBezTo>
                      <a:cubicBezTo>
                        <a:pt x="325" y="825"/>
                        <a:pt x="509" y="741"/>
                        <a:pt x="517" y="738"/>
                      </a:cubicBezTo>
                      <a:cubicBezTo>
                        <a:pt x="539" y="729"/>
                        <a:pt x="553" y="709"/>
                        <a:pt x="557" y="685"/>
                      </a:cubicBezTo>
                      <a:cubicBezTo>
                        <a:pt x="557" y="682"/>
                        <a:pt x="574" y="504"/>
                        <a:pt x="610" y="329"/>
                      </a:cubicBezTo>
                      <a:cubicBezTo>
                        <a:pt x="623" y="266"/>
                        <a:pt x="656" y="214"/>
                        <a:pt x="709" y="180"/>
                      </a:cubicBezTo>
                      <a:cubicBezTo>
                        <a:pt x="757" y="148"/>
                        <a:pt x="820" y="131"/>
                        <a:pt x="890" y="131"/>
                      </a:cubicBezTo>
                      <a:close/>
                      <a:moveTo>
                        <a:pt x="889" y="1"/>
                      </a:moveTo>
                      <a:cubicBezTo>
                        <a:pt x="793" y="1"/>
                        <a:pt x="707" y="24"/>
                        <a:pt x="637" y="70"/>
                      </a:cubicBezTo>
                      <a:cubicBezTo>
                        <a:pt x="554" y="124"/>
                        <a:pt x="501" y="205"/>
                        <a:pt x="481" y="303"/>
                      </a:cubicBezTo>
                      <a:cubicBezTo>
                        <a:pt x="454" y="439"/>
                        <a:pt x="437" y="574"/>
                        <a:pt x="430" y="636"/>
                      </a:cubicBezTo>
                      <a:cubicBezTo>
                        <a:pt x="357" y="680"/>
                        <a:pt x="192" y="809"/>
                        <a:pt x="102" y="1112"/>
                      </a:cubicBezTo>
                      <a:cubicBezTo>
                        <a:pt x="0" y="1449"/>
                        <a:pt x="119" y="1795"/>
                        <a:pt x="152" y="1880"/>
                      </a:cubicBezTo>
                      <a:cubicBezTo>
                        <a:pt x="128" y="2007"/>
                        <a:pt x="34" y="2573"/>
                        <a:pt x="143" y="2789"/>
                      </a:cubicBezTo>
                      <a:cubicBezTo>
                        <a:pt x="260" y="3023"/>
                        <a:pt x="523" y="3158"/>
                        <a:pt x="535" y="3163"/>
                      </a:cubicBezTo>
                      <a:cubicBezTo>
                        <a:pt x="540" y="3166"/>
                        <a:pt x="547" y="3168"/>
                        <a:pt x="553" y="3169"/>
                      </a:cubicBezTo>
                      <a:cubicBezTo>
                        <a:pt x="602" y="3177"/>
                        <a:pt x="1738" y="3351"/>
                        <a:pt x="1922" y="3351"/>
                      </a:cubicBezTo>
                      <a:cubicBezTo>
                        <a:pt x="2118" y="3351"/>
                        <a:pt x="2257" y="3273"/>
                        <a:pt x="2263" y="3270"/>
                      </a:cubicBezTo>
                      <a:cubicBezTo>
                        <a:pt x="2281" y="3260"/>
                        <a:pt x="2293" y="3241"/>
                        <a:pt x="2295" y="3220"/>
                      </a:cubicBezTo>
                      <a:cubicBezTo>
                        <a:pt x="2329" y="2857"/>
                        <a:pt x="2498" y="1871"/>
                        <a:pt x="2859" y="1677"/>
                      </a:cubicBezTo>
                      <a:cubicBezTo>
                        <a:pt x="2882" y="1665"/>
                        <a:pt x="2896" y="1640"/>
                        <a:pt x="2892" y="1614"/>
                      </a:cubicBezTo>
                      <a:cubicBezTo>
                        <a:pt x="2890" y="1588"/>
                        <a:pt x="2835" y="977"/>
                        <a:pt x="2681" y="766"/>
                      </a:cubicBezTo>
                      <a:cubicBezTo>
                        <a:pt x="2550" y="585"/>
                        <a:pt x="2394" y="478"/>
                        <a:pt x="2272" y="478"/>
                      </a:cubicBezTo>
                      <a:cubicBezTo>
                        <a:pt x="2248" y="478"/>
                        <a:pt x="2226" y="482"/>
                        <a:pt x="2205" y="490"/>
                      </a:cubicBezTo>
                      <a:cubicBezTo>
                        <a:pt x="2142" y="516"/>
                        <a:pt x="2038" y="541"/>
                        <a:pt x="1990" y="553"/>
                      </a:cubicBezTo>
                      <a:cubicBezTo>
                        <a:pt x="1861" y="465"/>
                        <a:pt x="1269" y="67"/>
                        <a:pt x="1030" y="16"/>
                      </a:cubicBezTo>
                      <a:cubicBezTo>
                        <a:pt x="982" y="6"/>
                        <a:pt x="934" y="1"/>
                        <a:pt x="889"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8"/>
                <p:cNvSpPr/>
                <p:nvPr/>
              </p:nvSpPr>
              <p:spPr>
                <a:xfrm>
                  <a:off x="8038291" y="3138830"/>
                  <a:ext cx="56489" cy="73014"/>
                </a:xfrm>
                <a:custGeom>
                  <a:rect b="b" l="l" r="r" t="t"/>
                  <a:pathLst>
                    <a:path extrusionOk="0" h="1162" w="899">
                      <a:moveTo>
                        <a:pt x="485" y="0"/>
                      </a:moveTo>
                      <a:cubicBezTo>
                        <a:pt x="424" y="0"/>
                        <a:pt x="361" y="16"/>
                        <a:pt x="302" y="52"/>
                      </a:cubicBezTo>
                      <a:cubicBezTo>
                        <a:pt x="302" y="52"/>
                        <a:pt x="104" y="721"/>
                        <a:pt x="49" y="885"/>
                      </a:cubicBezTo>
                      <a:cubicBezTo>
                        <a:pt x="0" y="1030"/>
                        <a:pt x="111" y="1161"/>
                        <a:pt x="277" y="1161"/>
                      </a:cubicBezTo>
                      <a:cubicBezTo>
                        <a:pt x="297" y="1161"/>
                        <a:pt x="318" y="1159"/>
                        <a:pt x="339" y="1156"/>
                      </a:cubicBezTo>
                      <a:cubicBezTo>
                        <a:pt x="538" y="1120"/>
                        <a:pt x="738" y="721"/>
                        <a:pt x="828" y="432"/>
                      </a:cubicBezTo>
                      <a:cubicBezTo>
                        <a:pt x="898" y="205"/>
                        <a:pt x="703" y="0"/>
                        <a:pt x="48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8"/>
                <p:cNvSpPr/>
                <p:nvPr/>
              </p:nvSpPr>
              <p:spPr>
                <a:xfrm>
                  <a:off x="8035463" y="3134683"/>
                  <a:ext cx="61830" cy="81246"/>
                </a:xfrm>
                <a:custGeom>
                  <a:rect b="b" l="l" r="r" t="t"/>
                  <a:pathLst>
                    <a:path extrusionOk="0" h="1293" w="984">
                      <a:moveTo>
                        <a:pt x="529" y="132"/>
                      </a:moveTo>
                      <a:cubicBezTo>
                        <a:pt x="603" y="132"/>
                        <a:pt x="671" y="161"/>
                        <a:pt x="716" y="197"/>
                      </a:cubicBezTo>
                      <a:cubicBezTo>
                        <a:pt x="787" y="253"/>
                        <a:pt x="849" y="356"/>
                        <a:pt x="810" y="479"/>
                      </a:cubicBezTo>
                      <a:cubicBezTo>
                        <a:pt x="712" y="791"/>
                        <a:pt x="522" y="1130"/>
                        <a:pt x="372" y="1158"/>
                      </a:cubicBezTo>
                      <a:cubicBezTo>
                        <a:pt x="355" y="1161"/>
                        <a:pt x="338" y="1162"/>
                        <a:pt x="322" y="1162"/>
                      </a:cubicBezTo>
                      <a:cubicBezTo>
                        <a:pt x="264" y="1162"/>
                        <a:pt x="212" y="1142"/>
                        <a:pt x="180" y="1104"/>
                      </a:cubicBezTo>
                      <a:cubicBezTo>
                        <a:pt x="149" y="1067"/>
                        <a:pt x="140" y="1020"/>
                        <a:pt x="156" y="972"/>
                      </a:cubicBezTo>
                      <a:cubicBezTo>
                        <a:pt x="204" y="825"/>
                        <a:pt x="365" y="288"/>
                        <a:pt x="403" y="162"/>
                      </a:cubicBezTo>
                      <a:cubicBezTo>
                        <a:pt x="445" y="141"/>
                        <a:pt x="488" y="132"/>
                        <a:pt x="529" y="132"/>
                      </a:cubicBezTo>
                      <a:close/>
                      <a:moveTo>
                        <a:pt x="530" y="1"/>
                      </a:moveTo>
                      <a:cubicBezTo>
                        <a:pt x="455" y="1"/>
                        <a:pt x="381" y="21"/>
                        <a:pt x="313" y="61"/>
                      </a:cubicBezTo>
                      <a:cubicBezTo>
                        <a:pt x="300" y="69"/>
                        <a:pt x="289" y="83"/>
                        <a:pt x="285" y="99"/>
                      </a:cubicBezTo>
                      <a:cubicBezTo>
                        <a:pt x="283" y="105"/>
                        <a:pt x="86" y="769"/>
                        <a:pt x="32" y="930"/>
                      </a:cubicBezTo>
                      <a:cubicBezTo>
                        <a:pt x="1" y="1023"/>
                        <a:pt x="19" y="1118"/>
                        <a:pt x="80" y="1190"/>
                      </a:cubicBezTo>
                      <a:cubicBezTo>
                        <a:pt x="139" y="1257"/>
                        <a:pt x="226" y="1293"/>
                        <a:pt x="323" y="1293"/>
                      </a:cubicBezTo>
                      <a:cubicBezTo>
                        <a:pt x="347" y="1293"/>
                        <a:pt x="371" y="1291"/>
                        <a:pt x="395" y="1287"/>
                      </a:cubicBezTo>
                      <a:cubicBezTo>
                        <a:pt x="646" y="1240"/>
                        <a:pt x="853" y="782"/>
                        <a:pt x="936" y="517"/>
                      </a:cubicBezTo>
                      <a:cubicBezTo>
                        <a:pt x="984" y="361"/>
                        <a:pt x="932" y="200"/>
                        <a:pt x="797" y="95"/>
                      </a:cubicBezTo>
                      <a:cubicBezTo>
                        <a:pt x="718" y="33"/>
                        <a:pt x="624" y="1"/>
                        <a:pt x="530"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8"/>
                <p:cNvSpPr/>
                <p:nvPr/>
              </p:nvSpPr>
              <p:spPr>
                <a:xfrm>
                  <a:off x="7966846" y="3172447"/>
                  <a:ext cx="63149" cy="51525"/>
                </a:xfrm>
                <a:custGeom>
                  <a:rect b="b" l="l" r="r" t="t"/>
                  <a:pathLst>
                    <a:path extrusionOk="0" h="820" w="1005">
                      <a:moveTo>
                        <a:pt x="284" y="0"/>
                      </a:moveTo>
                      <a:cubicBezTo>
                        <a:pt x="137" y="0"/>
                        <a:pt x="0" y="138"/>
                        <a:pt x="81" y="350"/>
                      </a:cubicBezTo>
                      <a:cubicBezTo>
                        <a:pt x="171" y="585"/>
                        <a:pt x="498" y="820"/>
                        <a:pt x="697" y="820"/>
                      </a:cubicBezTo>
                      <a:cubicBezTo>
                        <a:pt x="897" y="820"/>
                        <a:pt x="1005" y="639"/>
                        <a:pt x="824" y="403"/>
                      </a:cubicBezTo>
                      <a:cubicBezTo>
                        <a:pt x="824" y="403"/>
                        <a:pt x="498" y="41"/>
                        <a:pt x="335" y="6"/>
                      </a:cubicBezTo>
                      <a:cubicBezTo>
                        <a:pt x="318" y="2"/>
                        <a:pt x="301" y="0"/>
                        <a:pt x="28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8"/>
                <p:cNvSpPr/>
                <p:nvPr/>
              </p:nvSpPr>
              <p:spPr>
                <a:xfrm>
                  <a:off x="7965024" y="3168300"/>
                  <a:ext cx="65223" cy="59882"/>
                </a:xfrm>
                <a:custGeom>
                  <a:rect b="b" l="l" r="r" t="t"/>
                  <a:pathLst>
                    <a:path extrusionOk="0" h="953" w="1038">
                      <a:moveTo>
                        <a:pt x="314" y="131"/>
                      </a:moveTo>
                      <a:cubicBezTo>
                        <a:pt x="325" y="131"/>
                        <a:pt x="338" y="133"/>
                        <a:pt x="349" y="136"/>
                      </a:cubicBezTo>
                      <a:cubicBezTo>
                        <a:pt x="452" y="158"/>
                        <a:pt x="681" y="377"/>
                        <a:pt x="803" y="511"/>
                      </a:cubicBezTo>
                      <a:cubicBezTo>
                        <a:pt x="873" y="604"/>
                        <a:pt x="896" y="691"/>
                        <a:pt x="868" y="751"/>
                      </a:cubicBezTo>
                      <a:cubicBezTo>
                        <a:pt x="846" y="795"/>
                        <a:pt x="793" y="821"/>
                        <a:pt x="726" y="821"/>
                      </a:cubicBezTo>
                      <a:cubicBezTo>
                        <a:pt x="559" y="821"/>
                        <a:pt x="255" y="609"/>
                        <a:pt x="171" y="392"/>
                      </a:cubicBezTo>
                      <a:cubicBezTo>
                        <a:pt x="140" y="310"/>
                        <a:pt x="146" y="236"/>
                        <a:pt x="189" y="187"/>
                      </a:cubicBezTo>
                      <a:cubicBezTo>
                        <a:pt x="219" y="151"/>
                        <a:pt x="265" y="131"/>
                        <a:pt x="314" y="131"/>
                      </a:cubicBezTo>
                      <a:close/>
                      <a:moveTo>
                        <a:pt x="313" y="0"/>
                      </a:moveTo>
                      <a:cubicBezTo>
                        <a:pt x="228" y="0"/>
                        <a:pt x="145" y="37"/>
                        <a:pt x="90" y="101"/>
                      </a:cubicBezTo>
                      <a:cubicBezTo>
                        <a:pt x="15" y="188"/>
                        <a:pt x="0" y="312"/>
                        <a:pt x="49" y="439"/>
                      </a:cubicBezTo>
                      <a:cubicBezTo>
                        <a:pt x="145" y="689"/>
                        <a:pt x="492" y="952"/>
                        <a:pt x="726" y="952"/>
                      </a:cubicBezTo>
                      <a:cubicBezTo>
                        <a:pt x="844" y="952"/>
                        <a:pt x="940" y="899"/>
                        <a:pt x="985" y="808"/>
                      </a:cubicBezTo>
                      <a:cubicBezTo>
                        <a:pt x="1038" y="702"/>
                        <a:pt x="1008" y="564"/>
                        <a:pt x="905" y="429"/>
                      </a:cubicBezTo>
                      <a:cubicBezTo>
                        <a:pt x="903" y="428"/>
                        <a:pt x="902" y="427"/>
                        <a:pt x="901" y="426"/>
                      </a:cubicBezTo>
                      <a:cubicBezTo>
                        <a:pt x="867" y="388"/>
                        <a:pt x="556" y="48"/>
                        <a:pt x="378" y="8"/>
                      </a:cubicBezTo>
                      <a:cubicBezTo>
                        <a:pt x="356" y="3"/>
                        <a:pt x="334" y="0"/>
                        <a:pt x="313"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8"/>
                <p:cNvSpPr/>
                <p:nvPr/>
              </p:nvSpPr>
              <p:spPr>
                <a:xfrm>
                  <a:off x="7945733" y="3250428"/>
                  <a:ext cx="64971" cy="48634"/>
                </a:xfrm>
                <a:custGeom>
                  <a:rect b="b" l="l" r="r" t="t"/>
                  <a:pathLst>
                    <a:path extrusionOk="0" h="774" w="1034">
                      <a:moveTo>
                        <a:pt x="238" y="1"/>
                      </a:moveTo>
                      <a:cubicBezTo>
                        <a:pt x="212" y="1"/>
                        <a:pt x="187" y="5"/>
                        <a:pt x="163" y="14"/>
                      </a:cubicBezTo>
                      <a:cubicBezTo>
                        <a:pt x="163" y="14"/>
                        <a:pt x="1" y="304"/>
                        <a:pt x="163" y="467"/>
                      </a:cubicBezTo>
                      <a:cubicBezTo>
                        <a:pt x="289" y="593"/>
                        <a:pt x="654" y="773"/>
                        <a:pt x="846" y="773"/>
                      </a:cubicBezTo>
                      <a:cubicBezTo>
                        <a:pt x="903" y="773"/>
                        <a:pt x="944" y="758"/>
                        <a:pt x="961" y="721"/>
                      </a:cubicBezTo>
                      <a:cubicBezTo>
                        <a:pt x="1033" y="558"/>
                        <a:pt x="906" y="431"/>
                        <a:pt x="761" y="304"/>
                      </a:cubicBezTo>
                      <a:cubicBezTo>
                        <a:pt x="635" y="193"/>
                        <a:pt x="413" y="1"/>
                        <a:pt x="2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8"/>
                <p:cNvSpPr/>
                <p:nvPr/>
              </p:nvSpPr>
              <p:spPr>
                <a:xfrm>
                  <a:off x="7940706" y="3246343"/>
                  <a:ext cx="75276" cy="56803"/>
                </a:xfrm>
                <a:custGeom>
                  <a:rect b="b" l="l" r="r" t="t"/>
                  <a:pathLst>
                    <a:path extrusionOk="0" h="904" w="1198">
                      <a:moveTo>
                        <a:pt x="319" y="131"/>
                      </a:moveTo>
                      <a:cubicBezTo>
                        <a:pt x="470" y="131"/>
                        <a:pt x="695" y="329"/>
                        <a:pt x="798" y="418"/>
                      </a:cubicBezTo>
                      <a:cubicBezTo>
                        <a:pt x="958" y="558"/>
                        <a:pt x="1029" y="649"/>
                        <a:pt x="981" y="759"/>
                      </a:cubicBezTo>
                      <a:cubicBezTo>
                        <a:pt x="978" y="766"/>
                        <a:pt x="961" y="769"/>
                        <a:pt x="957" y="770"/>
                      </a:cubicBezTo>
                      <a:cubicBezTo>
                        <a:pt x="947" y="772"/>
                        <a:pt x="937" y="772"/>
                        <a:pt x="925" y="772"/>
                      </a:cubicBezTo>
                      <a:cubicBezTo>
                        <a:pt x="763" y="772"/>
                        <a:pt x="412" y="608"/>
                        <a:pt x="289" y="486"/>
                      </a:cubicBezTo>
                      <a:cubicBezTo>
                        <a:pt x="187" y="383"/>
                        <a:pt x="259" y="198"/>
                        <a:pt x="289" y="134"/>
                      </a:cubicBezTo>
                      <a:cubicBezTo>
                        <a:pt x="299" y="132"/>
                        <a:pt x="309" y="131"/>
                        <a:pt x="319" y="131"/>
                      </a:cubicBezTo>
                      <a:close/>
                      <a:moveTo>
                        <a:pt x="317" y="0"/>
                      </a:moveTo>
                      <a:cubicBezTo>
                        <a:pt x="284" y="0"/>
                        <a:pt x="251" y="6"/>
                        <a:pt x="219" y="19"/>
                      </a:cubicBezTo>
                      <a:cubicBezTo>
                        <a:pt x="205" y="24"/>
                        <a:pt x="194" y="34"/>
                        <a:pt x="187" y="47"/>
                      </a:cubicBezTo>
                      <a:cubicBezTo>
                        <a:pt x="178" y="61"/>
                        <a:pt x="1" y="383"/>
                        <a:pt x="197" y="578"/>
                      </a:cubicBezTo>
                      <a:cubicBezTo>
                        <a:pt x="333" y="714"/>
                        <a:pt x="712" y="903"/>
                        <a:pt x="928" y="903"/>
                      </a:cubicBezTo>
                      <a:cubicBezTo>
                        <a:pt x="947" y="903"/>
                        <a:pt x="964" y="902"/>
                        <a:pt x="980" y="899"/>
                      </a:cubicBezTo>
                      <a:cubicBezTo>
                        <a:pt x="1053" y="885"/>
                        <a:pt x="1086" y="844"/>
                        <a:pt x="1101" y="812"/>
                      </a:cubicBezTo>
                      <a:cubicBezTo>
                        <a:pt x="1197" y="594"/>
                        <a:pt x="1009" y="429"/>
                        <a:pt x="884" y="320"/>
                      </a:cubicBezTo>
                      <a:cubicBezTo>
                        <a:pt x="751" y="203"/>
                        <a:pt x="520" y="0"/>
                        <a:pt x="317"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8"/>
                <p:cNvSpPr/>
                <p:nvPr/>
              </p:nvSpPr>
              <p:spPr>
                <a:xfrm>
                  <a:off x="7975329" y="3324072"/>
                  <a:ext cx="56991" cy="30601"/>
                </a:xfrm>
                <a:custGeom>
                  <a:rect b="b" l="l" r="r" t="t"/>
                  <a:pathLst>
                    <a:path extrusionOk="0" h="487" w="907">
                      <a:moveTo>
                        <a:pt x="73" y="1"/>
                      </a:moveTo>
                      <a:cubicBezTo>
                        <a:pt x="73" y="1"/>
                        <a:pt x="1" y="182"/>
                        <a:pt x="146" y="327"/>
                      </a:cubicBezTo>
                      <a:cubicBezTo>
                        <a:pt x="247" y="429"/>
                        <a:pt x="358" y="486"/>
                        <a:pt x="477" y="486"/>
                      </a:cubicBezTo>
                      <a:cubicBezTo>
                        <a:pt x="528" y="486"/>
                        <a:pt x="580" y="476"/>
                        <a:pt x="635" y="454"/>
                      </a:cubicBezTo>
                      <a:cubicBezTo>
                        <a:pt x="815" y="382"/>
                        <a:pt x="906" y="327"/>
                        <a:pt x="906" y="327"/>
                      </a:cubicBezTo>
                      <a:lnTo>
                        <a:pt x="345" y="200"/>
                      </a:lnTo>
                      <a:lnTo>
                        <a:pt x="7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8"/>
                <p:cNvSpPr/>
                <p:nvPr/>
              </p:nvSpPr>
              <p:spPr>
                <a:xfrm>
                  <a:off x="7970616" y="3319988"/>
                  <a:ext cx="66040" cy="38769"/>
                </a:xfrm>
                <a:custGeom>
                  <a:rect b="b" l="l" r="r" t="t"/>
                  <a:pathLst>
                    <a:path extrusionOk="0" h="617" w="1051">
                      <a:moveTo>
                        <a:pt x="195" y="182"/>
                      </a:moveTo>
                      <a:lnTo>
                        <a:pt x="381" y="319"/>
                      </a:lnTo>
                      <a:cubicBezTo>
                        <a:pt x="387" y="324"/>
                        <a:pt x="396" y="327"/>
                        <a:pt x="405" y="329"/>
                      </a:cubicBezTo>
                      <a:lnTo>
                        <a:pt x="786" y="415"/>
                      </a:lnTo>
                      <a:cubicBezTo>
                        <a:pt x="757" y="429"/>
                        <a:pt x="723" y="443"/>
                        <a:pt x="685" y="458"/>
                      </a:cubicBezTo>
                      <a:cubicBezTo>
                        <a:pt x="640" y="476"/>
                        <a:pt x="596" y="485"/>
                        <a:pt x="552" y="485"/>
                      </a:cubicBezTo>
                      <a:cubicBezTo>
                        <a:pt x="454" y="485"/>
                        <a:pt x="360" y="439"/>
                        <a:pt x="267" y="346"/>
                      </a:cubicBezTo>
                      <a:cubicBezTo>
                        <a:pt x="212" y="292"/>
                        <a:pt x="196" y="231"/>
                        <a:pt x="195" y="182"/>
                      </a:cubicBezTo>
                      <a:close/>
                      <a:moveTo>
                        <a:pt x="147" y="1"/>
                      </a:moveTo>
                      <a:cubicBezTo>
                        <a:pt x="141" y="1"/>
                        <a:pt x="136" y="1"/>
                        <a:pt x="130" y="3"/>
                      </a:cubicBezTo>
                      <a:cubicBezTo>
                        <a:pt x="110" y="9"/>
                        <a:pt x="95" y="23"/>
                        <a:pt x="87" y="42"/>
                      </a:cubicBezTo>
                      <a:cubicBezTo>
                        <a:pt x="83" y="51"/>
                        <a:pt x="0" y="265"/>
                        <a:pt x="174" y="438"/>
                      </a:cubicBezTo>
                      <a:cubicBezTo>
                        <a:pt x="292" y="557"/>
                        <a:pt x="421" y="617"/>
                        <a:pt x="553" y="617"/>
                      </a:cubicBezTo>
                      <a:cubicBezTo>
                        <a:pt x="613" y="617"/>
                        <a:pt x="673" y="604"/>
                        <a:pt x="734" y="580"/>
                      </a:cubicBezTo>
                      <a:cubicBezTo>
                        <a:pt x="917" y="507"/>
                        <a:pt x="1011" y="451"/>
                        <a:pt x="1015" y="449"/>
                      </a:cubicBezTo>
                      <a:cubicBezTo>
                        <a:pt x="1038" y="435"/>
                        <a:pt x="1051" y="409"/>
                        <a:pt x="1046" y="382"/>
                      </a:cubicBezTo>
                      <a:cubicBezTo>
                        <a:pt x="1042" y="356"/>
                        <a:pt x="1022" y="335"/>
                        <a:pt x="996" y="328"/>
                      </a:cubicBezTo>
                      <a:lnTo>
                        <a:pt x="447" y="204"/>
                      </a:lnTo>
                      <a:lnTo>
                        <a:pt x="187" y="13"/>
                      </a:lnTo>
                      <a:cubicBezTo>
                        <a:pt x="175" y="5"/>
                        <a:pt x="161" y="1"/>
                        <a:pt x="147"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8"/>
                <p:cNvSpPr/>
                <p:nvPr/>
              </p:nvSpPr>
              <p:spPr>
                <a:xfrm>
                  <a:off x="8076182" y="2583166"/>
                  <a:ext cx="609374" cy="831747"/>
                </a:xfrm>
                <a:custGeom>
                  <a:rect b="b" l="l" r="r" t="t"/>
                  <a:pathLst>
                    <a:path extrusionOk="0" h="13237" w="9698">
                      <a:moveTo>
                        <a:pt x="7817" y="1"/>
                      </a:moveTo>
                      <a:lnTo>
                        <a:pt x="6852" y="620"/>
                      </a:lnTo>
                      <a:cubicBezTo>
                        <a:pt x="6852" y="620"/>
                        <a:pt x="5814" y="1658"/>
                        <a:pt x="5690" y="2672"/>
                      </a:cubicBezTo>
                      <a:cubicBezTo>
                        <a:pt x="5566" y="3687"/>
                        <a:pt x="5887" y="8288"/>
                        <a:pt x="5887" y="8288"/>
                      </a:cubicBezTo>
                      <a:cubicBezTo>
                        <a:pt x="5887" y="8288"/>
                        <a:pt x="5879" y="8287"/>
                        <a:pt x="5865" y="8287"/>
                      </a:cubicBezTo>
                      <a:cubicBezTo>
                        <a:pt x="5804" y="8287"/>
                        <a:pt x="5640" y="8304"/>
                        <a:pt x="5640" y="8485"/>
                      </a:cubicBezTo>
                      <a:cubicBezTo>
                        <a:pt x="5640" y="8709"/>
                        <a:pt x="5664" y="8981"/>
                        <a:pt x="5664" y="8981"/>
                      </a:cubicBezTo>
                      <a:cubicBezTo>
                        <a:pt x="5664" y="8981"/>
                        <a:pt x="2078" y="10317"/>
                        <a:pt x="1706" y="10391"/>
                      </a:cubicBezTo>
                      <a:cubicBezTo>
                        <a:pt x="1641" y="10404"/>
                        <a:pt x="1577" y="10409"/>
                        <a:pt x="1514" y="10409"/>
                      </a:cubicBezTo>
                      <a:cubicBezTo>
                        <a:pt x="1371" y="10409"/>
                        <a:pt x="1233" y="10385"/>
                        <a:pt x="1097" y="10385"/>
                      </a:cubicBezTo>
                      <a:cubicBezTo>
                        <a:pt x="955" y="10385"/>
                        <a:pt x="813" y="10411"/>
                        <a:pt x="668" y="10515"/>
                      </a:cubicBezTo>
                      <a:cubicBezTo>
                        <a:pt x="321" y="10761"/>
                        <a:pt x="0" y="11702"/>
                        <a:pt x="247" y="12345"/>
                      </a:cubicBezTo>
                      <a:cubicBezTo>
                        <a:pt x="494" y="12988"/>
                        <a:pt x="1509" y="13211"/>
                        <a:pt x="1830" y="13236"/>
                      </a:cubicBezTo>
                      <a:cubicBezTo>
                        <a:pt x="1834" y="13236"/>
                        <a:pt x="1839" y="13236"/>
                        <a:pt x="1845" y="13236"/>
                      </a:cubicBezTo>
                      <a:cubicBezTo>
                        <a:pt x="2282" y="13236"/>
                        <a:pt x="7161" y="12344"/>
                        <a:pt x="8064" y="12296"/>
                      </a:cubicBezTo>
                      <a:cubicBezTo>
                        <a:pt x="8979" y="12246"/>
                        <a:pt x="8930" y="10761"/>
                        <a:pt x="8930" y="10761"/>
                      </a:cubicBezTo>
                      <a:lnTo>
                        <a:pt x="9548" y="6384"/>
                      </a:lnTo>
                      <a:cubicBezTo>
                        <a:pt x="9548" y="6384"/>
                        <a:pt x="9697" y="3118"/>
                        <a:pt x="9326" y="1955"/>
                      </a:cubicBezTo>
                      <a:cubicBezTo>
                        <a:pt x="8955" y="793"/>
                        <a:pt x="8584" y="124"/>
                        <a:pt x="78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8"/>
                <p:cNvSpPr/>
                <p:nvPr/>
              </p:nvSpPr>
              <p:spPr>
                <a:xfrm>
                  <a:off x="8071155" y="2579019"/>
                  <a:ext cx="618234" cy="839978"/>
                </a:xfrm>
                <a:custGeom>
                  <a:rect b="b" l="l" r="r" t="t"/>
                  <a:pathLst>
                    <a:path extrusionOk="0" h="13368" w="9839">
                      <a:moveTo>
                        <a:pt x="7896" y="0"/>
                      </a:moveTo>
                      <a:cubicBezTo>
                        <a:pt x="7865" y="0"/>
                        <a:pt x="7837" y="24"/>
                        <a:pt x="7833" y="56"/>
                      </a:cubicBezTo>
                      <a:cubicBezTo>
                        <a:pt x="7826" y="92"/>
                        <a:pt x="7851" y="125"/>
                        <a:pt x="7886" y="132"/>
                      </a:cubicBezTo>
                      <a:cubicBezTo>
                        <a:pt x="8633" y="252"/>
                        <a:pt x="8987" y="923"/>
                        <a:pt x="9344" y="2041"/>
                      </a:cubicBezTo>
                      <a:cubicBezTo>
                        <a:pt x="9707" y="3179"/>
                        <a:pt x="9564" y="6414"/>
                        <a:pt x="9564" y="6440"/>
                      </a:cubicBezTo>
                      <a:lnTo>
                        <a:pt x="8945" y="10830"/>
                      </a:lnTo>
                      <a:cubicBezTo>
                        <a:pt x="8945" y="10844"/>
                        <a:pt x="8981" y="12250"/>
                        <a:pt x="8141" y="12295"/>
                      </a:cubicBezTo>
                      <a:cubicBezTo>
                        <a:pt x="7649" y="12323"/>
                        <a:pt x="5984" y="12598"/>
                        <a:pt x="4515" y="12841"/>
                      </a:cubicBezTo>
                      <a:cubicBezTo>
                        <a:pt x="3330" y="13037"/>
                        <a:pt x="2108" y="13236"/>
                        <a:pt x="1925" y="13236"/>
                      </a:cubicBezTo>
                      <a:cubicBezTo>
                        <a:pt x="1922" y="13236"/>
                        <a:pt x="1918" y="13236"/>
                        <a:pt x="1915" y="13236"/>
                      </a:cubicBezTo>
                      <a:cubicBezTo>
                        <a:pt x="1654" y="13216"/>
                        <a:pt x="629" y="13013"/>
                        <a:pt x="389" y="12388"/>
                      </a:cubicBezTo>
                      <a:cubicBezTo>
                        <a:pt x="152" y="11773"/>
                        <a:pt x="468" y="10860"/>
                        <a:pt x="785" y="10633"/>
                      </a:cubicBezTo>
                      <a:cubicBezTo>
                        <a:pt x="916" y="10540"/>
                        <a:pt x="1042" y="10517"/>
                        <a:pt x="1174" y="10517"/>
                      </a:cubicBezTo>
                      <a:cubicBezTo>
                        <a:pt x="1238" y="10517"/>
                        <a:pt x="1305" y="10523"/>
                        <a:pt x="1374" y="10528"/>
                      </a:cubicBezTo>
                      <a:cubicBezTo>
                        <a:pt x="1445" y="10534"/>
                        <a:pt x="1518" y="10540"/>
                        <a:pt x="1594" y="10540"/>
                      </a:cubicBezTo>
                      <a:cubicBezTo>
                        <a:pt x="1660" y="10540"/>
                        <a:pt x="1729" y="10535"/>
                        <a:pt x="1799" y="10521"/>
                      </a:cubicBezTo>
                      <a:cubicBezTo>
                        <a:pt x="2172" y="10447"/>
                        <a:pt x="5621" y="9163"/>
                        <a:pt x="5768" y="9108"/>
                      </a:cubicBezTo>
                      <a:cubicBezTo>
                        <a:pt x="5795" y="9098"/>
                        <a:pt x="5813" y="9070"/>
                        <a:pt x="5810" y="9040"/>
                      </a:cubicBezTo>
                      <a:cubicBezTo>
                        <a:pt x="5810" y="9038"/>
                        <a:pt x="5785" y="8769"/>
                        <a:pt x="5785" y="8551"/>
                      </a:cubicBezTo>
                      <a:cubicBezTo>
                        <a:pt x="5785" y="8509"/>
                        <a:pt x="5797" y="8478"/>
                        <a:pt x="5820" y="8457"/>
                      </a:cubicBezTo>
                      <a:cubicBezTo>
                        <a:pt x="5855" y="8425"/>
                        <a:pt x="5914" y="8419"/>
                        <a:pt x="5946" y="8419"/>
                      </a:cubicBezTo>
                      <a:cubicBezTo>
                        <a:pt x="5952" y="8419"/>
                        <a:pt x="5957" y="8419"/>
                        <a:pt x="5961" y="8419"/>
                      </a:cubicBezTo>
                      <a:cubicBezTo>
                        <a:pt x="5962" y="8419"/>
                        <a:pt x="5964" y="8419"/>
                        <a:pt x="5965" y="8419"/>
                      </a:cubicBezTo>
                      <a:cubicBezTo>
                        <a:pt x="5983" y="8419"/>
                        <a:pt x="6000" y="8413"/>
                        <a:pt x="6013" y="8401"/>
                      </a:cubicBezTo>
                      <a:cubicBezTo>
                        <a:pt x="6027" y="8388"/>
                        <a:pt x="6034" y="8369"/>
                        <a:pt x="6033" y="8349"/>
                      </a:cubicBezTo>
                      <a:cubicBezTo>
                        <a:pt x="6030" y="8304"/>
                        <a:pt x="5713" y="3742"/>
                        <a:pt x="5835" y="2747"/>
                      </a:cubicBezTo>
                      <a:cubicBezTo>
                        <a:pt x="5954" y="1766"/>
                        <a:pt x="6968" y="741"/>
                        <a:pt x="6979" y="732"/>
                      </a:cubicBezTo>
                      <a:cubicBezTo>
                        <a:pt x="7004" y="706"/>
                        <a:pt x="7004" y="665"/>
                        <a:pt x="6979" y="638"/>
                      </a:cubicBezTo>
                      <a:cubicBezTo>
                        <a:pt x="6966" y="626"/>
                        <a:pt x="6949" y="620"/>
                        <a:pt x="6932" y="620"/>
                      </a:cubicBezTo>
                      <a:cubicBezTo>
                        <a:pt x="6916" y="620"/>
                        <a:pt x="6899" y="626"/>
                        <a:pt x="6886" y="638"/>
                      </a:cubicBezTo>
                      <a:cubicBezTo>
                        <a:pt x="6843" y="681"/>
                        <a:pt x="5829" y="1706"/>
                        <a:pt x="5705" y="2731"/>
                      </a:cubicBezTo>
                      <a:cubicBezTo>
                        <a:pt x="5588" y="3684"/>
                        <a:pt x="5857" y="7693"/>
                        <a:pt x="5898" y="8290"/>
                      </a:cubicBezTo>
                      <a:cubicBezTo>
                        <a:pt x="5847" y="8296"/>
                        <a:pt x="5783" y="8313"/>
                        <a:pt x="5732" y="8359"/>
                      </a:cubicBezTo>
                      <a:cubicBezTo>
                        <a:pt x="5697" y="8392"/>
                        <a:pt x="5654" y="8452"/>
                        <a:pt x="5654" y="8551"/>
                      </a:cubicBezTo>
                      <a:cubicBezTo>
                        <a:pt x="5654" y="8720"/>
                        <a:pt x="5668" y="8913"/>
                        <a:pt x="5675" y="9003"/>
                      </a:cubicBezTo>
                      <a:cubicBezTo>
                        <a:pt x="5253" y="9159"/>
                        <a:pt x="2113" y="10325"/>
                        <a:pt x="1774" y="10392"/>
                      </a:cubicBezTo>
                      <a:cubicBezTo>
                        <a:pt x="1713" y="10405"/>
                        <a:pt x="1652" y="10409"/>
                        <a:pt x="1592" y="10409"/>
                      </a:cubicBezTo>
                      <a:cubicBezTo>
                        <a:pt x="1522" y="10409"/>
                        <a:pt x="1453" y="10403"/>
                        <a:pt x="1385" y="10397"/>
                      </a:cubicBezTo>
                      <a:cubicBezTo>
                        <a:pt x="1316" y="10392"/>
                        <a:pt x="1247" y="10386"/>
                        <a:pt x="1177" y="10386"/>
                      </a:cubicBezTo>
                      <a:cubicBezTo>
                        <a:pt x="1026" y="10386"/>
                        <a:pt x="870" y="10413"/>
                        <a:pt x="710" y="10527"/>
                      </a:cubicBezTo>
                      <a:cubicBezTo>
                        <a:pt x="345" y="10788"/>
                        <a:pt x="0" y="11746"/>
                        <a:pt x="266" y="12435"/>
                      </a:cubicBezTo>
                      <a:cubicBezTo>
                        <a:pt x="526" y="13113"/>
                        <a:pt x="1563" y="13341"/>
                        <a:pt x="1905" y="13367"/>
                      </a:cubicBezTo>
                      <a:cubicBezTo>
                        <a:pt x="1910" y="13367"/>
                        <a:pt x="1917" y="13368"/>
                        <a:pt x="1924" y="13368"/>
                      </a:cubicBezTo>
                      <a:cubicBezTo>
                        <a:pt x="2122" y="13368"/>
                        <a:pt x="3056" y="13215"/>
                        <a:pt x="4536" y="12970"/>
                      </a:cubicBezTo>
                      <a:cubicBezTo>
                        <a:pt x="6002" y="12728"/>
                        <a:pt x="7664" y="12453"/>
                        <a:pt x="8147" y="12427"/>
                      </a:cubicBezTo>
                      <a:cubicBezTo>
                        <a:pt x="9116" y="12374"/>
                        <a:pt x="9078" y="10888"/>
                        <a:pt x="9075" y="10837"/>
                      </a:cubicBezTo>
                      <a:lnTo>
                        <a:pt x="9694" y="6452"/>
                      </a:lnTo>
                      <a:cubicBezTo>
                        <a:pt x="9700" y="6318"/>
                        <a:pt x="9839" y="3161"/>
                        <a:pt x="9469" y="2001"/>
                      </a:cubicBezTo>
                      <a:cubicBezTo>
                        <a:pt x="9096" y="835"/>
                        <a:pt x="8721" y="134"/>
                        <a:pt x="7907" y="1"/>
                      </a:cubicBezTo>
                      <a:cubicBezTo>
                        <a:pt x="7903" y="1"/>
                        <a:pt x="7900" y="0"/>
                        <a:pt x="78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8"/>
                <p:cNvSpPr/>
                <p:nvPr/>
              </p:nvSpPr>
              <p:spPr>
                <a:xfrm>
                  <a:off x="6649286" y="3463884"/>
                  <a:ext cx="715628" cy="1567985"/>
                </a:xfrm>
                <a:custGeom>
                  <a:rect b="b" l="l" r="r" t="t"/>
                  <a:pathLst>
                    <a:path extrusionOk="0" h="24954" w="11389">
                      <a:moveTo>
                        <a:pt x="10305" y="0"/>
                      </a:moveTo>
                      <a:lnTo>
                        <a:pt x="9692" y="157"/>
                      </a:lnTo>
                      <a:lnTo>
                        <a:pt x="1" y="573"/>
                      </a:lnTo>
                      <a:lnTo>
                        <a:pt x="1" y="1595"/>
                      </a:lnTo>
                      <a:lnTo>
                        <a:pt x="1175" y="10303"/>
                      </a:lnTo>
                      <a:cubicBezTo>
                        <a:pt x="1175" y="10303"/>
                        <a:pt x="568" y="13142"/>
                        <a:pt x="683" y="14240"/>
                      </a:cubicBezTo>
                      <a:cubicBezTo>
                        <a:pt x="796" y="15338"/>
                        <a:pt x="1477" y="21661"/>
                        <a:pt x="1477" y="21661"/>
                      </a:cubicBezTo>
                      <a:cubicBezTo>
                        <a:pt x="1477" y="21661"/>
                        <a:pt x="1250" y="22153"/>
                        <a:pt x="1250" y="22342"/>
                      </a:cubicBezTo>
                      <a:lnTo>
                        <a:pt x="1250" y="22985"/>
                      </a:lnTo>
                      <a:cubicBezTo>
                        <a:pt x="1250" y="22985"/>
                        <a:pt x="872" y="24386"/>
                        <a:pt x="872" y="24651"/>
                      </a:cubicBezTo>
                      <a:cubicBezTo>
                        <a:pt x="872" y="24916"/>
                        <a:pt x="1326" y="24954"/>
                        <a:pt x="1477" y="24954"/>
                      </a:cubicBezTo>
                      <a:lnTo>
                        <a:pt x="3673" y="24954"/>
                      </a:lnTo>
                      <a:cubicBezTo>
                        <a:pt x="3673" y="24954"/>
                        <a:pt x="3900" y="24576"/>
                        <a:pt x="3900" y="24197"/>
                      </a:cubicBezTo>
                      <a:cubicBezTo>
                        <a:pt x="3900" y="23818"/>
                        <a:pt x="3711" y="22834"/>
                        <a:pt x="3711" y="22683"/>
                      </a:cubicBezTo>
                      <a:cubicBezTo>
                        <a:pt x="3711" y="22531"/>
                        <a:pt x="3787" y="21925"/>
                        <a:pt x="3711" y="21509"/>
                      </a:cubicBezTo>
                      <a:cubicBezTo>
                        <a:pt x="3635" y="21092"/>
                        <a:pt x="3408" y="19995"/>
                        <a:pt x="3408" y="19995"/>
                      </a:cubicBezTo>
                      <a:cubicBezTo>
                        <a:pt x="3408" y="19995"/>
                        <a:pt x="4279" y="13142"/>
                        <a:pt x="4354" y="12877"/>
                      </a:cubicBezTo>
                      <a:cubicBezTo>
                        <a:pt x="4430" y="12612"/>
                        <a:pt x="5036" y="9507"/>
                        <a:pt x="5074" y="9394"/>
                      </a:cubicBezTo>
                      <a:cubicBezTo>
                        <a:pt x="5112" y="9281"/>
                        <a:pt x="5187" y="7501"/>
                        <a:pt x="5187" y="7501"/>
                      </a:cubicBezTo>
                      <a:lnTo>
                        <a:pt x="5755" y="12196"/>
                      </a:lnTo>
                      <a:cubicBezTo>
                        <a:pt x="5755" y="12196"/>
                        <a:pt x="5187" y="14732"/>
                        <a:pt x="5414" y="16133"/>
                      </a:cubicBezTo>
                      <a:cubicBezTo>
                        <a:pt x="5642" y="17534"/>
                        <a:pt x="6398" y="21888"/>
                        <a:pt x="6398" y="21888"/>
                      </a:cubicBezTo>
                      <a:cubicBezTo>
                        <a:pt x="6398" y="21888"/>
                        <a:pt x="6247" y="22910"/>
                        <a:pt x="6361" y="23062"/>
                      </a:cubicBezTo>
                      <a:cubicBezTo>
                        <a:pt x="6475" y="23213"/>
                        <a:pt x="6285" y="24462"/>
                        <a:pt x="6475" y="24576"/>
                      </a:cubicBezTo>
                      <a:cubicBezTo>
                        <a:pt x="6556" y="24624"/>
                        <a:pt x="6776" y="24638"/>
                        <a:pt x="7022" y="24638"/>
                      </a:cubicBezTo>
                      <a:cubicBezTo>
                        <a:pt x="7350" y="24638"/>
                        <a:pt x="7724" y="24614"/>
                        <a:pt x="7875" y="24614"/>
                      </a:cubicBezTo>
                      <a:cubicBezTo>
                        <a:pt x="8140" y="24614"/>
                        <a:pt x="9011" y="24651"/>
                        <a:pt x="9692" y="24689"/>
                      </a:cubicBezTo>
                      <a:cubicBezTo>
                        <a:pt x="9969" y="24705"/>
                        <a:pt x="10308" y="24726"/>
                        <a:pt x="10606" y="24726"/>
                      </a:cubicBezTo>
                      <a:cubicBezTo>
                        <a:pt x="11041" y="24726"/>
                        <a:pt x="11388" y="24680"/>
                        <a:pt x="11321" y="24500"/>
                      </a:cubicBezTo>
                      <a:cubicBezTo>
                        <a:pt x="11206" y="24197"/>
                        <a:pt x="10790" y="23667"/>
                        <a:pt x="10335" y="23439"/>
                      </a:cubicBezTo>
                      <a:cubicBezTo>
                        <a:pt x="9881" y="23213"/>
                        <a:pt x="8859" y="22342"/>
                        <a:pt x="8859" y="22342"/>
                      </a:cubicBezTo>
                      <a:lnTo>
                        <a:pt x="8746" y="21736"/>
                      </a:lnTo>
                      <a:cubicBezTo>
                        <a:pt x="8746" y="21736"/>
                        <a:pt x="8405" y="21433"/>
                        <a:pt x="8405" y="21169"/>
                      </a:cubicBezTo>
                      <a:cubicBezTo>
                        <a:pt x="8405" y="20903"/>
                        <a:pt x="8595" y="16550"/>
                        <a:pt x="8595" y="15679"/>
                      </a:cubicBezTo>
                      <a:cubicBezTo>
                        <a:pt x="8595" y="14808"/>
                        <a:pt x="8746" y="11476"/>
                        <a:pt x="8746" y="10454"/>
                      </a:cubicBezTo>
                      <a:cubicBezTo>
                        <a:pt x="8746" y="9470"/>
                        <a:pt x="10482" y="1460"/>
                        <a:pt x="10475" y="1460"/>
                      </a:cubicBezTo>
                      <a:lnTo>
                        <a:pt x="10475" y="1460"/>
                      </a:lnTo>
                      <a:cubicBezTo>
                        <a:pt x="10475" y="1460"/>
                        <a:pt x="10472" y="1472"/>
                        <a:pt x="10467" y="1497"/>
                      </a:cubicBezTo>
                      <a:cubicBezTo>
                        <a:pt x="10432" y="1650"/>
                        <a:pt x="10407" y="1714"/>
                        <a:pt x="10388" y="1714"/>
                      </a:cubicBezTo>
                      <a:cubicBezTo>
                        <a:pt x="10299" y="1714"/>
                        <a:pt x="10370" y="223"/>
                        <a:pt x="103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8"/>
                <p:cNvSpPr/>
                <p:nvPr/>
              </p:nvSpPr>
              <p:spPr>
                <a:xfrm>
                  <a:off x="6645139" y="3459736"/>
                  <a:ext cx="721032" cy="1576279"/>
                </a:xfrm>
                <a:custGeom>
                  <a:rect b="b" l="l" r="r" t="t"/>
                  <a:pathLst>
                    <a:path extrusionOk="0" h="25086" w="11475">
                      <a:moveTo>
                        <a:pt x="10320" y="147"/>
                      </a:moveTo>
                      <a:cubicBezTo>
                        <a:pt x="10336" y="296"/>
                        <a:pt x="10337" y="619"/>
                        <a:pt x="10339" y="910"/>
                      </a:cubicBezTo>
                      <a:cubicBezTo>
                        <a:pt x="10341" y="1639"/>
                        <a:pt x="10352" y="1797"/>
                        <a:pt x="10410" y="1835"/>
                      </a:cubicBezTo>
                      <a:cubicBezTo>
                        <a:pt x="10401" y="1876"/>
                        <a:pt x="10392" y="1921"/>
                        <a:pt x="10382" y="1968"/>
                      </a:cubicBezTo>
                      <a:cubicBezTo>
                        <a:pt x="9297" y="7079"/>
                        <a:pt x="8747" y="9956"/>
                        <a:pt x="8747" y="10520"/>
                      </a:cubicBezTo>
                      <a:cubicBezTo>
                        <a:pt x="8747" y="11050"/>
                        <a:pt x="8706" y="12202"/>
                        <a:pt x="8666" y="13315"/>
                      </a:cubicBezTo>
                      <a:cubicBezTo>
                        <a:pt x="8629" y="14349"/>
                        <a:pt x="8595" y="15325"/>
                        <a:pt x="8595" y="15745"/>
                      </a:cubicBezTo>
                      <a:cubicBezTo>
                        <a:pt x="8595" y="16304"/>
                        <a:pt x="8517" y="18289"/>
                        <a:pt x="8460" y="19738"/>
                      </a:cubicBezTo>
                      <a:cubicBezTo>
                        <a:pt x="8430" y="20521"/>
                        <a:pt x="8406" y="21138"/>
                        <a:pt x="8406" y="21234"/>
                      </a:cubicBezTo>
                      <a:cubicBezTo>
                        <a:pt x="8406" y="21492"/>
                        <a:pt x="8680" y="21767"/>
                        <a:pt x="8752" y="21835"/>
                      </a:cubicBezTo>
                      <a:lnTo>
                        <a:pt x="8861" y="22419"/>
                      </a:lnTo>
                      <a:cubicBezTo>
                        <a:pt x="8864" y="22434"/>
                        <a:pt x="8872" y="22448"/>
                        <a:pt x="8883" y="22457"/>
                      </a:cubicBezTo>
                      <a:cubicBezTo>
                        <a:pt x="8925" y="22493"/>
                        <a:pt x="9917" y="23337"/>
                        <a:pt x="10373" y="23564"/>
                      </a:cubicBezTo>
                      <a:cubicBezTo>
                        <a:pt x="10823" y="23789"/>
                        <a:pt x="11221" y="24312"/>
                        <a:pt x="11325" y="24588"/>
                      </a:cubicBezTo>
                      <a:cubicBezTo>
                        <a:pt x="11333" y="24610"/>
                        <a:pt x="11328" y="24619"/>
                        <a:pt x="11324" y="24624"/>
                      </a:cubicBezTo>
                      <a:cubicBezTo>
                        <a:pt x="11266" y="24703"/>
                        <a:pt x="10991" y="24725"/>
                        <a:pt x="10676" y="24725"/>
                      </a:cubicBezTo>
                      <a:cubicBezTo>
                        <a:pt x="10398" y="24725"/>
                        <a:pt x="10088" y="24708"/>
                        <a:pt x="9866" y="24695"/>
                      </a:cubicBezTo>
                      <a:lnTo>
                        <a:pt x="9762" y="24689"/>
                      </a:lnTo>
                      <a:cubicBezTo>
                        <a:pt x="9102" y="24652"/>
                        <a:pt x="8214" y="24614"/>
                        <a:pt x="7942" y="24614"/>
                      </a:cubicBezTo>
                      <a:cubicBezTo>
                        <a:pt x="7880" y="24614"/>
                        <a:pt x="7781" y="24618"/>
                        <a:pt x="7664" y="24622"/>
                      </a:cubicBezTo>
                      <a:cubicBezTo>
                        <a:pt x="7507" y="24629"/>
                        <a:pt x="7287" y="24638"/>
                        <a:pt x="7084" y="24638"/>
                      </a:cubicBezTo>
                      <a:cubicBezTo>
                        <a:pt x="6852" y="24638"/>
                        <a:pt x="6643" y="24626"/>
                        <a:pt x="6575" y="24585"/>
                      </a:cubicBezTo>
                      <a:cubicBezTo>
                        <a:pt x="6501" y="24536"/>
                        <a:pt x="6517" y="24041"/>
                        <a:pt x="6524" y="23774"/>
                      </a:cubicBezTo>
                      <a:cubicBezTo>
                        <a:pt x="6537" y="23390"/>
                        <a:pt x="6540" y="23169"/>
                        <a:pt x="6479" y="23088"/>
                      </a:cubicBezTo>
                      <a:cubicBezTo>
                        <a:pt x="6419" y="23007"/>
                        <a:pt x="6459" y="22441"/>
                        <a:pt x="6529" y="21963"/>
                      </a:cubicBezTo>
                      <a:cubicBezTo>
                        <a:pt x="6530" y="21956"/>
                        <a:pt x="6530" y="21948"/>
                        <a:pt x="6529" y="21942"/>
                      </a:cubicBezTo>
                      <a:cubicBezTo>
                        <a:pt x="6522" y="21898"/>
                        <a:pt x="5770" y="17573"/>
                        <a:pt x="5545" y="16188"/>
                      </a:cubicBezTo>
                      <a:cubicBezTo>
                        <a:pt x="5323" y="14816"/>
                        <a:pt x="5880" y="12301"/>
                        <a:pt x="5885" y="12275"/>
                      </a:cubicBezTo>
                      <a:cubicBezTo>
                        <a:pt x="5887" y="12268"/>
                        <a:pt x="5887" y="12261"/>
                        <a:pt x="5886" y="12253"/>
                      </a:cubicBezTo>
                      <a:lnTo>
                        <a:pt x="5319" y="7559"/>
                      </a:lnTo>
                      <a:cubicBezTo>
                        <a:pt x="5314" y="7526"/>
                        <a:pt x="5285" y="7501"/>
                        <a:pt x="5254" y="7501"/>
                      </a:cubicBezTo>
                      <a:cubicBezTo>
                        <a:pt x="5253" y="7501"/>
                        <a:pt x="5252" y="7501"/>
                        <a:pt x="5250" y="7501"/>
                      </a:cubicBezTo>
                      <a:cubicBezTo>
                        <a:pt x="5217" y="7502"/>
                        <a:pt x="5189" y="7529"/>
                        <a:pt x="5187" y="7564"/>
                      </a:cubicBezTo>
                      <a:cubicBezTo>
                        <a:pt x="5159" y="8242"/>
                        <a:pt x="5103" y="9350"/>
                        <a:pt x="5077" y="9439"/>
                      </a:cubicBezTo>
                      <a:cubicBezTo>
                        <a:pt x="5060" y="9492"/>
                        <a:pt x="4952" y="10024"/>
                        <a:pt x="4779" y="10888"/>
                      </a:cubicBezTo>
                      <a:cubicBezTo>
                        <a:pt x="4601" y="11776"/>
                        <a:pt x="4398" y="12781"/>
                        <a:pt x="4357" y="12925"/>
                      </a:cubicBezTo>
                      <a:cubicBezTo>
                        <a:pt x="4281" y="13192"/>
                        <a:pt x="3444" y="19772"/>
                        <a:pt x="3409" y="20052"/>
                      </a:cubicBezTo>
                      <a:cubicBezTo>
                        <a:pt x="3408" y="20059"/>
                        <a:pt x="3409" y="20067"/>
                        <a:pt x="3410" y="20073"/>
                      </a:cubicBezTo>
                      <a:cubicBezTo>
                        <a:pt x="3412" y="20085"/>
                        <a:pt x="3637" y="21176"/>
                        <a:pt x="3712" y="21586"/>
                      </a:cubicBezTo>
                      <a:cubicBezTo>
                        <a:pt x="3769" y="21895"/>
                        <a:pt x="3739" y="22313"/>
                        <a:pt x="3721" y="22564"/>
                      </a:cubicBezTo>
                      <a:cubicBezTo>
                        <a:pt x="3715" y="22646"/>
                        <a:pt x="3711" y="22711"/>
                        <a:pt x="3711" y="22748"/>
                      </a:cubicBezTo>
                      <a:cubicBezTo>
                        <a:pt x="3711" y="22809"/>
                        <a:pt x="3734" y="22962"/>
                        <a:pt x="3775" y="23225"/>
                      </a:cubicBezTo>
                      <a:cubicBezTo>
                        <a:pt x="3828" y="23567"/>
                        <a:pt x="3901" y="24035"/>
                        <a:pt x="3901" y="24263"/>
                      </a:cubicBezTo>
                      <a:cubicBezTo>
                        <a:pt x="3901" y="24557"/>
                        <a:pt x="3753" y="24858"/>
                        <a:pt x="3700" y="24955"/>
                      </a:cubicBezTo>
                      <a:lnTo>
                        <a:pt x="1543" y="24955"/>
                      </a:lnTo>
                      <a:cubicBezTo>
                        <a:pt x="1393" y="24955"/>
                        <a:pt x="1003" y="24912"/>
                        <a:pt x="1003" y="24717"/>
                      </a:cubicBezTo>
                      <a:cubicBezTo>
                        <a:pt x="1003" y="24514"/>
                        <a:pt x="1249" y="23550"/>
                        <a:pt x="1379" y="23068"/>
                      </a:cubicBezTo>
                      <a:cubicBezTo>
                        <a:pt x="1380" y="23063"/>
                        <a:pt x="1381" y="23057"/>
                        <a:pt x="1381" y="23051"/>
                      </a:cubicBezTo>
                      <a:lnTo>
                        <a:pt x="1381" y="22408"/>
                      </a:lnTo>
                      <a:cubicBezTo>
                        <a:pt x="1381" y="22264"/>
                        <a:pt x="1541" y="21887"/>
                        <a:pt x="1603" y="21754"/>
                      </a:cubicBezTo>
                      <a:cubicBezTo>
                        <a:pt x="1608" y="21743"/>
                        <a:pt x="1609" y="21731"/>
                        <a:pt x="1608" y="21720"/>
                      </a:cubicBezTo>
                      <a:cubicBezTo>
                        <a:pt x="1602" y="21657"/>
                        <a:pt x="926" y="15385"/>
                        <a:pt x="814" y="14300"/>
                      </a:cubicBezTo>
                      <a:cubicBezTo>
                        <a:pt x="702" y="13224"/>
                        <a:pt x="1299" y="10411"/>
                        <a:pt x="1305" y="10382"/>
                      </a:cubicBezTo>
                      <a:cubicBezTo>
                        <a:pt x="1306" y="10375"/>
                        <a:pt x="1306" y="10368"/>
                        <a:pt x="1305" y="10359"/>
                      </a:cubicBezTo>
                      <a:lnTo>
                        <a:pt x="133" y="1656"/>
                      </a:lnTo>
                      <a:lnTo>
                        <a:pt x="133" y="701"/>
                      </a:lnTo>
                      <a:lnTo>
                        <a:pt x="9761" y="288"/>
                      </a:lnTo>
                      <a:cubicBezTo>
                        <a:pt x="9766" y="288"/>
                        <a:pt x="9771" y="287"/>
                        <a:pt x="9775" y="286"/>
                      </a:cubicBezTo>
                      <a:lnTo>
                        <a:pt x="10320" y="147"/>
                      </a:lnTo>
                      <a:close/>
                      <a:moveTo>
                        <a:pt x="10371" y="1"/>
                      </a:moveTo>
                      <a:cubicBezTo>
                        <a:pt x="10366" y="1"/>
                        <a:pt x="10360" y="1"/>
                        <a:pt x="10355" y="2"/>
                      </a:cubicBezTo>
                      <a:lnTo>
                        <a:pt x="9749" y="158"/>
                      </a:lnTo>
                      <a:lnTo>
                        <a:pt x="63" y="573"/>
                      </a:lnTo>
                      <a:cubicBezTo>
                        <a:pt x="29" y="575"/>
                        <a:pt x="0" y="604"/>
                        <a:pt x="0" y="639"/>
                      </a:cubicBezTo>
                      <a:lnTo>
                        <a:pt x="0" y="1661"/>
                      </a:lnTo>
                      <a:cubicBezTo>
                        <a:pt x="0" y="1665"/>
                        <a:pt x="2" y="1667"/>
                        <a:pt x="2" y="1670"/>
                      </a:cubicBezTo>
                      <a:lnTo>
                        <a:pt x="1174" y="10366"/>
                      </a:lnTo>
                      <a:cubicBezTo>
                        <a:pt x="1126" y="10589"/>
                        <a:pt x="571" y="13241"/>
                        <a:pt x="683" y="14312"/>
                      </a:cubicBezTo>
                      <a:cubicBezTo>
                        <a:pt x="792" y="15370"/>
                        <a:pt x="1436" y="21342"/>
                        <a:pt x="1476" y="21715"/>
                      </a:cubicBezTo>
                      <a:cubicBezTo>
                        <a:pt x="1432" y="21814"/>
                        <a:pt x="1250" y="22224"/>
                        <a:pt x="1250" y="22408"/>
                      </a:cubicBezTo>
                      <a:lnTo>
                        <a:pt x="1250" y="23043"/>
                      </a:lnTo>
                      <a:cubicBezTo>
                        <a:pt x="1216" y="23171"/>
                        <a:pt x="871" y="24454"/>
                        <a:pt x="871" y="24717"/>
                      </a:cubicBezTo>
                      <a:cubicBezTo>
                        <a:pt x="871" y="25075"/>
                        <a:pt x="1474" y="25086"/>
                        <a:pt x="1543" y="25086"/>
                      </a:cubicBezTo>
                      <a:lnTo>
                        <a:pt x="3739" y="25086"/>
                      </a:lnTo>
                      <a:cubicBezTo>
                        <a:pt x="3762" y="25086"/>
                        <a:pt x="3783" y="25073"/>
                        <a:pt x="3795" y="25054"/>
                      </a:cubicBezTo>
                      <a:cubicBezTo>
                        <a:pt x="3804" y="25039"/>
                        <a:pt x="4031" y="24656"/>
                        <a:pt x="4031" y="24263"/>
                      </a:cubicBezTo>
                      <a:cubicBezTo>
                        <a:pt x="4031" y="24026"/>
                        <a:pt x="3961" y="23572"/>
                        <a:pt x="3904" y="23206"/>
                      </a:cubicBezTo>
                      <a:cubicBezTo>
                        <a:pt x="3873" y="22999"/>
                        <a:pt x="3842" y="22802"/>
                        <a:pt x="3842" y="22749"/>
                      </a:cubicBezTo>
                      <a:cubicBezTo>
                        <a:pt x="3842" y="22713"/>
                        <a:pt x="3846" y="22652"/>
                        <a:pt x="3852" y="22574"/>
                      </a:cubicBezTo>
                      <a:cubicBezTo>
                        <a:pt x="3869" y="22318"/>
                        <a:pt x="3900" y="21887"/>
                        <a:pt x="3841" y="21563"/>
                      </a:cubicBezTo>
                      <a:cubicBezTo>
                        <a:pt x="3770" y="21173"/>
                        <a:pt x="3564" y="20173"/>
                        <a:pt x="3540" y="20058"/>
                      </a:cubicBezTo>
                      <a:cubicBezTo>
                        <a:pt x="3841" y="17687"/>
                        <a:pt x="4424" y="13167"/>
                        <a:pt x="4483" y="12962"/>
                      </a:cubicBezTo>
                      <a:cubicBezTo>
                        <a:pt x="4525" y="12813"/>
                        <a:pt x="4728" y="11805"/>
                        <a:pt x="4907" y="10916"/>
                      </a:cubicBezTo>
                      <a:cubicBezTo>
                        <a:pt x="5044" y="10236"/>
                        <a:pt x="5185" y="9533"/>
                        <a:pt x="5202" y="9481"/>
                      </a:cubicBezTo>
                      <a:cubicBezTo>
                        <a:pt x="5225" y="9412"/>
                        <a:pt x="5257" y="8857"/>
                        <a:pt x="5282" y="8355"/>
                      </a:cubicBezTo>
                      <a:lnTo>
                        <a:pt x="5754" y="12259"/>
                      </a:lnTo>
                      <a:cubicBezTo>
                        <a:pt x="5709" y="12465"/>
                        <a:pt x="5195" y="14845"/>
                        <a:pt x="5415" y="16209"/>
                      </a:cubicBezTo>
                      <a:cubicBezTo>
                        <a:pt x="5634" y="17562"/>
                        <a:pt x="6356" y="21716"/>
                        <a:pt x="6398" y="21955"/>
                      </a:cubicBezTo>
                      <a:cubicBezTo>
                        <a:pt x="6361" y="22213"/>
                        <a:pt x="6256" y="23008"/>
                        <a:pt x="6374" y="23167"/>
                      </a:cubicBezTo>
                      <a:cubicBezTo>
                        <a:pt x="6410" y="23218"/>
                        <a:pt x="6400" y="23538"/>
                        <a:pt x="6393" y="23771"/>
                      </a:cubicBezTo>
                      <a:cubicBezTo>
                        <a:pt x="6377" y="24296"/>
                        <a:pt x="6377" y="24620"/>
                        <a:pt x="6506" y="24698"/>
                      </a:cubicBezTo>
                      <a:cubicBezTo>
                        <a:pt x="6598" y="24752"/>
                        <a:pt x="6814" y="24769"/>
                        <a:pt x="7088" y="24769"/>
                      </a:cubicBezTo>
                      <a:cubicBezTo>
                        <a:pt x="7264" y="24769"/>
                        <a:pt x="7463" y="24762"/>
                        <a:pt x="7669" y="24754"/>
                      </a:cubicBezTo>
                      <a:cubicBezTo>
                        <a:pt x="7783" y="24749"/>
                        <a:pt x="7880" y="24745"/>
                        <a:pt x="7941" y="24745"/>
                      </a:cubicBezTo>
                      <a:cubicBezTo>
                        <a:pt x="8212" y="24745"/>
                        <a:pt x="9097" y="24785"/>
                        <a:pt x="9755" y="24821"/>
                      </a:cubicBezTo>
                      <a:lnTo>
                        <a:pt x="9859" y="24827"/>
                      </a:lnTo>
                      <a:cubicBezTo>
                        <a:pt x="10162" y="24844"/>
                        <a:pt x="10440" y="24857"/>
                        <a:pt x="10676" y="24857"/>
                      </a:cubicBezTo>
                      <a:cubicBezTo>
                        <a:pt x="11066" y="24857"/>
                        <a:pt x="11342" y="24820"/>
                        <a:pt x="11430" y="24703"/>
                      </a:cubicBezTo>
                      <a:cubicBezTo>
                        <a:pt x="11453" y="24670"/>
                        <a:pt x="11475" y="24617"/>
                        <a:pt x="11448" y="24543"/>
                      </a:cubicBezTo>
                      <a:cubicBezTo>
                        <a:pt x="11334" y="24240"/>
                        <a:pt x="10918" y="23690"/>
                        <a:pt x="10432" y="23448"/>
                      </a:cubicBezTo>
                      <a:cubicBezTo>
                        <a:pt x="10022" y="23242"/>
                        <a:pt x="9123" y="22489"/>
                        <a:pt x="8986" y="22373"/>
                      </a:cubicBezTo>
                      <a:lnTo>
                        <a:pt x="8877" y="21790"/>
                      </a:lnTo>
                      <a:cubicBezTo>
                        <a:pt x="8874" y="21776"/>
                        <a:pt x="8866" y="21763"/>
                        <a:pt x="8856" y="21753"/>
                      </a:cubicBezTo>
                      <a:cubicBezTo>
                        <a:pt x="8767" y="21674"/>
                        <a:pt x="8537" y="21428"/>
                        <a:pt x="8537" y="21235"/>
                      </a:cubicBezTo>
                      <a:cubicBezTo>
                        <a:pt x="8537" y="21141"/>
                        <a:pt x="8561" y="20525"/>
                        <a:pt x="8591" y="19745"/>
                      </a:cubicBezTo>
                      <a:cubicBezTo>
                        <a:pt x="8648" y="18293"/>
                        <a:pt x="8726" y="16307"/>
                        <a:pt x="8726" y="15745"/>
                      </a:cubicBezTo>
                      <a:cubicBezTo>
                        <a:pt x="8726" y="15328"/>
                        <a:pt x="8760" y="14353"/>
                        <a:pt x="8797" y="13321"/>
                      </a:cubicBezTo>
                      <a:cubicBezTo>
                        <a:pt x="8837" y="12205"/>
                        <a:pt x="8878" y="11053"/>
                        <a:pt x="8878" y="10520"/>
                      </a:cubicBezTo>
                      <a:cubicBezTo>
                        <a:pt x="8878" y="9966"/>
                        <a:pt x="9427" y="7098"/>
                        <a:pt x="10511" y="1995"/>
                      </a:cubicBezTo>
                      <a:cubicBezTo>
                        <a:pt x="10547" y="1819"/>
                        <a:pt x="10573" y="1701"/>
                        <a:pt x="10586" y="1625"/>
                      </a:cubicBezTo>
                      <a:cubicBezTo>
                        <a:pt x="10589" y="1610"/>
                        <a:pt x="10594" y="1594"/>
                        <a:pt x="10597" y="1578"/>
                      </a:cubicBezTo>
                      <a:lnTo>
                        <a:pt x="10605" y="1545"/>
                      </a:lnTo>
                      <a:lnTo>
                        <a:pt x="10598" y="1543"/>
                      </a:lnTo>
                      <a:cubicBezTo>
                        <a:pt x="10604" y="1474"/>
                        <a:pt x="10588" y="1470"/>
                        <a:pt x="10556" y="1463"/>
                      </a:cubicBezTo>
                      <a:cubicBezTo>
                        <a:pt x="10549" y="1461"/>
                        <a:pt x="10543" y="1461"/>
                        <a:pt x="10537" y="1461"/>
                      </a:cubicBezTo>
                      <a:cubicBezTo>
                        <a:pt x="10503" y="1461"/>
                        <a:pt x="10487" y="1488"/>
                        <a:pt x="10478" y="1516"/>
                      </a:cubicBezTo>
                      <a:cubicBezTo>
                        <a:pt x="10471" y="1344"/>
                        <a:pt x="10470" y="1105"/>
                        <a:pt x="10470" y="910"/>
                      </a:cubicBezTo>
                      <a:cubicBezTo>
                        <a:pt x="10468" y="524"/>
                        <a:pt x="10467" y="160"/>
                        <a:pt x="10434" y="48"/>
                      </a:cubicBezTo>
                      <a:cubicBezTo>
                        <a:pt x="10426" y="19"/>
                        <a:pt x="10399" y="1"/>
                        <a:pt x="103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8"/>
                <p:cNvSpPr/>
                <p:nvPr/>
              </p:nvSpPr>
              <p:spPr>
                <a:xfrm>
                  <a:off x="7044843" y="3113130"/>
                  <a:ext cx="203774" cy="503120"/>
                </a:xfrm>
                <a:custGeom>
                  <a:rect b="b" l="l" r="r" t="t"/>
                  <a:pathLst>
                    <a:path extrusionOk="0" h="8007" w="3243">
                      <a:moveTo>
                        <a:pt x="1660" y="0"/>
                      </a:moveTo>
                      <a:cubicBezTo>
                        <a:pt x="1660" y="0"/>
                        <a:pt x="1039" y="2359"/>
                        <a:pt x="1008" y="3290"/>
                      </a:cubicBezTo>
                      <a:cubicBezTo>
                        <a:pt x="977" y="4220"/>
                        <a:pt x="1" y="8006"/>
                        <a:pt x="1" y="8006"/>
                      </a:cubicBezTo>
                      <a:lnTo>
                        <a:pt x="3243" y="6269"/>
                      </a:lnTo>
                      <a:lnTo>
                        <a:pt x="166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8"/>
                <p:cNvSpPr/>
                <p:nvPr/>
              </p:nvSpPr>
              <p:spPr>
                <a:xfrm>
                  <a:off x="7040508" y="3108982"/>
                  <a:ext cx="212571" cy="511351"/>
                </a:xfrm>
                <a:custGeom>
                  <a:rect b="b" l="l" r="r" t="t"/>
                  <a:pathLst>
                    <a:path extrusionOk="0" h="8138" w="3383">
                      <a:moveTo>
                        <a:pt x="1729" y="333"/>
                      </a:moveTo>
                      <a:lnTo>
                        <a:pt x="3235" y="6300"/>
                      </a:lnTo>
                      <a:lnTo>
                        <a:pt x="170" y="7943"/>
                      </a:lnTo>
                      <a:cubicBezTo>
                        <a:pt x="352" y="7232"/>
                        <a:pt x="1115" y="4192"/>
                        <a:pt x="1143" y="3358"/>
                      </a:cubicBezTo>
                      <a:cubicBezTo>
                        <a:pt x="1167" y="2622"/>
                        <a:pt x="1570" y="963"/>
                        <a:pt x="1729" y="333"/>
                      </a:cubicBezTo>
                      <a:close/>
                      <a:moveTo>
                        <a:pt x="1730" y="1"/>
                      </a:moveTo>
                      <a:cubicBezTo>
                        <a:pt x="1701" y="2"/>
                        <a:pt x="1673" y="21"/>
                        <a:pt x="1666" y="49"/>
                      </a:cubicBezTo>
                      <a:cubicBezTo>
                        <a:pt x="1640" y="146"/>
                        <a:pt x="1042" y="2426"/>
                        <a:pt x="1012" y="3354"/>
                      </a:cubicBezTo>
                      <a:cubicBezTo>
                        <a:pt x="981" y="4267"/>
                        <a:pt x="16" y="8018"/>
                        <a:pt x="7" y="8056"/>
                      </a:cubicBezTo>
                      <a:cubicBezTo>
                        <a:pt x="0" y="8081"/>
                        <a:pt x="9" y="8107"/>
                        <a:pt x="30" y="8124"/>
                      </a:cubicBezTo>
                      <a:cubicBezTo>
                        <a:pt x="41" y="8132"/>
                        <a:pt x="56" y="8138"/>
                        <a:pt x="70" y="8138"/>
                      </a:cubicBezTo>
                      <a:cubicBezTo>
                        <a:pt x="80" y="8138"/>
                        <a:pt x="92" y="8135"/>
                        <a:pt x="101" y="8130"/>
                      </a:cubicBezTo>
                      <a:lnTo>
                        <a:pt x="3342" y="6392"/>
                      </a:lnTo>
                      <a:cubicBezTo>
                        <a:pt x="3369" y="6378"/>
                        <a:pt x="3382" y="6347"/>
                        <a:pt x="3375" y="6318"/>
                      </a:cubicBezTo>
                      <a:lnTo>
                        <a:pt x="1793" y="50"/>
                      </a:lnTo>
                      <a:cubicBezTo>
                        <a:pt x="1785" y="21"/>
                        <a:pt x="1759" y="1"/>
                        <a:pt x="1730"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8"/>
                <p:cNvSpPr/>
                <p:nvPr/>
              </p:nvSpPr>
              <p:spPr>
                <a:xfrm>
                  <a:off x="7482124" y="2721721"/>
                  <a:ext cx="319327" cy="269876"/>
                </a:xfrm>
                <a:custGeom>
                  <a:rect b="b" l="l" r="r" t="t"/>
                  <a:pathLst>
                    <a:path extrusionOk="0" h="4295" w="5082">
                      <a:moveTo>
                        <a:pt x="2461" y="0"/>
                      </a:moveTo>
                      <a:cubicBezTo>
                        <a:pt x="2287" y="0"/>
                        <a:pt x="1975" y="326"/>
                        <a:pt x="1843" y="525"/>
                      </a:cubicBezTo>
                      <a:cubicBezTo>
                        <a:pt x="1671" y="782"/>
                        <a:pt x="986" y="1167"/>
                        <a:pt x="986" y="1167"/>
                      </a:cubicBezTo>
                      <a:lnTo>
                        <a:pt x="515" y="2280"/>
                      </a:lnTo>
                      <a:lnTo>
                        <a:pt x="1" y="2881"/>
                      </a:lnTo>
                      <a:lnTo>
                        <a:pt x="858" y="4294"/>
                      </a:lnTo>
                      <a:lnTo>
                        <a:pt x="1286" y="2924"/>
                      </a:lnTo>
                      <a:lnTo>
                        <a:pt x="1757" y="2795"/>
                      </a:lnTo>
                      <a:cubicBezTo>
                        <a:pt x="2228" y="2667"/>
                        <a:pt x="3685" y="2366"/>
                        <a:pt x="4199" y="2067"/>
                      </a:cubicBezTo>
                      <a:cubicBezTo>
                        <a:pt x="4712" y="1767"/>
                        <a:pt x="4969" y="1210"/>
                        <a:pt x="5055" y="910"/>
                      </a:cubicBezTo>
                      <a:cubicBezTo>
                        <a:pt x="5082" y="819"/>
                        <a:pt x="5020" y="787"/>
                        <a:pt x="4923" y="787"/>
                      </a:cubicBezTo>
                      <a:cubicBezTo>
                        <a:pt x="4699" y="787"/>
                        <a:pt x="4284" y="953"/>
                        <a:pt x="4284" y="953"/>
                      </a:cubicBezTo>
                      <a:lnTo>
                        <a:pt x="2185" y="996"/>
                      </a:lnTo>
                      <a:cubicBezTo>
                        <a:pt x="2185" y="996"/>
                        <a:pt x="2657" y="397"/>
                        <a:pt x="2571" y="97"/>
                      </a:cubicBezTo>
                      <a:cubicBezTo>
                        <a:pt x="2551" y="28"/>
                        <a:pt x="2512" y="0"/>
                        <a:pt x="246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8"/>
                <p:cNvSpPr/>
                <p:nvPr/>
              </p:nvSpPr>
              <p:spPr>
                <a:xfrm>
                  <a:off x="7477725" y="2717573"/>
                  <a:ext cx="327622" cy="278171"/>
                </a:xfrm>
                <a:custGeom>
                  <a:rect b="b" l="l" r="r" t="t"/>
                  <a:pathLst>
                    <a:path extrusionOk="0" h="4427" w="5214">
                      <a:moveTo>
                        <a:pt x="2528" y="131"/>
                      </a:moveTo>
                      <a:cubicBezTo>
                        <a:pt x="2532" y="131"/>
                        <a:pt x="2536" y="132"/>
                        <a:pt x="2540" y="132"/>
                      </a:cubicBezTo>
                      <a:cubicBezTo>
                        <a:pt x="2547" y="133"/>
                        <a:pt x="2565" y="136"/>
                        <a:pt x="2578" y="181"/>
                      </a:cubicBezTo>
                      <a:cubicBezTo>
                        <a:pt x="2641" y="400"/>
                        <a:pt x="2329" y="862"/>
                        <a:pt x="2204" y="1021"/>
                      </a:cubicBezTo>
                      <a:cubicBezTo>
                        <a:pt x="2188" y="1041"/>
                        <a:pt x="2185" y="1068"/>
                        <a:pt x="2197" y="1091"/>
                      </a:cubicBezTo>
                      <a:cubicBezTo>
                        <a:pt x="2208" y="1114"/>
                        <a:pt x="2231" y="1127"/>
                        <a:pt x="2257" y="1128"/>
                      </a:cubicBezTo>
                      <a:lnTo>
                        <a:pt x="4355" y="1085"/>
                      </a:lnTo>
                      <a:cubicBezTo>
                        <a:pt x="4364" y="1084"/>
                        <a:pt x="4371" y="1083"/>
                        <a:pt x="4378" y="1080"/>
                      </a:cubicBezTo>
                      <a:cubicBezTo>
                        <a:pt x="4643" y="974"/>
                        <a:pt x="4886" y="917"/>
                        <a:pt x="5000" y="917"/>
                      </a:cubicBezTo>
                      <a:cubicBezTo>
                        <a:pt x="5034" y="917"/>
                        <a:pt x="5057" y="923"/>
                        <a:pt x="5065" y="933"/>
                      </a:cubicBezTo>
                      <a:cubicBezTo>
                        <a:pt x="5066" y="934"/>
                        <a:pt x="5067" y="942"/>
                        <a:pt x="5062" y="958"/>
                      </a:cubicBezTo>
                      <a:cubicBezTo>
                        <a:pt x="5026" y="1085"/>
                        <a:pt x="4815" y="1738"/>
                        <a:pt x="4236" y="2076"/>
                      </a:cubicBezTo>
                      <a:cubicBezTo>
                        <a:pt x="3846" y="2303"/>
                        <a:pt x="2891" y="2533"/>
                        <a:pt x="2259" y="2686"/>
                      </a:cubicBezTo>
                      <a:cubicBezTo>
                        <a:pt x="2074" y="2730"/>
                        <a:pt x="1917" y="2768"/>
                        <a:pt x="1809" y="2798"/>
                      </a:cubicBezTo>
                      <a:lnTo>
                        <a:pt x="1338" y="2926"/>
                      </a:lnTo>
                      <a:cubicBezTo>
                        <a:pt x="1317" y="2932"/>
                        <a:pt x="1301" y="2949"/>
                        <a:pt x="1293" y="2970"/>
                      </a:cubicBezTo>
                      <a:lnTo>
                        <a:pt x="908" y="4202"/>
                      </a:lnTo>
                      <a:lnTo>
                        <a:pt x="152" y="2953"/>
                      </a:lnTo>
                      <a:lnTo>
                        <a:pt x="634" y="2389"/>
                      </a:lnTo>
                      <a:cubicBezTo>
                        <a:pt x="639" y="2384"/>
                        <a:pt x="643" y="2379"/>
                        <a:pt x="645" y="2373"/>
                      </a:cubicBezTo>
                      <a:lnTo>
                        <a:pt x="1107" y="1279"/>
                      </a:lnTo>
                      <a:cubicBezTo>
                        <a:pt x="1224" y="1212"/>
                        <a:pt x="1804" y="872"/>
                        <a:pt x="1967" y="628"/>
                      </a:cubicBezTo>
                      <a:cubicBezTo>
                        <a:pt x="2118" y="401"/>
                        <a:pt x="2405" y="131"/>
                        <a:pt x="2528" y="131"/>
                      </a:cubicBezTo>
                      <a:close/>
                      <a:moveTo>
                        <a:pt x="2532" y="0"/>
                      </a:moveTo>
                      <a:cubicBezTo>
                        <a:pt x="2301" y="0"/>
                        <a:pt x="1961" y="401"/>
                        <a:pt x="1858" y="554"/>
                      </a:cubicBezTo>
                      <a:cubicBezTo>
                        <a:pt x="1697" y="795"/>
                        <a:pt x="1031" y="1172"/>
                        <a:pt x="1024" y="1176"/>
                      </a:cubicBezTo>
                      <a:cubicBezTo>
                        <a:pt x="1011" y="1184"/>
                        <a:pt x="1001" y="1194"/>
                        <a:pt x="995" y="1208"/>
                      </a:cubicBezTo>
                      <a:lnTo>
                        <a:pt x="528" y="2312"/>
                      </a:lnTo>
                      <a:lnTo>
                        <a:pt x="21" y="2904"/>
                      </a:lnTo>
                      <a:cubicBezTo>
                        <a:pt x="3" y="2926"/>
                        <a:pt x="0" y="2956"/>
                        <a:pt x="15" y="2980"/>
                      </a:cubicBezTo>
                      <a:lnTo>
                        <a:pt x="871" y="4394"/>
                      </a:lnTo>
                      <a:cubicBezTo>
                        <a:pt x="884" y="4414"/>
                        <a:pt x="905" y="4426"/>
                        <a:pt x="928" y="4426"/>
                      </a:cubicBezTo>
                      <a:cubicBezTo>
                        <a:pt x="930" y="4426"/>
                        <a:pt x="933" y="4425"/>
                        <a:pt x="935" y="4425"/>
                      </a:cubicBezTo>
                      <a:cubicBezTo>
                        <a:pt x="961" y="4422"/>
                        <a:pt x="982" y="4404"/>
                        <a:pt x="990" y="4380"/>
                      </a:cubicBezTo>
                      <a:lnTo>
                        <a:pt x="1408" y="3043"/>
                      </a:lnTo>
                      <a:lnTo>
                        <a:pt x="1844" y="2925"/>
                      </a:lnTo>
                      <a:cubicBezTo>
                        <a:pt x="1950" y="2895"/>
                        <a:pt x="2105" y="2857"/>
                        <a:pt x="2289" y="2813"/>
                      </a:cubicBezTo>
                      <a:cubicBezTo>
                        <a:pt x="2929" y="2659"/>
                        <a:pt x="3896" y="2426"/>
                        <a:pt x="4302" y="2189"/>
                      </a:cubicBezTo>
                      <a:cubicBezTo>
                        <a:pt x="4924" y="1826"/>
                        <a:pt x="5150" y="1130"/>
                        <a:pt x="5188" y="994"/>
                      </a:cubicBezTo>
                      <a:cubicBezTo>
                        <a:pt x="5214" y="907"/>
                        <a:pt x="5177" y="856"/>
                        <a:pt x="5153" y="835"/>
                      </a:cubicBezTo>
                      <a:cubicBezTo>
                        <a:pt x="5117" y="803"/>
                        <a:pt x="5058" y="790"/>
                        <a:pt x="4988" y="790"/>
                      </a:cubicBezTo>
                      <a:cubicBezTo>
                        <a:pt x="4779" y="790"/>
                        <a:pt x="4467" y="904"/>
                        <a:pt x="4340" y="954"/>
                      </a:cubicBezTo>
                      <a:lnTo>
                        <a:pt x="2388" y="994"/>
                      </a:lnTo>
                      <a:cubicBezTo>
                        <a:pt x="2525" y="798"/>
                        <a:pt x="2776" y="396"/>
                        <a:pt x="2704" y="145"/>
                      </a:cubicBezTo>
                      <a:cubicBezTo>
                        <a:pt x="2673" y="36"/>
                        <a:pt x="2601" y="8"/>
                        <a:pt x="2560" y="2"/>
                      </a:cubicBezTo>
                      <a:cubicBezTo>
                        <a:pt x="2551" y="1"/>
                        <a:pt x="2542" y="0"/>
                        <a:pt x="25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8"/>
                <p:cNvSpPr/>
                <p:nvPr/>
              </p:nvSpPr>
              <p:spPr>
                <a:xfrm>
                  <a:off x="7694952" y="2788516"/>
                  <a:ext cx="102170" cy="18159"/>
                </a:xfrm>
                <a:custGeom>
                  <a:rect b="b" l="l" r="r" t="t"/>
                  <a:pathLst>
                    <a:path extrusionOk="0" h="289" w="1626">
                      <a:moveTo>
                        <a:pt x="1415" y="1"/>
                      </a:moveTo>
                      <a:cubicBezTo>
                        <a:pt x="1384" y="1"/>
                        <a:pt x="1351" y="3"/>
                        <a:pt x="1317" y="9"/>
                      </a:cubicBezTo>
                      <a:cubicBezTo>
                        <a:pt x="1149" y="36"/>
                        <a:pt x="842" y="148"/>
                        <a:pt x="842" y="148"/>
                      </a:cubicBezTo>
                      <a:lnTo>
                        <a:pt x="477" y="205"/>
                      </a:lnTo>
                      <a:cubicBezTo>
                        <a:pt x="477" y="205"/>
                        <a:pt x="224" y="232"/>
                        <a:pt x="112" y="260"/>
                      </a:cubicBezTo>
                      <a:lnTo>
                        <a:pt x="1" y="289"/>
                      </a:lnTo>
                      <a:lnTo>
                        <a:pt x="1625" y="36"/>
                      </a:lnTo>
                      <a:cubicBezTo>
                        <a:pt x="1625" y="36"/>
                        <a:pt x="1536" y="1"/>
                        <a:pt x="141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8"/>
                <p:cNvSpPr/>
                <p:nvPr/>
              </p:nvSpPr>
              <p:spPr>
                <a:xfrm>
                  <a:off x="7690427" y="2784369"/>
                  <a:ext cx="111344" cy="26391"/>
                </a:xfrm>
                <a:custGeom>
                  <a:rect b="b" l="l" r="r" t="t"/>
                  <a:pathLst>
                    <a:path extrusionOk="0" h="420" w="1772">
                      <a:moveTo>
                        <a:pt x="1485" y="1"/>
                      </a:moveTo>
                      <a:cubicBezTo>
                        <a:pt x="1451" y="1"/>
                        <a:pt x="1415" y="3"/>
                        <a:pt x="1378" y="9"/>
                      </a:cubicBezTo>
                      <a:cubicBezTo>
                        <a:pt x="1206" y="38"/>
                        <a:pt x="904" y="148"/>
                        <a:pt x="903" y="149"/>
                      </a:cubicBezTo>
                      <a:lnTo>
                        <a:pt x="542" y="205"/>
                      </a:lnTo>
                      <a:cubicBezTo>
                        <a:pt x="532" y="206"/>
                        <a:pt x="284" y="234"/>
                        <a:pt x="170" y="262"/>
                      </a:cubicBezTo>
                      <a:lnTo>
                        <a:pt x="57" y="291"/>
                      </a:lnTo>
                      <a:cubicBezTo>
                        <a:pt x="22" y="299"/>
                        <a:pt x="1" y="335"/>
                        <a:pt x="9" y="370"/>
                      </a:cubicBezTo>
                      <a:cubicBezTo>
                        <a:pt x="16" y="400"/>
                        <a:pt x="44" y="420"/>
                        <a:pt x="73" y="420"/>
                      </a:cubicBezTo>
                      <a:cubicBezTo>
                        <a:pt x="78" y="420"/>
                        <a:pt x="83" y="420"/>
                        <a:pt x="89" y="418"/>
                      </a:cubicBezTo>
                      <a:lnTo>
                        <a:pt x="201" y="389"/>
                      </a:lnTo>
                      <a:cubicBezTo>
                        <a:pt x="307" y="363"/>
                        <a:pt x="554" y="336"/>
                        <a:pt x="559" y="335"/>
                      </a:cubicBezTo>
                      <a:lnTo>
                        <a:pt x="936" y="276"/>
                      </a:lnTo>
                      <a:cubicBezTo>
                        <a:pt x="939" y="275"/>
                        <a:pt x="1240" y="166"/>
                        <a:pt x="1400" y="139"/>
                      </a:cubicBezTo>
                      <a:cubicBezTo>
                        <a:pt x="1430" y="134"/>
                        <a:pt x="1458" y="132"/>
                        <a:pt x="1485" y="132"/>
                      </a:cubicBezTo>
                      <a:cubicBezTo>
                        <a:pt x="1592" y="132"/>
                        <a:pt x="1672" y="163"/>
                        <a:pt x="1673" y="163"/>
                      </a:cubicBezTo>
                      <a:cubicBezTo>
                        <a:pt x="1681" y="166"/>
                        <a:pt x="1689" y="167"/>
                        <a:pt x="1697" y="167"/>
                      </a:cubicBezTo>
                      <a:cubicBezTo>
                        <a:pt x="1723" y="167"/>
                        <a:pt x="1748" y="152"/>
                        <a:pt x="1758" y="126"/>
                      </a:cubicBezTo>
                      <a:cubicBezTo>
                        <a:pt x="1772" y="92"/>
                        <a:pt x="1755" y="55"/>
                        <a:pt x="1721" y="41"/>
                      </a:cubicBezTo>
                      <a:cubicBezTo>
                        <a:pt x="1716" y="39"/>
                        <a:pt x="1618" y="1"/>
                        <a:pt x="14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8"/>
                <p:cNvSpPr/>
                <p:nvPr/>
              </p:nvSpPr>
              <p:spPr>
                <a:xfrm>
                  <a:off x="7691810" y="2804916"/>
                  <a:ext cx="97331" cy="17782"/>
                </a:xfrm>
                <a:custGeom>
                  <a:rect b="b" l="l" r="r" t="t"/>
                  <a:pathLst>
                    <a:path extrusionOk="0" h="283" w="1549">
                      <a:moveTo>
                        <a:pt x="1548" y="0"/>
                      </a:moveTo>
                      <a:cubicBezTo>
                        <a:pt x="1548" y="0"/>
                        <a:pt x="1186" y="37"/>
                        <a:pt x="1010" y="99"/>
                      </a:cubicBezTo>
                      <a:lnTo>
                        <a:pt x="1010" y="99"/>
                      </a:lnTo>
                      <a:lnTo>
                        <a:pt x="1548" y="0"/>
                      </a:lnTo>
                      <a:close/>
                      <a:moveTo>
                        <a:pt x="1010" y="99"/>
                      </a:moveTo>
                      <a:lnTo>
                        <a:pt x="1" y="283"/>
                      </a:lnTo>
                      <a:lnTo>
                        <a:pt x="817" y="184"/>
                      </a:lnTo>
                      <a:lnTo>
                        <a:pt x="971" y="114"/>
                      </a:lnTo>
                      <a:cubicBezTo>
                        <a:pt x="983" y="109"/>
                        <a:pt x="996" y="104"/>
                        <a:pt x="1010" y="99"/>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8"/>
                <p:cNvSpPr/>
                <p:nvPr/>
              </p:nvSpPr>
              <p:spPr>
                <a:xfrm>
                  <a:off x="7687474" y="2800832"/>
                  <a:ext cx="106003" cy="25951"/>
                </a:xfrm>
                <a:custGeom>
                  <a:rect b="b" l="l" r="r" t="t"/>
                  <a:pathLst>
                    <a:path extrusionOk="0" h="413" w="1687">
                      <a:moveTo>
                        <a:pt x="1615" y="0"/>
                      </a:moveTo>
                      <a:cubicBezTo>
                        <a:pt x="1614" y="0"/>
                        <a:pt x="1613" y="0"/>
                        <a:pt x="1611" y="0"/>
                      </a:cubicBezTo>
                      <a:cubicBezTo>
                        <a:pt x="1593" y="2"/>
                        <a:pt x="1177" y="44"/>
                        <a:pt x="1014" y="119"/>
                      </a:cubicBezTo>
                      <a:lnTo>
                        <a:pt x="868" y="185"/>
                      </a:lnTo>
                      <a:lnTo>
                        <a:pt x="62" y="283"/>
                      </a:lnTo>
                      <a:cubicBezTo>
                        <a:pt x="26" y="287"/>
                        <a:pt x="0" y="319"/>
                        <a:pt x="5" y="355"/>
                      </a:cubicBezTo>
                      <a:cubicBezTo>
                        <a:pt x="9" y="389"/>
                        <a:pt x="37" y="413"/>
                        <a:pt x="70" y="413"/>
                      </a:cubicBezTo>
                      <a:lnTo>
                        <a:pt x="78" y="413"/>
                      </a:lnTo>
                      <a:lnTo>
                        <a:pt x="893" y="314"/>
                      </a:lnTo>
                      <a:cubicBezTo>
                        <a:pt x="901" y="313"/>
                        <a:pt x="907" y="311"/>
                        <a:pt x="913" y="309"/>
                      </a:cubicBezTo>
                      <a:lnTo>
                        <a:pt x="1068" y="239"/>
                      </a:lnTo>
                      <a:cubicBezTo>
                        <a:pt x="1186" y="184"/>
                        <a:pt x="1509" y="143"/>
                        <a:pt x="1624" y="132"/>
                      </a:cubicBezTo>
                      <a:cubicBezTo>
                        <a:pt x="1660" y="127"/>
                        <a:pt x="1687" y="96"/>
                        <a:pt x="1682" y="59"/>
                      </a:cubicBezTo>
                      <a:cubicBezTo>
                        <a:pt x="1679" y="25"/>
                        <a:pt x="1650" y="0"/>
                        <a:pt x="1615"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8"/>
                <p:cNvSpPr/>
                <p:nvPr/>
              </p:nvSpPr>
              <p:spPr>
                <a:xfrm>
                  <a:off x="7592025" y="2819117"/>
                  <a:ext cx="181216" cy="37890"/>
                </a:xfrm>
                <a:custGeom>
                  <a:rect b="b" l="l" r="r" t="t"/>
                  <a:pathLst>
                    <a:path extrusionOk="0" h="603" w="2884">
                      <a:moveTo>
                        <a:pt x="2883" y="0"/>
                      </a:moveTo>
                      <a:cubicBezTo>
                        <a:pt x="2882" y="0"/>
                        <a:pt x="2881" y="1"/>
                        <a:pt x="2880" y="1"/>
                      </a:cubicBezTo>
                      <a:lnTo>
                        <a:pt x="2880" y="1"/>
                      </a:lnTo>
                      <a:lnTo>
                        <a:pt x="2883" y="0"/>
                      </a:lnTo>
                      <a:close/>
                      <a:moveTo>
                        <a:pt x="2880" y="1"/>
                      </a:moveTo>
                      <a:lnTo>
                        <a:pt x="1034" y="386"/>
                      </a:lnTo>
                      <a:lnTo>
                        <a:pt x="1034" y="386"/>
                      </a:lnTo>
                      <a:cubicBezTo>
                        <a:pt x="1624" y="349"/>
                        <a:pt x="1912" y="338"/>
                        <a:pt x="1912" y="338"/>
                      </a:cubicBezTo>
                      <a:cubicBezTo>
                        <a:pt x="1912" y="338"/>
                        <a:pt x="2746" y="30"/>
                        <a:pt x="2880" y="1"/>
                      </a:cubicBezTo>
                      <a:close/>
                      <a:moveTo>
                        <a:pt x="1034" y="386"/>
                      </a:moveTo>
                      <a:cubicBezTo>
                        <a:pt x="959" y="391"/>
                        <a:pt x="878" y="396"/>
                        <a:pt x="792" y="402"/>
                      </a:cubicBezTo>
                      <a:cubicBezTo>
                        <a:pt x="507" y="420"/>
                        <a:pt x="232" y="505"/>
                        <a:pt x="1" y="602"/>
                      </a:cubicBezTo>
                      <a:lnTo>
                        <a:pt x="1034" y="38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8"/>
                <p:cNvSpPr/>
                <p:nvPr/>
              </p:nvSpPr>
              <p:spPr>
                <a:xfrm>
                  <a:off x="7587375" y="2814970"/>
                  <a:ext cx="190327" cy="46184"/>
                </a:xfrm>
                <a:custGeom>
                  <a:rect b="b" l="l" r="r" t="t"/>
                  <a:pathLst>
                    <a:path extrusionOk="0" h="735" w="3029">
                      <a:moveTo>
                        <a:pt x="2958" y="1"/>
                      </a:moveTo>
                      <a:cubicBezTo>
                        <a:pt x="2954" y="1"/>
                        <a:pt x="2949" y="1"/>
                        <a:pt x="2945" y="2"/>
                      </a:cubicBezTo>
                      <a:cubicBezTo>
                        <a:pt x="2825" y="25"/>
                        <a:pt x="2097" y="294"/>
                        <a:pt x="1973" y="339"/>
                      </a:cubicBezTo>
                      <a:cubicBezTo>
                        <a:pt x="1908" y="342"/>
                        <a:pt x="1539" y="359"/>
                        <a:pt x="862" y="402"/>
                      </a:cubicBezTo>
                      <a:cubicBezTo>
                        <a:pt x="607" y="419"/>
                        <a:pt x="333" y="488"/>
                        <a:pt x="50" y="609"/>
                      </a:cubicBezTo>
                      <a:cubicBezTo>
                        <a:pt x="16" y="622"/>
                        <a:pt x="0" y="661"/>
                        <a:pt x="15" y="695"/>
                      </a:cubicBezTo>
                      <a:cubicBezTo>
                        <a:pt x="26" y="720"/>
                        <a:pt x="50" y="734"/>
                        <a:pt x="75" y="734"/>
                      </a:cubicBezTo>
                      <a:cubicBezTo>
                        <a:pt x="83" y="734"/>
                        <a:pt x="92" y="732"/>
                        <a:pt x="100" y="729"/>
                      </a:cubicBezTo>
                      <a:cubicBezTo>
                        <a:pt x="371" y="615"/>
                        <a:pt x="630" y="549"/>
                        <a:pt x="870" y="533"/>
                      </a:cubicBezTo>
                      <a:cubicBezTo>
                        <a:pt x="1614" y="485"/>
                        <a:pt x="1986" y="469"/>
                        <a:pt x="1989" y="469"/>
                      </a:cubicBezTo>
                      <a:cubicBezTo>
                        <a:pt x="1996" y="469"/>
                        <a:pt x="2003" y="468"/>
                        <a:pt x="2009" y="465"/>
                      </a:cubicBezTo>
                      <a:cubicBezTo>
                        <a:pt x="2244" y="379"/>
                        <a:pt x="2875" y="149"/>
                        <a:pt x="2970" y="130"/>
                      </a:cubicBezTo>
                      <a:cubicBezTo>
                        <a:pt x="3006" y="123"/>
                        <a:pt x="3029" y="88"/>
                        <a:pt x="3022" y="53"/>
                      </a:cubicBezTo>
                      <a:cubicBezTo>
                        <a:pt x="3015" y="22"/>
                        <a:pt x="2989" y="1"/>
                        <a:pt x="29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8"/>
                <p:cNvSpPr/>
                <p:nvPr/>
              </p:nvSpPr>
              <p:spPr>
                <a:xfrm>
                  <a:off x="7233605" y="2655302"/>
                  <a:ext cx="340063" cy="612767"/>
                </a:xfrm>
                <a:custGeom>
                  <a:rect b="b" l="l" r="r" t="t"/>
                  <a:pathLst>
                    <a:path extrusionOk="0" h="9752" w="5412">
                      <a:moveTo>
                        <a:pt x="291" y="0"/>
                      </a:moveTo>
                      <a:cubicBezTo>
                        <a:pt x="288" y="0"/>
                        <a:pt x="286" y="0"/>
                        <a:pt x="286" y="0"/>
                      </a:cubicBezTo>
                      <a:cubicBezTo>
                        <a:pt x="286" y="0"/>
                        <a:pt x="182" y="2623"/>
                        <a:pt x="108" y="4899"/>
                      </a:cubicBezTo>
                      <a:lnTo>
                        <a:pt x="1" y="4767"/>
                      </a:lnTo>
                      <a:lnTo>
                        <a:pt x="1" y="4767"/>
                      </a:lnTo>
                      <a:lnTo>
                        <a:pt x="73" y="5985"/>
                      </a:lnTo>
                      <a:cubicBezTo>
                        <a:pt x="39" y="7157"/>
                        <a:pt x="20" y="8064"/>
                        <a:pt x="40" y="8172"/>
                      </a:cubicBezTo>
                      <a:cubicBezTo>
                        <a:pt x="54" y="8249"/>
                        <a:pt x="128" y="8286"/>
                        <a:pt x="231" y="8298"/>
                      </a:cubicBezTo>
                      <a:cubicBezTo>
                        <a:pt x="311" y="9026"/>
                        <a:pt x="442" y="9751"/>
                        <a:pt x="651" y="9751"/>
                      </a:cubicBezTo>
                      <a:cubicBezTo>
                        <a:pt x="653" y="9751"/>
                        <a:pt x="656" y="9751"/>
                        <a:pt x="658" y="9751"/>
                      </a:cubicBezTo>
                      <a:cubicBezTo>
                        <a:pt x="1084" y="9719"/>
                        <a:pt x="1749" y="9418"/>
                        <a:pt x="2343" y="8593"/>
                      </a:cubicBezTo>
                      <a:cubicBezTo>
                        <a:pt x="2937" y="7769"/>
                        <a:pt x="4619" y="5888"/>
                        <a:pt x="4619" y="5888"/>
                      </a:cubicBezTo>
                      <a:lnTo>
                        <a:pt x="5411" y="4800"/>
                      </a:lnTo>
                      <a:lnTo>
                        <a:pt x="4059" y="3448"/>
                      </a:lnTo>
                      <a:lnTo>
                        <a:pt x="1092" y="5962"/>
                      </a:lnTo>
                      <a:cubicBezTo>
                        <a:pt x="947" y="4844"/>
                        <a:pt x="776" y="3660"/>
                        <a:pt x="762" y="3557"/>
                      </a:cubicBezTo>
                      <a:cubicBezTo>
                        <a:pt x="734" y="3360"/>
                        <a:pt x="847" y="1372"/>
                        <a:pt x="706" y="672"/>
                      </a:cubicBezTo>
                      <a:cubicBezTo>
                        <a:pt x="577" y="25"/>
                        <a:pt x="327" y="0"/>
                        <a:pt x="29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8"/>
                <p:cNvSpPr/>
                <p:nvPr/>
              </p:nvSpPr>
              <p:spPr>
                <a:xfrm>
                  <a:off x="7229395" y="2651092"/>
                  <a:ext cx="348734" cy="620998"/>
                </a:xfrm>
                <a:custGeom>
                  <a:rect b="b" l="l" r="r" t="t"/>
                  <a:pathLst>
                    <a:path extrusionOk="0" h="9883" w="5550">
                      <a:moveTo>
                        <a:pt x="415" y="151"/>
                      </a:moveTo>
                      <a:cubicBezTo>
                        <a:pt x="491" y="194"/>
                        <a:pt x="624" y="328"/>
                        <a:pt x="709" y="752"/>
                      </a:cubicBezTo>
                      <a:cubicBezTo>
                        <a:pt x="803" y="1226"/>
                        <a:pt x="781" y="2296"/>
                        <a:pt x="767" y="3006"/>
                      </a:cubicBezTo>
                      <a:cubicBezTo>
                        <a:pt x="758" y="3374"/>
                        <a:pt x="755" y="3569"/>
                        <a:pt x="765" y="3633"/>
                      </a:cubicBezTo>
                      <a:lnTo>
                        <a:pt x="769" y="3663"/>
                      </a:lnTo>
                      <a:cubicBezTo>
                        <a:pt x="839" y="4157"/>
                        <a:pt x="975" y="5122"/>
                        <a:pt x="1094" y="6037"/>
                      </a:cubicBezTo>
                      <a:cubicBezTo>
                        <a:pt x="1097" y="6061"/>
                        <a:pt x="1113" y="6081"/>
                        <a:pt x="1136" y="6090"/>
                      </a:cubicBezTo>
                      <a:cubicBezTo>
                        <a:pt x="1144" y="6093"/>
                        <a:pt x="1152" y="6095"/>
                        <a:pt x="1160" y="6095"/>
                      </a:cubicBezTo>
                      <a:cubicBezTo>
                        <a:pt x="1175" y="6095"/>
                        <a:pt x="1190" y="6089"/>
                        <a:pt x="1202" y="6079"/>
                      </a:cubicBezTo>
                      <a:lnTo>
                        <a:pt x="4121" y="3604"/>
                      </a:lnTo>
                      <a:lnTo>
                        <a:pt x="5392" y="4873"/>
                      </a:lnTo>
                      <a:lnTo>
                        <a:pt x="4638" y="5912"/>
                      </a:lnTo>
                      <a:cubicBezTo>
                        <a:pt x="4621" y="5931"/>
                        <a:pt x="2945" y="7804"/>
                        <a:pt x="2356" y="8623"/>
                      </a:cubicBezTo>
                      <a:cubicBezTo>
                        <a:pt x="1644" y="9612"/>
                        <a:pt x="924" y="9737"/>
                        <a:pt x="720" y="9752"/>
                      </a:cubicBezTo>
                      <a:cubicBezTo>
                        <a:pt x="720" y="9752"/>
                        <a:pt x="719" y="9752"/>
                        <a:pt x="719" y="9752"/>
                      </a:cubicBezTo>
                      <a:cubicBezTo>
                        <a:pt x="693" y="9752"/>
                        <a:pt x="508" y="9695"/>
                        <a:pt x="363" y="8357"/>
                      </a:cubicBezTo>
                      <a:cubicBezTo>
                        <a:pt x="360" y="8327"/>
                        <a:pt x="335" y="8303"/>
                        <a:pt x="305" y="8300"/>
                      </a:cubicBezTo>
                      <a:cubicBezTo>
                        <a:pt x="224" y="8290"/>
                        <a:pt x="179" y="8266"/>
                        <a:pt x="172" y="8226"/>
                      </a:cubicBezTo>
                      <a:cubicBezTo>
                        <a:pt x="159" y="8164"/>
                        <a:pt x="156" y="7736"/>
                        <a:pt x="206" y="6048"/>
                      </a:cubicBezTo>
                      <a:lnTo>
                        <a:pt x="144" y="5024"/>
                      </a:lnTo>
                      <a:lnTo>
                        <a:pt x="144" y="5024"/>
                      </a:lnTo>
                      <a:cubicBezTo>
                        <a:pt x="154" y="5029"/>
                        <a:pt x="164" y="5031"/>
                        <a:pt x="175" y="5031"/>
                      </a:cubicBezTo>
                      <a:cubicBezTo>
                        <a:pt x="182" y="5031"/>
                        <a:pt x="189" y="5030"/>
                        <a:pt x="196" y="5028"/>
                      </a:cubicBezTo>
                      <a:cubicBezTo>
                        <a:pt x="222" y="5019"/>
                        <a:pt x="240" y="4995"/>
                        <a:pt x="241" y="4968"/>
                      </a:cubicBezTo>
                      <a:cubicBezTo>
                        <a:pt x="307" y="2943"/>
                        <a:pt x="397" y="614"/>
                        <a:pt x="415" y="151"/>
                      </a:cubicBezTo>
                      <a:close/>
                      <a:moveTo>
                        <a:pt x="358" y="1"/>
                      </a:moveTo>
                      <a:cubicBezTo>
                        <a:pt x="353" y="1"/>
                        <a:pt x="348" y="1"/>
                        <a:pt x="346" y="1"/>
                      </a:cubicBezTo>
                      <a:cubicBezTo>
                        <a:pt x="313" y="5"/>
                        <a:pt x="288" y="32"/>
                        <a:pt x="287" y="64"/>
                      </a:cubicBezTo>
                      <a:cubicBezTo>
                        <a:pt x="286" y="90"/>
                        <a:pt x="188" y="2580"/>
                        <a:pt x="115" y="4788"/>
                      </a:cubicBezTo>
                      <a:cubicBezTo>
                        <a:pt x="103" y="4775"/>
                        <a:pt x="85" y="4768"/>
                        <a:pt x="68" y="4768"/>
                      </a:cubicBezTo>
                      <a:cubicBezTo>
                        <a:pt x="60" y="4768"/>
                        <a:pt x="51" y="4770"/>
                        <a:pt x="44" y="4773"/>
                      </a:cubicBezTo>
                      <a:cubicBezTo>
                        <a:pt x="17" y="4783"/>
                        <a:pt x="1" y="4809"/>
                        <a:pt x="2" y="4838"/>
                      </a:cubicBezTo>
                      <a:lnTo>
                        <a:pt x="75" y="6050"/>
                      </a:lnTo>
                      <a:cubicBezTo>
                        <a:pt x="14" y="8100"/>
                        <a:pt x="35" y="8213"/>
                        <a:pt x="43" y="8250"/>
                      </a:cubicBezTo>
                      <a:cubicBezTo>
                        <a:pt x="54" y="8314"/>
                        <a:pt x="98" y="8392"/>
                        <a:pt x="238" y="8421"/>
                      </a:cubicBezTo>
                      <a:cubicBezTo>
                        <a:pt x="382" y="9697"/>
                        <a:pt x="566" y="9883"/>
                        <a:pt x="716" y="9883"/>
                      </a:cubicBezTo>
                      <a:lnTo>
                        <a:pt x="730" y="9883"/>
                      </a:lnTo>
                      <a:cubicBezTo>
                        <a:pt x="947" y="9867"/>
                        <a:pt x="1717" y="9735"/>
                        <a:pt x="2463" y="8699"/>
                      </a:cubicBezTo>
                      <a:cubicBezTo>
                        <a:pt x="3048" y="7887"/>
                        <a:pt x="4718" y="6018"/>
                        <a:pt x="4739" y="5994"/>
                      </a:cubicBezTo>
                      <a:lnTo>
                        <a:pt x="5531" y="4906"/>
                      </a:lnTo>
                      <a:cubicBezTo>
                        <a:pt x="5550" y="4880"/>
                        <a:pt x="5547" y="4844"/>
                        <a:pt x="5524" y="4821"/>
                      </a:cubicBezTo>
                      <a:lnTo>
                        <a:pt x="4172" y="3468"/>
                      </a:lnTo>
                      <a:cubicBezTo>
                        <a:pt x="4159" y="3455"/>
                        <a:pt x="4142" y="3449"/>
                        <a:pt x="4125" y="3449"/>
                      </a:cubicBezTo>
                      <a:cubicBezTo>
                        <a:pt x="4110" y="3449"/>
                        <a:pt x="4095" y="3454"/>
                        <a:pt x="4083" y="3464"/>
                      </a:cubicBezTo>
                      <a:lnTo>
                        <a:pt x="1208" y="5901"/>
                      </a:lnTo>
                      <a:cubicBezTo>
                        <a:pt x="1094" y="5022"/>
                        <a:pt x="966" y="4117"/>
                        <a:pt x="898" y="3644"/>
                      </a:cubicBezTo>
                      <a:lnTo>
                        <a:pt x="894" y="3614"/>
                      </a:lnTo>
                      <a:cubicBezTo>
                        <a:pt x="885" y="3558"/>
                        <a:pt x="892" y="3304"/>
                        <a:pt x="897" y="3008"/>
                      </a:cubicBezTo>
                      <a:cubicBezTo>
                        <a:pt x="913" y="2294"/>
                        <a:pt x="935" y="1214"/>
                        <a:pt x="837" y="726"/>
                      </a:cubicBezTo>
                      <a:cubicBezTo>
                        <a:pt x="701" y="43"/>
                        <a:pt x="426" y="1"/>
                        <a:pt x="3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8"/>
                <p:cNvSpPr/>
                <p:nvPr/>
              </p:nvSpPr>
              <p:spPr>
                <a:xfrm>
                  <a:off x="6575328" y="2482753"/>
                  <a:ext cx="752638" cy="1246332"/>
                </a:xfrm>
                <a:custGeom>
                  <a:rect b="b" l="l" r="r" t="t"/>
                  <a:pathLst>
                    <a:path extrusionOk="0" h="19835" w="11978">
                      <a:moveTo>
                        <a:pt x="9278" y="14735"/>
                      </a:moveTo>
                      <a:lnTo>
                        <a:pt x="9278" y="14735"/>
                      </a:lnTo>
                      <a:cubicBezTo>
                        <a:pt x="9279" y="14738"/>
                        <a:pt x="9279" y="14740"/>
                        <a:pt x="9279" y="14743"/>
                      </a:cubicBezTo>
                      <a:lnTo>
                        <a:pt x="9279" y="14743"/>
                      </a:lnTo>
                      <a:cubicBezTo>
                        <a:pt x="9279" y="14740"/>
                        <a:pt x="9279" y="14738"/>
                        <a:pt x="9278" y="14735"/>
                      </a:cubicBezTo>
                      <a:close/>
                      <a:moveTo>
                        <a:pt x="5180" y="1"/>
                      </a:moveTo>
                      <a:cubicBezTo>
                        <a:pt x="5026" y="1"/>
                        <a:pt x="4879" y="13"/>
                        <a:pt x="4743" y="39"/>
                      </a:cubicBezTo>
                      <a:cubicBezTo>
                        <a:pt x="3327" y="719"/>
                        <a:pt x="1361" y="2083"/>
                        <a:pt x="85" y="3075"/>
                      </a:cubicBezTo>
                      <a:cubicBezTo>
                        <a:pt x="0" y="5410"/>
                        <a:pt x="622" y="8235"/>
                        <a:pt x="715" y="10579"/>
                      </a:cubicBezTo>
                      <a:cubicBezTo>
                        <a:pt x="749" y="11610"/>
                        <a:pt x="873" y="13532"/>
                        <a:pt x="911" y="14469"/>
                      </a:cubicBezTo>
                      <a:cubicBezTo>
                        <a:pt x="908" y="15534"/>
                        <a:pt x="778" y="17357"/>
                        <a:pt x="853" y="18441"/>
                      </a:cubicBezTo>
                      <a:cubicBezTo>
                        <a:pt x="1100" y="18310"/>
                        <a:pt x="1606" y="18044"/>
                        <a:pt x="1858" y="17909"/>
                      </a:cubicBezTo>
                      <a:cubicBezTo>
                        <a:pt x="3571" y="19004"/>
                        <a:pt x="7297" y="19161"/>
                        <a:pt x="9229" y="19726"/>
                      </a:cubicBezTo>
                      <a:cubicBezTo>
                        <a:pt x="9245" y="18574"/>
                        <a:pt x="9306" y="18173"/>
                        <a:pt x="9348" y="17774"/>
                      </a:cubicBezTo>
                      <a:lnTo>
                        <a:pt x="9348" y="17774"/>
                      </a:lnTo>
                      <a:cubicBezTo>
                        <a:pt x="9347" y="18277"/>
                        <a:pt x="9374" y="18810"/>
                        <a:pt x="9518" y="19835"/>
                      </a:cubicBezTo>
                      <a:cubicBezTo>
                        <a:pt x="9392" y="18937"/>
                        <a:pt x="11911" y="17536"/>
                        <a:pt x="11916" y="16591"/>
                      </a:cubicBezTo>
                      <a:cubicBezTo>
                        <a:pt x="11913" y="15966"/>
                        <a:pt x="11977" y="16031"/>
                        <a:pt x="11782" y="15605"/>
                      </a:cubicBezTo>
                      <a:cubicBezTo>
                        <a:pt x="11014" y="13196"/>
                        <a:pt x="11074" y="10299"/>
                        <a:pt x="10930" y="7758"/>
                      </a:cubicBezTo>
                      <a:cubicBezTo>
                        <a:pt x="10918" y="6489"/>
                        <a:pt x="10855" y="5096"/>
                        <a:pt x="10927" y="3843"/>
                      </a:cubicBezTo>
                      <a:cubicBezTo>
                        <a:pt x="11128" y="2661"/>
                        <a:pt x="10517" y="2632"/>
                        <a:pt x="9723" y="1908"/>
                      </a:cubicBezTo>
                      <a:lnTo>
                        <a:pt x="9722" y="1908"/>
                      </a:lnTo>
                      <a:cubicBezTo>
                        <a:pt x="9226" y="1547"/>
                        <a:pt x="8366" y="798"/>
                        <a:pt x="8233" y="798"/>
                      </a:cubicBezTo>
                      <a:cubicBezTo>
                        <a:pt x="8229" y="798"/>
                        <a:pt x="8226" y="799"/>
                        <a:pt x="8223" y="800"/>
                      </a:cubicBezTo>
                      <a:cubicBezTo>
                        <a:pt x="7493" y="502"/>
                        <a:pt x="6179" y="1"/>
                        <a:pt x="518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8"/>
                <p:cNvSpPr/>
                <p:nvPr/>
              </p:nvSpPr>
              <p:spPr>
                <a:xfrm>
                  <a:off x="6573380" y="2478606"/>
                  <a:ext cx="755779" cy="1254689"/>
                </a:xfrm>
                <a:custGeom>
                  <a:rect b="b" l="l" r="r" t="t"/>
                  <a:pathLst>
                    <a:path extrusionOk="0" h="19968" w="12028">
                      <a:moveTo>
                        <a:pt x="5219" y="131"/>
                      </a:moveTo>
                      <a:cubicBezTo>
                        <a:pt x="5934" y="131"/>
                        <a:pt x="6925" y="394"/>
                        <a:pt x="8230" y="927"/>
                      </a:cubicBezTo>
                      <a:cubicBezTo>
                        <a:pt x="8237" y="930"/>
                        <a:pt x="8246" y="931"/>
                        <a:pt x="8254" y="931"/>
                      </a:cubicBezTo>
                      <a:cubicBezTo>
                        <a:pt x="8258" y="931"/>
                        <a:pt x="8262" y="931"/>
                        <a:pt x="8266" y="930"/>
                      </a:cubicBezTo>
                      <a:cubicBezTo>
                        <a:pt x="8359" y="956"/>
                        <a:pt x="8772" y="1287"/>
                        <a:pt x="9075" y="1529"/>
                      </a:cubicBezTo>
                      <a:cubicBezTo>
                        <a:pt x="9300" y="1709"/>
                        <a:pt x="9532" y="1894"/>
                        <a:pt x="9714" y="2027"/>
                      </a:cubicBezTo>
                      <a:cubicBezTo>
                        <a:pt x="9716" y="2028"/>
                        <a:pt x="9717" y="2029"/>
                        <a:pt x="9718" y="2029"/>
                      </a:cubicBezTo>
                      <a:cubicBezTo>
                        <a:pt x="9910" y="2204"/>
                        <a:pt x="10090" y="2338"/>
                        <a:pt x="10251" y="2457"/>
                      </a:cubicBezTo>
                      <a:cubicBezTo>
                        <a:pt x="10760" y="2835"/>
                        <a:pt x="11040" y="3042"/>
                        <a:pt x="10893" y="3906"/>
                      </a:cubicBezTo>
                      <a:cubicBezTo>
                        <a:pt x="10839" y="4829"/>
                        <a:pt x="10859" y="5830"/>
                        <a:pt x="10878" y="6799"/>
                      </a:cubicBezTo>
                      <a:cubicBezTo>
                        <a:pt x="10886" y="7146"/>
                        <a:pt x="10892" y="7489"/>
                        <a:pt x="10896" y="7828"/>
                      </a:cubicBezTo>
                      <a:cubicBezTo>
                        <a:pt x="10924" y="8347"/>
                        <a:pt x="10945" y="8868"/>
                        <a:pt x="10966" y="9421"/>
                      </a:cubicBezTo>
                      <a:cubicBezTo>
                        <a:pt x="11050" y="11558"/>
                        <a:pt x="11136" y="13765"/>
                        <a:pt x="11753" y="15699"/>
                      </a:cubicBezTo>
                      <a:cubicBezTo>
                        <a:pt x="11896" y="16008"/>
                        <a:pt x="11895" y="16036"/>
                        <a:pt x="11887" y="16307"/>
                      </a:cubicBezTo>
                      <a:cubicBezTo>
                        <a:pt x="11885" y="16395"/>
                        <a:pt x="11881" y="16506"/>
                        <a:pt x="11881" y="16657"/>
                      </a:cubicBezTo>
                      <a:cubicBezTo>
                        <a:pt x="11879" y="17092"/>
                        <a:pt x="11275" y="17663"/>
                        <a:pt x="10690" y="18215"/>
                      </a:cubicBezTo>
                      <a:cubicBezTo>
                        <a:pt x="10208" y="18670"/>
                        <a:pt x="9745" y="19108"/>
                        <a:pt x="9561" y="19502"/>
                      </a:cubicBezTo>
                      <a:cubicBezTo>
                        <a:pt x="9463" y="18729"/>
                        <a:pt x="9444" y="18278"/>
                        <a:pt x="9444" y="17843"/>
                      </a:cubicBezTo>
                      <a:cubicBezTo>
                        <a:pt x="9497" y="17334"/>
                        <a:pt x="9518" y="16828"/>
                        <a:pt x="9376" y="14797"/>
                      </a:cubicBezTo>
                      <a:cubicBezTo>
                        <a:pt x="9373" y="14762"/>
                        <a:pt x="9343" y="14736"/>
                        <a:pt x="9311" y="14736"/>
                      </a:cubicBezTo>
                      <a:cubicBezTo>
                        <a:pt x="9309" y="14736"/>
                        <a:pt x="9307" y="14736"/>
                        <a:pt x="9305" y="14736"/>
                      </a:cubicBezTo>
                      <a:cubicBezTo>
                        <a:pt x="9269" y="14738"/>
                        <a:pt x="9241" y="14770"/>
                        <a:pt x="9244" y="14806"/>
                      </a:cubicBezTo>
                      <a:cubicBezTo>
                        <a:pt x="9244" y="14807"/>
                        <a:pt x="9244" y="14808"/>
                        <a:pt x="9244" y="14811"/>
                      </a:cubicBezTo>
                      <a:cubicBezTo>
                        <a:pt x="9340" y="16167"/>
                        <a:pt x="9328" y="16853"/>
                        <a:pt x="9319" y="17402"/>
                      </a:cubicBezTo>
                      <a:cubicBezTo>
                        <a:pt x="9316" y="17552"/>
                        <a:pt x="9314" y="17694"/>
                        <a:pt x="9313" y="17837"/>
                      </a:cubicBezTo>
                      <a:cubicBezTo>
                        <a:pt x="9307" y="17887"/>
                        <a:pt x="9302" y="17938"/>
                        <a:pt x="9297" y="17990"/>
                      </a:cubicBezTo>
                      <a:cubicBezTo>
                        <a:pt x="9258" y="18334"/>
                        <a:pt x="9211" y="18760"/>
                        <a:pt x="9196" y="19706"/>
                      </a:cubicBezTo>
                      <a:cubicBezTo>
                        <a:pt x="8514" y="19516"/>
                        <a:pt x="7631" y="19371"/>
                        <a:pt x="6696" y="19219"/>
                      </a:cubicBezTo>
                      <a:cubicBezTo>
                        <a:pt x="4972" y="18937"/>
                        <a:pt x="3016" y="18618"/>
                        <a:pt x="1924" y="17921"/>
                      </a:cubicBezTo>
                      <a:cubicBezTo>
                        <a:pt x="1914" y="17913"/>
                        <a:pt x="1901" y="17910"/>
                        <a:pt x="1889" y="17910"/>
                      </a:cubicBezTo>
                      <a:cubicBezTo>
                        <a:pt x="1878" y="17910"/>
                        <a:pt x="1868" y="17912"/>
                        <a:pt x="1858" y="17918"/>
                      </a:cubicBezTo>
                      <a:lnTo>
                        <a:pt x="1458" y="18129"/>
                      </a:lnTo>
                      <a:cubicBezTo>
                        <a:pt x="1278" y="18224"/>
                        <a:pt x="1087" y="18326"/>
                        <a:pt x="943" y="18401"/>
                      </a:cubicBezTo>
                      <a:cubicBezTo>
                        <a:pt x="905" y="17713"/>
                        <a:pt x="940" y="16751"/>
                        <a:pt x="970" y="15898"/>
                      </a:cubicBezTo>
                      <a:cubicBezTo>
                        <a:pt x="989" y="15393"/>
                        <a:pt x="1006" y="14916"/>
                        <a:pt x="1007" y="14531"/>
                      </a:cubicBezTo>
                      <a:cubicBezTo>
                        <a:pt x="990" y="14113"/>
                        <a:pt x="957" y="13502"/>
                        <a:pt x="921" y="12855"/>
                      </a:cubicBezTo>
                      <a:cubicBezTo>
                        <a:pt x="876" y="12048"/>
                        <a:pt x="830" y="11212"/>
                        <a:pt x="811" y="10643"/>
                      </a:cubicBezTo>
                      <a:cubicBezTo>
                        <a:pt x="772" y="9651"/>
                        <a:pt x="636" y="8552"/>
                        <a:pt x="504" y="7488"/>
                      </a:cubicBezTo>
                      <a:cubicBezTo>
                        <a:pt x="323" y="6026"/>
                        <a:pt x="135" y="4512"/>
                        <a:pt x="180" y="3175"/>
                      </a:cubicBezTo>
                      <a:cubicBezTo>
                        <a:pt x="1421" y="2212"/>
                        <a:pt x="3362" y="857"/>
                        <a:pt x="4794" y="168"/>
                      </a:cubicBezTo>
                      <a:cubicBezTo>
                        <a:pt x="4923" y="144"/>
                        <a:pt x="5065" y="131"/>
                        <a:pt x="5219" y="131"/>
                      </a:cubicBezTo>
                      <a:close/>
                      <a:moveTo>
                        <a:pt x="5216" y="1"/>
                      </a:moveTo>
                      <a:cubicBezTo>
                        <a:pt x="5051" y="1"/>
                        <a:pt x="4899" y="14"/>
                        <a:pt x="4761" y="41"/>
                      </a:cubicBezTo>
                      <a:cubicBezTo>
                        <a:pt x="4755" y="42"/>
                        <a:pt x="4750" y="43"/>
                        <a:pt x="4745" y="46"/>
                      </a:cubicBezTo>
                      <a:cubicBezTo>
                        <a:pt x="3294" y="742"/>
                        <a:pt x="1322" y="2121"/>
                        <a:pt x="75" y="3090"/>
                      </a:cubicBezTo>
                      <a:cubicBezTo>
                        <a:pt x="60" y="3101"/>
                        <a:pt x="50" y="3119"/>
                        <a:pt x="50" y="3139"/>
                      </a:cubicBezTo>
                      <a:cubicBezTo>
                        <a:pt x="1" y="4495"/>
                        <a:pt x="191" y="6025"/>
                        <a:pt x="373" y="7505"/>
                      </a:cubicBezTo>
                      <a:cubicBezTo>
                        <a:pt x="511" y="8614"/>
                        <a:pt x="641" y="9661"/>
                        <a:pt x="680" y="10647"/>
                      </a:cubicBezTo>
                      <a:cubicBezTo>
                        <a:pt x="699" y="11219"/>
                        <a:pt x="745" y="12054"/>
                        <a:pt x="790" y="12862"/>
                      </a:cubicBezTo>
                      <a:cubicBezTo>
                        <a:pt x="826" y="13508"/>
                        <a:pt x="859" y="14119"/>
                        <a:pt x="876" y="14535"/>
                      </a:cubicBezTo>
                      <a:cubicBezTo>
                        <a:pt x="875" y="14913"/>
                        <a:pt x="858" y="15389"/>
                        <a:pt x="839" y="15892"/>
                      </a:cubicBezTo>
                      <a:cubicBezTo>
                        <a:pt x="807" y="16792"/>
                        <a:pt x="770" y="17812"/>
                        <a:pt x="818" y="18513"/>
                      </a:cubicBezTo>
                      <a:cubicBezTo>
                        <a:pt x="820" y="18535"/>
                        <a:pt x="833" y="18555"/>
                        <a:pt x="853" y="18565"/>
                      </a:cubicBezTo>
                      <a:cubicBezTo>
                        <a:pt x="863" y="18571"/>
                        <a:pt x="874" y="18574"/>
                        <a:pt x="885" y="18574"/>
                      </a:cubicBezTo>
                      <a:cubicBezTo>
                        <a:pt x="896" y="18574"/>
                        <a:pt x="906" y="18571"/>
                        <a:pt x="915" y="18566"/>
                      </a:cubicBezTo>
                      <a:cubicBezTo>
                        <a:pt x="1061" y="18487"/>
                        <a:pt x="1298" y="18363"/>
                        <a:pt x="1520" y="18245"/>
                      </a:cubicBezTo>
                      <a:lnTo>
                        <a:pt x="1885" y="18051"/>
                      </a:lnTo>
                      <a:cubicBezTo>
                        <a:pt x="3006" y="18749"/>
                        <a:pt x="4954" y="19067"/>
                        <a:pt x="6675" y="19348"/>
                      </a:cubicBezTo>
                      <a:cubicBezTo>
                        <a:pt x="7643" y="19506"/>
                        <a:pt x="8558" y="19655"/>
                        <a:pt x="9242" y="19855"/>
                      </a:cubicBezTo>
                      <a:cubicBezTo>
                        <a:pt x="9248" y="19857"/>
                        <a:pt x="9255" y="19858"/>
                        <a:pt x="9261" y="19858"/>
                      </a:cubicBezTo>
                      <a:cubicBezTo>
                        <a:pt x="9274" y="19858"/>
                        <a:pt x="9288" y="19853"/>
                        <a:pt x="9299" y="19845"/>
                      </a:cubicBezTo>
                      <a:cubicBezTo>
                        <a:pt x="9316" y="19833"/>
                        <a:pt x="9325" y="19814"/>
                        <a:pt x="9326" y="19793"/>
                      </a:cubicBezTo>
                      <a:cubicBezTo>
                        <a:pt x="9331" y="19393"/>
                        <a:pt x="9342" y="19082"/>
                        <a:pt x="9356" y="18832"/>
                      </a:cubicBezTo>
                      <a:cubicBezTo>
                        <a:pt x="9382" y="19125"/>
                        <a:pt x="9422" y="19473"/>
                        <a:pt x="9484" y="19910"/>
                      </a:cubicBezTo>
                      <a:cubicBezTo>
                        <a:pt x="9488" y="19943"/>
                        <a:pt x="9516" y="19967"/>
                        <a:pt x="9549" y="19967"/>
                      </a:cubicBezTo>
                      <a:cubicBezTo>
                        <a:pt x="9551" y="19967"/>
                        <a:pt x="9554" y="19966"/>
                        <a:pt x="9557" y="19966"/>
                      </a:cubicBezTo>
                      <a:cubicBezTo>
                        <a:pt x="9593" y="19961"/>
                        <a:pt x="9618" y="19928"/>
                        <a:pt x="9613" y="19893"/>
                      </a:cubicBezTo>
                      <a:lnTo>
                        <a:pt x="9613" y="19891"/>
                      </a:lnTo>
                      <a:cubicBezTo>
                        <a:pt x="9554" y="19468"/>
                        <a:pt x="10177" y="18879"/>
                        <a:pt x="10780" y="18310"/>
                      </a:cubicBezTo>
                      <a:cubicBezTo>
                        <a:pt x="11412" y="17713"/>
                        <a:pt x="12009" y="17149"/>
                        <a:pt x="12013" y="16658"/>
                      </a:cubicBezTo>
                      <a:lnTo>
                        <a:pt x="12013" y="16657"/>
                      </a:lnTo>
                      <a:cubicBezTo>
                        <a:pt x="12011" y="16507"/>
                        <a:pt x="12016" y="16398"/>
                        <a:pt x="12018" y="16311"/>
                      </a:cubicBezTo>
                      <a:cubicBezTo>
                        <a:pt x="12026" y="16031"/>
                        <a:pt x="12027" y="15981"/>
                        <a:pt x="11876" y="15652"/>
                      </a:cubicBezTo>
                      <a:cubicBezTo>
                        <a:pt x="11266" y="13742"/>
                        <a:pt x="11180" y="11543"/>
                        <a:pt x="11098" y="9416"/>
                      </a:cubicBezTo>
                      <a:cubicBezTo>
                        <a:pt x="11077" y="8863"/>
                        <a:pt x="11056" y="8340"/>
                        <a:pt x="11026" y="7824"/>
                      </a:cubicBezTo>
                      <a:cubicBezTo>
                        <a:pt x="11023" y="7488"/>
                        <a:pt x="11017" y="7144"/>
                        <a:pt x="11009" y="6797"/>
                      </a:cubicBezTo>
                      <a:cubicBezTo>
                        <a:pt x="10990" y="5830"/>
                        <a:pt x="10971" y="4832"/>
                        <a:pt x="11023" y="3921"/>
                      </a:cubicBezTo>
                      <a:cubicBezTo>
                        <a:pt x="11183" y="2985"/>
                        <a:pt x="10843" y="2733"/>
                        <a:pt x="10328" y="2352"/>
                      </a:cubicBezTo>
                      <a:cubicBezTo>
                        <a:pt x="10169" y="2233"/>
                        <a:pt x="9988" y="2099"/>
                        <a:pt x="9798" y="1926"/>
                      </a:cubicBezTo>
                      <a:cubicBezTo>
                        <a:pt x="9794" y="1922"/>
                        <a:pt x="9790" y="1920"/>
                        <a:pt x="9786" y="1916"/>
                      </a:cubicBezTo>
                      <a:cubicBezTo>
                        <a:pt x="9606" y="1785"/>
                        <a:pt x="9378" y="1604"/>
                        <a:pt x="9157" y="1426"/>
                      </a:cubicBezTo>
                      <a:cubicBezTo>
                        <a:pt x="8538" y="932"/>
                        <a:pt x="8355" y="798"/>
                        <a:pt x="8262" y="798"/>
                      </a:cubicBezTo>
                      <a:cubicBezTo>
                        <a:pt x="6952" y="264"/>
                        <a:pt x="5948" y="1"/>
                        <a:pt x="52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8"/>
                <p:cNvSpPr/>
                <p:nvPr/>
              </p:nvSpPr>
              <p:spPr>
                <a:xfrm>
                  <a:off x="7113210" y="2935365"/>
                  <a:ext cx="43859" cy="439971"/>
                </a:xfrm>
                <a:custGeom>
                  <a:rect b="b" l="l" r="r" t="t"/>
                  <a:pathLst>
                    <a:path extrusionOk="0" h="7002" w="698">
                      <a:moveTo>
                        <a:pt x="70" y="1"/>
                      </a:moveTo>
                      <a:cubicBezTo>
                        <a:pt x="68" y="1"/>
                        <a:pt x="66" y="1"/>
                        <a:pt x="64" y="1"/>
                      </a:cubicBezTo>
                      <a:cubicBezTo>
                        <a:pt x="28" y="3"/>
                        <a:pt x="1" y="35"/>
                        <a:pt x="4" y="71"/>
                      </a:cubicBezTo>
                      <a:cubicBezTo>
                        <a:pt x="6" y="106"/>
                        <a:pt x="269" y="3639"/>
                        <a:pt x="564" y="6941"/>
                      </a:cubicBezTo>
                      <a:cubicBezTo>
                        <a:pt x="567" y="6976"/>
                        <a:pt x="596" y="7001"/>
                        <a:pt x="629" y="7001"/>
                      </a:cubicBezTo>
                      <a:lnTo>
                        <a:pt x="635" y="7001"/>
                      </a:lnTo>
                      <a:cubicBezTo>
                        <a:pt x="671" y="6998"/>
                        <a:pt x="697" y="6965"/>
                        <a:pt x="694" y="6930"/>
                      </a:cubicBezTo>
                      <a:cubicBezTo>
                        <a:pt x="399" y="3629"/>
                        <a:pt x="137" y="97"/>
                        <a:pt x="134" y="61"/>
                      </a:cubicBezTo>
                      <a:cubicBezTo>
                        <a:pt x="132" y="27"/>
                        <a:pt x="105" y="1"/>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8"/>
                <p:cNvSpPr/>
                <p:nvPr/>
              </p:nvSpPr>
              <p:spPr>
                <a:xfrm>
                  <a:off x="7116351" y="2580841"/>
                  <a:ext cx="62144" cy="112223"/>
                </a:xfrm>
                <a:custGeom>
                  <a:rect b="b" l="l" r="r" t="t"/>
                  <a:pathLst>
                    <a:path extrusionOk="0" h="1786" w="989">
                      <a:moveTo>
                        <a:pt x="686" y="1"/>
                      </a:moveTo>
                      <a:lnTo>
                        <a:pt x="0" y="1319"/>
                      </a:lnTo>
                      <a:lnTo>
                        <a:pt x="989" y="1786"/>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8"/>
                <p:cNvSpPr/>
                <p:nvPr/>
              </p:nvSpPr>
              <p:spPr>
                <a:xfrm>
                  <a:off x="7112016" y="2576694"/>
                  <a:ext cx="70752" cy="120455"/>
                </a:xfrm>
                <a:custGeom>
                  <a:rect b="b" l="l" r="r" t="t"/>
                  <a:pathLst>
                    <a:path extrusionOk="0" h="1917" w="1126">
                      <a:moveTo>
                        <a:pt x="723" y="270"/>
                      </a:moveTo>
                      <a:lnTo>
                        <a:pt x="971" y="1738"/>
                      </a:lnTo>
                      <a:lnTo>
                        <a:pt x="971" y="1738"/>
                      </a:lnTo>
                      <a:lnTo>
                        <a:pt x="158" y="1354"/>
                      </a:lnTo>
                      <a:lnTo>
                        <a:pt x="723" y="270"/>
                      </a:lnTo>
                      <a:close/>
                      <a:moveTo>
                        <a:pt x="755" y="1"/>
                      </a:moveTo>
                      <a:cubicBezTo>
                        <a:pt x="731" y="1"/>
                        <a:pt x="709" y="14"/>
                        <a:pt x="697" y="36"/>
                      </a:cubicBezTo>
                      <a:lnTo>
                        <a:pt x="10" y="1354"/>
                      </a:lnTo>
                      <a:cubicBezTo>
                        <a:pt x="2" y="1370"/>
                        <a:pt x="1" y="1389"/>
                        <a:pt x="7" y="1406"/>
                      </a:cubicBezTo>
                      <a:cubicBezTo>
                        <a:pt x="12" y="1423"/>
                        <a:pt x="25" y="1436"/>
                        <a:pt x="41" y="1444"/>
                      </a:cubicBezTo>
                      <a:lnTo>
                        <a:pt x="1029" y="1910"/>
                      </a:lnTo>
                      <a:cubicBezTo>
                        <a:pt x="1038" y="1915"/>
                        <a:pt x="1047" y="1917"/>
                        <a:pt x="1058" y="1917"/>
                      </a:cubicBezTo>
                      <a:cubicBezTo>
                        <a:pt x="1071" y="1917"/>
                        <a:pt x="1085" y="1913"/>
                        <a:pt x="1096" y="1904"/>
                      </a:cubicBezTo>
                      <a:cubicBezTo>
                        <a:pt x="1116" y="1889"/>
                        <a:pt x="1126" y="1864"/>
                        <a:pt x="1122" y="1840"/>
                      </a:cubicBezTo>
                      <a:lnTo>
                        <a:pt x="819" y="56"/>
                      </a:lnTo>
                      <a:cubicBezTo>
                        <a:pt x="815" y="28"/>
                        <a:pt x="793" y="7"/>
                        <a:pt x="765" y="2"/>
                      </a:cubicBezTo>
                      <a:cubicBezTo>
                        <a:pt x="761" y="1"/>
                        <a:pt x="758" y="1"/>
                        <a:pt x="7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8"/>
                <p:cNvSpPr/>
                <p:nvPr/>
              </p:nvSpPr>
              <p:spPr>
                <a:xfrm>
                  <a:off x="7074942" y="2534279"/>
                  <a:ext cx="84576" cy="176127"/>
                </a:xfrm>
                <a:custGeom>
                  <a:rect b="b" l="l" r="r" t="t"/>
                  <a:pathLst>
                    <a:path extrusionOk="0" h="2803" w="1346">
                      <a:moveTo>
                        <a:pt x="192" y="1"/>
                      </a:moveTo>
                      <a:cubicBezTo>
                        <a:pt x="192" y="1"/>
                        <a:pt x="0" y="1017"/>
                        <a:pt x="82" y="1511"/>
                      </a:cubicBezTo>
                      <a:cubicBezTo>
                        <a:pt x="165" y="2005"/>
                        <a:pt x="256" y="2803"/>
                        <a:pt x="256" y="2803"/>
                      </a:cubicBezTo>
                      <a:lnTo>
                        <a:pt x="1345" y="742"/>
                      </a:lnTo>
                      <a:lnTo>
                        <a:pt x="19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8"/>
                <p:cNvSpPr/>
                <p:nvPr/>
              </p:nvSpPr>
              <p:spPr>
                <a:xfrm>
                  <a:off x="7070732" y="2530132"/>
                  <a:ext cx="93373" cy="184421"/>
                </a:xfrm>
                <a:custGeom>
                  <a:rect b="b" l="l" r="r" t="t"/>
                  <a:pathLst>
                    <a:path extrusionOk="0" h="2935" w="1486">
                      <a:moveTo>
                        <a:pt x="306" y="175"/>
                      </a:moveTo>
                      <a:lnTo>
                        <a:pt x="1326" y="831"/>
                      </a:lnTo>
                      <a:lnTo>
                        <a:pt x="363" y="2653"/>
                      </a:lnTo>
                      <a:cubicBezTo>
                        <a:pt x="330" y="2381"/>
                        <a:pt x="270" y="1901"/>
                        <a:pt x="214" y="1565"/>
                      </a:cubicBezTo>
                      <a:cubicBezTo>
                        <a:pt x="149" y="1176"/>
                        <a:pt x="262" y="438"/>
                        <a:pt x="306" y="175"/>
                      </a:cubicBezTo>
                      <a:close/>
                      <a:moveTo>
                        <a:pt x="258" y="1"/>
                      </a:moveTo>
                      <a:cubicBezTo>
                        <a:pt x="250" y="1"/>
                        <a:pt x="241" y="3"/>
                        <a:pt x="233" y="6"/>
                      </a:cubicBezTo>
                      <a:cubicBezTo>
                        <a:pt x="213" y="16"/>
                        <a:pt x="198" y="33"/>
                        <a:pt x="194" y="54"/>
                      </a:cubicBezTo>
                      <a:cubicBezTo>
                        <a:pt x="187" y="96"/>
                        <a:pt x="1" y="1088"/>
                        <a:pt x="85" y="1587"/>
                      </a:cubicBezTo>
                      <a:cubicBezTo>
                        <a:pt x="166" y="2074"/>
                        <a:pt x="257" y="2869"/>
                        <a:pt x="258" y="2877"/>
                      </a:cubicBezTo>
                      <a:cubicBezTo>
                        <a:pt x="261" y="2905"/>
                        <a:pt x="282" y="2929"/>
                        <a:pt x="310" y="2934"/>
                      </a:cubicBezTo>
                      <a:cubicBezTo>
                        <a:pt x="315" y="2935"/>
                        <a:pt x="319" y="2935"/>
                        <a:pt x="323" y="2935"/>
                      </a:cubicBezTo>
                      <a:cubicBezTo>
                        <a:pt x="347" y="2935"/>
                        <a:pt x="369" y="2921"/>
                        <a:pt x="381" y="2900"/>
                      </a:cubicBezTo>
                      <a:lnTo>
                        <a:pt x="1470" y="838"/>
                      </a:lnTo>
                      <a:cubicBezTo>
                        <a:pt x="1486" y="809"/>
                        <a:pt x="1476" y="771"/>
                        <a:pt x="1447" y="753"/>
                      </a:cubicBezTo>
                      <a:lnTo>
                        <a:pt x="295" y="11"/>
                      </a:lnTo>
                      <a:cubicBezTo>
                        <a:pt x="284" y="5"/>
                        <a:pt x="271" y="1"/>
                        <a:pt x="2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8"/>
                <p:cNvSpPr/>
                <p:nvPr/>
              </p:nvSpPr>
              <p:spPr>
                <a:xfrm>
                  <a:off x="6799340" y="1985527"/>
                  <a:ext cx="468372" cy="726561"/>
                </a:xfrm>
                <a:custGeom>
                  <a:rect b="b" l="l" r="r" t="t"/>
                  <a:pathLst>
                    <a:path extrusionOk="0" h="11563" w="7454">
                      <a:moveTo>
                        <a:pt x="6710" y="0"/>
                      </a:moveTo>
                      <a:cubicBezTo>
                        <a:pt x="6710" y="0"/>
                        <a:pt x="5941" y="186"/>
                        <a:pt x="5226" y="186"/>
                      </a:cubicBezTo>
                      <a:lnTo>
                        <a:pt x="3395" y="186"/>
                      </a:lnTo>
                      <a:cubicBezTo>
                        <a:pt x="2281" y="186"/>
                        <a:pt x="425" y="478"/>
                        <a:pt x="213" y="2122"/>
                      </a:cubicBezTo>
                      <a:cubicBezTo>
                        <a:pt x="1" y="3766"/>
                        <a:pt x="1274" y="5914"/>
                        <a:pt x="1274" y="5914"/>
                      </a:cubicBezTo>
                      <a:lnTo>
                        <a:pt x="1115" y="7611"/>
                      </a:lnTo>
                      <a:cubicBezTo>
                        <a:pt x="1115" y="7611"/>
                        <a:pt x="3316" y="10263"/>
                        <a:pt x="3422" y="10343"/>
                      </a:cubicBezTo>
                      <a:cubicBezTo>
                        <a:pt x="3528" y="10422"/>
                        <a:pt x="4085" y="11563"/>
                        <a:pt x="4085" y="11563"/>
                      </a:cubicBezTo>
                      <a:lnTo>
                        <a:pt x="4642" y="11536"/>
                      </a:lnTo>
                      <a:lnTo>
                        <a:pt x="4880" y="8752"/>
                      </a:lnTo>
                      <a:cubicBezTo>
                        <a:pt x="4880" y="8752"/>
                        <a:pt x="5066" y="7717"/>
                        <a:pt x="5172" y="7717"/>
                      </a:cubicBezTo>
                      <a:cubicBezTo>
                        <a:pt x="5230" y="7717"/>
                        <a:pt x="5661" y="7741"/>
                        <a:pt x="6061" y="7741"/>
                      </a:cubicBezTo>
                      <a:cubicBezTo>
                        <a:pt x="6392" y="7741"/>
                        <a:pt x="6703" y="7725"/>
                        <a:pt x="6763" y="7665"/>
                      </a:cubicBezTo>
                      <a:cubicBezTo>
                        <a:pt x="6896" y="7531"/>
                        <a:pt x="6790" y="5729"/>
                        <a:pt x="6843" y="5649"/>
                      </a:cubicBezTo>
                      <a:cubicBezTo>
                        <a:pt x="6896" y="5569"/>
                        <a:pt x="7453" y="5251"/>
                        <a:pt x="7400" y="5039"/>
                      </a:cubicBezTo>
                      <a:cubicBezTo>
                        <a:pt x="7346" y="4827"/>
                        <a:pt x="6790" y="4138"/>
                        <a:pt x="6790" y="4138"/>
                      </a:cubicBezTo>
                      <a:cubicBezTo>
                        <a:pt x="6790" y="4138"/>
                        <a:pt x="6870" y="3687"/>
                        <a:pt x="6922" y="3448"/>
                      </a:cubicBezTo>
                      <a:cubicBezTo>
                        <a:pt x="6976" y="3209"/>
                        <a:pt x="6365" y="1698"/>
                        <a:pt x="6365" y="1698"/>
                      </a:cubicBezTo>
                      <a:lnTo>
                        <a:pt x="7134" y="1539"/>
                      </a:lnTo>
                      <a:lnTo>
                        <a:pt x="6710" y="1406"/>
                      </a:lnTo>
                      <a:lnTo>
                        <a:pt x="6949" y="1274"/>
                      </a:lnTo>
                      <a:cubicBezTo>
                        <a:pt x="7187" y="1141"/>
                        <a:pt x="7426" y="531"/>
                        <a:pt x="7426" y="531"/>
                      </a:cubicBezTo>
                      <a:lnTo>
                        <a:pt x="7426" y="531"/>
                      </a:lnTo>
                      <a:lnTo>
                        <a:pt x="7055" y="584"/>
                      </a:lnTo>
                      <a:lnTo>
                        <a:pt x="6365" y="558"/>
                      </a:lnTo>
                      <a:lnTo>
                        <a:pt x="671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8"/>
                <p:cNvSpPr/>
                <p:nvPr/>
              </p:nvSpPr>
              <p:spPr>
                <a:xfrm>
                  <a:off x="6795822" y="1981443"/>
                  <a:ext cx="475598" cy="734792"/>
                </a:xfrm>
                <a:custGeom>
                  <a:rect b="b" l="l" r="r" t="t"/>
                  <a:pathLst>
                    <a:path extrusionOk="0" h="11694" w="7569">
                      <a:moveTo>
                        <a:pt x="6629" y="163"/>
                      </a:moveTo>
                      <a:lnTo>
                        <a:pt x="6365" y="588"/>
                      </a:lnTo>
                      <a:cubicBezTo>
                        <a:pt x="6354" y="608"/>
                        <a:pt x="6353" y="633"/>
                        <a:pt x="6363" y="653"/>
                      </a:cubicBezTo>
                      <a:cubicBezTo>
                        <a:pt x="6375" y="674"/>
                        <a:pt x="6396" y="687"/>
                        <a:pt x="6419" y="688"/>
                      </a:cubicBezTo>
                      <a:lnTo>
                        <a:pt x="7120" y="714"/>
                      </a:lnTo>
                      <a:lnTo>
                        <a:pt x="7377" y="677"/>
                      </a:lnTo>
                      <a:lnTo>
                        <a:pt x="7377" y="677"/>
                      </a:lnTo>
                      <a:cubicBezTo>
                        <a:pt x="7288" y="878"/>
                        <a:pt x="7121" y="1199"/>
                        <a:pt x="6973" y="1282"/>
                      </a:cubicBezTo>
                      <a:lnTo>
                        <a:pt x="6735" y="1414"/>
                      </a:lnTo>
                      <a:cubicBezTo>
                        <a:pt x="6712" y="1426"/>
                        <a:pt x="6698" y="1452"/>
                        <a:pt x="6701" y="1478"/>
                      </a:cubicBezTo>
                      <a:cubicBezTo>
                        <a:pt x="6703" y="1504"/>
                        <a:pt x="6722" y="1526"/>
                        <a:pt x="6746" y="1533"/>
                      </a:cubicBezTo>
                      <a:lnTo>
                        <a:pt x="6930" y="1591"/>
                      </a:lnTo>
                      <a:lnTo>
                        <a:pt x="6409" y="1698"/>
                      </a:lnTo>
                      <a:cubicBezTo>
                        <a:pt x="6390" y="1702"/>
                        <a:pt x="6373" y="1715"/>
                        <a:pt x="6363" y="1732"/>
                      </a:cubicBezTo>
                      <a:cubicBezTo>
                        <a:pt x="6355" y="1748"/>
                        <a:pt x="6354" y="1769"/>
                        <a:pt x="6361" y="1787"/>
                      </a:cubicBezTo>
                      <a:cubicBezTo>
                        <a:pt x="6593" y="2364"/>
                        <a:pt x="6950" y="3339"/>
                        <a:pt x="6914" y="3499"/>
                      </a:cubicBezTo>
                      <a:cubicBezTo>
                        <a:pt x="6862" y="3736"/>
                        <a:pt x="6782" y="4186"/>
                        <a:pt x="6781" y="4191"/>
                      </a:cubicBezTo>
                      <a:cubicBezTo>
                        <a:pt x="6778" y="4209"/>
                        <a:pt x="6783" y="4229"/>
                        <a:pt x="6795" y="4244"/>
                      </a:cubicBezTo>
                      <a:cubicBezTo>
                        <a:pt x="6947" y="4433"/>
                        <a:pt x="7352" y="4957"/>
                        <a:pt x="7393" y="5120"/>
                      </a:cubicBezTo>
                      <a:cubicBezTo>
                        <a:pt x="7420" y="5229"/>
                        <a:pt x="7137" y="5442"/>
                        <a:pt x="7001" y="5544"/>
                      </a:cubicBezTo>
                      <a:cubicBezTo>
                        <a:pt x="6910" y="5612"/>
                        <a:pt x="6865" y="5647"/>
                        <a:pt x="6844" y="5677"/>
                      </a:cubicBezTo>
                      <a:cubicBezTo>
                        <a:pt x="6817" y="5718"/>
                        <a:pt x="6814" y="5818"/>
                        <a:pt x="6820" y="6388"/>
                      </a:cubicBezTo>
                      <a:cubicBezTo>
                        <a:pt x="6825" y="6809"/>
                        <a:pt x="6835" y="7593"/>
                        <a:pt x="6774" y="7682"/>
                      </a:cubicBezTo>
                      <a:cubicBezTo>
                        <a:pt x="6744" y="7707"/>
                        <a:pt x="6614" y="7740"/>
                        <a:pt x="6129" y="7740"/>
                      </a:cubicBezTo>
                      <a:cubicBezTo>
                        <a:pt x="5934" y="7740"/>
                        <a:pt x="5681" y="7735"/>
                        <a:pt x="5355" y="7721"/>
                      </a:cubicBezTo>
                      <a:cubicBezTo>
                        <a:pt x="5290" y="7719"/>
                        <a:pt x="5245" y="7717"/>
                        <a:pt x="5228" y="7717"/>
                      </a:cubicBezTo>
                      <a:cubicBezTo>
                        <a:pt x="5176" y="7717"/>
                        <a:pt x="5067" y="7717"/>
                        <a:pt x="4871" y="8812"/>
                      </a:cubicBezTo>
                      <a:lnTo>
                        <a:pt x="4637" y="11539"/>
                      </a:lnTo>
                      <a:lnTo>
                        <a:pt x="4181" y="11560"/>
                      </a:lnTo>
                      <a:cubicBezTo>
                        <a:pt x="4030" y="11252"/>
                        <a:pt x="3623" y="10435"/>
                        <a:pt x="3519" y="10356"/>
                      </a:cubicBezTo>
                      <a:cubicBezTo>
                        <a:pt x="3429" y="10282"/>
                        <a:pt x="2114" y="8709"/>
                        <a:pt x="1238" y="7655"/>
                      </a:cubicBezTo>
                      <a:lnTo>
                        <a:pt x="1396" y="5986"/>
                      </a:lnTo>
                      <a:cubicBezTo>
                        <a:pt x="1397" y="5971"/>
                        <a:pt x="1394" y="5957"/>
                        <a:pt x="1386" y="5946"/>
                      </a:cubicBezTo>
                      <a:cubicBezTo>
                        <a:pt x="1374" y="5925"/>
                        <a:pt x="127" y="3799"/>
                        <a:pt x="334" y="2196"/>
                      </a:cubicBezTo>
                      <a:cubicBezTo>
                        <a:pt x="553" y="500"/>
                        <a:pt x="2587" y="317"/>
                        <a:pt x="3451" y="317"/>
                      </a:cubicBezTo>
                      <a:lnTo>
                        <a:pt x="5282" y="317"/>
                      </a:lnTo>
                      <a:cubicBezTo>
                        <a:pt x="5807" y="317"/>
                        <a:pt x="6367" y="216"/>
                        <a:pt x="6629" y="163"/>
                      </a:cubicBezTo>
                      <a:close/>
                      <a:moveTo>
                        <a:pt x="6767" y="0"/>
                      </a:moveTo>
                      <a:cubicBezTo>
                        <a:pt x="6762" y="0"/>
                        <a:pt x="6756" y="1"/>
                        <a:pt x="6751" y="2"/>
                      </a:cubicBezTo>
                      <a:cubicBezTo>
                        <a:pt x="6743" y="3"/>
                        <a:pt x="5980" y="186"/>
                        <a:pt x="5282" y="186"/>
                      </a:cubicBezTo>
                      <a:lnTo>
                        <a:pt x="3451" y="186"/>
                      </a:lnTo>
                      <a:cubicBezTo>
                        <a:pt x="2552" y="186"/>
                        <a:pt x="437" y="380"/>
                        <a:pt x="204" y="2179"/>
                      </a:cubicBezTo>
                      <a:cubicBezTo>
                        <a:pt x="0" y="3764"/>
                        <a:pt x="1130" y="5766"/>
                        <a:pt x="1263" y="5994"/>
                      </a:cubicBezTo>
                      <a:lnTo>
                        <a:pt x="1105" y="7670"/>
                      </a:lnTo>
                      <a:cubicBezTo>
                        <a:pt x="1104" y="7688"/>
                        <a:pt x="1109" y="7705"/>
                        <a:pt x="1121" y="7718"/>
                      </a:cubicBezTo>
                      <a:cubicBezTo>
                        <a:pt x="1489" y="8162"/>
                        <a:pt x="3332" y="10380"/>
                        <a:pt x="3438" y="10460"/>
                      </a:cubicBezTo>
                      <a:cubicBezTo>
                        <a:pt x="3502" y="10515"/>
                        <a:pt x="3816" y="11111"/>
                        <a:pt x="4082" y="11656"/>
                      </a:cubicBezTo>
                      <a:cubicBezTo>
                        <a:pt x="4094" y="11679"/>
                        <a:pt x="4116" y="11693"/>
                        <a:pt x="4141" y="11693"/>
                      </a:cubicBezTo>
                      <a:lnTo>
                        <a:pt x="4144" y="11693"/>
                      </a:lnTo>
                      <a:lnTo>
                        <a:pt x="4701" y="11667"/>
                      </a:lnTo>
                      <a:cubicBezTo>
                        <a:pt x="4734" y="11665"/>
                        <a:pt x="4760" y="11640"/>
                        <a:pt x="4763" y="11607"/>
                      </a:cubicBezTo>
                      <a:lnTo>
                        <a:pt x="5001" y="8828"/>
                      </a:lnTo>
                      <a:cubicBezTo>
                        <a:pt x="5075" y="8415"/>
                        <a:pt x="5188" y="7937"/>
                        <a:pt x="5248" y="7848"/>
                      </a:cubicBezTo>
                      <a:cubicBezTo>
                        <a:pt x="5270" y="7849"/>
                        <a:pt x="5305" y="7850"/>
                        <a:pt x="5350" y="7852"/>
                      </a:cubicBezTo>
                      <a:cubicBezTo>
                        <a:pt x="5658" y="7865"/>
                        <a:pt x="5913" y="7871"/>
                        <a:pt x="6120" y="7871"/>
                      </a:cubicBezTo>
                      <a:cubicBezTo>
                        <a:pt x="6574" y="7871"/>
                        <a:pt x="6801" y="7841"/>
                        <a:pt x="6866" y="7776"/>
                      </a:cubicBezTo>
                      <a:cubicBezTo>
                        <a:pt x="6952" y="7689"/>
                        <a:pt x="6963" y="7295"/>
                        <a:pt x="6951" y="6387"/>
                      </a:cubicBezTo>
                      <a:cubicBezTo>
                        <a:pt x="6948" y="6106"/>
                        <a:pt x="6945" y="5788"/>
                        <a:pt x="6953" y="5751"/>
                      </a:cubicBezTo>
                      <a:cubicBezTo>
                        <a:pt x="6965" y="5735"/>
                        <a:pt x="7029" y="5688"/>
                        <a:pt x="7080" y="5649"/>
                      </a:cubicBezTo>
                      <a:cubicBezTo>
                        <a:pt x="7286" y="5495"/>
                        <a:pt x="7568" y="5283"/>
                        <a:pt x="7520" y="5089"/>
                      </a:cubicBezTo>
                      <a:cubicBezTo>
                        <a:pt x="7468" y="4884"/>
                        <a:pt x="7024" y="4321"/>
                        <a:pt x="6915" y="4185"/>
                      </a:cubicBezTo>
                      <a:cubicBezTo>
                        <a:pt x="6934" y="4081"/>
                        <a:pt x="6998" y="3728"/>
                        <a:pt x="7042" y="3527"/>
                      </a:cubicBezTo>
                      <a:cubicBezTo>
                        <a:pt x="7094" y="3299"/>
                        <a:pt x="6658" y="2179"/>
                        <a:pt x="6511" y="1811"/>
                      </a:cubicBezTo>
                      <a:lnTo>
                        <a:pt x="7204" y="1668"/>
                      </a:lnTo>
                      <a:cubicBezTo>
                        <a:pt x="7233" y="1662"/>
                        <a:pt x="7255" y="1637"/>
                        <a:pt x="7256" y="1607"/>
                      </a:cubicBezTo>
                      <a:cubicBezTo>
                        <a:pt x="7257" y="1577"/>
                        <a:pt x="7239" y="1550"/>
                        <a:pt x="7210" y="1542"/>
                      </a:cubicBezTo>
                      <a:lnTo>
                        <a:pt x="6932" y="1455"/>
                      </a:lnTo>
                      <a:lnTo>
                        <a:pt x="7037" y="1396"/>
                      </a:lnTo>
                      <a:cubicBezTo>
                        <a:pt x="7289" y="1256"/>
                        <a:pt x="7518" y="684"/>
                        <a:pt x="7544" y="620"/>
                      </a:cubicBezTo>
                      <a:cubicBezTo>
                        <a:pt x="7552" y="598"/>
                        <a:pt x="7548" y="574"/>
                        <a:pt x="7533" y="555"/>
                      </a:cubicBezTo>
                      <a:cubicBezTo>
                        <a:pt x="7521" y="540"/>
                        <a:pt x="7502" y="531"/>
                        <a:pt x="7482" y="531"/>
                      </a:cubicBezTo>
                      <a:cubicBezTo>
                        <a:pt x="7479" y="531"/>
                        <a:pt x="7476" y="531"/>
                        <a:pt x="7473" y="531"/>
                      </a:cubicBezTo>
                      <a:lnTo>
                        <a:pt x="7114" y="584"/>
                      </a:lnTo>
                      <a:lnTo>
                        <a:pt x="6537" y="562"/>
                      </a:lnTo>
                      <a:lnTo>
                        <a:pt x="6822" y="100"/>
                      </a:lnTo>
                      <a:cubicBezTo>
                        <a:pt x="6836" y="78"/>
                        <a:pt x="6835" y="49"/>
                        <a:pt x="6819" y="28"/>
                      </a:cubicBezTo>
                      <a:cubicBezTo>
                        <a:pt x="6806" y="10"/>
                        <a:pt x="6788" y="0"/>
                        <a:pt x="67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8"/>
                <p:cNvSpPr/>
                <p:nvPr/>
              </p:nvSpPr>
              <p:spPr>
                <a:xfrm>
                  <a:off x="6799340" y="1985527"/>
                  <a:ext cx="466613" cy="392405"/>
                </a:xfrm>
                <a:custGeom>
                  <a:rect b="b" l="l" r="r" t="t"/>
                  <a:pathLst>
                    <a:path extrusionOk="0" h="6245" w="7426">
                      <a:moveTo>
                        <a:pt x="6710" y="0"/>
                      </a:moveTo>
                      <a:cubicBezTo>
                        <a:pt x="6710" y="0"/>
                        <a:pt x="5941" y="186"/>
                        <a:pt x="5226" y="186"/>
                      </a:cubicBezTo>
                      <a:lnTo>
                        <a:pt x="3395" y="186"/>
                      </a:lnTo>
                      <a:cubicBezTo>
                        <a:pt x="2282" y="186"/>
                        <a:pt x="426" y="478"/>
                        <a:pt x="214" y="2122"/>
                      </a:cubicBezTo>
                      <a:cubicBezTo>
                        <a:pt x="1" y="3766"/>
                        <a:pt x="1274" y="5914"/>
                        <a:pt x="1274" y="5914"/>
                      </a:cubicBezTo>
                      <a:lnTo>
                        <a:pt x="1243" y="6245"/>
                      </a:lnTo>
                      <a:cubicBezTo>
                        <a:pt x="1271" y="6232"/>
                        <a:pt x="1292" y="6219"/>
                        <a:pt x="1301" y="6206"/>
                      </a:cubicBezTo>
                      <a:cubicBezTo>
                        <a:pt x="1353" y="6126"/>
                        <a:pt x="1805" y="5623"/>
                        <a:pt x="1805" y="5623"/>
                      </a:cubicBezTo>
                      <a:lnTo>
                        <a:pt x="1805" y="5623"/>
                      </a:lnTo>
                      <a:cubicBezTo>
                        <a:pt x="1805" y="5623"/>
                        <a:pt x="1735" y="6108"/>
                        <a:pt x="1856" y="6108"/>
                      </a:cubicBezTo>
                      <a:cubicBezTo>
                        <a:pt x="1864" y="6108"/>
                        <a:pt x="1874" y="6105"/>
                        <a:pt x="1884" y="6100"/>
                      </a:cubicBezTo>
                      <a:cubicBezTo>
                        <a:pt x="2043" y="6020"/>
                        <a:pt x="1884" y="6100"/>
                        <a:pt x="2282" y="5914"/>
                      </a:cubicBezTo>
                      <a:cubicBezTo>
                        <a:pt x="2680" y="5729"/>
                        <a:pt x="2892" y="5517"/>
                        <a:pt x="2892" y="5517"/>
                      </a:cubicBezTo>
                      <a:cubicBezTo>
                        <a:pt x="2892" y="5517"/>
                        <a:pt x="2786" y="5357"/>
                        <a:pt x="2600" y="5145"/>
                      </a:cubicBezTo>
                      <a:cubicBezTo>
                        <a:pt x="2414" y="4933"/>
                        <a:pt x="2043" y="4350"/>
                        <a:pt x="2308" y="3766"/>
                      </a:cubicBezTo>
                      <a:cubicBezTo>
                        <a:pt x="2415" y="3532"/>
                        <a:pt x="2569" y="3456"/>
                        <a:pt x="2723" y="3456"/>
                      </a:cubicBezTo>
                      <a:cubicBezTo>
                        <a:pt x="2953" y="3456"/>
                        <a:pt x="3184" y="3623"/>
                        <a:pt x="3263" y="3687"/>
                      </a:cubicBezTo>
                      <a:cubicBezTo>
                        <a:pt x="3395" y="3793"/>
                        <a:pt x="3607" y="4456"/>
                        <a:pt x="3607" y="4456"/>
                      </a:cubicBezTo>
                      <a:lnTo>
                        <a:pt x="3661" y="4005"/>
                      </a:lnTo>
                      <a:lnTo>
                        <a:pt x="4032" y="4217"/>
                      </a:lnTo>
                      <a:cubicBezTo>
                        <a:pt x="4032" y="4217"/>
                        <a:pt x="3899" y="3660"/>
                        <a:pt x="3925" y="3475"/>
                      </a:cubicBezTo>
                      <a:cubicBezTo>
                        <a:pt x="3953" y="3289"/>
                        <a:pt x="4589" y="2838"/>
                        <a:pt x="4774" y="2626"/>
                      </a:cubicBezTo>
                      <a:cubicBezTo>
                        <a:pt x="4960" y="2414"/>
                        <a:pt x="4217" y="2282"/>
                        <a:pt x="4138" y="1830"/>
                      </a:cubicBezTo>
                      <a:cubicBezTo>
                        <a:pt x="4112" y="1680"/>
                        <a:pt x="4224" y="1630"/>
                        <a:pt x="4399" y="1630"/>
                      </a:cubicBezTo>
                      <a:cubicBezTo>
                        <a:pt x="4748" y="1630"/>
                        <a:pt x="5349" y="1830"/>
                        <a:pt x="5597" y="1830"/>
                      </a:cubicBezTo>
                      <a:cubicBezTo>
                        <a:pt x="5967" y="1830"/>
                        <a:pt x="6365" y="1698"/>
                        <a:pt x="6365" y="1698"/>
                      </a:cubicBezTo>
                      <a:lnTo>
                        <a:pt x="7134" y="1539"/>
                      </a:lnTo>
                      <a:lnTo>
                        <a:pt x="6710" y="1406"/>
                      </a:lnTo>
                      <a:lnTo>
                        <a:pt x="6949" y="1273"/>
                      </a:lnTo>
                      <a:cubicBezTo>
                        <a:pt x="7188" y="1141"/>
                        <a:pt x="7426" y="531"/>
                        <a:pt x="7426" y="531"/>
                      </a:cubicBezTo>
                      <a:lnTo>
                        <a:pt x="7426" y="531"/>
                      </a:lnTo>
                      <a:lnTo>
                        <a:pt x="7056" y="584"/>
                      </a:lnTo>
                      <a:lnTo>
                        <a:pt x="6366" y="558"/>
                      </a:lnTo>
                      <a:lnTo>
                        <a:pt x="671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8"/>
                <p:cNvSpPr/>
                <p:nvPr/>
              </p:nvSpPr>
              <p:spPr>
                <a:xfrm>
                  <a:off x="6795822" y="1981443"/>
                  <a:ext cx="474593" cy="400699"/>
                </a:xfrm>
                <a:custGeom>
                  <a:rect b="b" l="l" r="r" t="t"/>
                  <a:pathLst>
                    <a:path extrusionOk="0" h="6377" w="7553">
                      <a:moveTo>
                        <a:pt x="6629" y="163"/>
                      </a:moveTo>
                      <a:lnTo>
                        <a:pt x="6365" y="589"/>
                      </a:lnTo>
                      <a:cubicBezTo>
                        <a:pt x="6353" y="608"/>
                        <a:pt x="6352" y="633"/>
                        <a:pt x="6363" y="654"/>
                      </a:cubicBezTo>
                      <a:cubicBezTo>
                        <a:pt x="6374" y="675"/>
                        <a:pt x="6395" y="688"/>
                        <a:pt x="6419" y="689"/>
                      </a:cubicBezTo>
                      <a:lnTo>
                        <a:pt x="7120" y="715"/>
                      </a:lnTo>
                      <a:lnTo>
                        <a:pt x="7377" y="678"/>
                      </a:lnTo>
                      <a:lnTo>
                        <a:pt x="7377" y="678"/>
                      </a:lnTo>
                      <a:cubicBezTo>
                        <a:pt x="7288" y="879"/>
                        <a:pt x="7121" y="1200"/>
                        <a:pt x="6973" y="1282"/>
                      </a:cubicBezTo>
                      <a:lnTo>
                        <a:pt x="6734" y="1415"/>
                      </a:lnTo>
                      <a:cubicBezTo>
                        <a:pt x="6711" y="1427"/>
                        <a:pt x="6698" y="1453"/>
                        <a:pt x="6700" y="1479"/>
                      </a:cubicBezTo>
                      <a:cubicBezTo>
                        <a:pt x="6703" y="1504"/>
                        <a:pt x="6721" y="1526"/>
                        <a:pt x="6746" y="1534"/>
                      </a:cubicBezTo>
                      <a:lnTo>
                        <a:pt x="6929" y="1591"/>
                      </a:lnTo>
                      <a:lnTo>
                        <a:pt x="6400" y="1701"/>
                      </a:lnTo>
                      <a:cubicBezTo>
                        <a:pt x="6397" y="1702"/>
                        <a:pt x="6008" y="1830"/>
                        <a:pt x="5652" y="1830"/>
                      </a:cubicBezTo>
                      <a:cubicBezTo>
                        <a:pt x="5546" y="1830"/>
                        <a:pt x="5360" y="1788"/>
                        <a:pt x="5164" y="1744"/>
                      </a:cubicBezTo>
                      <a:cubicBezTo>
                        <a:pt x="4911" y="1688"/>
                        <a:pt x="4653" y="1630"/>
                        <a:pt x="4457" y="1630"/>
                      </a:cubicBezTo>
                      <a:cubicBezTo>
                        <a:pt x="4338" y="1630"/>
                        <a:pt x="4242" y="1652"/>
                        <a:pt x="4184" y="1708"/>
                      </a:cubicBezTo>
                      <a:cubicBezTo>
                        <a:pt x="4149" y="1741"/>
                        <a:pt x="4110" y="1803"/>
                        <a:pt x="4129" y="1907"/>
                      </a:cubicBezTo>
                      <a:cubicBezTo>
                        <a:pt x="4176" y="2169"/>
                        <a:pt x="4408" y="2326"/>
                        <a:pt x="4596" y="2452"/>
                      </a:cubicBezTo>
                      <a:cubicBezTo>
                        <a:pt x="4682" y="2509"/>
                        <a:pt x="4788" y="2582"/>
                        <a:pt x="4795" y="2622"/>
                      </a:cubicBezTo>
                      <a:cubicBezTo>
                        <a:pt x="4795" y="2628"/>
                        <a:pt x="4790" y="2637"/>
                        <a:pt x="4781" y="2648"/>
                      </a:cubicBezTo>
                      <a:cubicBezTo>
                        <a:pt x="4716" y="2722"/>
                        <a:pt x="4590" y="2829"/>
                        <a:pt x="4457" y="2944"/>
                      </a:cubicBezTo>
                      <a:cubicBezTo>
                        <a:pt x="4143" y="3212"/>
                        <a:pt x="3935" y="3398"/>
                        <a:pt x="3916" y="3530"/>
                      </a:cubicBezTo>
                      <a:cubicBezTo>
                        <a:pt x="3897" y="3668"/>
                        <a:pt x="3953" y="3969"/>
                        <a:pt x="3992" y="4151"/>
                      </a:cubicBezTo>
                      <a:lnTo>
                        <a:pt x="3749" y="4013"/>
                      </a:lnTo>
                      <a:cubicBezTo>
                        <a:pt x="3739" y="4007"/>
                        <a:pt x="3728" y="4005"/>
                        <a:pt x="3716" y="4005"/>
                      </a:cubicBezTo>
                      <a:cubicBezTo>
                        <a:pt x="3706" y="4005"/>
                        <a:pt x="3696" y="4007"/>
                        <a:pt x="3687" y="4012"/>
                      </a:cubicBezTo>
                      <a:cubicBezTo>
                        <a:pt x="3668" y="4021"/>
                        <a:pt x="3654" y="4041"/>
                        <a:pt x="3652" y="4062"/>
                      </a:cubicBezTo>
                      <a:lnTo>
                        <a:pt x="3632" y="4229"/>
                      </a:lnTo>
                      <a:cubicBezTo>
                        <a:pt x="3555" y="4023"/>
                        <a:pt x="3448" y="3772"/>
                        <a:pt x="3360" y="3701"/>
                      </a:cubicBezTo>
                      <a:cubicBezTo>
                        <a:pt x="3260" y="3621"/>
                        <a:pt x="3024" y="3455"/>
                        <a:pt x="2780" y="3455"/>
                      </a:cubicBezTo>
                      <a:cubicBezTo>
                        <a:pt x="2742" y="3455"/>
                        <a:pt x="2704" y="3459"/>
                        <a:pt x="2666" y="3468"/>
                      </a:cubicBezTo>
                      <a:cubicBezTo>
                        <a:pt x="2510" y="3505"/>
                        <a:pt x="2390" y="3618"/>
                        <a:pt x="2305" y="3804"/>
                      </a:cubicBezTo>
                      <a:cubicBezTo>
                        <a:pt x="1983" y="4510"/>
                        <a:pt x="2542" y="5180"/>
                        <a:pt x="2607" y="5253"/>
                      </a:cubicBezTo>
                      <a:cubicBezTo>
                        <a:pt x="2728" y="5394"/>
                        <a:pt x="2817" y="5510"/>
                        <a:pt x="2861" y="5572"/>
                      </a:cubicBezTo>
                      <a:cubicBezTo>
                        <a:pt x="2783" y="5639"/>
                        <a:pt x="2595" y="5787"/>
                        <a:pt x="2310" y="5921"/>
                      </a:cubicBezTo>
                      <a:cubicBezTo>
                        <a:pt x="2113" y="6013"/>
                        <a:pt x="2053" y="6039"/>
                        <a:pt x="2023" y="6052"/>
                      </a:cubicBezTo>
                      <a:cubicBezTo>
                        <a:pt x="1994" y="6065"/>
                        <a:pt x="1992" y="6065"/>
                        <a:pt x="1922" y="6101"/>
                      </a:cubicBezTo>
                      <a:cubicBezTo>
                        <a:pt x="1900" y="6046"/>
                        <a:pt x="1901" y="5868"/>
                        <a:pt x="1926" y="5697"/>
                      </a:cubicBezTo>
                      <a:cubicBezTo>
                        <a:pt x="1930" y="5669"/>
                        <a:pt x="1914" y="5640"/>
                        <a:pt x="1888" y="5628"/>
                      </a:cubicBezTo>
                      <a:cubicBezTo>
                        <a:pt x="1879" y="5624"/>
                        <a:pt x="1870" y="5622"/>
                        <a:pt x="1861" y="5622"/>
                      </a:cubicBezTo>
                      <a:cubicBezTo>
                        <a:pt x="1843" y="5622"/>
                        <a:pt x="1825" y="5630"/>
                        <a:pt x="1811" y="5644"/>
                      </a:cubicBezTo>
                      <a:cubicBezTo>
                        <a:pt x="1776" y="5685"/>
                        <a:pt x="1517" y="5974"/>
                        <a:pt x="1381" y="6135"/>
                      </a:cubicBezTo>
                      <a:lnTo>
                        <a:pt x="1396" y="5986"/>
                      </a:lnTo>
                      <a:cubicBezTo>
                        <a:pt x="1397" y="5972"/>
                        <a:pt x="1394" y="5958"/>
                        <a:pt x="1386" y="5946"/>
                      </a:cubicBezTo>
                      <a:cubicBezTo>
                        <a:pt x="1374" y="5925"/>
                        <a:pt x="127" y="3799"/>
                        <a:pt x="335" y="2196"/>
                      </a:cubicBezTo>
                      <a:cubicBezTo>
                        <a:pt x="553" y="500"/>
                        <a:pt x="2587" y="317"/>
                        <a:pt x="3451" y="317"/>
                      </a:cubicBezTo>
                      <a:lnTo>
                        <a:pt x="5280" y="317"/>
                      </a:lnTo>
                      <a:cubicBezTo>
                        <a:pt x="5807" y="317"/>
                        <a:pt x="6367" y="218"/>
                        <a:pt x="6629" y="163"/>
                      </a:cubicBezTo>
                      <a:close/>
                      <a:moveTo>
                        <a:pt x="6767" y="0"/>
                      </a:moveTo>
                      <a:cubicBezTo>
                        <a:pt x="6761" y="0"/>
                        <a:pt x="6756" y="1"/>
                        <a:pt x="6751" y="2"/>
                      </a:cubicBezTo>
                      <a:cubicBezTo>
                        <a:pt x="6743" y="4"/>
                        <a:pt x="5980" y="186"/>
                        <a:pt x="5282" y="186"/>
                      </a:cubicBezTo>
                      <a:lnTo>
                        <a:pt x="3451" y="186"/>
                      </a:lnTo>
                      <a:cubicBezTo>
                        <a:pt x="2552" y="186"/>
                        <a:pt x="437" y="380"/>
                        <a:pt x="204" y="2179"/>
                      </a:cubicBezTo>
                      <a:cubicBezTo>
                        <a:pt x="0" y="3764"/>
                        <a:pt x="1130" y="5766"/>
                        <a:pt x="1263" y="5994"/>
                      </a:cubicBezTo>
                      <a:lnTo>
                        <a:pt x="1233" y="6304"/>
                      </a:lnTo>
                      <a:cubicBezTo>
                        <a:pt x="1231" y="6328"/>
                        <a:pt x="1242" y="6350"/>
                        <a:pt x="1262" y="6363"/>
                      </a:cubicBezTo>
                      <a:cubicBezTo>
                        <a:pt x="1272" y="6372"/>
                        <a:pt x="1286" y="6376"/>
                        <a:pt x="1299" y="6376"/>
                      </a:cubicBezTo>
                      <a:cubicBezTo>
                        <a:pt x="1309" y="6376"/>
                        <a:pt x="1318" y="6374"/>
                        <a:pt x="1328" y="6370"/>
                      </a:cubicBezTo>
                      <a:cubicBezTo>
                        <a:pt x="1371" y="6350"/>
                        <a:pt x="1396" y="6331"/>
                        <a:pt x="1412" y="6308"/>
                      </a:cubicBezTo>
                      <a:cubicBezTo>
                        <a:pt x="1440" y="6265"/>
                        <a:pt x="1615" y="6063"/>
                        <a:pt x="1776" y="5882"/>
                      </a:cubicBezTo>
                      <a:lnTo>
                        <a:pt x="1776" y="5882"/>
                      </a:lnTo>
                      <a:cubicBezTo>
                        <a:pt x="1769" y="6023"/>
                        <a:pt x="1782" y="6169"/>
                        <a:pt x="1849" y="6219"/>
                      </a:cubicBezTo>
                      <a:cubicBezTo>
                        <a:pt x="1862" y="6227"/>
                        <a:pt x="1884" y="6238"/>
                        <a:pt x="1912" y="6238"/>
                      </a:cubicBezTo>
                      <a:cubicBezTo>
                        <a:pt x="1929" y="6238"/>
                        <a:pt x="1948" y="6234"/>
                        <a:pt x="1970" y="6224"/>
                      </a:cubicBezTo>
                      <a:cubicBezTo>
                        <a:pt x="2047" y="6185"/>
                        <a:pt x="2047" y="6185"/>
                        <a:pt x="2077" y="6171"/>
                      </a:cubicBezTo>
                      <a:cubicBezTo>
                        <a:pt x="2106" y="6159"/>
                        <a:pt x="2166" y="6132"/>
                        <a:pt x="2366" y="6039"/>
                      </a:cubicBezTo>
                      <a:cubicBezTo>
                        <a:pt x="2769" y="5850"/>
                        <a:pt x="2986" y="5637"/>
                        <a:pt x="2995" y="5628"/>
                      </a:cubicBezTo>
                      <a:cubicBezTo>
                        <a:pt x="3017" y="5606"/>
                        <a:pt x="3020" y="5571"/>
                        <a:pt x="3002" y="5545"/>
                      </a:cubicBezTo>
                      <a:cubicBezTo>
                        <a:pt x="2998" y="5539"/>
                        <a:pt x="2892" y="5380"/>
                        <a:pt x="2705" y="5167"/>
                      </a:cubicBezTo>
                      <a:cubicBezTo>
                        <a:pt x="2647" y="5100"/>
                        <a:pt x="2138" y="4489"/>
                        <a:pt x="2424" y="3859"/>
                      </a:cubicBezTo>
                      <a:cubicBezTo>
                        <a:pt x="2491" y="3712"/>
                        <a:pt x="2583" y="3623"/>
                        <a:pt x="2696" y="3596"/>
                      </a:cubicBezTo>
                      <a:cubicBezTo>
                        <a:pt x="2724" y="3590"/>
                        <a:pt x="2752" y="3587"/>
                        <a:pt x="2781" y="3587"/>
                      </a:cubicBezTo>
                      <a:cubicBezTo>
                        <a:pt x="2991" y="3587"/>
                        <a:pt x="3210" y="3748"/>
                        <a:pt x="3278" y="3803"/>
                      </a:cubicBezTo>
                      <a:cubicBezTo>
                        <a:pt x="3359" y="3868"/>
                        <a:pt x="3517" y="4273"/>
                        <a:pt x="3602" y="4541"/>
                      </a:cubicBezTo>
                      <a:cubicBezTo>
                        <a:pt x="3610" y="4569"/>
                        <a:pt x="3636" y="4586"/>
                        <a:pt x="3666" y="4586"/>
                      </a:cubicBezTo>
                      <a:cubicBezTo>
                        <a:pt x="3667" y="4586"/>
                        <a:pt x="3669" y="4586"/>
                        <a:pt x="3671" y="4586"/>
                      </a:cubicBezTo>
                      <a:cubicBezTo>
                        <a:pt x="3701" y="4583"/>
                        <a:pt x="3725" y="4559"/>
                        <a:pt x="3730" y="4528"/>
                      </a:cubicBezTo>
                      <a:lnTo>
                        <a:pt x="3770" y="4177"/>
                      </a:lnTo>
                      <a:lnTo>
                        <a:pt x="4056" y="4339"/>
                      </a:lnTo>
                      <a:cubicBezTo>
                        <a:pt x="4066" y="4345"/>
                        <a:pt x="4077" y="4348"/>
                        <a:pt x="4089" y="4348"/>
                      </a:cubicBezTo>
                      <a:cubicBezTo>
                        <a:pt x="4103" y="4348"/>
                        <a:pt x="4117" y="4343"/>
                        <a:pt x="4128" y="4335"/>
                      </a:cubicBezTo>
                      <a:cubicBezTo>
                        <a:pt x="4148" y="4319"/>
                        <a:pt x="4159" y="4292"/>
                        <a:pt x="4152" y="4267"/>
                      </a:cubicBezTo>
                      <a:cubicBezTo>
                        <a:pt x="4116" y="4116"/>
                        <a:pt x="4027" y="3691"/>
                        <a:pt x="4047" y="3549"/>
                      </a:cubicBezTo>
                      <a:cubicBezTo>
                        <a:pt x="4061" y="3456"/>
                        <a:pt x="4351" y="3207"/>
                        <a:pt x="4543" y="3043"/>
                      </a:cubicBezTo>
                      <a:cubicBezTo>
                        <a:pt x="4680" y="2926"/>
                        <a:pt x="4809" y="2816"/>
                        <a:pt x="4881" y="2734"/>
                      </a:cubicBezTo>
                      <a:cubicBezTo>
                        <a:pt x="4916" y="2694"/>
                        <a:pt x="4931" y="2650"/>
                        <a:pt x="4925" y="2604"/>
                      </a:cubicBezTo>
                      <a:cubicBezTo>
                        <a:pt x="4912" y="2505"/>
                        <a:pt x="4805" y="2434"/>
                        <a:pt x="4670" y="2342"/>
                      </a:cubicBezTo>
                      <a:cubicBezTo>
                        <a:pt x="4503" y="2231"/>
                        <a:pt x="4295" y="2092"/>
                        <a:pt x="4259" y="1884"/>
                      </a:cubicBezTo>
                      <a:cubicBezTo>
                        <a:pt x="4249" y="1827"/>
                        <a:pt x="4268" y="1808"/>
                        <a:pt x="4275" y="1802"/>
                      </a:cubicBezTo>
                      <a:cubicBezTo>
                        <a:pt x="4307" y="1772"/>
                        <a:pt x="4369" y="1760"/>
                        <a:pt x="4449" y="1760"/>
                      </a:cubicBezTo>
                      <a:cubicBezTo>
                        <a:pt x="4633" y="1760"/>
                        <a:pt x="4913" y="1823"/>
                        <a:pt x="5136" y="1872"/>
                      </a:cubicBezTo>
                      <a:cubicBezTo>
                        <a:pt x="5349" y="1921"/>
                        <a:pt x="5532" y="1962"/>
                        <a:pt x="5653" y="1962"/>
                      </a:cubicBezTo>
                      <a:cubicBezTo>
                        <a:pt x="6031" y="1962"/>
                        <a:pt x="6426" y="1831"/>
                        <a:pt x="6435" y="1827"/>
                      </a:cubicBezTo>
                      <a:lnTo>
                        <a:pt x="7204" y="1669"/>
                      </a:lnTo>
                      <a:cubicBezTo>
                        <a:pt x="7233" y="1662"/>
                        <a:pt x="7255" y="1637"/>
                        <a:pt x="7256" y="1607"/>
                      </a:cubicBezTo>
                      <a:cubicBezTo>
                        <a:pt x="7257" y="1577"/>
                        <a:pt x="7239" y="1550"/>
                        <a:pt x="7210" y="1542"/>
                      </a:cubicBezTo>
                      <a:lnTo>
                        <a:pt x="6932" y="1455"/>
                      </a:lnTo>
                      <a:lnTo>
                        <a:pt x="7037" y="1396"/>
                      </a:lnTo>
                      <a:cubicBezTo>
                        <a:pt x="7289" y="1256"/>
                        <a:pt x="7519" y="684"/>
                        <a:pt x="7544" y="620"/>
                      </a:cubicBezTo>
                      <a:cubicBezTo>
                        <a:pt x="7552" y="598"/>
                        <a:pt x="7548" y="574"/>
                        <a:pt x="7533" y="555"/>
                      </a:cubicBezTo>
                      <a:cubicBezTo>
                        <a:pt x="7521" y="540"/>
                        <a:pt x="7502" y="531"/>
                        <a:pt x="7482" y="531"/>
                      </a:cubicBezTo>
                      <a:cubicBezTo>
                        <a:pt x="7479" y="531"/>
                        <a:pt x="7477" y="531"/>
                        <a:pt x="7474" y="531"/>
                      </a:cubicBezTo>
                      <a:lnTo>
                        <a:pt x="7114" y="584"/>
                      </a:lnTo>
                      <a:lnTo>
                        <a:pt x="6537" y="562"/>
                      </a:lnTo>
                      <a:lnTo>
                        <a:pt x="6822" y="100"/>
                      </a:lnTo>
                      <a:cubicBezTo>
                        <a:pt x="6836" y="78"/>
                        <a:pt x="6835" y="49"/>
                        <a:pt x="6819" y="28"/>
                      </a:cubicBezTo>
                      <a:cubicBezTo>
                        <a:pt x="6807" y="10"/>
                        <a:pt x="6787" y="0"/>
                        <a:pt x="67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8"/>
                <p:cNvSpPr/>
                <p:nvPr/>
              </p:nvSpPr>
              <p:spPr>
                <a:xfrm>
                  <a:off x="7158012" y="2318749"/>
                  <a:ext cx="58185" cy="49765"/>
                </a:xfrm>
                <a:custGeom>
                  <a:rect b="b" l="l" r="r" t="t"/>
                  <a:pathLst>
                    <a:path extrusionOk="0" h="792" w="926">
                      <a:moveTo>
                        <a:pt x="214" y="173"/>
                      </a:moveTo>
                      <a:lnTo>
                        <a:pt x="766" y="483"/>
                      </a:lnTo>
                      <a:cubicBezTo>
                        <a:pt x="727" y="551"/>
                        <a:pt x="642" y="660"/>
                        <a:pt x="505" y="660"/>
                      </a:cubicBezTo>
                      <a:cubicBezTo>
                        <a:pt x="476" y="660"/>
                        <a:pt x="444" y="655"/>
                        <a:pt x="410" y="644"/>
                      </a:cubicBezTo>
                      <a:cubicBezTo>
                        <a:pt x="222" y="581"/>
                        <a:pt x="207" y="318"/>
                        <a:pt x="214" y="173"/>
                      </a:cubicBezTo>
                      <a:close/>
                      <a:moveTo>
                        <a:pt x="158" y="1"/>
                      </a:moveTo>
                      <a:cubicBezTo>
                        <a:pt x="149" y="1"/>
                        <a:pt x="139" y="3"/>
                        <a:pt x="130" y="7"/>
                      </a:cubicBezTo>
                      <a:cubicBezTo>
                        <a:pt x="110" y="15"/>
                        <a:pt x="98" y="34"/>
                        <a:pt x="94" y="55"/>
                      </a:cubicBezTo>
                      <a:cubicBezTo>
                        <a:pt x="89" y="79"/>
                        <a:pt x="0" y="646"/>
                        <a:pt x="370" y="769"/>
                      </a:cubicBezTo>
                      <a:cubicBezTo>
                        <a:pt x="418" y="785"/>
                        <a:pt x="463" y="792"/>
                        <a:pt x="506" y="792"/>
                      </a:cubicBezTo>
                      <a:cubicBezTo>
                        <a:pt x="726" y="792"/>
                        <a:pt x="866" y="602"/>
                        <a:pt x="913" y="481"/>
                      </a:cubicBezTo>
                      <a:cubicBezTo>
                        <a:pt x="926" y="451"/>
                        <a:pt x="913" y="416"/>
                        <a:pt x="885" y="400"/>
                      </a:cubicBezTo>
                      <a:lnTo>
                        <a:pt x="190" y="9"/>
                      </a:lnTo>
                      <a:cubicBezTo>
                        <a:pt x="181" y="3"/>
                        <a:pt x="169" y="1"/>
                        <a:pt x="1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8"/>
                <p:cNvSpPr/>
                <p:nvPr/>
              </p:nvSpPr>
              <p:spPr>
                <a:xfrm>
                  <a:off x="7158452" y="2183148"/>
                  <a:ext cx="57243" cy="28087"/>
                </a:xfrm>
                <a:custGeom>
                  <a:rect b="b" l="l" r="r" t="t"/>
                  <a:pathLst>
                    <a:path extrusionOk="0" h="447" w="911">
                      <a:moveTo>
                        <a:pt x="491" y="0"/>
                      </a:moveTo>
                      <a:cubicBezTo>
                        <a:pt x="454" y="0"/>
                        <a:pt x="415" y="5"/>
                        <a:pt x="375" y="15"/>
                      </a:cubicBezTo>
                      <a:cubicBezTo>
                        <a:pt x="52" y="96"/>
                        <a:pt x="8" y="360"/>
                        <a:pt x="6" y="371"/>
                      </a:cubicBezTo>
                      <a:cubicBezTo>
                        <a:pt x="1" y="406"/>
                        <a:pt x="25" y="440"/>
                        <a:pt x="60" y="445"/>
                      </a:cubicBezTo>
                      <a:cubicBezTo>
                        <a:pt x="64" y="446"/>
                        <a:pt x="68" y="446"/>
                        <a:pt x="71" y="446"/>
                      </a:cubicBezTo>
                      <a:cubicBezTo>
                        <a:pt x="102" y="446"/>
                        <a:pt x="130" y="423"/>
                        <a:pt x="135" y="392"/>
                      </a:cubicBezTo>
                      <a:cubicBezTo>
                        <a:pt x="137" y="383"/>
                        <a:pt x="171" y="201"/>
                        <a:pt x="407" y="142"/>
                      </a:cubicBezTo>
                      <a:cubicBezTo>
                        <a:pt x="437" y="134"/>
                        <a:pt x="465" y="131"/>
                        <a:pt x="492" y="131"/>
                      </a:cubicBezTo>
                      <a:cubicBezTo>
                        <a:pt x="673" y="131"/>
                        <a:pt x="776" y="283"/>
                        <a:pt x="781" y="292"/>
                      </a:cubicBezTo>
                      <a:cubicBezTo>
                        <a:pt x="793" y="311"/>
                        <a:pt x="814" y="322"/>
                        <a:pt x="835" y="322"/>
                      </a:cubicBezTo>
                      <a:cubicBezTo>
                        <a:pt x="848" y="322"/>
                        <a:pt x="860" y="318"/>
                        <a:pt x="872" y="311"/>
                      </a:cubicBezTo>
                      <a:cubicBezTo>
                        <a:pt x="902" y="292"/>
                        <a:pt x="910" y="251"/>
                        <a:pt x="891" y="221"/>
                      </a:cubicBezTo>
                      <a:cubicBezTo>
                        <a:pt x="837" y="136"/>
                        <a:pt x="692" y="0"/>
                        <a:pt x="4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8"/>
                <p:cNvSpPr/>
                <p:nvPr/>
              </p:nvSpPr>
              <p:spPr>
                <a:xfrm>
                  <a:off x="7174287" y="2223301"/>
                  <a:ext cx="19039" cy="36947"/>
                </a:xfrm>
                <a:custGeom>
                  <a:rect b="b" l="l" r="r" t="t"/>
                  <a:pathLst>
                    <a:path extrusionOk="0" h="588" w="303">
                      <a:moveTo>
                        <a:pt x="151" y="0"/>
                      </a:moveTo>
                      <a:cubicBezTo>
                        <a:pt x="68" y="0"/>
                        <a:pt x="0" y="132"/>
                        <a:pt x="0" y="294"/>
                      </a:cubicBezTo>
                      <a:cubicBezTo>
                        <a:pt x="0" y="457"/>
                        <a:pt x="68" y="588"/>
                        <a:pt x="151" y="588"/>
                      </a:cubicBezTo>
                      <a:cubicBezTo>
                        <a:pt x="235" y="588"/>
                        <a:pt x="303" y="457"/>
                        <a:pt x="303" y="294"/>
                      </a:cubicBezTo>
                      <a:cubicBezTo>
                        <a:pt x="303" y="132"/>
                        <a:pt x="235" y="0"/>
                        <a:pt x="1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8"/>
                <p:cNvSpPr/>
                <p:nvPr/>
              </p:nvSpPr>
              <p:spPr>
                <a:xfrm>
                  <a:off x="6805813" y="2434243"/>
                  <a:ext cx="222624" cy="310531"/>
                </a:xfrm>
                <a:custGeom>
                  <a:rect b="b" l="l" r="r" t="t"/>
                  <a:pathLst>
                    <a:path extrusionOk="0" h="4942" w="3543">
                      <a:moveTo>
                        <a:pt x="879" y="0"/>
                      </a:moveTo>
                      <a:lnTo>
                        <a:pt x="1" y="1648"/>
                      </a:lnTo>
                      <a:lnTo>
                        <a:pt x="2141" y="4941"/>
                      </a:lnTo>
                      <a:lnTo>
                        <a:pt x="3542" y="3047"/>
                      </a:lnTo>
                      <a:lnTo>
                        <a:pt x="87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8"/>
                <p:cNvSpPr/>
                <p:nvPr/>
              </p:nvSpPr>
              <p:spPr>
                <a:xfrm>
                  <a:off x="6801477" y="2430096"/>
                  <a:ext cx="231358" cy="318825"/>
                </a:xfrm>
                <a:custGeom>
                  <a:rect b="b" l="l" r="r" t="t"/>
                  <a:pathLst>
                    <a:path extrusionOk="0" h="5074" w="3682">
                      <a:moveTo>
                        <a:pt x="961" y="182"/>
                      </a:moveTo>
                      <a:lnTo>
                        <a:pt x="3526" y="3118"/>
                      </a:lnTo>
                      <a:lnTo>
                        <a:pt x="2215" y="4893"/>
                      </a:lnTo>
                      <a:lnTo>
                        <a:pt x="145" y="1710"/>
                      </a:lnTo>
                      <a:lnTo>
                        <a:pt x="961" y="182"/>
                      </a:lnTo>
                      <a:close/>
                      <a:moveTo>
                        <a:pt x="948" y="0"/>
                      </a:moveTo>
                      <a:cubicBezTo>
                        <a:pt x="945" y="0"/>
                        <a:pt x="942" y="1"/>
                        <a:pt x="940" y="1"/>
                      </a:cubicBezTo>
                      <a:cubicBezTo>
                        <a:pt x="919" y="4"/>
                        <a:pt x="900" y="17"/>
                        <a:pt x="890" y="36"/>
                      </a:cubicBezTo>
                      <a:lnTo>
                        <a:pt x="11" y="1683"/>
                      </a:lnTo>
                      <a:cubicBezTo>
                        <a:pt x="0" y="1704"/>
                        <a:pt x="2" y="1729"/>
                        <a:pt x="14" y="1749"/>
                      </a:cubicBezTo>
                      <a:lnTo>
                        <a:pt x="2156" y="5044"/>
                      </a:lnTo>
                      <a:cubicBezTo>
                        <a:pt x="2167" y="5062"/>
                        <a:pt x="2187" y="5072"/>
                        <a:pt x="2208" y="5073"/>
                      </a:cubicBezTo>
                      <a:lnTo>
                        <a:pt x="2210" y="5073"/>
                      </a:lnTo>
                      <a:cubicBezTo>
                        <a:pt x="2231" y="5073"/>
                        <a:pt x="2251" y="5064"/>
                        <a:pt x="2263" y="5047"/>
                      </a:cubicBezTo>
                      <a:lnTo>
                        <a:pt x="3663" y="3152"/>
                      </a:lnTo>
                      <a:cubicBezTo>
                        <a:pt x="3682" y="3128"/>
                        <a:pt x="3680" y="3093"/>
                        <a:pt x="3659" y="3070"/>
                      </a:cubicBezTo>
                      <a:lnTo>
                        <a:pt x="997" y="23"/>
                      </a:lnTo>
                      <a:cubicBezTo>
                        <a:pt x="985" y="9"/>
                        <a:pt x="967" y="0"/>
                        <a:pt x="9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8"/>
                <p:cNvSpPr/>
                <p:nvPr/>
              </p:nvSpPr>
              <p:spPr>
                <a:xfrm>
                  <a:off x="7055965" y="2710347"/>
                  <a:ext cx="53535" cy="166324"/>
                </a:xfrm>
                <a:custGeom>
                  <a:rect b="b" l="l" r="r" t="t"/>
                  <a:pathLst>
                    <a:path extrusionOk="0" h="2647" w="852">
                      <a:moveTo>
                        <a:pt x="558" y="1"/>
                      </a:moveTo>
                      <a:lnTo>
                        <a:pt x="1" y="28"/>
                      </a:lnTo>
                      <a:lnTo>
                        <a:pt x="852" y="2646"/>
                      </a:lnTo>
                      <a:lnTo>
                        <a:pt x="55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8"/>
                <p:cNvSpPr/>
                <p:nvPr/>
              </p:nvSpPr>
              <p:spPr>
                <a:xfrm>
                  <a:off x="7051692" y="2706263"/>
                  <a:ext cx="62207" cy="174556"/>
                </a:xfrm>
                <a:custGeom>
                  <a:rect b="b" l="l" r="r" t="t"/>
                  <a:pathLst>
                    <a:path extrusionOk="0" h="2778" w="990">
                      <a:moveTo>
                        <a:pt x="567" y="135"/>
                      </a:moveTo>
                      <a:lnTo>
                        <a:pt x="785" y="2080"/>
                      </a:lnTo>
                      <a:lnTo>
                        <a:pt x="158" y="154"/>
                      </a:lnTo>
                      <a:lnTo>
                        <a:pt x="567" y="135"/>
                      </a:lnTo>
                      <a:close/>
                      <a:moveTo>
                        <a:pt x="625" y="1"/>
                      </a:moveTo>
                      <a:cubicBezTo>
                        <a:pt x="624" y="1"/>
                        <a:pt x="624" y="1"/>
                        <a:pt x="623" y="1"/>
                      </a:cubicBezTo>
                      <a:lnTo>
                        <a:pt x="66" y="27"/>
                      </a:lnTo>
                      <a:cubicBezTo>
                        <a:pt x="46" y="28"/>
                        <a:pt x="27" y="38"/>
                        <a:pt x="15" y="55"/>
                      </a:cubicBezTo>
                      <a:cubicBezTo>
                        <a:pt x="4" y="72"/>
                        <a:pt x="1" y="94"/>
                        <a:pt x="7" y="113"/>
                      </a:cubicBezTo>
                      <a:lnTo>
                        <a:pt x="858" y="2732"/>
                      </a:lnTo>
                      <a:cubicBezTo>
                        <a:pt x="866" y="2759"/>
                        <a:pt x="893" y="2777"/>
                        <a:pt x="920" y="2777"/>
                      </a:cubicBezTo>
                      <a:cubicBezTo>
                        <a:pt x="925" y="2777"/>
                        <a:pt x="929" y="2776"/>
                        <a:pt x="935" y="2775"/>
                      </a:cubicBezTo>
                      <a:cubicBezTo>
                        <a:pt x="967" y="2769"/>
                        <a:pt x="989" y="2737"/>
                        <a:pt x="986" y="2704"/>
                      </a:cubicBezTo>
                      <a:lnTo>
                        <a:pt x="691" y="59"/>
                      </a:lnTo>
                      <a:cubicBezTo>
                        <a:pt x="687" y="25"/>
                        <a:pt x="659" y="1"/>
                        <a:pt x="6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8"/>
                <p:cNvSpPr/>
                <p:nvPr/>
              </p:nvSpPr>
              <p:spPr>
                <a:xfrm>
                  <a:off x="6541647" y="2577511"/>
                  <a:ext cx="611008" cy="722414"/>
                </a:xfrm>
                <a:custGeom>
                  <a:rect b="b" l="l" r="r" t="t"/>
                  <a:pathLst>
                    <a:path extrusionOk="0" h="11497" w="9724">
                      <a:moveTo>
                        <a:pt x="3192" y="0"/>
                      </a:moveTo>
                      <a:cubicBezTo>
                        <a:pt x="3192" y="0"/>
                        <a:pt x="1212" y="858"/>
                        <a:pt x="739" y="1123"/>
                      </a:cubicBezTo>
                      <a:cubicBezTo>
                        <a:pt x="267" y="1390"/>
                        <a:pt x="0" y="1419"/>
                        <a:pt x="0" y="1626"/>
                      </a:cubicBezTo>
                      <a:cubicBezTo>
                        <a:pt x="0" y="1832"/>
                        <a:pt x="413" y="8216"/>
                        <a:pt x="916" y="9546"/>
                      </a:cubicBezTo>
                      <a:cubicBezTo>
                        <a:pt x="1419" y="10876"/>
                        <a:pt x="1300" y="11466"/>
                        <a:pt x="1744" y="11496"/>
                      </a:cubicBezTo>
                      <a:cubicBezTo>
                        <a:pt x="1747" y="11496"/>
                        <a:pt x="1751" y="11496"/>
                        <a:pt x="1756" y="11496"/>
                      </a:cubicBezTo>
                      <a:cubicBezTo>
                        <a:pt x="2304" y="11496"/>
                        <a:pt x="9723" y="9664"/>
                        <a:pt x="9723" y="9664"/>
                      </a:cubicBezTo>
                      <a:lnTo>
                        <a:pt x="9221" y="7211"/>
                      </a:lnTo>
                      <a:lnTo>
                        <a:pt x="8452" y="7329"/>
                      </a:lnTo>
                      <a:lnTo>
                        <a:pt x="6059" y="7329"/>
                      </a:lnTo>
                      <a:cubicBezTo>
                        <a:pt x="5143" y="7329"/>
                        <a:pt x="4048" y="7270"/>
                        <a:pt x="4048" y="7270"/>
                      </a:cubicBezTo>
                      <a:lnTo>
                        <a:pt x="3340" y="3251"/>
                      </a:lnTo>
                      <a:lnTo>
                        <a:pt x="319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8"/>
                <p:cNvSpPr/>
                <p:nvPr/>
              </p:nvSpPr>
              <p:spPr>
                <a:xfrm>
                  <a:off x="6537500" y="2573363"/>
                  <a:ext cx="619616" cy="730645"/>
                </a:xfrm>
                <a:custGeom>
                  <a:rect b="b" l="l" r="r" t="t"/>
                  <a:pathLst>
                    <a:path extrusionOk="0" h="11628" w="9861">
                      <a:moveTo>
                        <a:pt x="3258" y="1"/>
                      </a:moveTo>
                      <a:cubicBezTo>
                        <a:pt x="3249" y="1"/>
                        <a:pt x="3240" y="3"/>
                        <a:pt x="3232" y="6"/>
                      </a:cubicBezTo>
                      <a:cubicBezTo>
                        <a:pt x="3151" y="41"/>
                        <a:pt x="1243" y="868"/>
                        <a:pt x="773" y="1132"/>
                      </a:cubicBezTo>
                      <a:cubicBezTo>
                        <a:pt x="626" y="1215"/>
                        <a:pt x="497" y="1275"/>
                        <a:pt x="393" y="1324"/>
                      </a:cubicBezTo>
                      <a:cubicBezTo>
                        <a:pt x="156" y="1436"/>
                        <a:pt x="1" y="1509"/>
                        <a:pt x="1" y="1692"/>
                      </a:cubicBezTo>
                      <a:cubicBezTo>
                        <a:pt x="1" y="1920"/>
                        <a:pt x="418" y="8304"/>
                        <a:pt x="921" y="9635"/>
                      </a:cubicBezTo>
                      <a:cubicBezTo>
                        <a:pt x="1111" y="10138"/>
                        <a:pt x="1213" y="10542"/>
                        <a:pt x="1289" y="10836"/>
                      </a:cubicBezTo>
                      <a:cubicBezTo>
                        <a:pt x="1414" y="11333"/>
                        <a:pt x="1484" y="11606"/>
                        <a:pt x="1806" y="11628"/>
                      </a:cubicBezTo>
                      <a:lnTo>
                        <a:pt x="1818" y="11628"/>
                      </a:lnTo>
                      <a:cubicBezTo>
                        <a:pt x="2374" y="11628"/>
                        <a:pt x="9500" y="9869"/>
                        <a:pt x="9805" y="9794"/>
                      </a:cubicBezTo>
                      <a:cubicBezTo>
                        <a:pt x="9838" y="9785"/>
                        <a:pt x="9861" y="9752"/>
                        <a:pt x="9853" y="9717"/>
                      </a:cubicBezTo>
                      <a:lnTo>
                        <a:pt x="9351" y="7264"/>
                      </a:lnTo>
                      <a:cubicBezTo>
                        <a:pt x="9345" y="7233"/>
                        <a:pt x="9318" y="7212"/>
                        <a:pt x="9287" y="7212"/>
                      </a:cubicBezTo>
                      <a:cubicBezTo>
                        <a:pt x="9284" y="7212"/>
                        <a:pt x="9280" y="7212"/>
                        <a:pt x="9277" y="7212"/>
                      </a:cubicBezTo>
                      <a:lnTo>
                        <a:pt x="8518" y="7330"/>
                      </a:lnTo>
                      <a:lnTo>
                        <a:pt x="6125" y="7330"/>
                      </a:lnTo>
                      <a:cubicBezTo>
                        <a:pt x="5334" y="7330"/>
                        <a:pt x="4399" y="7285"/>
                        <a:pt x="4170" y="7273"/>
                      </a:cubicBezTo>
                      <a:lnTo>
                        <a:pt x="3470" y="3306"/>
                      </a:lnTo>
                      <a:cubicBezTo>
                        <a:pt x="3465" y="3274"/>
                        <a:pt x="3437" y="3252"/>
                        <a:pt x="3407" y="3252"/>
                      </a:cubicBezTo>
                      <a:cubicBezTo>
                        <a:pt x="3403" y="3252"/>
                        <a:pt x="3399" y="3252"/>
                        <a:pt x="3395" y="3253"/>
                      </a:cubicBezTo>
                      <a:cubicBezTo>
                        <a:pt x="3359" y="3259"/>
                        <a:pt x="3335" y="3293"/>
                        <a:pt x="3341" y="3329"/>
                      </a:cubicBezTo>
                      <a:lnTo>
                        <a:pt x="4050" y="7348"/>
                      </a:lnTo>
                      <a:cubicBezTo>
                        <a:pt x="4056" y="7378"/>
                        <a:pt x="4081" y="7400"/>
                        <a:pt x="4111" y="7402"/>
                      </a:cubicBezTo>
                      <a:cubicBezTo>
                        <a:pt x="4123" y="7402"/>
                        <a:pt x="5217" y="7461"/>
                        <a:pt x="6125" y="7461"/>
                      </a:cubicBezTo>
                      <a:lnTo>
                        <a:pt x="8528" y="7460"/>
                      </a:lnTo>
                      <a:lnTo>
                        <a:pt x="9235" y="7352"/>
                      </a:lnTo>
                      <a:lnTo>
                        <a:pt x="9713" y="9681"/>
                      </a:lnTo>
                      <a:cubicBezTo>
                        <a:pt x="7119" y="10322"/>
                        <a:pt x="2251" y="11497"/>
                        <a:pt x="1825" y="11497"/>
                      </a:cubicBezTo>
                      <a:cubicBezTo>
                        <a:pt x="1825" y="11497"/>
                        <a:pt x="1825" y="11497"/>
                        <a:pt x="1825" y="11497"/>
                      </a:cubicBezTo>
                      <a:lnTo>
                        <a:pt x="1814" y="11497"/>
                      </a:lnTo>
                      <a:cubicBezTo>
                        <a:pt x="1597" y="11482"/>
                        <a:pt x="1546" y="11318"/>
                        <a:pt x="1415" y="10804"/>
                      </a:cubicBezTo>
                      <a:cubicBezTo>
                        <a:pt x="1340" y="10506"/>
                        <a:pt x="1236" y="10099"/>
                        <a:pt x="1044" y="9589"/>
                      </a:cubicBezTo>
                      <a:cubicBezTo>
                        <a:pt x="546" y="8270"/>
                        <a:pt x="132" y="1919"/>
                        <a:pt x="132" y="1692"/>
                      </a:cubicBezTo>
                      <a:cubicBezTo>
                        <a:pt x="132" y="1595"/>
                        <a:pt x="223" y="1549"/>
                        <a:pt x="449" y="1443"/>
                      </a:cubicBezTo>
                      <a:cubicBezTo>
                        <a:pt x="555" y="1394"/>
                        <a:pt x="686" y="1332"/>
                        <a:pt x="837" y="1247"/>
                      </a:cubicBezTo>
                      <a:cubicBezTo>
                        <a:pt x="1302" y="985"/>
                        <a:pt x="3264" y="136"/>
                        <a:pt x="3284" y="126"/>
                      </a:cubicBezTo>
                      <a:cubicBezTo>
                        <a:pt x="3317" y="112"/>
                        <a:pt x="3333" y="74"/>
                        <a:pt x="3318" y="40"/>
                      </a:cubicBezTo>
                      <a:cubicBezTo>
                        <a:pt x="3307" y="16"/>
                        <a:pt x="3283" y="1"/>
                        <a:pt x="32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8"/>
                <p:cNvSpPr/>
                <p:nvPr/>
              </p:nvSpPr>
              <p:spPr>
                <a:xfrm>
                  <a:off x="6689376" y="3030248"/>
                  <a:ext cx="111155" cy="69558"/>
                </a:xfrm>
                <a:custGeom>
                  <a:rect b="b" l="l" r="r" t="t"/>
                  <a:pathLst>
                    <a:path extrusionOk="0" h="1107" w="1769">
                      <a:moveTo>
                        <a:pt x="1698" y="0"/>
                      </a:moveTo>
                      <a:cubicBezTo>
                        <a:pt x="1694" y="0"/>
                        <a:pt x="1691" y="0"/>
                        <a:pt x="1687" y="1"/>
                      </a:cubicBezTo>
                      <a:cubicBezTo>
                        <a:pt x="1513" y="30"/>
                        <a:pt x="636" y="183"/>
                        <a:pt x="516" y="243"/>
                      </a:cubicBezTo>
                      <a:cubicBezTo>
                        <a:pt x="373" y="315"/>
                        <a:pt x="70" y="782"/>
                        <a:pt x="9" y="1024"/>
                      </a:cubicBezTo>
                      <a:cubicBezTo>
                        <a:pt x="1" y="1060"/>
                        <a:pt x="22" y="1096"/>
                        <a:pt x="56" y="1104"/>
                      </a:cubicBezTo>
                      <a:cubicBezTo>
                        <a:pt x="62" y="1105"/>
                        <a:pt x="68" y="1106"/>
                        <a:pt x="73" y="1106"/>
                      </a:cubicBezTo>
                      <a:cubicBezTo>
                        <a:pt x="102" y="1106"/>
                        <a:pt x="129" y="1086"/>
                        <a:pt x="136" y="1057"/>
                      </a:cubicBezTo>
                      <a:cubicBezTo>
                        <a:pt x="194" y="828"/>
                        <a:pt x="482" y="406"/>
                        <a:pt x="575" y="360"/>
                      </a:cubicBezTo>
                      <a:cubicBezTo>
                        <a:pt x="654" y="320"/>
                        <a:pt x="1313" y="197"/>
                        <a:pt x="1709" y="130"/>
                      </a:cubicBezTo>
                      <a:cubicBezTo>
                        <a:pt x="1745" y="124"/>
                        <a:pt x="1769" y="90"/>
                        <a:pt x="1762" y="55"/>
                      </a:cubicBezTo>
                      <a:cubicBezTo>
                        <a:pt x="1757" y="23"/>
                        <a:pt x="1729"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8"/>
                <p:cNvSpPr/>
                <p:nvPr/>
              </p:nvSpPr>
              <p:spPr>
                <a:xfrm>
                  <a:off x="7051567" y="3039485"/>
                  <a:ext cx="34936" cy="156836"/>
                </a:xfrm>
                <a:custGeom>
                  <a:rect b="b" l="l" r="r" t="t"/>
                  <a:pathLst>
                    <a:path extrusionOk="0" h="2496" w="556">
                      <a:moveTo>
                        <a:pt x="70" y="0"/>
                      </a:moveTo>
                      <a:cubicBezTo>
                        <a:pt x="67" y="0"/>
                        <a:pt x="64" y="0"/>
                        <a:pt x="60" y="1"/>
                      </a:cubicBezTo>
                      <a:cubicBezTo>
                        <a:pt x="24" y="7"/>
                        <a:pt x="1" y="42"/>
                        <a:pt x="7" y="78"/>
                      </a:cubicBezTo>
                      <a:lnTo>
                        <a:pt x="420" y="2442"/>
                      </a:lnTo>
                      <a:cubicBezTo>
                        <a:pt x="426" y="2473"/>
                        <a:pt x="454" y="2495"/>
                        <a:pt x="485" y="2495"/>
                      </a:cubicBezTo>
                      <a:cubicBezTo>
                        <a:pt x="489" y="2495"/>
                        <a:pt x="493" y="2495"/>
                        <a:pt x="496" y="2494"/>
                      </a:cubicBezTo>
                      <a:cubicBezTo>
                        <a:pt x="532" y="2488"/>
                        <a:pt x="556" y="2454"/>
                        <a:pt x="549" y="2419"/>
                      </a:cubicBezTo>
                      <a:lnTo>
                        <a:pt x="136" y="54"/>
                      </a:lnTo>
                      <a:cubicBezTo>
                        <a:pt x="130" y="22"/>
                        <a:pt x="102" y="0"/>
                        <a:pt x="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8"/>
                <p:cNvSpPr/>
                <p:nvPr/>
              </p:nvSpPr>
              <p:spPr>
                <a:xfrm>
                  <a:off x="7293111" y="2939764"/>
                  <a:ext cx="140688" cy="211880"/>
                </a:xfrm>
                <a:custGeom>
                  <a:rect b="b" l="l" r="r" t="t"/>
                  <a:pathLst>
                    <a:path extrusionOk="0" h="3372" w="2239">
                      <a:moveTo>
                        <a:pt x="86" y="0"/>
                      </a:moveTo>
                      <a:lnTo>
                        <a:pt x="0" y="3209"/>
                      </a:lnTo>
                      <a:lnTo>
                        <a:pt x="1722" y="3372"/>
                      </a:lnTo>
                      <a:lnTo>
                        <a:pt x="2239" y="204"/>
                      </a:lnTo>
                      <a:lnTo>
                        <a:pt x="8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8"/>
                <p:cNvSpPr/>
                <p:nvPr/>
              </p:nvSpPr>
              <p:spPr>
                <a:xfrm>
                  <a:off x="7285445" y="2929081"/>
                  <a:ext cx="159978" cy="46624"/>
                </a:xfrm>
                <a:custGeom>
                  <a:rect b="b" l="l" r="r" t="t"/>
                  <a:pathLst>
                    <a:path extrusionOk="0" h="742" w="2546">
                      <a:moveTo>
                        <a:pt x="48" y="0"/>
                      </a:moveTo>
                      <a:lnTo>
                        <a:pt x="1" y="505"/>
                      </a:lnTo>
                      <a:lnTo>
                        <a:pt x="2498" y="741"/>
                      </a:lnTo>
                      <a:lnTo>
                        <a:pt x="2545" y="236"/>
                      </a:lnTo>
                      <a:lnTo>
                        <a:pt x="4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8"/>
                <p:cNvSpPr/>
                <p:nvPr/>
              </p:nvSpPr>
              <p:spPr>
                <a:xfrm>
                  <a:off x="7281423" y="2924557"/>
                  <a:ext cx="168398" cy="54855"/>
                </a:xfrm>
                <a:custGeom>
                  <a:rect b="b" l="l" r="r" t="t"/>
                  <a:pathLst>
                    <a:path extrusionOk="0" h="873" w="2680">
                      <a:moveTo>
                        <a:pt x="174" y="138"/>
                      </a:moveTo>
                      <a:lnTo>
                        <a:pt x="2541" y="362"/>
                      </a:lnTo>
                      <a:lnTo>
                        <a:pt x="2505" y="737"/>
                      </a:lnTo>
                      <a:lnTo>
                        <a:pt x="139" y="512"/>
                      </a:lnTo>
                      <a:lnTo>
                        <a:pt x="174" y="138"/>
                      </a:lnTo>
                      <a:close/>
                      <a:moveTo>
                        <a:pt x="114" y="1"/>
                      </a:moveTo>
                      <a:cubicBezTo>
                        <a:pt x="81" y="1"/>
                        <a:pt x="53" y="27"/>
                        <a:pt x="50" y="61"/>
                      </a:cubicBezTo>
                      <a:lnTo>
                        <a:pt x="3" y="566"/>
                      </a:lnTo>
                      <a:cubicBezTo>
                        <a:pt x="1" y="582"/>
                        <a:pt x="6" y="600"/>
                        <a:pt x="16" y="614"/>
                      </a:cubicBezTo>
                      <a:cubicBezTo>
                        <a:pt x="28" y="626"/>
                        <a:pt x="44" y="635"/>
                        <a:pt x="61" y="637"/>
                      </a:cubicBezTo>
                      <a:lnTo>
                        <a:pt x="2559" y="873"/>
                      </a:lnTo>
                      <a:lnTo>
                        <a:pt x="2565" y="873"/>
                      </a:lnTo>
                      <a:cubicBezTo>
                        <a:pt x="2599" y="873"/>
                        <a:pt x="2627" y="848"/>
                        <a:pt x="2630" y="814"/>
                      </a:cubicBezTo>
                      <a:lnTo>
                        <a:pt x="2677" y="309"/>
                      </a:lnTo>
                      <a:cubicBezTo>
                        <a:pt x="2680" y="292"/>
                        <a:pt x="2674" y="275"/>
                        <a:pt x="2663" y="261"/>
                      </a:cubicBezTo>
                      <a:cubicBezTo>
                        <a:pt x="2652" y="248"/>
                        <a:pt x="2636" y="239"/>
                        <a:pt x="2619" y="238"/>
                      </a:cubicBezTo>
                      <a:lnTo>
                        <a:pt x="121" y="1"/>
                      </a:lnTo>
                      <a:cubicBezTo>
                        <a:pt x="119" y="1"/>
                        <a:pt x="116" y="1"/>
                        <a:pt x="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8"/>
                <p:cNvSpPr/>
                <p:nvPr/>
              </p:nvSpPr>
              <p:spPr>
                <a:xfrm>
                  <a:off x="7121001" y="2974387"/>
                  <a:ext cx="314615" cy="164062"/>
                </a:xfrm>
                <a:custGeom>
                  <a:rect b="b" l="l" r="r" t="t"/>
                  <a:pathLst>
                    <a:path extrusionOk="0" h="2611" w="5007">
                      <a:moveTo>
                        <a:pt x="2615" y="0"/>
                      </a:moveTo>
                      <a:cubicBezTo>
                        <a:pt x="2488" y="0"/>
                        <a:pt x="2307" y="9"/>
                        <a:pt x="2086" y="75"/>
                      </a:cubicBezTo>
                      <a:cubicBezTo>
                        <a:pt x="1789" y="164"/>
                        <a:pt x="1" y="895"/>
                        <a:pt x="1" y="895"/>
                      </a:cubicBezTo>
                      <a:lnTo>
                        <a:pt x="351" y="2611"/>
                      </a:lnTo>
                      <a:lnTo>
                        <a:pt x="855" y="2463"/>
                      </a:lnTo>
                      <a:cubicBezTo>
                        <a:pt x="855" y="2463"/>
                        <a:pt x="1429" y="2603"/>
                        <a:pt x="1905" y="2603"/>
                      </a:cubicBezTo>
                      <a:cubicBezTo>
                        <a:pt x="2006" y="2603"/>
                        <a:pt x="2103" y="2597"/>
                        <a:pt x="2189" y="2582"/>
                      </a:cubicBezTo>
                      <a:cubicBezTo>
                        <a:pt x="2678" y="2492"/>
                        <a:pt x="3494" y="2463"/>
                        <a:pt x="3628" y="2463"/>
                      </a:cubicBezTo>
                      <a:cubicBezTo>
                        <a:pt x="3745" y="2463"/>
                        <a:pt x="4100" y="2542"/>
                        <a:pt x="4296" y="2542"/>
                      </a:cubicBezTo>
                      <a:cubicBezTo>
                        <a:pt x="4324" y="2542"/>
                        <a:pt x="4349" y="2540"/>
                        <a:pt x="4369" y="2536"/>
                      </a:cubicBezTo>
                      <a:cubicBezTo>
                        <a:pt x="4532" y="2507"/>
                        <a:pt x="4517" y="2463"/>
                        <a:pt x="4517" y="2463"/>
                      </a:cubicBezTo>
                      <a:cubicBezTo>
                        <a:pt x="4517" y="2463"/>
                        <a:pt x="4695" y="2359"/>
                        <a:pt x="4681" y="2210"/>
                      </a:cubicBezTo>
                      <a:cubicBezTo>
                        <a:pt x="4666" y="2062"/>
                        <a:pt x="4443" y="1796"/>
                        <a:pt x="4443" y="1796"/>
                      </a:cubicBezTo>
                      <a:lnTo>
                        <a:pt x="4443" y="1796"/>
                      </a:lnTo>
                      <a:cubicBezTo>
                        <a:pt x="4443" y="1796"/>
                        <a:pt x="4533" y="1854"/>
                        <a:pt x="4606" y="1900"/>
                      </a:cubicBezTo>
                      <a:cubicBezTo>
                        <a:pt x="4619" y="1907"/>
                        <a:pt x="4636" y="1911"/>
                        <a:pt x="4655" y="1911"/>
                      </a:cubicBezTo>
                      <a:cubicBezTo>
                        <a:pt x="4743" y="1911"/>
                        <a:pt x="4874" y="1833"/>
                        <a:pt x="4874" y="1736"/>
                      </a:cubicBezTo>
                      <a:cubicBezTo>
                        <a:pt x="4874" y="1617"/>
                        <a:pt x="4695" y="1306"/>
                        <a:pt x="4681" y="1232"/>
                      </a:cubicBezTo>
                      <a:cubicBezTo>
                        <a:pt x="4666" y="1159"/>
                        <a:pt x="4113" y="846"/>
                        <a:pt x="4143" y="846"/>
                      </a:cubicBezTo>
                      <a:cubicBezTo>
                        <a:pt x="4144" y="846"/>
                        <a:pt x="4145" y="846"/>
                        <a:pt x="4146" y="846"/>
                      </a:cubicBezTo>
                      <a:cubicBezTo>
                        <a:pt x="4206" y="861"/>
                        <a:pt x="4473" y="891"/>
                        <a:pt x="4532" y="920"/>
                      </a:cubicBezTo>
                      <a:cubicBezTo>
                        <a:pt x="4586" y="947"/>
                        <a:pt x="4764" y="1012"/>
                        <a:pt x="4839" y="1012"/>
                      </a:cubicBezTo>
                      <a:cubicBezTo>
                        <a:pt x="4846" y="1012"/>
                        <a:pt x="4853" y="1011"/>
                        <a:pt x="4858" y="1010"/>
                      </a:cubicBezTo>
                      <a:cubicBezTo>
                        <a:pt x="4918" y="995"/>
                        <a:pt x="5007" y="935"/>
                        <a:pt x="4991" y="802"/>
                      </a:cubicBezTo>
                      <a:cubicBezTo>
                        <a:pt x="4976" y="669"/>
                        <a:pt x="4770" y="476"/>
                        <a:pt x="4517" y="416"/>
                      </a:cubicBezTo>
                      <a:cubicBezTo>
                        <a:pt x="4265" y="357"/>
                        <a:pt x="2841" y="1"/>
                        <a:pt x="2723" y="1"/>
                      </a:cubicBezTo>
                      <a:cubicBezTo>
                        <a:pt x="2693" y="1"/>
                        <a:pt x="2657" y="0"/>
                        <a:pt x="26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8"/>
                <p:cNvSpPr/>
                <p:nvPr/>
              </p:nvSpPr>
              <p:spPr>
                <a:xfrm>
                  <a:off x="7116603" y="2970239"/>
                  <a:ext cx="323286" cy="172356"/>
                </a:xfrm>
                <a:custGeom>
                  <a:rect b="b" l="l" r="r" t="t"/>
                  <a:pathLst>
                    <a:path extrusionOk="0" h="2743" w="5145">
                      <a:moveTo>
                        <a:pt x="2682" y="132"/>
                      </a:moveTo>
                      <a:cubicBezTo>
                        <a:pt x="2706" y="132"/>
                        <a:pt x="2728" y="132"/>
                        <a:pt x="2747" y="132"/>
                      </a:cubicBezTo>
                      <a:lnTo>
                        <a:pt x="2794" y="132"/>
                      </a:lnTo>
                      <a:cubicBezTo>
                        <a:pt x="2881" y="133"/>
                        <a:pt x="3849" y="369"/>
                        <a:pt x="4263" y="471"/>
                      </a:cubicBezTo>
                      <a:cubicBezTo>
                        <a:pt x="4405" y="506"/>
                        <a:pt x="4517" y="533"/>
                        <a:pt x="4572" y="546"/>
                      </a:cubicBezTo>
                      <a:cubicBezTo>
                        <a:pt x="4811" y="602"/>
                        <a:pt x="4987" y="782"/>
                        <a:pt x="4997" y="875"/>
                      </a:cubicBezTo>
                      <a:cubicBezTo>
                        <a:pt x="5009" y="982"/>
                        <a:pt x="4929" y="1007"/>
                        <a:pt x="4913" y="1012"/>
                      </a:cubicBezTo>
                      <a:cubicBezTo>
                        <a:pt x="4911" y="1012"/>
                        <a:pt x="4908" y="1012"/>
                        <a:pt x="4905" y="1012"/>
                      </a:cubicBezTo>
                      <a:cubicBezTo>
                        <a:pt x="4854" y="1012"/>
                        <a:pt x="4692" y="958"/>
                        <a:pt x="4632" y="928"/>
                      </a:cubicBezTo>
                      <a:cubicBezTo>
                        <a:pt x="4587" y="906"/>
                        <a:pt x="4485" y="889"/>
                        <a:pt x="4346" y="868"/>
                      </a:cubicBezTo>
                      <a:cubicBezTo>
                        <a:pt x="4295" y="860"/>
                        <a:pt x="4252" y="853"/>
                        <a:pt x="4232" y="849"/>
                      </a:cubicBezTo>
                      <a:cubicBezTo>
                        <a:pt x="4227" y="848"/>
                        <a:pt x="4221" y="847"/>
                        <a:pt x="4215" y="847"/>
                      </a:cubicBezTo>
                      <a:cubicBezTo>
                        <a:pt x="4189" y="847"/>
                        <a:pt x="4163" y="862"/>
                        <a:pt x="4152" y="887"/>
                      </a:cubicBezTo>
                      <a:cubicBezTo>
                        <a:pt x="4128" y="942"/>
                        <a:pt x="4143" y="952"/>
                        <a:pt x="4318" y="1062"/>
                      </a:cubicBezTo>
                      <a:cubicBezTo>
                        <a:pt x="4421" y="1127"/>
                        <a:pt x="4661" y="1278"/>
                        <a:pt x="4687" y="1311"/>
                      </a:cubicBezTo>
                      <a:cubicBezTo>
                        <a:pt x="4693" y="1344"/>
                        <a:pt x="4717" y="1397"/>
                        <a:pt x="4758" y="1486"/>
                      </a:cubicBezTo>
                      <a:cubicBezTo>
                        <a:pt x="4806" y="1588"/>
                        <a:pt x="4878" y="1742"/>
                        <a:pt x="4878" y="1802"/>
                      </a:cubicBezTo>
                      <a:cubicBezTo>
                        <a:pt x="4878" y="1828"/>
                        <a:pt x="4851" y="1861"/>
                        <a:pt x="4811" y="1885"/>
                      </a:cubicBezTo>
                      <a:cubicBezTo>
                        <a:pt x="4775" y="1905"/>
                        <a:pt x="4744" y="1911"/>
                        <a:pt x="4725" y="1911"/>
                      </a:cubicBezTo>
                      <a:cubicBezTo>
                        <a:pt x="4718" y="1911"/>
                        <a:pt x="4712" y="1910"/>
                        <a:pt x="4710" y="1909"/>
                      </a:cubicBezTo>
                      <a:cubicBezTo>
                        <a:pt x="4637" y="1865"/>
                        <a:pt x="4550" y="1807"/>
                        <a:pt x="4549" y="1807"/>
                      </a:cubicBezTo>
                      <a:cubicBezTo>
                        <a:pt x="4538" y="1799"/>
                        <a:pt x="4525" y="1796"/>
                        <a:pt x="4513" y="1796"/>
                      </a:cubicBezTo>
                      <a:cubicBezTo>
                        <a:pt x="4495" y="1796"/>
                        <a:pt x="4477" y="1803"/>
                        <a:pt x="4464" y="1818"/>
                      </a:cubicBezTo>
                      <a:cubicBezTo>
                        <a:pt x="4442" y="1842"/>
                        <a:pt x="4442" y="1878"/>
                        <a:pt x="4463" y="1904"/>
                      </a:cubicBezTo>
                      <a:cubicBezTo>
                        <a:pt x="4544" y="2000"/>
                        <a:pt x="4676" y="2190"/>
                        <a:pt x="4686" y="2283"/>
                      </a:cubicBezTo>
                      <a:cubicBezTo>
                        <a:pt x="4695" y="2385"/>
                        <a:pt x="4555" y="2471"/>
                        <a:pt x="4554" y="2472"/>
                      </a:cubicBezTo>
                      <a:cubicBezTo>
                        <a:pt x="4540" y="2481"/>
                        <a:pt x="4529" y="2494"/>
                        <a:pt x="4525" y="2509"/>
                      </a:cubicBezTo>
                      <a:cubicBezTo>
                        <a:pt x="4513" y="2515"/>
                        <a:pt x="4487" y="2527"/>
                        <a:pt x="4427" y="2538"/>
                      </a:cubicBezTo>
                      <a:cubicBezTo>
                        <a:pt x="4411" y="2541"/>
                        <a:pt x="4391" y="2543"/>
                        <a:pt x="4367" y="2543"/>
                      </a:cubicBezTo>
                      <a:cubicBezTo>
                        <a:pt x="4263" y="2543"/>
                        <a:pt x="4099" y="2517"/>
                        <a:pt x="3963" y="2495"/>
                      </a:cubicBezTo>
                      <a:cubicBezTo>
                        <a:pt x="3850" y="2479"/>
                        <a:pt x="3754" y="2463"/>
                        <a:pt x="3697" y="2463"/>
                      </a:cubicBezTo>
                      <a:cubicBezTo>
                        <a:pt x="3604" y="2463"/>
                        <a:pt x="2766" y="2488"/>
                        <a:pt x="2248" y="2583"/>
                      </a:cubicBezTo>
                      <a:cubicBezTo>
                        <a:pt x="2166" y="2597"/>
                        <a:pt x="2073" y="2604"/>
                        <a:pt x="1975" y="2604"/>
                      </a:cubicBezTo>
                      <a:cubicBezTo>
                        <a:pt x="1513" y="2604"/>
                        <a:pt x="947" y="2467"/>
                        <a:pt x="940" y="2465"/>
                      </a:cubicBezTo>
                      <a:cubicBezTo>
                        <a:pt x="935" y="2464"/>
                        <a:pt x="930" y="2463"/>
                        <a:pt x="925" y="2463"/>
                      </a:cubicBezTo>
                      <a:cubicBezTo>
                        <a:pt x="918" y="2463"/>
                        <a:pt x="912" y="2464"/>
                        <a:pt x="906" y="2466"/>
                      </a:cubicBezTo>
                      <a:lnTo>
                        <a:pt x="470" y="2594"/>
                      </a:lnTo>
                      <a:lnTo>
                        <a:pt x="146" y="1001"/>
                      </a:lnTo>
                      <a:cubicBezTo>
                        <a:pt x="438" y="882"/>
                        <a:pt x="1912" y="282"/>
                        <a:pt x="2174" y="204"/>
                      </a:cubicBezTo>
                      <a:cubicBezTo>
                        <a:pt x="2386" y="141"/>
                        <a:pt x="2560" y="132"/>
                        <a:pt x="2682" y="132"/>
                      </a:cubicBezTo>
                      <a:close/>
                      <a:moveTo>
                        <a:pt x="2683" y="1"/>
                      </a:moveTo>
                      <a:cubicBezTo>
                        <a:pt x="2553" y="1"/>
                        <a:pt x="2365" y="10"/>
                        <a:pt x="2137" y="79"/>
                      </a:cubicBezTo>
                      <a:cubicBezTo>
                        <a:pt x="1841" y="167"/>
                        <a:pt x="119" y="870"/>
                        <a:pt x="45" y="900"/>
                      </a:cubicBezTo>
                      <a:cubicBezTo>
                        <a:pt x="17" y="912"/>
                        <a:pt x="0" y="943"/>
                        <a:pt x="7" y="974"/>
                      </a:cubicBezTo>
                      <a:lnTo>
                        <a:pt x="356" y="2690"/>
                      </a:lnTo>
                      <a:cubicBezTo>
                        <a:pt x="360" y="2707"/>
                        <a:pt x="371" y="2723"/>
                        <a:pt x="386" y="2733"/>
                      </a:cubicBezTo>
                      <a:cubicBezTo>
                        <a:pt x="397" y="2739"/>
                        <a:pt x="408" y="2742"/>
                        <a:pt x="421" y="2742"/>
                      </a:cubicBezTo>
                      <a:cubicBezTo>
                        <a:pt x="426" y="2742"/>
                        <a:pt x="433" y="2741"/>
                        <a:pt x="439" y="2740"/>
                      </a:cubicBezTo>
                      <a:lnTo>
                        <a:pt x="926" y="2597"/>
                      </a:lnTo>
                      <a:cubicBezTo>
                        <a:pt x="1029" y="2621"/>
                        <a:pt x="1534" y="2735"/>
                        <a:pt x="1970" y="2735"/>
                      </a:cubicBezTo>
                      <a:cubicBezTo>
                        <a:pt x="2077" y="2735"/>
                        <a:pt x="2180" y="2728"/>
                        <a:pt x="2271" y="2712"/>
                      </a:cubicBezTo>
                      <a:cubicBezTo>
                        <a:pt x="2748" y="2625"/>
                        <a:pt x="3560" y="2594"/>
                        <a:pt x="3697" y="2594"/>
                      </a:cubicBezTo>
                      <a:cubicBezTo>
                        <a:pt x="3743" y="2594"/>
                        <a:pt x="3840" y="2610"/>
                        <a:pt x="3943" y="2626"/>
                      </a:cubicBezTo>
                      <a:cubicBezTo>
                        <a:pt x="4088" y="2649"/>
                        <a:pt x="4249" y="2674"/>
                        <a:pt x="4366" y="2674"/>
                      </a:cubicBezTo>
                      <a:cubicBezTo>
                        <a:pt x="4398" y="2674"/>
                        <a:pt x="4426" y="2672"/>
                        <a:pt x="4450" y="2668"/>
                      </a:cubicBezTo>
                      <a:cubicBezTo>
                        <a:pt x="4554" y="2649"/>
                        <a:pt x="4615" y="2619"/>
                        <a:pt x="4640" y="2577"/>
                      </a:cubicBezTo>
                      <a:cubicBezTo>
                        <a:pt x="4641" y="2574"/>
                        <a:pt x="4642" y="2572"/>
                        <a:pt x="4644" y="2570"/>
                      </a:cubicBezTo>
                      <a:cubicBezTo>
                        <a:pt x="4699" y="2531"/>
                        <a:pt x="4830" y="2422"/>
                        <a:pt x="4816" y="2270"/>
                      </a:cubicBezTo>
                      <a:cubicBezTo>
                        <a:pt x="4808" y="2203"/>
                        <a:pt x="4768" y="2119"/>
                        <a:pt x="4722" y="2042"/>
                      </a:cubicBezTo>
                      <a:lnTo>
                        <a:pt x="4722" y="2042"/>
                      </a:lnTo>
                      <a:cubicBezTo>
                        <a:pt x="4727" y="2043"/>
                        <a:pt x="4732" y="2043"/>
                        <a:pt x="4737" y="2043"/>
                      </a:cubicBezTo>
                      <a:cubicBezTo>
                        <a:pt x="4785" y="2043"/>
                        <a:pt x="4835" y="2021"/>
                        <a:pt x="4873" y="2000"/>
                      </a:cubicBezTo>
                      <a:cubicBezTo>
                        <a:pt x="4958" y="1952"/>
                        <a:pt x="5009" y="1878"/>
                        <a:pt x="5009" y="1802"/>
                      </a:cubicBezTo>
                      <a:cubicBezTo>
                        <a:pt x="5009" y="1720"/>
                        <a:pt x="4951" y="1591"/>
                        <a:pt x="4876" y="1430"/>
                      </a:cubicBezTo>
                      <a:cubicBezTo>
                        <a:pt x="4851" y="1375"/>
                        <a:pt x="4819" y="1305"/>
                        <a:pt x="4815" y="1286"/>
                      </a:cubicBezTo>
                      <a:cubicBezTo>
                        <a:pt x="4804" y="1233"/>
                        <a:pt x="4740" y="1177"/>
                        <a:pt x="4508" y="1027"/>
                      </a:cubicBezTo>
                      <a:lnTo>
                        <a:pt x="4508" y="1027"/>
                      </a:lnTo>
                      <a:cubicBezTo>
                        <a:pt x="4539" y="1034"/>
                        <a:pt x="4563" y="1040"/>
                        <a:pt x="4572" y="1045"/>
                      </a:cubicBezTo>
                      <a:cubicBezTo>
                        <a:pt x="4596" y="1057"/>
                        <a:pt x="4799" y="1142"/>
                        <a:pt x="4910" y="1142"/>
                      </a:cubicBezTo>
                      <a:cubicBezTo>
                        <a:pt x="4922" y="1142"/>
                        <a:pt x="4934" y="1141"/>
                        <a:pt x="4944" y="1139"/>
                      </a:cubicBezTo>
                      <a:cubicBezTo>
                        <a:pt x="5048" y="1113"/>
                        <a:pt x="5144" y="1017"/>
                        <a:pt x="5127" y="861"/>
                      </a:cubicBezTo>
                      <a:cubicBezTo>
                        <a:pt x="5107" y="686"/>
                        <a:pt x="4862" y="480"/>
                        <a:pt x="4603" y="419"/>
                      </a:cubicBezTo>
                      <a:cubicBezTo>
                        <a:pt x="4547" y="405"/>
                        <a:pt x="4436" y="378"/>
                        <a:pt x="4294" y="343"/>
                      </a:cubicBezTo>
                      <a:cubicBezTo>
                        <a:pt x="3406" y="127"/>
                        <a:pt x="2878" y="1"/>
                        <a:pt x="2793" y="1"/>
                      </a:cubicBezTo>
                      <a:lnTo>
                        <a:pt x="2749" y="1"/>
                      </a:lnTo>
                      <a:cubicBezTo>
                        <a:pt x="2729" y="1"/>
                        <a:pt x="2707" y="1"/>
                        <a:pt x="26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8"/>
                <p:cNvSpPr/>
                <p:nvPr/>
              </p:nvSpPr>
              <p:spPr>
                <a:xfrm>
                  <a:off x="7298766" y="3080266"/>
                  <a:ext cx="112537" cy="46498"/>
                </a:xfrm>
                <a:custGeom>
                  <a:rect b="b" l="l" r="r" t="t"/>
                  <a:pathLst>
                    <a:path extrusionOk="0" h="740" w="1791">
                      <a:moveTo>
                        <a:pt x="72" y="0"/>
                      </a:moveTo>
                      <a:cubicBezTo>
                        <a:pt x="42" y="0"/>
                        <a:pt x="14" y="22"/>
                        <a:pt x="8" y="52"/>
                      </a:cubicBezTo>
                      <a:cubicBezTo>
                        <a:pt x="1" y="88"/>
                        <a:pt x="24" y="122"/>
                        <a:pt x="58" y="130"/>
                      </a:cubicBezTo>
                      <a:cubicBezTo>
                        <a:pt x="520" y="227"/>
                        <a:pt x="1282" y="395"/>
                        <a:pt x="1363" y="436"/>
                      </a:cubicBezTo>
                      <a:cubicBezTo>
                        <a:pt x="1450" y="480"/>
                        <a:pt x="1613" y="653"/>
                        <a:pt x="1669" y="717"/>
                      </a:cubicBezTo>
                      <a:cubicBezTo>
                        <a:pt x="1682" y="732"/>
                        <a:pt x="1699" y="739"/>
                        <a:pt x="1718" y="739"/>
                      </a:cubicBezTo>
                      <a:cubicBezTo>
                        <a:pt x="1733" y="739"/>
                        <a:pt x="1749" y="734"/>
                        <a:pt x="1761" y="723"/>
                      </a:cubicBezTo>
                      <a:cubicBezTo>
                        <a:pt x="1789" y="699"/>
                        <a:pt x="1791" y="657"/>
                        <a:pt x="1768" y="630"/>
                      </a:cubicBezTo>
                      <a:cubicBezTo>
                        <a:pt x="1746" y="605"/>
                        <a:pt x="1547" y="381"/>
                        <a:pt x="1421" y="318"/>
                      </a:cubicBezTo>
                      <a:cubicBezTo>
                        <a:pt x="1299" y="258"/>
                        <a:pt x="209" y="28"/>
                        <a:pt x="86" y="2"/>
                      </a:cubicBezTo>
                      <a:cubicBezTo>
                        <a:pt x="81" y="1"/>
                        <a:pt x="77"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8"/>
                <p:cNvSpPr/>
                <p:nvPr/>
              </p:nvSpPr>
              <p:spPr>
                <a:xfrm>
                  <a:off x="7300463" y="3042941"/>
                  <a:ext cx="104432" cy="48383"/>
                </a:xfrm>
                <a:custGeom>
                  <a:rect b="b" l="l" r="r" t="t"/>
                  <a:pathLst>
                    <a:path extrusionOk="0" h="770" w="1662">
                      <a:moveTo>
                        <a:pt x="1342" y="502"/>
                      </a:moveTo>
                      <a:lnTo>
                        <a:pt x="1342" y="502"/>
                      </a:lnTo>
                      <a:cubicBezTo>
                        <a:pt x="1345" y="503"/>
                        <a:pt x="1348" y="503"/>
                        <a:pt x="1350" y="503"/>
                      </a:cubicBezTo>
                      <a:cubicBezTo>
                        <a:pt x="1347" y="503"/>
                        <a:pt x="1344" y="503"/>
                        <a:pt x="1342" y="502"/>
                      </a:cubicBezTo>
                      <a:close/>
                      <a:moveTo>
                        <a:pt x="75" y="1"/>
                      </a:moveTo>
                      <a:cubicBezTo>
                        <a:pt x="46" y="1"/>
                        <a:pt x="21" y="19"/>
                        <a:pt x="12" y="48"/>
                      </a:cubicBezTo>
                      <a:cubicBezTo>
                        <a:pt x="1" y="82"/>
                        <a:pt x="21" y="119"/>
                        <a:pt x="55" y="130"/>
                      </a:cubicBezTo>
                      <a:cubicBezTo>
                        <a:pt x="493" y="263"/>
                        <a:pt x="1224" y="483"/>
                        <a:pt x="1339" y="502"/>
                      </a:cubicBezTo>
                      <a:cubicBezTo>
                        <a:pt x="1369" y="520"/>
                        <a:pt x="1458" y="629"/>
                        <a:pt x="1533" y="740"/>
                      </a:cubicBezTo>
                      <a:cubicBezTo>
                        <a:pt x="1545" y="759"/>
                        <a:pt x="1565" y="770"/>
                        <a:pt x="1587" y="770"/>
                      </a:cubicBezTo>
                      <a:cubicBezTo>
                        <a:pt x="1600" y="770"/>
                        <a:pt x="1613" y="767"/>
                        <a:pt x="1623" y="759"/>
                      </a:cubicBezTo>
                      <a:cubicBezTo>
                        <a:pt x="1654" y="739"/>
                        <a:pt x="1662" y="698"/>
                        <a:pt x="1642" y="668"/>
                      </a:cubicBezTo>
                      <a:cubicBezTo>
                        <a:pt x="1444" y="372"/>
                        <a:pt x="1373" y="372"/>
                        <a:pt x="1354" y="372"/>
                      </a:cubicBezTo>
                      <a:cubicBezTo>
                        <a:pt x="1288" y="364"/>
                        <a:pt x="546" y="142"/>
                        <a:pt x="94" y="4"/>
                      </a:cubicBezTo>
                      <a:cubicBezTo>
                        <a:pt x="88" y="2"/>
                        <a:pt x="81" y="1"/>
                        <a:pt x="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8"/>
                <p:cNvSpPr/>
                <p:nvPr/>
              </p:nvSpPr>
              <p:spPr>
                <a:xfrm>
                  <a:off x="7305238" y="3003857"/>
                  <a:ext cx="80931" cy="27899"/>
                </a:xfrm>
                <a:custGeom>
                  <a:rect b="b" l="l" r="r" t="t"/>
                  <a:pathLst>
                    <a:path extrusionOk="0" h="444" w="1288">
                      <a:moveTo>
                        <a:pt x="73" y="0"/>
                      </a:moveTo>
                      <a:cubicBezTo>
                        <a:pt x="45" y="0"/>
                        <a:pt x="18" y="20"/>
                        <a:pt x="10" y="49"/>
                      </a:cubicBezTo>
                      <a:cubicBezTo>
                        <a:pt x="0" y="83"/>
                        <a:pt x="20" y="120"/>
                        <a:pt x="56" y="129"/>
                      </a:cubicBezTo>
                      <a:lnTo>
                        <a:pt x="1198" y="440"/>
                      </a:lnTo>
                      <a:cubicBezTo>
                        <a:pt x="1203" y="442"/>
                        <a:pt x="1209" y="443"/>
                        <a:pt x="1214" y="443"/>
                      </a:cubicBezTo>
                      <a:cubicBezTo>
                        <a:pt x="1244" y="443"/>
                        <a:pt x="1270" y="423"/>
                        <a:pt x="1277" y="394"/>
                      </a:cubicBezTo>
                      <a:cubicBezTo>
                        <a:pt x="1288" y="359"/>
                        <a:pt x="1267" y="323"/>
                        <a:pt x="1232" y="314"/>
                      </a:cubicBezTo>
                      <a:lnTo>
                        <a:pt x="90" y="2"/>
                      </a:lnTo>
                      <a:cubicBezTo>
                        <a:pt x="84" y="1"/>
                        <a:pt x="79"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
          <p:cNvSpPr/>
          <p:nvPr/>
        </p:nvSpPr>
        <p:spPr>
          <a:xfrm>
            <a:off x="598725" y="690775"/>
            <a:ext cx="5533500" cy="2273400"/>
          </a:xfrm>
          <a:prstGeom prst="wedgeRectCallout">
            <a:avLst>
              <a:gd fmla="val 62784" name="adj1"/>
              <a:gd fmla="val -1458"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698" name="Google Shape;698;p9"/>
          <p:cNvSpPr txBox="1"/>
          <p:nvPr>
            <p:ph type="title"/>
          </p:nvPr>
        </p:nvSpPr>
        <p:spPr>
          <a:xfrm>
            <a:off x="929025" y="1166300"/>
            <a:ext cx="4872900" cy="1460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500"/>
              <a:buNone/>
            </a:pPr>
            <a:r>
              <a:rPr lang="en" sz="5000"/>
              <a:t>Why is this important?</a:t>
            </a:r>
            <a:endParaRPr sz="5000"/>
          </a:p>
        </p:txBody>
      </p:sp>
      <p:sp>
        <p:nvSpPr>
          <p:cNvPr id="699" name="Google Shape;699;p9"/>
          <p:cNvSpPr txBox="1"/>
          <p:nvPr>
            <p:ph idx="1" type="subTitle"/>
          </p:nvPr>
        </p:nvSpPr>
        <p:spPr>
          <a:xfrm>
            <a:off x="929025" y="2783775"/>
            <a:ext cx="4872900" cy="12417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680000" dist="38100">
              <a:srgbClr val="000000"/>
            </a:outerShdw>
          </a:effectLst>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Helps to understand the nature of conflict</a:t>
            </a:r>
            <a:endParaRPr/>
          </a:p>
          <a:p>
            <a:pPr indent="-317500" lvl="0" marL="457200" rtl="0" algn="l">
              <a:lnSpc>
                <a:spcPct val="100000"/>
              </a:lnSpc>
              <a:spcBef>
                <a:spcPts val="0"/>
              </a:spcBef>
              <a:spcAft>
                <a:spcPts val="0"/>
              </a:spcAft>
              <a:buSzPts val="1400"/>
              <a:buChar char="●"/>
            </a:pPr>
            <a:r>
              <a:rPr lang="en"/>
              <a:t>Improves problem-solving</a:t>
            </a:r>
            <a:endParaRPr/>
          </a:p>
          <a:p>
            <a:pPr indent="-317500" lvl="0" marL="457200" rtl="0" algn="l">
              <a:lnSpc>
                <a:spcPct val="100000"/>
              </a:lnSpc>
              <a:spcBef>
                <a:spcPts val="0"/>
              </a:spcBef>
              <a:spcAft>
                <a:spcPts val="0"/>
              </a:spcAft>
              <a:buSzPts val="1400"/>
              <a:buChar char="●"/>
            </a:pPr>
            <a:r>
              <a:rPr lang="en"/>
              <a:t>Enhances communication skills</a:t>
            </a:r>
            <a:endParaRPr/>
          </a:p>
        </p:txBody>
      </p:sp>
      <p:grpSp>
        <p:nvGrpSpPr>
          <p:cNvPr id="700" name="Google Shape;700;p9"/>
          <p:cNvGrpSpPr/>
          <p:nvPr/>
        </p:nvGrpSpPr>
        <p:grpSpPr>
          <a:xfrm>
            <a:off x="6385613" y="1623803"/>
            <a:ext cx="2368800" cy="2980204"/>
            <a:chOff x="6385613" y="1623803"/>
            <a:chExt cx="2368800" cy="2980204"/>
          </a:xfrm>
        </p:grpSpPr>
        <p:sp>
          <p:nvSpPr>
            <p:cNvPr id="701" name="Google Shape;701;p9"/>
            <p:cNvSpPr/>
            <p:nvPr/>
          </p:nvSpPr>
          <p:spPr>
            <a:xfrm>
              <a:off x="7098042" y="3506598"/>
              <a:ext cx="85437" cy="1097409"/>
            </a:xfrm>
            <a:custGeom>
              <a:rect b="b" l="l" r="r" t="t"/>
              <a:pathLst>
                <a:path extrusionOk="0" h="10083" w="785">
                  <a:moveTo>
                    <a:pt x="578" y="0"/>
                  </a:moveTo>
                  <a:cubicBezTo>
                    <a:pt x="472" y="0"/>
                    <a:pt x="381" y="86"/>
                    <a:pt x="377" y="194"/>
                  </a:cubicBezTo>
                  <a:lnTo>
                    <a:pt x="4" y="9872"/>
                  </a:lnTo>
                  <a:cubicBezTo>
                    <a:pt x="0" y="9984"/>
                    <a:pt x="87" y="10077"/>
                    <a:pt x="199" y="10082"/>
                  </a:cubicBezTo>
                  <a:lnTo>
                    <a:pt x="207" y="10082"/>
                  </a:lnTo>
                  <a:cubicBezTo>
                    <a:pt x="314" y="10082"/>
                    <a:pt x="403" y="9997"/>
                    <a:pt x="407" y="9888"/>
                  </a:cubicBezTo>
                  <a:lnTo>
                    <a:pt x="780" y="209"/>
                  </a:lnTo>
                  <a:cubicBezTo>
                    <a:pt x="784" y="99"/>
                    <a:pt x="697" y="5"/>
                    <a:pt x="586" y="0"/>
                  </a:cubicBezTo>
                  <a:cubicBezTo>
                    <a:pt x="583" y="0"/>
                    <a:pt x="581" y="0"/>
                    <a:pt x="578"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9"/>
            <p:cNvSpPr/>
            <p:nvPr/>
          </p:nvSpPr>
          <p:spPr>
            <a:xfrm>
              <a:off x="7162148" y="3233196"/>
              <a:ext cx="98933" cy="1370808"/>
            </a:xfrm>
            <a:custGeom>
              <a:rect b="b" l="l" r="r" t="t"/>
              <a:pathLst>
                <a:path extrusionOk="0" h="12595" w="909">
                  <a:moveTo>
                    <a:pt x="703" y="0"/>
                  </a:moveTo>
                  <a:cubicBezTo>
                    <a:pt x="594" y="0"/>
                    <a:pt x="507" y="85"/>
                    <a:pt x="501" y="193"/>
                  </a:cubicBezTo>
                  <a:lnTo>
                    <a:pt x="5" y="12384"/>
                  </a:lnTo>
                  <a:cubicBezTo>
                    <a:pt x="1" y="12496"/>
                    <a:pt x="87" y="12589"/>
                    <a:pt x="198" y="12594"/>
                  </a:cubicBezTo>
                  <a:lnTo>
                    <a:pt x="207" y="12594"/>
                  </a:lnTo>
                  <a:cubicBezTo>
                    <a:pt x="315" y="12594"/>
                    <a:pt x="404" y="12509"/>
                    <a:pt x="408" y="12401"/>
                  </a:cubicBezTo>
                  <a:lnTo>
                    <a:pt x="904" y="210"/>
                  </a:lnTo>
                  <a:cubicBezTo>
                    <a:pt x="909" y="99"/>
                    <a:pt x="823" y="4"/>
                    <a:pt x="711" y="0"/>
                  </a:cubicBezTo>
                  <a:cubicBezTo>
                    <a:pt x="709" y="0"/>
                    <a:pt x="706" y="0"/>
                    <a:pt x="703"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9"/>
            <p:cNvSpPr/>
            <p:nvPr/>
          </p:nvSpPr>
          <p:spPr>
            <a:xfrm>
              <a:off x="7854252" y="3246583"/>
              <a:ext cx="102416" cy="1357421"/>
            </a:xfrm>
            <a:custGeom>
              <a:rect b="b" l="l" r="r" t="t"/>
              <a:pathLst>
                <a:path extrusionOk="0" h="12472" w="941">
                  <a:moveTo>
                    <a:pt x="208" y="1"/>
                  </a:moveTo>
                  <a:cubicBezTo>
                    <a:pt x="205" y="1"/>
                    <a:pt x="201" y="1"/>
                    <a:pt x="198" y="1"/>
                  </a:cubicBezTo>
                  <a:cubicBezTo>
                    <a:pt x="87" y="6"/>
                    <a:pt x="1" y="101"/>
                    <a:pt x="6" y="211"/>
                  </a:cubicBezTo>
                  <a:lnTo>
                    <a:pt x="533" y="12278"/>
                  </a:lnTo>
                  <a:cubicBezTo>
                    <a:pt x="538" y="12386"/>
                    <a:pt x="627" y="12471"/>
                    <a:pt x="734" y="12471"/>
                  </a:cubicBezTo>
                  <a:lnTo>
                    <a:pt x="743" y="12471"/>
                  </a:lnTo>
                  <a:cubicBezTo>
                    <a:pt x="854" y="12466"/>
                    <a:pt x="940" y="12372"/>
                    <a:pt x="936" y="12260"/>
                  </a:cubicBezTo>
                  <a:lnTo>
                    <a:pt x="408" y="194"/>
                  </a:lnTo>
                  <a:cubicBezTo>
                    <a:pt x="404" y="86"/>
                    <a:pt x="315" y="1"/>
                    <a:pt x="208"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9"/>
            <p:cNvSpPr/>
            <p:nvPr/>
          </p:nvSpPr>
          <p:spPr>
            <a:xfrm>
              <a:off x="7928589" y="3506707"/>
              <a:ext cx="85437" cy="1097300"/>
            </a:xfrm>
            <a:custGeom>
              <a:rect b="b" l="l" r="r" t="t"/>
              <a:pathLst>
                <a:path extrusionOk="0" h="10082" w="785">
                  <a:moveTo>
                    <a:pt x="209" y="0"/>
                  </a:moveTo>
                  <a:cubicBezTo>
                    <a:pt x="206" y="0"/>
                    <a:pt x="202" y="0"/>
                    <a:pt x="199" y="0"/>
                  </a:cubicBezTo>
                  <a:cubicBezTo>
                    <a:pt x="88" y="5"/>
                    <a:pt x="1" y="98"/>
                    <a:pt x="5" y="209"/>
                  </a:cubicBezTo>
                  <a:lnTo>
                    <a:pt x="378" y="9887"/>
                  </a:lnTo>
                  <a:cubicBezTo>
                    <a:pt x="382" y="9996"/>
                    <a:pt x="471" y="10081"/>
                    <a:pt x="578" y="10081"/>
                  </a:cubicBezTo>
                  <a:lnTo>
                    <a:pt x="587" y="10081"/>
                  </a:lnTo>
                  <a:cubicBezTo>
                    <a:pt x="698" y="10077"/>
                    <a:pt x="785" y="9983"/>
                    <a:pt x="780" y="9873"/>
                  </a:cubicBezTo>
                  <a:lnTo>
                    <a:pt x="408" y="193"/>
                  </a:lnTo>
                  <a:cubicBezTo>
                    <a:pt x="404" y="85"/>
                    <a:pt x="314" y="0"/>
                    <a:pt x="209"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9"/>
            <p:cNvSpPr/>
            <p:nvPr/>
          </p:nvSpPr>
          <p:spPr>
            <a:xfrm>
              <a:off x="7190991" y="2719152"/>
              <a:ext cx="723443" cy="652154"/>
            </a:xfrm>
            <a:custGeom>
              <a:rect b="b" l="l" r="r" t="t"/>
              <a:pathLst>
                <a:path extrusionOk="0" h="5992" w="6647">
                  <a:moveTo>
                    <a:pt x="59" y="0"/>
                  </a:moveTo>
                  <a:cubicBezTo>
                    <a:pt x="27" y="0"/>
                    <a:pt x="0" y="26"/>
                    <a:pt x="0" y="59"/>
                  </a:cubicBezTo>
                  <a:lnTo>
                    <a:pt x="0" y="5933"/>
                  </a:lnTo>
                  <a:cubicBezTo>
                    <a:pt x="0" y="5966"/>
                    <a:pt x="27" y="5992"/>
                    <a:pt x="59" y="5992"/>
                  </a:cubicBezTo>
                  <a:lnTo>
                    <a:pt x="6588" y="5992"/>
                  </a:lnTo>
                  <a:cubicBezTo>
                    <a:pt x="6621" y="5992"/>
                    <a:pt x="6647" y="5966"/>
                    <a:pt x="6647" y="5933"/>
                  </a:cubicBezTo>
                  <a:lnTo>
                    <a:pt x="6647" y="59"/>
                  </a:lnTo>
                  <a:cubicBezTo>
                    <a:pt x="6647" y="26"/>
                    <a:pt x="6621" y="0"/>
                    <a:pt x="658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9"/>
            <p:cNvSpPr/>
            <p:nvPr/>
          </p:nvSpPr>
          <p:spPr>
            <a:xfrm>
              <a:off x="7185440" y="2713601"/>
              <a:ext cx="734544" cy="663256"/>
            </a:xfrm>
            <a:custGeom>
              <a:rect b="b" l="l" r="r" t="t"/>
              <a:pathLst>
                <a:path extrusionOk="0" h="6094" w="6749">
                  <a:moveTo>
                    <a:pt x="6245" y="102"/>
                  </a:moveTo>
                  <a:cubicBezTo>
                    <a:pt x="6467" y="102"/>
                    <a:pt x="6647" y="282"/>
                    <a:pt x="6647" y="503"/>
                  </a:cubicBezTo>
                  <a:lnTo>
                    <a:pt x="6647" y="5590"/>
                  </a:lnTo>
                  <a:cubicBezTo>
                    <a:pt x="6647" y="5812"/>
                    <a:pt x="6467" y="5993"/>
                    <a:pt x="6245" y="5993"/>
                  </a:cubicBezTo>
                  <a:lnTo>
                    <a:pt x="505" y="5993"/>
                  </a:lnTo>
                  <a:cubicBezTo>
                    <a:pt x="282" y="5993"/>
                    <a:pt x="102" y="5812"/>
                    <a:pt x="102" y="5590"/>
                  </a:cubicBezTo>
                  <a:lnTo>
                    <a:pt x="102" y="504"/>
                  </a:lnTo>
                  <a:cubicBezTo>
                    <a:pt x="102" y="282"/>
                    <a:pt x="282" y="102"/>
                    <a:pt x="505" y="102"/>
                  </a:cubicBezTo>
                  <a:close/>
                  <a:moveTo>
                    <a:pt x="505" y="1"/>
                  </a:moveTo>
                  <a:cubicBezTo>
                    <a:pt x="227" y="1"/>
                    <a:pt x="1" y="226"/>
                    <a:pt x="1" y="504"/>
                  </a:cubicBezTo>
                  <a:lnTo>
                    <a:pt x="1" y="5590"/>
                  </a:lnTo>
                  <a:cubicBezTo>
                    <a:pt x="1" y="5868"/>
                    <a:pt x="227" y="6093"/>
                    <a:pt x="505" y="6093"/>
                  </a:cubicBezTo>
                  <a:lnTo>
                    <a:pt x="6245" y="6093"/>
                  </a:lnTo>
                  <a:cubicBezTo>
                    <a:pt x="6523" y="6093"/>
                    <a:pt x="6748" y="5868"/>
                    <a:pt x="6748" y="5590"/>
                  </a:cubicBezTo>
                  <a:lnTo>
                    <a:pt x="6748" y="504"/>
                  </a:lnTo>
                  <a:cubicBezTo>
                    <a:pt x="6748" y="226"/>
                    <a:pt x="6523" y="1"/>
                    <a:pt x="62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9"/>
            <p:cNvSpPr/>
            <p:nvPr/>
          </p:nvSpPr>
          <p:spPr>
            <a:xfrm>
              <a:off x="7103702" y="3497346"/>
              <a:ext cx="932629" cy="82172"/>
            </a:xfrm>
            <a:custGeom>
              <a:rect b="b" l="l" r="r" t="t"/>
              <a:pathLst>
                <a:path extrusionOk="0" h="755" w="8569">
                  <a:moveTo>
                    <a:pt x="378" y="0"/>
                  </a:moveTo>
                  <a:cubicBezTo>
                    <a:pt x="170" y="0"/>
                    <a:pt x="1" y="169"/>
                    <a:pt x="1" y="378"/>
                  </a:cubicBezTo>
                  <a:cubicBezTo>
                    <a:pt x="1" y="586"/>
                    <a:pt x="170" y="755"/>
                    <a:pt x="378" y="755"/>
                  </a:cubicBezTo>
                  <a:lnTo>
                    <a:pt x="8192" y="755"/>
                  </a:lnTo>
                  <a:cubicBezTo>
                    <a:pt x="8400" y="755"/>
                    <a:pt x="8568" y="586"/>
                    <a:pt x="8568" y="378"/>
                  </a:cubicBezTo>
                  <a:cubicBezTo>
                    <a:pt x="8568" y="169"/>
                    <a:pt x="8400" y="0"/>
                    <a:pt x="81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9"/>
            <p:cNvSpPr/>
            <p:nvPr/>
          </p:nvSpPr>
          <p:spPr>
            <a:xfrm>
              <a:off x="7098260" y="3491796"/>
              <a:ext cx="943512" cy="93274"/>
            </a:xfrm>
            <a:custGeom>
              <a:rect b="b" l="l" r="r" t="t"/>
              <a:pathLst>
                <a:path extrusionOk="0" h="857" w="8669">
                  <a:moveTo>
                    <a:pt x="8242" y="102"/>
                  </a:moveTo>
                  <a:cubicBezTo>
                    <a:pt x="8422" y="102"/>
                    <a:pt x="8569" y="248"/>
                    <a:pt x="8569" y="428"/>
                  </a:cubicBezTo>
                  <a:cubicBezTo>
                    <a:pt x="8569" y="609"/>
                    <a:pt x="8422" y="755"/>
                    <a:pt x="8242" y="755"/>
                  </a:cubicBezTo>
                  <a:lnTo>
                    <a:pt x="428" y="755"/>
                  </a:lnTo>
                  <a:cubicBezTo>
                    <a:pt x="248" y="755"/>
                    <a:pt x="101" y="609"/>
                    <a:pt x="101" y="428"/>
                  </a:cubicBezTo>
                  <a:cubicBezTo>
                    <a:pt x="101" y="248"/>
                    <a:pt x="248" y="102"/>
                    <a:pt x="428" y="102"/>
                  </a:cubicBezTo>
                  <a:close/>
                  <a:moveTo>
                    <a:pt x="428" y="1"/>
                  </a:moveTo>
                  <a:cubicBezTo>
                    <a:pt x="192" y="1"/>
                    <a:pt x="0" y="193"/>
                    <a:pt x="0" y="429"/>
                  </a:cubicBezTo>
                  <a:cubicBezTo>
                    <a:pt x="0" y="664"/>
                    <a:pt x="192" y="856"/>
                    <a:pt x="428" y="856"/>
                  </a:cubicBezTo>
                  <a:lnTo>
                    <a:pt x="8242" y="856"/>
                  </a:lnTo>
                  <a:cubicBezTo>
                    <a:pt x="8477" y="856"/>
                    <a:pt x="8669" y="664"/>
                    <a:pt x="8669" y="429"/>
                  </a:cubicBezTo>
                  <a:cubicBezTo>
                    <a:pt x="8669" y="193"/>
                    <a:pt x="8477" y="1"/>
                    <a:pt x="82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9"/>
            <p:cNvSpPr/>
            <p:nvPr/>
          </p:nvSpPr>
          <p:spPr>
            <a:xfrm>
              <a:off x="7136680" y="3090617"/>
              <a:ext cx="801262" cy="414671"/>
            </a:xfrm>
            <a:custGeom>
              <a:rect b="b" l="l" r="r" t="t"/>
              <a:pathLst>
                <a:path extrusionOk="0" h="3810" w="7362">
                  <a:moveTo>
                    <a:pt x="6432" y="1"/>
                  </a:moveTo>
                  <a:lnTo>
                    <a:pt x="1064" y="107"/>
                  </a:lnTo>
                  <a:cubicBezTo>
                    <a:pt x="1064" y="107"/>
                    <a:pt x="559" y="1036"/>
                    <a:pt x="373" y="1355"/>
                  </a:cubicBezTo>
                  <a:cubicBezTo>
                    <a:pt x="188" y="1674"/>
                    <a:pt x="1" y="2871"/>
                    <a:pt x="240" y="3216"/>
                  </a:cubicBezTo>
                  <a:cubicBezTo>
                    <a:pt x="479" y="3561"/>
                    <a:pt x="665" y="3694"/>
                    <a:pt x="878" y="3774"/>
                  </a:cubicBezTo>
                  <a:cubicBezTo>
                    <a:pt x="949" y="3801"/>
                    <a:pt x="1613" y="3810"/>
                    <a:pt x="2468" y="3810"/>
                  </a:cubicBezTo>
                  <a:cubicBezTo>
                    <a:pt x="4176" y="3810"/>
                    <a:pt x="6644" y="3774"/>
                    <a:pt x="6644" y="3774"/>
                  </a:cubicBezTo>
                  <a:cubicBezTo>
                    <a:pt x="6644" y="3774"/>
                    <a:pt x="7256" y="2923"/>
                    <a:pt x="7308" y="2524"/>
                  </a:cubicBezTo>
                  <a:cubicBezTo>
                    <a:pt x="7362" y="2127"/>
                    <a:pt x="7202" y="1170"/>
                    <a:pt x="7043" y="851"/>
                  </a:cubicBezTo>
                  <a:cubicBezTo>
                    <a:pt x="6883" y="532"/>
                    <a:pt x="6432" y="1"/>
                    <a:pt x="643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9"/>
            <p:cNvSpPr/>
            <p:nvPr/>
          </p:nvSpPr>
          <p:spPr>
            <a:xfrm>
              <a:off x="7131129" y="3085175"/>
              <a:ext cx="812254" cy="425663"/>
            </a:xfrm>
            <a:custGeom>
              <a:rect b="b" l="l" r="r" t="t"/>
              <a:pathLst>
                <a:path extrusionOk="0" h="3911" w="7463">
                  <a:moveTo>
                    <a:pt x="6460" y="101"/>
                  </a:moveTo>
                  <a:cubicBezTo>
                    <a:pt x="6540" y="197"/>
                    <a:pt x="6910" y="647"/>
                    <a:pt x="7049" y="924"/>
                  </a:cubicBezTo>
                  <a:cubicBezTo>
                    <a:pt x="7208" y="1243"/>
                    <a:pt x="7359" y="2195"/>
                    <a:pt x="7310" y="2568"/>
                  </a:cubicBezTo>
                  <a:cubicBezTo>
                    <a:pt x="7263" y="2916"/>
                    <a:pt x="6761" y="3643"/>
                    <a:pt x="6669" y="3774"/>
                  </a:cubicBezTo>
                  <a:cubicBezTo>
                    <a:pt x="5379" y="3792"/>
                    <a:pt x="3711" y="3809"/>
                    <a:pt x="2508" y="3809"/>
                  </a:cubicBezTo>
                  <a:cubicBezTo>
                    <a:pt x="1642" y="3809"/>
                    <a:pt x="1016" y="3800"/>
                    <a:pt x="947" y="3777"/>
                  </a:cubicBezTo>
                  <a:cubicBezTo>
                    <a:pt x="752" y="3703"/>
                    <a:pt x="572" y="3584"/>
                    <a:pt x="333" y="3237"/>
                  </a:cubicBezTo>
                  <a:cubicBezTo>
                    <a:pt x="105" y="2909"/>
                    <a:pt x="289" y="1738"/>
                    <a:pt x="467" y="1431"/>
                  </a:cubicBezTo>
                  <a:cubicBezTo>
                    <a:pt x="634" y="1145"/>
                    <a:pt x="1062" y="359"/>
                    <a:pt x="1145" y="207"/>
                  </a:cubicBezTo>
                  <a:lnTo>
                    <a:pt x="6460" y="101"/>
                  </a:lnTo>
                  <a:close/>
                  <a:moveTo>
                    <a:pt x="6505" y="0"/>
                  </a:moveTo>
                  <a:lnTo>
                    <a:pt x="1084" y="107"/>
                  </a:lnTo>
                  <a:lnTo>
                    <a:pt x="1071" y="133"/>
                  </a:lnTo>
                  <a:cubicBezTo>
                    <a:pt x="1066" y="142"/>
                    <a:pt x="564" y="1065"/>
                    <a:pt x="380" y="1380"/>
                  </a:cubicBezTo>
                  <a:cubicBezTo>
                    <a:pt x="187" y="1712"/>
                    <a:pt x="0" y="2934"/>
                    <a:pt x="250" y="3294"/>
                  </a:cubicBezTo>
                  <a:cubicBezTo>
                    <a:pt x="505" y="3662"/>
                    <a:pt x="699" y="3792"/>
                    <a:pt x="911" y="3871"/>
                  </a:cubicBezTo>
                  <a:cubicBezTo>
                    <a:pt x="989" y="3900"/>
                    <a:pt x="1688" y="3910"/>
                    <a:pt x="2577" y="3910"/>
                  </a:cubicBezTo>
                  <a:cubicBezTo>
                    <a:pt x="4155" y="3910"/>
                    <a:pt x="6332" y="3880"/>
                    <a:pt x="6696" y="3874"/>
                  </a:cubicBezTo>
                  <a:lnTo>
                    <a:pt x="6721" y="3874"/>
                  </a:lnTo>
                  <a:lnTo>
                    <a:pt x="6736" y="3853"/>
                  </a:lnTo>
                  <a:cubicBezTo>
                    <a:pt x="6761" y="3818"/>
                    <a:pt x="7355" y="2988"/>
                    <a:pt x="7410" y="2582"/>
                  </a:cubicBezTo>
                  <a:cubicBezTo>
                    <a:pt x="7462" y="2187"/>
                    <a:pt x="7308" y="1216"/>
                    <a:pt x="7139" y="879"/>
                  </a:cubicBezTo>
                  <a:cubicBezTo>
                    <a:pt x="6979" y="557"/>
                    <a:pt x="6540" y="40"/>
                    <a:pt x="6521" y="18"/>
                  </a:cubicBezTo>
                  <a:lnTo>
                    <a:pt x="650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9"/>
            <p:cNvSpPr/>
            <p:nvPr/>
          </p:nvSpPr>
          <p:spPr>
            <a:xfrm>
              <a:off x="7978437" y="2049361"/>
              <a:ext cx="624727" cy="812798"/>
            </a:xfrm>
            <a:custGeom>
              <a:rect b="b" l="l" r="r" t="t"/>
              <a:pathLst>
                <a:path extrusionOk="0" h="7468" w="5740">
                  <a:moveTo>
                    <a:pt x="5659" y="0"/>
                  </a:moveTo>
                  <a:cubicBezTo>
                    <a:pt x="5538" y="0"/>
                    <a:pt x="5252" y="394"/>
                    <a:pt x="5102" y="480"/>
                  </a:cubicBezTo>
                  <a:cubicBezTo>
                    <a:pt x="4916" y="586"/>
                    <a:pt x="3986" y="932"/>
                    <a:pt x="3986" y="932"/>
                  </a:cubicBezTo>
                  <a:cubicBezTo>
                    <a:pt x="3986" y="932"/>
                    <a:pt x="4039" y="719"/>
                    <a:pt x="4119" y="666"/>
                  </a:cubicBezTo>
                  <a:cubicBezTo>
                    <a:pt x="4199" y="613"/>
                    <a:pt x="4385" y="533"/>
                    <a:pt x="4438" y="347"/>
                  </a:cubicBezTo>
                  <a:cubicBezTo>
                    <a:pt x="4477" y="209"/>
                    <a:pt x="4443" y="85"/>
                    <a:pt x="4379" y="85"/>
                  </a:cubicBezTo>
                  <a:cubicBezTo>
                    <a:pt x="4358" y="85"/>
                    <a:pt x="4332" y="100"/>
                    <a:pt x="4305" y="134"/>
                  </a:cubicBezTo>
                  <a:cubicBezTo>
                    <a:pt x="4199" y="267"/>
                    <a:pt x="3960" y="453"/>
                    <a:pt x="3773" y="586"/>
                  </a:cubicBezTo>
                  <a:cubicBezTo>
                    <a:pt x="3587" y="719"/>
                    <a:pt x="3455" y="852"/>
                    <a:pt x="3428" y="1091"/>
                  </a:cubicBezTo>
                  <a:cubicBezTo>
                    <a:pt x="3401" y="1330"/>
                    <a:pt x="3216" y="2154"/>
                    <a:pt x="3216" y="2154"/>
                  </a:cubicBezTo>
                  <a:lnTo>
                    <a:pt x="1036" y="5343"/>
                  </a:lnTo>
                  <a:lnTo>
                    <a:pt x="1010" y="5236"/>
                  </a:lnTo>
                  <a:lnTo>
                    <a:pt x="0" y="6458"/>
                  </a:lnTo>
                  <a:cubicBezTo>
                    <a:pt x="0" y="6458"/>
                    <a:pt x="1568" y="7468"/>
                    <a:pt x="1648" y="7468"/>
                  </a:cubicBezTo>
                  <a:cubicBezTo>
                    <a:pt x="1728" y="7468"/>
                    <a:pt x="1940" y="7202"/>
                    <a:pt x="2099" y="6857"/>
                  </a:cubicBezTo>
                  <a:cubicBezTo>
                    <a:pt x="2259" y="6512"/>
                    <a:pt x="3800" y="2393"/>
                    <a:pt x="3800" y="2393"/>
                  </a:cubicBezTo>
                  <a:cubicBezTo>
                    <a:pt x="3800" y="2393"/>
                    <a:pt x="5208" y="1383"/>
                    <a:pt x="5288" y="1330"/>
                  </a:cubicBezTo>
                  <a:cubicBezTo>
                    <a:pt x="5368" y="1277"/>
                    <a:pt x="5739" y="373"/>
                    <a:pt x="5713" y="82"/>
                  </a:cubicBezTo>
                  <a:cubicBezTo>
                    <a:pt x="5708" y="24"/>
                    <a:pt x="5688" y="0"/>
                    <a:pt x="5659"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9"/>
            <p:cNvSpPr/>
            <p:nvPr/>
          </p:nvSpPr>
          <p:spPr>
            <a:xfrm>
              <a:off x="7970165" y="2043810"/>
              <a:ext cx="638441" cy="823900"/>
            </a:xfrm>
            <a:custGeom>
              <a:rect b="b" l="l" r="r" t="t"/>
              <a:pathLst>
                <a:path extrusionOk="0" h="7570" w="5866">
                  <a:moveTo>
                    <a:pt x="5730" y="99"/>
                  </a:moveTo>
                  <a:cubicBezTo>
                    <a:pt x="5731" y="99"/>
                    <a:pt x="5735" y="102"/>
                    <a:pt x="5739" y="137"/>
                  </a:cubicBezTo>
                  <a:cubicBezTo>
                    <a:pt x="5764" y="410"/>
                    <a:pt x="5407" y="1275"/>
                    <a:pt x="5336" y="1339"/>
                  </a:cubicBezTo>
                  <a:cubicBezTo>
                    <a:pt x="5256" y="1392"/>
                    <a:pt x="3903" y="2361"/>
                    <a:pt x="3847" y="2403"/>
                  </a:cubicBezTo>
                  <a:lnTo>
                    <a:pt x="3834" y="2412"/>
                  </a:lnTo>
                  <a:lnTo>
                    <a:pt x="3829" y="2427"/>
                  </a:lnTo>
                  <a:cubicBezTo>
                    <a:pt x="3813" y="2467"/>
                    <a:pt x="2286" y="6547"/>
                    <a:pt x="2129" y="6887"/>
                  </a:cubicBezTo>
                  <a:cubicBezTo>
                    <a:pt x="1971" y="7231"/>
                    <a:pt x="1775" y="7459"/>
                    <a:pt x="1730" y="7470"/>
                  </a:cubicBezTo>
                  <a:cubicBezTo>
                    <a:pt x="1643" y="7447"/>
                    <a:pt x="735" y="6874"/>
                    <a:pt x="151" y="6498"/>
                  </a:cubicBezTo>
                  <a:lnTo>
                    <a:pt x="1061" y="5396"/>
                  </a:lnTo>
                  <a:lnTo>
                    <a:pt x="1090" y="5515"/>
                  </a:lnTo>
                  <a:lnTo>
                    <a:pt x="3333" y="2233"/>
                  </a:lnTo>
                  <a:lnTo>
                    <a:pt x="3340" y="2216"/>
                  </a:lnTo>
                  <a:cubicBezTo>
                    <a:pt x="3347" y="2182"/>
                    <a:pt x="3527" y="1387"/>
                    <a:pt x="3554" y="1147"/>
                  </a:cubicBezTo>
                  <a:cubicBezTo>
                    <a:pt x="3578" y="932"/>
                    <a:pt x="3690" y="812"/>
                    <a:pt x="3878" y="678"/>
                  </a:cubicBezTo>
                  <a:cubicBezTo>
                    <a:pt x="4028" y="571"/>
                    <a:pt x="4299" y="368"/>
                    <a:pt x="4420" y="217"/>
                  </a:cubicBezTo>
                  <a:cubicBezTo>
                    <a:pt x="4440" y="192"/>
                    <a:pt x="4452" y="187"/>
                    <a:pt x="4454" y="186"/>
                  </a:cubicBezTo>
                  <a:cubicBezTo>
                    <a:pt x="4468" y="194"/>
                    <a:pt x="4498" y="267"/>
                    <a:pt x="4465" y="385"/>
                  </a:cubicBezTo>
                  <a:cubicBezTo>
                    <a:pt x="4426" y="520"/>
                    <a:pt x="4304" y="592"/>
                    <a:pt x="4216" y="645"/>
                  </a:cubicBezTo>
                  <a:cubicBezTo>
                    <a:pt x="4197" y="656"/>
                    <a:pt x="4180" y="666"/>
                    <a:pt x="4167" y="675"/>
                  </a:cubicBezTo>
                  <a:cubicBezTo>
                    <a:pt x="4076" y="736"/>
                    <a:pt x="4022" y="931"/>
                    <a:pt x="4013" y="970"/>
                  </a:cubicBezTo>
                  <a:lnTo>
                    <a:pt x="3989" y="1062"/>
                  </a:lnTo>
                  <a:lnTo>
                    <a:pt x="4080" y="1030"/>
                  </a:lnTo>
                  <a:cubicBezTo>
                    <a:pt x="4117" y="1015"/>
                    <a:pt x="5016" y="681"/>
                    <a:pt x="5202" y="574"/>
                  </a:cubicBezTo>
                  <a:cubicBezTo>
                    <a:pt x="5273" y="535"/>
                    <a:pt x="5363" y="440"/>
                    <a:pt x="5457" y="341"/>
                  </a:cubicBezTo>
                  <a:cubicBezTo>
                    <a:pt x="5545" y="250"/>
                    <a:pt x="5689" y="99"/>
                    <a:pt x="5729" y="99"/>
                  </a:cubicBezTo>
                  <a:cubicBezTo>
                    <a:pt x="5729" y="99"/>
                    <a:pt x="5729" y="99"/>
                    <a:pt x="5730" y="99"/>
                  </a:cubicBezTo>
                  <a:close/>
                  <a:moveTo>
                    <a:pt x="5734" y="0"/>
                  </a:moveTo>
                  <a:cubicBezTo>
                    <a:pt x="5649" y="0"/>
                    <a:pt x="5542" y="107"/>
                    <a:pt x="5385" y="271"/>
                  </a:cubicBezTo>
                  <a:cubicBezTo>
                    <a:pt x="5299" y="361"/>
                    <a:pt x="5210" y="454"/>
                    <a:pt x="5153" y="486"/>
                  </a:cubicBezTo>
                  <a:cubicBezTo>
                    <a:pt x="5007" y="570"/>
                    <a:pt x="4383" y="807"/>
                    <a:pt x="4141" y="899"/>
                  </a:cubicBezTo>
                  <a:cubicBezTo>
                    <a:pt x="4164" y="837"/>
                    <a:pt x="4194" y="777"/>
                    <a:pt x="4222" y="758"/>
                  </a:cubicBezTo>
                  <a:cubicBezTo>
                    <a:pt x="4235" y="751"/>
                    <a:pt x="4250" y="741"/>
                    <a:pt x="4266" y="731"/>
                  </a:cubicBezTo>
                  <a:cubicBezTo>
                    <a:pt x="4359" y="677"/>
                    <a:pt x="4512" y="586"/>
                    <a:pt x="4561" y="412"/>
                  </a:cubicBezTo>
                  <a:cubicBezTo>
                    <a:pt x="4602" y="271"/>
                    <a:pt x="4575" y="136"/>
                    <a:pt x="4500" y="97"/>
                  </a:cubicBezTo>
                  <a:cubicBezTo>
                    <a:pt x="4491" y="92"/>
                    <a:pt x="4475" y="86"/>
                    <a:pt x="4455" y="86"/>
                  </a:cubicBezTo>
                  <a:cubicBezTo>
                    <a:pt x="4424" y="86"/>
                    <a:pt x="4384" y="100"/>
                    <a:pt x="4341" y="154"/>
                  </a:cubicBezTo>
                  <a:cubicBezTo>
                    <a:pt x="4223" y="301"/>
                    <a:pt x="3937" y="511"/>
                    <a:pt x="3819" y="596"/>
                  </a:cubicBezTo>
                  <a:cubicBezTo>
                    <a:pt x="3620" y="738"/>
                    <a:pt x="3482" y="885"/>
                    <a:pt x="3453" y="1136"/>
                  </a:cubicBezTo>
                  <a:cubicBezTo>
                    <a:pt x="3429" y="1356"/>
                    <a:pt x="3264" y="2093"/>
                    <a:pt x="3244" y="2184"/>
                  </a:cubicBezTo>
                  <a:lnTo>
                    <a:pt x="1134" y="5272"/>
                  </a:lnTo>
                  <a:lnTo>
                    <a:pt x="1110" y="5178"/>
                  </a:lnTo>
                  <a:lnTo>
                    <a:pt x="1" y="6521"/>
                  </a:lnTo>
                  <a:lnTo>
                    <a:pt x="48" y="6551"/>
                  </a:lnTo>
                  <a:cubicBezTo>
                    <a:pt x="769" y="7016"/>
                    <a:pt x="1645" y="7569"/>
                    <a:pt x="1723" y="7569"/>
                  </a:cubicBezTo>
                  <a:cubicBezTo>
                    <a:pt x="1848" y="7569"/>
                    <a:pt x="2079" y="7238"/>
                    <a:pt x="2220" y="6929"/>
                  </a:cubicBezTo>
                  <a:cubicBezTo>
                    <a:pt x="2376" y="6592"/>
                    <a:pt x="3802" y="2784"/>
                    <a:pt x="3917" y="2476"/>
                  </a:cubicBezTo>
                  <a:cubicBezTo>
                    <a:pt x="4057" y="2375"/>
                    <a:pt x="5318" y="1472"/>
                    <a:pt x="5391" y="1422"/>
                  </a:cubicBezTo>
                  <a:cubicBezTo>
                    <a:pt x="5504" y="1348"/>
                    <a:pt x="5866" y="418"/>
                    <a:pt x="5839" y="127"/>
                  </a:cubicBezTo>
                  <a:cubicBezTo>
                    <a:pt x="5833" y="61"/>
                    <a:pt x="5809" y="20"/>
                    <a:pt x="5766" y="6"/>
                  </a:cubicBezTo>
                  <a:cubicBezTo>
                    <a:pt x="5756" y="2"/>
                    <a:pt x="5745" y="0"/>
                    <a:pt x="57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9"/>
            <p:cNvSpPr/>
            <p:nvPr/>
          </p:nvSpPr>
          <p:spPr>
            <a:xfrm>
              <a:off x="6448386" y="2049361"/>
              <a:ext cx="624836" cy="812798"/>
            </a:xfrm>
            <a:custGeom>
              <a:rect b="b" l="l" r="r" t="t"/>
              <a:pathLst>
                <a:path extrusionOk="0" h="7468" w="5741">
                  <a:moveTo>
                    <a:pt x="82" y="0"/>
                  </a:moveTo>
                  <a:cubicBezTo>
                    <a:pt x="53" y="0"/>
                    <a:pt x="33" y="24"/>
                    <a:pt x="28" y="82"/>
                  </a:cubicBezTo>
                  <a:cubicBezTo>
                    <a:pt x="1" y="373"/>
                    <a:pt x="373" y="1277"/>
                    <a:pt x="453" y="1330"/>
                  </a:cubicBezTo>
                  <a:cubicBezTo>
                    <a:pt x="533" y="1383"/>
                    <a:pt x="1941" y="2393"/>
                    <a:pt x="1941" y="2393"/>
                  </a:cubicBezTo>
                  <a:cubicBezTo>
                    <a:pt x="1941" y="2393"/>
                    <a:pt x="3482" y="6512"/>
                    <a:pt x="3642" y="6857"/>
                  </a:cubicBezTo>
                  <a:cubicBezTo>
                    <a:pt x="3801" y="7202"/>
                    <a:pt x="4013" y="7468"/>
                    <a:pt x="4093" y="7468"/>
                  </a:cubicBezTo>
                  <a:cubicBezTo>
                    <a:pt x="4173" y="7468"/>
                    <a:pt x="5740" y="6458"/>
                    <a:pt x="5740" y="6458"/>
                  </a:cubicBezTo>
                  <a:lnTo>
                    <a:pt x="4731" y="5236"/>
                  </a:lnTo>
                  <a:lnTo>
                    <a:pt x="4705" y="5343"/>
                  </a:lnTo>
                  <a:lnTo>
                    <a:pt x="2525" y="2154"/>
                  </a:lnTo>
                  <a:cubicBezTo>
                    <a:pt x="2525" y="2154"/>
                    <a:pt x="2340" y="1330"/>
                    <a:pt x="2312" y="1091"/>
                  </a:cubicBezTo>
                  <a:cubicBezTo>
                    <a:pt x="2286" y="852"/>
                    <a:pt x="2153" y="719"/>
                    <a:pt x="1967" y="586"/>
                  </a:cubicBezTo>
                  <a:cubicBezTo>
                    <a:pt x="1781" y="453"/>
                    <a:pt x="1542" y="267"/>
                    <a:pt x="1436" y="134"/>
                  </a:cubicBezTo>
                  <a:cubicBezTo>
                    <a:pt x="1409" y="100"/>
                    <a:pt x="1383" y="85"/>
                    <a:pt x="1361" y="85"/>
                  </a:cubicBezTo>
                  <a:cubicBezTo>
                    <a:pt x="1297" y="85"/>
                    <a:pt x="1263" y="209"/>
                    <a:pt x="1303" y="347"/>
                  </a:cubicBezTo>
                  <a:cubicBezTo>
                    <a:pt x="1356" y="533"/>
                    <a:pt x="1542" y="613"/>
                    <a:pt x="1622" y="666"/>
                  </a:cubicBezTo>
                  <a:cubicBezTo>
                    <a:pt x="1702" y="719"/>
                    <a:pt x="1755" y="932"/>
                    <a:pt x="1755" y="932"/>
                  </a:cubicBezTo>
                  <a:cubicBezTo>
                    <a:pt x="1755" y="932"/>
                    <a:pt x="824" y="586"/>
                    <a:pt x="639" y="480"/>
                  </a:cubicBezTo>
                  <a:cubicBezTo>
                    <a:pt x="489" y="394"/>
                    <a:pt x="203" y="0"/>
                    <a:pt x="82"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9"/>
            <p:cNvSpPr/>
            <p:nvPr/>
          </p:nvSpPr>
          <p:spPr>
            <a:xfrm>
              <a:off x="6443053" y="2043810"/>
              <a:ext cx="638332" cy="823900"/>
            </a:xfrm>
            <a:custGeom>
              <a:rect b="b" l="l" r="r" t="t"/>
              <a:pathLst>
                <a:path extrusionOk="0" h="7570" w="5865">
                  <a:moveTo>
                    <a:pt x="132" y="101"/>
                  </a:moveTo>
                  <a:cubicBezTo>
                    <a:pt x="180" y="102"/>
                    <a:pt x="322" y="251"/>
                    <a:pt x="407" y="340"/>
                  </a:cubicBezTo>
                  <a:cubicBezTo>
                    <a:pt x="503" y="440"/>
                    <a:pt x="593" y="535"/>
                    <a:pt x="663" y="574"/>
                  </a:cubicBezTo>
                  <a:cubicBezTo>
                    <a:pt x="850" y="681"/>
                    <a:pt x="1748" y="1015"/>
                    <a:pt x="1786" y="1030"/>
                  </a:cubicBezTo>
                  <a:lnTo>
                    <a:pt x="1876" y="1062"/>
                  </a:lnTo>
                  <a:lnTo>
                    <a:pt x="1853" y="970"/>
                  </a:lnTo>
                  <a:cubicBezTo>
                    <a:pt x="1843" y="931"/>
                    <a:pt x="1790" y="736"/>
                    <a:pt x="1699" y="675"/>
                  </a:cubicBezTo>
                  <a:cubicBezTo>
                    <a:pt x="1685" y="666"/>
                    <a:pt x="1669" y="655"/>
                    <a:pt x="1650" y="645"/>
                  </a:cubicBezTo>
                  <a:cubicBezTo>
                    <a:pt x="1562" y="592"/>
                    <a:pt x="1440" y="520"/>
                    <a:pt x="1401" y="383"/>
                  </a:cubicBezTo>
                  <a:cubicBezTo>
                    <a:pt x="1368" y="267"/>
                    <a:pt x="1398" y="192"/>
                    <a:pt x="1411" y="186"/>
                  </a:cubicBezTo>
                  <a:cubicBezTo>
                    <a:pt x="1414" y="186"/>
                    <a:pt x="1426" y="192"/>
                    <a:pt x="1446" y="217"/>
                  </a:cubicBezTo>
                  <a:cubicBezTo>
                    <a:pt x="1567" y="368"/>
                    <a:pt x="1837" y="570"/>
                    <a:pt x="1988" y="678"/>
                  </a:cubicBezTo>
                  <a:cubicBezTo>
                    <a:pt x="2174" y="812"/>
                    <a:pt x="2288" y="931"/>
                    <a:pt x="2312" y="1147"/>
                  </a:cubicBezTo>
                  <a:cubicBezTo>
                    <a:pt x="2338" y="1387"/>
                    <a:pt x="2518" y="2182"/>
                    <a:pt x="2526" y="2216"/>
                  </a:cubicBezTo>
                  <a:lnTo>
                    <a:pt x="4776" y="5515"/>
                  </a:lnTo>
                  <a:lnTo>
                    <a:pt x="4805" y="5396"/>
                  </a:lnTo>
                  <a:lnTo>
                    <a:pt x="5715" y="6498"/>
                  </a:lnTo>
                  <a:cubicBezTo>
                    <a:pt x="5130" y="6874"/>
                    <a:pt x="4223" y="7447"/>
                    <a:pt x="4144" y="7469"/>
                  </a:cubicBezTo>
                  <a:cubicBezTo>
                    <a:pt x="4091" y="7460"/>
                    <a:pt x="3895" y="7231"/>
                    <a:pt x="3737" y="6887"/>
                  </a:cubicBezTo>
                  <a:cubicBezTo>
                    <a:pt x="3580" y="6547"/>
                    <a:pt x="2053" y="2467"/>
                    <a:pt x="2037" y="2427"/>
                  </a:cubicBezTo>
                  <a:lnTo>
                    <a:pt x="2032" y="2412"/>
                  </a:lnTo>
                  <a:lnTo>
                    <a:pt x="2019" y="2403"/>
                  </a:lnTo>
                  <a:cubicBezTo>
                    <a:pt x="1961" y="2361"/>
                    <a:pt x="609" y="1392"/>
                    <a:pt x="531" y="1340"/>
                  </a:cubicBezTo>
                  <a:cubicBezTo>
                    <a:pt x="459" y="1275"/>
                    <a:pt x="102" y="410"/>
                    <a:pt x="127" y="137"/>
                  </a:cubicBezTo>
                  <a:cubicBezTo>
                    <a:pt x="129" y="114"/>
                    <a:pt x="134" y="103"/>
                    <a:pt x="132" y="101"/>
                  </a:cubicBezTo>
                  <a:close/>
                  <a:moveTo>
                    <a:pt x="131" y="0"/>
                  </a:moveTo>
                  <a:cubicBezTo>
                    <a:pt x="120" y="0"/>
                    <a:pt x="109" y="2"/>
                    <a:pt x="99" y="6"/>
                  </a:cubicBezTo>
                  <a:cubicBezTo>
                    <a:pt x="57" y="20"/>
                    <a:pt x="33" y="61"/>
                    <a:pt x="26" y="127"/>
                  </a:cubicBezTo>
                  <a:cubicBezTo>
                    <a:pt x="0" y="418"/>
                    <a:pt x="362" y="1349"/>
                    <a:pt x="473" y="1423"/>
                  </a:cubicBezTo>
                  <a:cubicBezTo>
                    <a:pt x="548" y="1473"/>
                    <a:pt x="1808" y="2376"/>
                    <a:pt x="1948" y="2476"/>
                  </a:cubicBezTo>
                  <a:cubicBezTo>
                    <a:pt x="2064" y="2784"/>
                    <a:pt x="3489" y="6592"/>
                    <a:pt x="3645" y="6929"/>
                  </a:cubicBezTo>
                  <a:cubicBezTo>
                    <a:pt x="3787" y="7238"/>
                    <a:pt x="4017" y="7569"/>
                    <a:pt x="4142" y="7569"/>
                  </a:cubicBezTo>
                  <a:cubicBezTo>
                    <a:pt x="4221" y="7569"/>
                    <a:pt x="5096" y="7016"/>
                    <a:pt x="5817" y="6552"/>
                  </a:cubicBezTo>
                  <a:lnTo>
                    <a:pt x="5865" y="6521"/>
                  </a:lnTo>
                  <a:lnTo>
                    <a:pt x="4755" y="5178"/>
                  </a:lnTo>
                  <a:lnTo>
                    <a:pt x="4732" y="5272"/>
                  </a:lnTo>
                  <a:lnTo>
                    <a:pt x="2621" y="2184"/>
                  </a:lnTo>
                  <a:cubicBezTo>
                    <a:pt x="2600" y="2093"/>
                    <a:pt x="2437" y="1356"/>
                    <a:pt x="2412" y="1137"/>
                  </a:cubicBezTo>
                  <a:cubicBezTo>
                    <a:pt x="2384" y="885"/>
                    <a:pt x="2246" y="739"/>
                    <a:pt x="2045" y="596"/>
                  </a:cubicBezTo>
                  <a:cubicBezTo>
                    <a:pt x="1928" y="513"/>
                    <a:pt x="1642" y="301"/>
                    <a:pt x="1525" y="154"/>
                  </a:cubicBezTo>
                  <a:cubicBezTo>
                    <a:pt x="1482" y="100"/>
                    <a:pt x="1442" y="86"/>
                    <a:pt x="1411" y="86"/>
                  </a:cubicBezTo>
                  <a:cubicBezTo>
                    <a:pt x="1391" y="86"/>
                    <a:pt x="1375" y="92"/>
                    <a:pt x="1365" y="97"/>
                  </a:cubicBezTo>
                  <a:cubicBezTo>
                    <a:pt x="1290" y="136"/>
                    <a:pt x="1264" y="271"/>
                    <a:pt x="1304" y="412"/>
                  </a:cubicBezTo>
                  <a:cubicBezTo>
                    <a:pt x="1354" y="586"/>
                    <a:pt x="1507" y="677"/>
                    <a:pt x="1598" y="732"/>
                  </a:cubicBezTo>
                  <a:cubicBezTo>
                    <a:pt x="1615" y="741"/>
                    <a:pt x="1631" y="751"/>
                    <a:pt x="1644" y="759"/>
                  </a:cubicBezTo>
                  <a:cubicBezTo>
                    <a:pt x="1672" y="778"/>
                    <a:pt x="1701" y="838"/>
                    <a:pt x="1725" y="899"/>
                  </a:cubicBezTo>
                  <a:cubicBezTo>
                    <a:pt x="1483" y="807"/>
                    <a:pt x="859" y="570"/>
                    <a:pt x="713" y="487"/>
                  </a:cubicBezTo>
                  <a:cubicBezTo>
                    <a:pt x="655" y="454"/>
                    <a:pt x="567" y="361"/>
                    <a:pt x="481" y="271"/>
                  </a:cubicBezTo>
                  <a:cubicBezTo>
                    <a:pt x="323" y="107"/>
                    <a:pt x="217" y="0"/>
                    <a:pt x="1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9"/>
            <p:cNvSpPr/>
            <p:nvPr/>
          </p:nvSpPr>
          <p:spPr>
            <a:xfrm>
              <a:off x="6960362" y="2243202"/>
              <a:ext cx="1145406" cy="949063"/>
            </a:xfrm>
            <a:custGeom>
              <a:rect b="b" l="l" r="r" t="t"/>
              <a:pathLst>
                <a:path extrusionOk="0" h="8720" w="10524">
                  <a:moveTo>
                    <a:pt x="4438" y="1"/>
                  </a:moveTo>
                  <a:lnTo>
                    <a:pt x="2099" y="639"/>
                  </a:lnTo>
                  <a:lnTo>
                    <a:pt x="1" y="3482"/>
                  </a:lnTo>
                  <a:lnTo>
                    <a:pt x="957" y="5236"/>
                  </a:lnTo>
                  <a:lnTo>
                    <a:pt x="2445" y="3960"/>
                  </a:lnTo>
                  <a:lnTo>
                    <a:pt x="2791" y="7255"/>
                  </a:lnTo>
                  <a:lnTo>
                    <a:pt x="2552" y="8158"/>
                  </a:lnTo>
                  <a:cubicBezTo>
                    <a:pt x="2552" y="8158"/>
                    <a:pt x="2472" y="8238"/>
                    <a:pt x="3960" y="8531"/>
                  </a:cubicBezTo>
                  <a:cubicBezTo>
                    <a:pt x="4680" y="8672"/>
                    <a:pt x="5151" y="8720"/>
                    <a:pt x="5530" y="8720"/>
                  </a:cubicBezTo>
                  <a:cubicBezTo>
                    <a:pt x="5934" y="8720"/>
                    <a:pt x="6233" y="8665"/>
                    <a:pt x="6617" y="8610"/>
                  </a:cubicBezTo>
                  <a:cubicBezTo>
                    <a:pt x="7361" y="8504"/>
                    <a:pt x="8318" y="8158"/>
                    <a:pt x="8318" y="8158"/>
                  </a:cubicBezTo>
                  <a:lnTo>
                    <a:pt x="8052" y="7016"/>
                  </a:lnTo>
                  <a:lnTo>
                    <a:pt x="8503" y="4147"/>
                  </a:lnTo>
                  <a:lnTo>
                    <a:pt x="9700" y="5449"/>
                  </a:lnTo>
                  <a:lnTo>
                    <a:pt x="10523" y="3403"/>
                  </a:lnTo>
                  <a:lnTo>
                    <a:pt x="8796" y="639"/>
                  </a:lnTo>
                  <a:lnTo>
                    <a:pt x="62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9"/>
            <p:cNvSpPr/>
            <p:nvPr/>
          </p:nvSpPr>
          <p:spPr>
            <a:xfrm>
              <a:off x="6953832" y="2237760"/>
              <a:ext cx="1158031" cy="960056"/>
            </a:xfrm>
            <a:custGeom>
              <a:rect b="b" l="l" r="r" t="t"/>
              <a:pathLst>
                <a:path extrusionOk="0" h="8821" w="10640">
                  <a:moveTo>
                    <a:pt x="6272" y="101"/>
                  </a:moveTo>
                  <a:lnTo>
                    <a:pt x="8824" y="733"/>
                  </a:lnTo>
                  <a:lnTo>
                    <a:pt x="10527" y="3457"/>
                  </a:lnTo>
                  <a:lnTo>
                    <a:pt x="9742" y="5405"/>
                  </a:lnTo>
                  <a:lnTo>
                    <a:pt x="8530" y="4085"/>
                  </a:lnTo>
                  <a:lnTo>
                    <a:pt x="8061" y="7067"/>
                  </a:lnTo>
                  <a:lnTo>
                    <a:pt x="8318" y="8176"/>
                  </a:lnTo>
                  <a:cubicBezTo>
                    <a:pt x="8126" y="8243"/>
                    <a:pt x="7313" y="8519"/>
                    <a:pt x="6669" y="8610"/>
                  </a:cubicBezTo>
                  <a:lnTo>
                    <a:pt x="6500" y="8635"/>
                  </a:lnTo>
                  <a:cubicBezTo>
                    <a:pt x="6195" y="8681"/>
                    <a:pt x="5930" y="8720"/>
                    <a:pt x="5589" y="8720"/>
                  </a:cubicBezTo>
                  <a:cubicBezTo>
                    <a:pt x="5213" y="8720"/>
                    <a:pt x="4745" y="8672"/>
                    <a:pt x="4029" y="8531"/>
                  </a:cubicBezTo>
                  <a:cubicBezTo>
                    <a:pt x="2975" y="8324"/>
                    <a:pt x="2725" y="8227"/>
                    <a:pt x="2667" y="8194"/>
                  </a:cubicBezTo>
                  <a:lnTo>
                    <a:pt x="2901" y="7309"/>
                  </a:lnTo>
                  <a:lnTo>
                    <a:pt x="2545" y="3910"/>
                  </a:lnTo>
                  <a:lnTo>
                    <a:pt x="1031" y="5207"/>
                  </a:lnTo>
                  <a:lnTo>
                    <a:pt x="119" y="3536"/>
                  </a:lnTo>
                  <a:lnTo>
                    <a:pt x="2190" y="733"/>
                  </a:lnTo>
                  <a:lnTo>
                    <a:pt x="4505" y="101"/>
                  </a:lnTo>
                  <a:close/>
                  <a:moveTo>
                    <a:pt x="4498" y="0"/>
                  </a:moveTo>
                  <a:lnTo>
                    <a:pt x="2130" y="645"/>
                  </a:lnTo>
                  <a:lnTo>
                    <a:pt x="1" y="3528"/>
                  </a:lnTo>
                  <a:lnTo>
                    <a:pt x="1003" y="5364"/>
                  </a:lnTo>
                  <a:lnTo>
                    <a:pt x="2465" y="4110"/>
                  </a:lnTo>
                  <a:lnTo>
                    <a:pt x="2799" y="7301"/>
                  </a:lnTo>
                  <a:lnTo>
                    <a:pt x="2565" y="8185"/>
                  </a:lnTo>
                  <a:lnTo>
                    <a:pt x="2554" y="8199"/>
                  </a:lnTo>
                  <a:lnTo>
                    <a:pt x="2562" y="8228"/>
                  </a:lnTo>
                  <a:cubicBezTo>
                    <a:pt x="2574" y="8265"/>
                    <a:pt x="2601" y="8353"/>
                    <a:pt x="4010" y="8630"/>
                  </a:cubicBezTo>
                  <a:cubicBezTo>
                    <a:pt x="4733" y="8773"/>
                    <a:pt x="5208" y="8821"/>
                    <a:pt x="5589" y="8821"/>
                  </a:cubicBezTo>
                  <a:cubicBezTo>
                    <a:pt x="5935" y="8821"/>
                    <a:pt x="6205" y="8781"/>
                    <a:pt x="6515" y="8735"/>
                  </a:cubicBezTo>
                  <a:lnTo>
                    <a:pt x="6684" y="8710"/>
                  </a:lnTo>
                  <a:cubicBezTo>
                    <a:pt x="7425" y="8604"/>
                    <a:pt x="8385" y="8260"/>
                    <a:pt x="8395" y="8255"/>
                  </a:cubicBezTo>
                  <a:lnTo>
                    <a:pt x="8437" y="8241"/>
                  </a:lnTo>
                  <a:lnTo>
                    <a:pt x="8164" y="7064"/>
                  </a:lnTo>
                  <a:lnTo>
                    <a:pt x="8597" y="4307"/>
                  </a:lnTo>
                  <a:lnTo>
                    <a:pt x="9777" y="5591"/>
                  </a:lnTo>
                  <a:lnTo>
                    <a:pt x="10639" y="3447"/>
                  </a:lnTo>
                  <a:lnTo>
                    <a:pt x="8888" y="645"/>
                  </a:lnTo>
                  <a:lnTo>
                    <a:pt x="6291" y="2"/>
                  </a:lnTo>
                  <a:lnTo>
                    <a:pt x="449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9"/>
            <p:cNvSpPr/>
            <p:nvPr/>
          </p:nvSpPr>
          <p:spPr>
            <a:xfrm>
              <a:off x="7312672" y="1864988"/>
              <a:ext cx="77383" cy="133979"/>
            </a:xfrm>
            <a:custGeom>
              <a:rect b="b" l="l" r="r" t="t"/>
              <a:pathLst>
                <a:path extrusionOk="0" h="1231" w="711">
                  <a:moveTo>
                    <a:pt x="344" y="1"/>
                  </a:moveTo>
                  <a:cubicBezTo>
                    <a:pt x="275" y="1"/>
                    <a:pt x="206" y="52"/>
                    <a:pt x="154" y="207"/>
                  </a:cubicBezTo>
                  <a:cubicBezTo>
                    <a:pt x="1" y="668"/>
                    <a:pt x="665" y="1230"/>
                    <a:pt x="665" y="1230"/>
                  </a:cubicBezTo>
                  <a:lnTo>
                    <a:pt x="710" y="268"/>
                  </a:lnTo>
                  <a:lnTo>
                    <a:pt x="613" y="200"/>
                  </a:lnTo>
                  <a:cubicBezTo>
                    <a:pt x="613" y="200"/>
                    <a:pt x="479" y="1"/>
                    <a:pt x="344"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9"/>
            <p:cNvSpPr/>
            <p:nvPr/>
          </p:nvSpPr>
          <p:spPr>
            <a:xfrm>
              <a:off x="7306577" y="1859546"/>
              <a:ext cx="89029" cy="150631"/>
            </a:xfrm>
            <a:custGeom>
              <a:rect b="b" l="l" r="r" t="t"/>
              <a:pathLst>
                <a:path extrusionOk="0" h="1384" w="818">
                  <a:moveTo>
                    <a:pt x="401" y="0"/>
                  </a:moveTo>
                  <a:cubicBezTo>
                    <a:pt x="392" y="0"/>
                    <a:pt x="384" y="1"/>
                    <a:pt x="375" y="2"/>
                  </a:cubicBezTo>
                  <a:cubicBezTo>
                    <a:pt x="283" y="15"/>
                    <a:pt x="211" y="95"/>
                    <a:pt x="163" y="241"/>
                  </a:cubicBezTo>
                  <a:cubicBezTo>
                    <a:pt x="0" y="728"/>
                    <a:pt x="660" y="1295"/>
                    <a:pt x="689" y="1318"/>
                  </a:cubicBezTo>
                  <a:lnTo>
                    <a:pt x="767" y="1384"/>
                  </a:lnTo>
                  <a:lnTo>
                    <a:pt x="817" y="321"/>
                  </a:lnTo>
                  <a:cubicBezTo>
                    <a:pt x="818" y="293"/>
                    <a:pt x="796" y="270"/>
                    <a:pt x="768" y="268"/>
                  </a:cubicBezTo>
                  <a:cubicBezTo>
                    <a:pt x="767" y="268"/>
                    <a:pt x="766" y="268"/>
                    <a:pt x="765" y="268"/>
                  </a:cubicBezTo>
                  <a:cubicBezTo>
                    <a:pt x="739" y="268"/>
                    <a:pt x="717" y="290"/>
                    <a:pt x="716" y="316"/>
                  </a:cubicBezTo>
                  <a:lnTo>
                    <a:pt x="676" y="1169"/>
                  </a:lnTo>
                  <a:cubicBezTo>
                    <a:pt x="510" y="1007"/>
                    <a:pt x="148" y="604"/>
                    <a:pt x="258" y="274"/>
                  </a:cubicBezTo>
                  <a:cubicBezTo>
                    <a:pt x="283" y="200"/>
                    <a:pt x="326" y="111"/>
                    <a:pt x="389" y="102"/>
                  </a:cubicBezTo>
                  <a:cubicBezTo>
                    <a:pt x="393" y="101"/>
                    <a:pt x="397" y="101"/>
                    <a:pt x="401" y="101"/>
                  </a:cubicBezTo>
                  <a:cubicBezTo>
                    <a:pt x="488" y="101"/>
                    <a:pt x="596" y="230"/>
                    <a:pt x="628" y="278"/>
                  </a:cubicBezTo>
                  <a:cubicBezTo>
                    <a:pt x="637" y="292"/>
                    <a:pt x="653" y="300"/>
                    <a:pt x="668" y="300"/>
                  </a:cubicBezTo>
                  <a:cubicBezTo>
                    <a:pt x="678" y="300"/>
                    <a:pt x="688" y="297"/>
                    <a:pt x="697" y="290"/>
                  </a:cubicBezTo>
                  <a:cubicBezTo>
                    <a:pt x="720" y="276"/>
                    <a:pt x="726" y="244"/>
                    <a:pt x="711" y="221"/>
                  </a:cubicBezTo>
                  <a:cubicBezTo>
                    <a:pt x="695" y="197"/>
                    <a:pt x="557" y="0"/>
                    <a:pt x="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9"/>
            <p:cNvSpPr/>
            <p:nvPr/>
          </p:nvSpPr>
          <p:spPr>
            <a:xfrm>
              <a:off x="7405729" y="2187912"/>
              <a:ext cx="306704" cy="301262"/>
            </a:xfrm>
            <a:custGeom>
              <a:rect b="b" l="l" r="r" t="t"/>
              <a:pathLst>
                <a:path extrusionOk="0" h="2768" w="2818">
                  <a:moveTo>
                    <a:pt x="1917" y="1"/>
                  </a:moveTo>
                  <a:cubicBezTo>
                    <a:pt x="1461" y="1"/>
                    <a:pt x="558" y="137"/>
                    <a:pt x="558" y="137"/>
                  </a:cubicBezTo>
                  <a:lnTo>
                    <a:pt x="319" y="349"/>
                  </a:lnTo>
                  <a:lnTo>
                    <a:pt x="0" y="881"/>
                  </a:lnTo>
                  <a:lnTo>
                    <a:pt x="80" y="2768"/>
                  </a:lnTo>
                  <a:lnTo>
                    <a:pt x="1542" y="1785"/>
                  </a:lnTo>
                  <a:lnTo>
                    <a:pt x="2818" y="2768"/>
                  </a:lnTo>
                  <a:cubicBezTo>
                    <a:pt x="2818" y="2768"/>
                    <a:pt x="2631" y="616"/>
                    <a:pt x="2631" y="482"/>
                  </a:cubicBezTo>
                  <a:cubicBezTo>
                    <a:pt x="2631" y="349"/>
                    <a:pt x="2339" y="137"/>
                    <a:pt x="2153" y="30"/>
                  </a:cubicBezTo>
                  <a:cubicBezTo>
                    <a:pt x="2116" y="9"/>
                    <a:pt x="2030" y="1"/>
                    <a:pt x="19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9"/>
            <p:cNvSpPr/>
            <p:nvPr/>
          </p:nvSpPr>
          <p:spPr>
            <a:xfrm>
              <a:off x="7400178" y="2182579"/>
              <a:ext cx="318785" cy="318459"/>
            </a:xfrm>
            <a:custGeom>
              <a:rect b="b" l="l" r="r" t="t"/>
              <a:pathLst>
                <a:path extrusionOk="0" h="2926" w="2929">
                  <a:moveTo>
                    <a:pt x="1976" y="99"/>
                  </a:moveTo>
                  <a:cubicBezTo>
                    <a:pt x="2077" y="99"/>
                    <a:pt x="2150" y="106"/>
                    <a:pt x="2179" y="123"/>
                  </a:cubicBezTo>
                  <a:cubicBezTo>
                    <a:pt x="2429" y="266"/>
                    <a:pt x="2632" y="448"/>
                    <a:pt x="2632" y="531"/>
                  </a:cubicBezTo>
                  <a:cubicBezTo>
                    <a:pt x="2632" y="648"/>
                    <a:pt x="2770" y="2255"/>
                    <a:pt x="2809" y="2707"/>
                  </a:cubicBezTo>
                  <a:lnTo>
                    <a:pt x="1595" y="1771"/>
                  </a:lnTo>
                  <a:lnTo>
                    <a:pt x="178" y="2724"/>
                  </a:lnTo>
                  <a:lnTo>
                    <a:pt x="103" y="943"/>
                  </a:lnTo>
                  <a:lnTo>
                    <a:pt x="410" y="431"/>
                  </a:lnTo>
                  <a:lnTo>
                    <a:pt x="632" y="233"/>
                  </a:lnTo>
                  <a:cubicBezTo>
                    <a:pt x="1042" y="172"/>
                    <a:pt x="1653" y="99"/>
                    <a:pt x="1976" y="99"/>
                  </a:cubicBezTo>
                  <a:close/>
                  <a:moveTo>
                    <a:pt x="1955" y="0"/>
                  </a:moveTo>
                  <a:cubicBezTo>
                    <a:pt x="1530" y="0"/>
                    <a:pt x="784" y="108"/>
                    <a:pt x="602" y="136"/>
                  </a:cubicBezTo>
                  <a:lnTo>
                    <a:pt x="587" y="138"/>
                  </a:lnTo>
                  <a:lnTo>
                    <a:pt x="337" y="360"/>
                  </a:lnTo>
                  <a:lnTo>
                    <a:pt x="1" y="916"/>
                  </a:lnTo>
                  <a:lnTo>
                    <a:pt x="85" y="2908"/>
                  </a:lnTo>
                  <a:lnTo>
                    <a:pt x="1590" y="1895"/>
                  </a:lnTo>
                  <a:lnTo>
                    <a:pt x="2928" y="2926"/>
                  </a:lnTo>
                  <a:lnTo>
                    <a:pt x="2919" y="2813"/>
                  </a:lnTo>
                  <a:cubicBezTo>
                    <a:pt x="2854" y="2069"/>
                    <a:pt x="2732" y="634"/>
                    <a:pt x="2732" y="531"/>
                  </a:cubicBezTo>
                  <a:cubicBezTo>
                    <a:pt x="2732" y="330"/>
                    <a:pt x="2281" y="65"/>
                    <a:pt x="2230" y="36"/>
                  </a:cubicBezTo>
                  <a:cubicBezTo>
                    <a:pt x="2185" y="11"/>
                    <a:pt x="2085" y="0"/>
                    <a:pt x="19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9"/>
            <p:cNvSpPr/>
            <p:nvPr/>
          </p:nvSpPr>
          <p:spPr>
            <a:xfrm>
              <a:off x="7457754" y="2078420"/>
              <a:ext cx="196778" cy="347192"/>
            </a:xfrm>
            <a:custGeom>
              <a:rect b="b" l="l" r="r" t="t"/>
              <a:pathLst>
                <a:path extrusionOk="0" h="3190" w="1808">
                  <a:moveTo>
                    <a:pt x="1808" y="0"/>
                  </a:moveTo>
                  <a:lnTo>
                    <a:pt x="1" y="850"/>
                  </a:lnTo>
                  <a:cubicBezTo>
                    <a:pt x="1" y="850"/>
                    <a:pt x="28" y="1542"/>
                    <a:pt x="54" y="1674"/>
                  </a:cubicBezTo>
                  <a:cubicBezTo>
                    <a:pt x="80" y="1807"/>
                    <a:pt x="1064" y="3189"/>
                    <a:pt x="1064" y="3189"/>
                  </a:cubicBezTo>
                  <a:lnTo>
                    <a:pt x="1755" y="1568"/>
                  </a:lnTo>
                  <a:lnTo>
                    <a:pt x="1808" y="0"/>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9"/>
            <p:cNvSpPr/>
            <p:nvPr/>
          </p:nvSpPr>
          <p:spPr>
            <a:xfrm>
              <a:off x="7452203" y="2069605"/>
              <a:ext cx="208206" cy="367109"/>
            </a:xfrm>
            <a:custGeom>
              <a:rect b="b" l="l" r="r" t="t"/>
              <a:pathLst>
                <a:path extrusionOk="0" h="3373" w="1913">
                  <a:moveTo>
                    <a:pt x="1806" y="162"/>
                  </a:moveTo>
                  <a:lnTo>
                    <a:pt x="1756" y="1638"/>
                  </a:lnTo>
                  <a:lnTo>
                    <a:pt x="1104" y="3167"/>
                  </a:lnTo>
                  <a:cubicBezTo>
                    <a:pt x="727" y="2637"/>
                    <a:pt x="176" y="1837"/>
                    <a:pt x="154" y="1746"/>
                  </a:cubicBezTo>
                  <a:cubicBezTo>
                    <a:pt x="134" y="1648"/>
                    <a:pt x="113" y="1209"/>
                    <a:pt x="103" y="963"/>
                  </a:cubicBezTo>
                  <a:lnTo>
                    <a:pt x="1806" y="162"/>
                  </a:lnTo>
                  <a:close/>
                  <a:moveTo>
                    <a:pt x="1912" y="1"/>
                  </a:moveTo>
                  <a:lnTo>
                    <a:pt x="0" y="900"/>
                  </a:lnTo>
                  <a:lnTo>
                    <a:pt x="1" y="933"/>
                  </a:lnTo>
                  <a:cubicBezTo>
                    <a:pt x="2" y="962"/>
                    <a:pt x="28" y="1630"/>
                    <a:pt x="56" y="1766"/>
                  </a:cubicBezTo>
                  <a:cubicBezTo>
                    <a:pt x="83" y="1902"/>
                    <a:pt x="909" y="3067"/>
                    <a:pt x="1074" y="3299"/>
                  </a:cubicBezTo>
                  <a:lnTo>
                    <a:pt x="1126" y="3372"/>
                  </a:lnTo>
                  <a:lnTo>
                    <a:pt x="1852" y="1669"/>
                  </a:lnTo>
                  <a:lnTo>
                    <a:pt x="191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9"/>
            <p:cNvSpPr/>
            <p:nvPr/>
          </p:nvSpPr>
          <p:spPr>
            <a:xfrm>
              <a:off x="7369594" y="1708152"/>
              <a:ext cx="377884" cy="499673"/>
            </a:xfrm>
            <a:custGeom>
              <a:rect b="b" l="l" r="r" t="t"/>
              <a:pathLst>
                <a:path extrusionOk="0" h="4591" w="3472">
                  <a:moveTo>
                    <a:pt x="1629" y="1"/>
                  </a:moveTo>
                  <a:cubicBezTo>
                    <a:pt x="833" y="1"/>
                    <a:pt x="8" y="326"/>
                    <a:pt x="0" y="846"/>
                  </a:cubicBezTo>
                  <a:cubicBezTo>
                    <a:pt x="0" y="846"/>
                    <a:pt x="95" y="3309"/>
                    <a:pt x="162" y="3562"/>
                  </a:cubicBezTo>
                  <a:cubicBezTo>
                    <a:pt x="228" y="3805"/>
                    <a:pt x="730" y="4591"/>
                    <a:pt x="1304" y="4591"/>
                  </a:cubicBezTo>
                  <a:cubicBezTo>
                    <a:pt x="1327" y="4591"/>
                    <a:pt x="1349" y="4590"/>
                    <a:pt x="1372" y="4587"/>
                  </a:cubicBezTo>
                  <a:cubicBezTo>
                    <a:pt x="1974" y="4521"/>
                    <a:pt x="2587" y="4053"/>
                    <a:pt x="2649" y="3659"/>
                  </a:cubicBezTo>
                  <a:cubicBezTo>
                    <a:pt x="2711" y="3266"/>
                    <a:pt x="2868" y="2106"/>
                    <a:pt x="2969" y="1638"/>
                  </a:cubicBezTo>
                  <a:cubicBezTo>
                    <a:pt x="3070" y="1170"/>
                    <a:pt x="3472" y="669"/>
                    <a:pt x="2603" y="208"/>
                  </a:cubicBezTo>
                  <a:cubicBezTo>
                    <a:pt x="2335" y="66"/>
                    <a:pt x="1985" y="1"/>
                    <a:pt x="1629"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9"/>
            <p:cNvSpPr/>
            <p:nvPr/>
          </p:nvSpPr>
          <p:spPr>
            <a:xfrm>
              <a:off x="7364153" y="1702819"/>
              <a:ext cx="372333" cy="510557"/>
            </a:xfrm>
            <a:custGeom>
              <a:rect b="b" l="l" r="r" t="t"/>
              <a:pathLst>
                <a:path extrusionOk="0" h="4691" w="3421">
                  <a:moveTo>
                    <a:pt x="1669" y="100"/>
                  </a:moveTo>
                  <a:cubicBezTo>
                    <a:pt x="2026" y="100"/>
                    <a:pt x="2373" y="166"/>
                    <a:pt x="2630" y="302"/>
                  </a:cubicBezTo>
                  <a:cubicBezTo>
                    <a:pt x="3298" y="656"/>
                    <a:pt x="3178" y="1020"/>
                    <a:pt x="3049" y="1405"/>
                  </a:cubicBezTo>
                  <a:cubicBezTo>
                    <a:pt x="3020" y="1494"/>
                    <a:pt x="2990" y="1586"/>
                    <a:pt x="2970" y="1677"/>
                  </a:cubicBezTo>
                  <a:cubicBezTo>
                    <a:pt x="2896" y="2016"/>
                    <a:pt x="2795" y="2716"/>
                    <a:pt x="2720" y="3226"/>
                  </a:cubicBezTo>
                  <a:cubicBezTo>
                    <a:pt x="2692" y="3422"/>
                    <a:pt x="2666" y="3591"/>
                    <a:pt x="2650" y="3700"/>
                  </a:cubicBezTo>
                  <a:cubicBezTo>
                    <a:pt x="2589" y="4085"/>
                    <a:pt x="1978" y="4525"/>
                    <a:pt x="1417" y="4586"/>
                  </a:cubicBezTo>
                  <a:cubicBezTo>
                    <a:pt x="1397" y="4588"/>
                    <a:pt x="1377" y="4589"/>
                    <a:pt x="1357" y="4589"/>
                  </a:cubicBezTo>
                  <a:cubicBezTo>
                    <a:pt x="829" y="4589"/>
                    <a:pt x="328" y="3849"/>
                    <a:pt x="261" y="3597"/>
                  </a:cubicBezTo>
                  <a:cubicBezTo>
                    <a:pt x="209" y="3402"/>
                    <a:pt x="133" y="1744"/>
                    <a:pt x="101" y="894"/>
                  </a:cubicBezTo>
                  <a:cubicBezTo>
                    <a:pt x="105" y="653"/>
                    <a:pt x="305" y="485"/>
                    <a:pt x="473" y="385"/>
                  </a:cubicBezTo>
                  <a:cubicBezTo>
                    <a:pt x="792" y="197"/>
                    <a:pt x="1238" y="100"/>
                    <a:pt x="1669" y="100"/>
                  </a:cubicBezTo>
                  <a:close/>
                  <a:moveTo>
                    <a:pt x="1672" y="1"/>
                  </a:moveTo>
                  <a:cubicBezTo>
                    <a:pt x="1221" y="1"/>
                    <a:pt x="755" y="102"/>
                    <a:pt x="422" y="299"/>
                  </a:cubicBezTo>
                  <a:cubicBezTo>
                    <a:pt x="149" y="460"/>
                    <a:pt x="3" y="665"/>
                    <a:pt x="0" y="894"/>
                  </a:cubicBezTo>
                  <a:lnTo>
                    <a:pt x="0" y="896"/>
                  </a:lnTo>
                  <a:cubicBezTo>
                    <a:pt x="4" y="998"/>
                    <a:pt x="96" y="3369"/>
                    <a:pt x="164" y="3623"/>
                  </a:cubicBezTo>
                  <a:cubicBezTo>
                    <a:pt x="226" y="3854"/>
                    <a:pt x="730" y="4691"/>
                    <a:pt x="1353" y="4691"/>
                  </a:cubicBezTo>
                  <a:cubicBezTo>
                    <a:pt x="1378" y="4691"/>
                    <a:pt x="1403" y="4689"/>
                    <a:pt x="1428" y="4686"/>
                  </a:cubicBezTo>
                  <a:cubicBezTo>
                    <a:pt x="2039" y="4619"/>
                    <a:pt x="2681" y="4148"/>
                    <a:pt x="2749" y="3716"/>
                  </a:cubicBezTo>
                  <a:cubicBezTo>
                    <a:pt x="2766" y="3607"/>
                    <a:pt x="2791" y="3438"/>
                    <a:pt x="2820" y="3240"/>
                  </a:cubicBezTo>
                  <a:cubicBezTo>
                    <a:pt x="2894" y="2732"/>
                    <a:pt x="2996" y="2035"/>
                    <a:pt x="3068" y="1698"/>
                  </a:cubicBezTo>
                  <a:cubicBezTo>
                    <a:pt x="3087" y="1613"/>
                    <a:pt x="3115" y="1527"/>
                    <a:pt x="3145" y="1437"/>
                  </a:cubicBezTo>
                  <a:cubicBezTo>
                    <a:pt x="3274" y="1047"/>
                    <a:pt x="3421" y="607"/>
                    <a:pt x="2677" y="213"/>
                  </a:cubicBezTo>
                  <a:cubicBezTo>
                    <a:pt x="2408" y="71"/>
                    <a:pt x="2045" y="1"/>
                    <a:pt x="16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9"/>
            <p:cNvSpPr/>
            <p:nvPr/>
          </p:nvSpPr>
          <p:spPr>
            <a:xfrm>
              <a:off x="7411715" y="1917013"/>
              <a:ext cx="24597" cy="41249"/>
            </a:xfrm>
            <a:custGeom>
              <a:rect b="b" l="l" r="r" t="t"/>
              <a:pathLst>
                <a:path extrusionOk="0" h="379" w="226">
                  <a:moveTo>
                    <a:pt x="120" y="1"/>
                  </a:moveTo>
                  <a:cubicBezTo>
                    <a:pt x="64" y="1"/>
                    <a:pt x="13" y="81"/>
                    <a:pt x="7" y="183"/>
                  </a:cubicBezTo>
                  <a:cubicBezTo>
                    <a:pt x="1" y="288"/>
                    <a:pt x="44" y="375"/>
                    <a:pt x="102" y="378"/>
                  </a:cubicBezTo>
                  <a:cubicBezTo>
                    <a:pt x="104" y="379"/>
                    <a:pt x="105" y="379"/>
                    <a:pt x="106" y="379"/>
                  </a:cubicBezTo>
                  <a:cubicBezTo>
                    <a:pt x="163" y="379"/>
                    <a:pt x="214" y="298"/>
                    <a:pt x="219" y="196"/>
                  </a:cubicBezTo>
                  <a:cubicBezTo>
                    <a:pt x="225" y="91"/>
                    <a:pt x="182" y="4"/>
                    <a:pt x="123" y="1"/>
                  </a:cubicBezTo>
                  <a:cubicBezTo>
                    <a:pt x="122" y="1"/>
                    <a:pt x="121"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9"/>
            <p:cNvSpPr/>
            <p:nvPr/>
          </p:nvSpPr>
          <p:spPr>
            <a:xfrm>
              <a:off x="7519356" y="1941066"/>
              <a:ext cx="24380" cy="41141"/>
            </a:xfrm>
            <a:custGeom>
              <a:rect b="b" l="l" r="r" t="t"/>
              <a:pathLst>
                <a:path extrusionOk="0" h="378" w="224">
                  <a:moveTo>
                    <a:pt x="119" y="1"/>
                  </a:moveTo>
                  <a:cubicBezTo>
                    <a:pt x="62" y="1"/>
                    <a:pt x="12" y="81"/>
                    <a:pt x="5" y="184"/>
                  </a:cubicBezTo>
                  <a:cubicBezTo>
                    <a:pt x="0" y="288"/>
                    <a:pt x="43" y="375"/>
                    <a:pt x="101" y="378"/>
                  </a:cubicBezTo>
                  <a:cubicBezTo>
                    <a:pt x="102" y="378"/>
                    <a:pt x="104" y="378"/>
                    <a:pt x="105" y="378"/>
                  </a:cubicBezTo>
                  <a:cubicBezTo>
                    <a:pt x="162" y="378"/>
                    <a:pt x="212" y="298"/>
                    <a:pt x="218" y="195"/>
                  </a:cubicBezTo>
                  <a:cubicBezTo>
                    <a:pt x="224" y="91"/>
                    <a:pt x="182" y="4"/>
                    <a:pt x="123" y="1"/>
                  </a:cubicBezTo>
                  <a:cubicBezTo>
                    <a:pt x="121" y="1"/>
                    <a:pt x="120"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9"/>
            <p:cNvSpPr/>
            <p:nvPr/>
          </p:nvSpPr>
          <p:spPr>
            <a:xfrm>
              <a:off x="7415524" y="1911354"/>
              <a:ext cx="90553" cy="146495"/>
            </a:xfrm>
            <a:custGeom>
              <a:rect b="b" l="l" r="r" t="t"/>
              <a:pathLst>
                <a:path extrusionOk="0" h="1346" w="832">
                  <a:moveTo>
                    <a:pt x="405" y="0"/>
                  </a:moveTo>
                  <a:cubicBezTo>
                    <a:pt x="379" y="0"/>
                    <a:pt x="357" y="19"/>
                    <a:pt x="354" y="46"/>
                  </a:cubicBezTo>
                  <a:cubicBezTo>
                    <a:pt x="354" y="51"/>
                    <a:pt x="309" y="494"/>
                    <a:pt x="248" y="720"/>
                  </a:cubicBezTo>
                  <a:cubicBezTo>
                    <a:pt x="224" y="805"/>
                    <a:pt x="177" y="863"/>
                    <a:pt x="135" y="913"/>
                  </a:cubicBezTo>
                  <a:cubicBezTo>
                    <a:pt x="72" y="990"/>
                    <a:pt x="0" y="1076"/>
                    <a:pt x="109" y="1201"/>
                  </a:cubicBezTo>
                  <a:cubicBezTo>
                    <a:pt x="205" y="1310"/>
                    <a:pt x="345" y="1345"/>
                    <a:pt x="499" y="1345"/>
                  </a:cubicBezTo>
                  <a:cubicBezTo>
                    <a:pt x="590" y="1345"/>
                    <a:pt x="688" y="1333"/>
                    <a:pt x="785" y="1316"/>
                  </a:cubicBezTo>
                  <a:cubicBezTo>
                    <a:pt x="813" y="1312"/>
                    <a:pt x="831" y="1286"/>
                    <a:pt x="826" y="1258"/>
                  </a:cubicBezTo>
                  <a:cubicBezTo>
                    <a:pt x="822" y="1234"/>
                    <a:pt x="801" y="1217"/>
                    <a:pt x="778" y="1217"/>
                  </a:cubicBezTo>
                  <a:cubicBezTo>
                    <a:pt x="775" y="1217"/>
                    <a:pt x="772" y="1217"/>
                    <a:pt x="768" y="1217"/>
                  </a:cubicBezTo>
                  <a:cubicBezTo>
                    <a:pt x="676" y="1232"/>
                    <a:pt x="585" y="1244"/>
                    <a:pt x="500" y="1244"/>
                  </a:cubicBezTo>
                  <a:cubicBezTo>
                    <a:pt x="371" y="1244"/>
                    <a:pt x="258" y="1217"/>
                    <a:pt x="185" y="1134"/>
                  </a:cubicBezTo>
                  <a:cubicBezTo>
                    <a:pt x="134" y="1076"/>
                    <a:pt x="146" y="1057"/>
                    <a:pt x="212" y="977"/>
                  </a:cubicBezTo>
                  <a:cubicBezTo>
                    <a:pt x="258" y="922"/>
                    <a:pt x="316" y="852"/>
                    <a:pt x="345" y="746"/>
                  </a:cubicBezTo>
                  <a:cubicBezTo>
                    <a:pt x="409" y="513"/>
                    <a:pt x="453" y="75"/>
                    <a:pt x="455" y="56"/>
                  </a:cubicBezTo>
                  <a:cubicBezTo>
                    <a:pt x="457" y="29"/>
                    <a:pt x="437" y="3"/>
                    <a:pt x="410" y="0"/>
                  </a:cubicBezTo>
                  <a:cubicBezTo>
                    <a:pt x="408" y="0"/>
                    <a:pt x="407" y="0"/>
                    <a:pt x="4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9"/>
            <p:cNvSpPr/>
            <p:nvPr/>
          </p:nvSpPr>
          <p:spPr>
            <a:xfrm>
              <a:off x="7422708" y="2067537"/>
              <a:ext cx="124728" cy="28515"/>
            </a:xfrm>
            <a:custGeom>
              <a:rect b="b" l="l" r="r" t="t"/>
              <a:pathLst>
                <a:path extrusionOk="0" h="262" w="1146">
                  <a:moveTo>
                    <a:pt x="57" y="1"/>
                  </a:moveTo>
                  <a:cubicBezTo>
                    <a:pt x="43" y="1"/>
                    <a:pt x="28" y="7"/>
                    <a:pt x="18" y="20"/>
                  </a:cubicBezTo>
                  <a:cubicBezTo>
                    <a:pt x="0" y="42"/>
                    <a:pt x="5" y="73"/>
                    <a:pt x="26" y="91"/>
                  </a:cubicBezTo>
                  <a:cubicBezTo>
                    <a:pt x="37" y="99"/>
                    <a:pt x="245" y="262"/>
                    <a:pt x="667" y="262"/>
                  </a:cubicBezTo>
                  <a:cubicBezTo>
                    <a:pt x="792" y="262"/>
                    <a:pt x="936" y="247"/>
                    <a:pt x="1101" y="210"/>
                  </a:cubicBezTo>
                  <a:cubicBezTo>
                    <a:pt x="1127" y="203"/>
                    <a:pt x="1145" y="177"/>
                    <a:pt x="1139" y="150"/>
                  </a:cubicBezTo>
                  <a:cubicBezTo>
                    <a:pt x="1134" y="126"/>
                    <a:pt x="1113" y="111"/>
                    <a:pt x="1090" y="111"/>
                  </a:cubicBezTo>
                  <a:cubicBezTo>
                    <a:pt x="1086" y="111"/>
                    <a:pt x="1082" y="111"/>
                    <a:pt x="1078" y="112"/>
                  </a:cubicBezTo>
                  <a:cubicBezTo>
                    <a:pt x="924" y="147"/>
                    <a:pt x="789" y="160"/>
                    <a:pt x="671" y="160"/>
                  </a:cubicBezTo>
                  <a:cubicBezTo>
                    <a:pt x="284" y="160"/>
                    <a:pt x="93" y="15"/>
                    <a:pt x="89" y="12"/>
                  </a:cubicBezTo>
                  <a:cubicBezTo>
                    <a:pt x="79" y="5"/>
                    <a:pt x="68"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9"/>
            <p:cNvSpPr/>
            <p:nvPr/>
          </p:nvSpPr>
          <p:spPr>
            <a:xfrm>
              <a:off x="7395933" y="1877940"/>
              <a:ext cx="58772" cy="22312"/>
            </a:xfrm>
            <a:custGeom>
              <a:rect b="b" l="l" r="r" t="t"/>
              <a:pathLst>
                <a:path extrusionOk="0" h="205" w="540">
                  <a:moveTo>
                    <a:pt x="300" y="1"/>
                  </a:moveTo>
                  <a:cubicBezTo>
                    <a:pt x="170" y="1"/>
                    <a:pt x="41" y="66"/>
                    <a:pt x="36" y="69"/>
                  </a:cubicBezTo>
                  <a:cubicBezTo>
                    <a:pt x="10" y="82"/>
                    <a:pt x="1" y="111"/>
                    <a:pt x="13" y="136"/>
                  </a:cubicBezTo>
                  <a:cubicBezTo>
                    <a:pt x="22" y="154"/>
                    <a:pt x="40" y="164"/>
                    <a:pt x="58" y="164"/>
                  </a:cubicBezTo>
                  <a:cubicBezTo>
                    <a:pt x="66" y="164"/>
                    <a:pt x="73" y="162"/>
                    <a:pt x="81" y="158"/>
                  </a:cubicBezTo>
                  <a:cubicBezTo>
                    <a:pt x="118" y="139"/>
                    <a:pt x="213" y="101"/>
                    <a:pt x="297" y="101"/>
                  </a:cubicBezTo>
                  <a:cubicBezTo>
                    <a:pt x="320" y="101"/>
                    <a:pt x="342" y="104"/>
                    <a:pt x="362" y="111"/>
                  </a:cubicBezTo>
                  <a:cubicBezTo>
                    <a:pt x="396" y="121"/>
                    <a:pt x="421" y="144"/>
                    <a:pt x="437" y="176"/>
                  </a:cubicBezTo>
                  <a:cubicBezTo>
                    <a:pt x="446" y="194"/>
                    <a:pt x="464" y="204"/>
                    <a:pt x="483" y="204"/>
                  </a:cubicBezTo>
                  <a:cubicBezTo>
                    <a:pt x="490" y="204"/>
                    <a:pt x="497" y="202"/>
                    <a:pt x="505" y="199"/>
                  </a:cubicBezTo>
                  <a:cubicBezTo>
                    <a:pt x="530" y="187"/>
                    <a:pt x="539" y="156"/>
                    <a:pt x="528" y="131"/>
                  </a:cubicBezTo>
                  <a:cubicBezTo>
                    <a:pt x="498" y="73"/>
                    <a:pt x="453" y="34"/>
                    <a:pt x="393" y="14"/>
                  </a:cubicBezTo>
                  <a:cubicBezTo>
                    <a:pt x="363" y="5"/>
                    <a:pt x="331" y="1"/>
                    <a:pt x="3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9"/>
            <p:cNvSpPr/>
            <p:nvPr/>
          </p:nvSpPr>
          <p:spPr>
            <a:xfrm>
              <a:off x="7498895" y="1899272"/>
              <a:ext cx="89247" cy="45494"/>
            </a:xfrm>
            <a:custGeom>
              <a:rect b="b" l="l" r="r" t="t"/>
              <a:pathLst>
                <a:path extrusionOk="0" h="418" w="820">
                  <a:moveTo>
                    <a:pt x="194" y="1"/>
                  </a:moveTo>
                  <a:cubicBezTo>
                    <a:pt x="103" y="1"/>
                    <a:pt x="43" y="18"/>
                    <a:pt x="41" y="19"/>
                  </a:cubicBezTo>
                  <a:cubicBezTo>
                    <a:pt x="15" y="27"/>
                    <a:pt x="0" y="56"/>
                    <a:pt x="9" y="82"/>
                  </a:cubicBezTo>
                  <a:cubicBezTo>
                    <a:pt x="16" y="103"/>
                    <a:pt x="35" y="117"/>
                    <a:pt x="57" y="117"/>
                  </a:cubicBezTo>
                  <a:cubicBezTo>
                    <a:pt x="62" y="117"/>
                    <a:pt x="67" y="116"/>
                    <a:pt x="72" y="114"/>
                  </a:cubicBezTo>
                  <a:cubicBezTo>
                    <a:pt x="77" y="113"/>
                    <a:pt x="124" y="99"/>
                    <a:pt x="196" y="99"/>
                  </a:cubicBezTo>
                  <a:cubicBezTo>
                    <a:pt x="327" y="99"/>
                    <a:pt x="539" y="145"/>
                    <a:pt x="722" y="397"/>
                  </a:cubicBezTo>
                  <a:cubicBezTo>
                    <a:pt x="732" y="410"/>
                    <a:pt x="747" y="418"/>
                    <a:pt x="763" y="418"/>
                  </a:cubicBezTo>
                  <a:cubicBezTo>
                    <a:pt x="773" y="418"/>
                    <a:pt x="783" y="414"/>
                    <a:pt x="793" y="407"/>
                  </a:cubicBezTo>
                  <a:cubicBezTo>
                    <a:pt x="815" y="391"/>
                    <a:pt x="820" y="360"/>
                    <a:pt x="803" y="337"/>
                  </a:cubicBezTo>
                  <a:cubicBezTo>
                    <a:pt x="597" y="53"/>
                    <a:pt x="349" y="1"/>
                    <a:pt x="1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9"/>
            <p:cNvSpPr/>
            <p:nvPr/>
          </p:nvSpPr>
          <p:spPr>
            <a:xfrm>
              <a:off x="7297652" y="1629244"/>
              <a:ext cx="462559" cy="338485"/>
            </a:xfrm>
            <a:custGeom>
              <a:rect b="b" l="l" r="r" t="t"/>
              <a:pathLst>
                <a:path extrusionOk="0" h="3110" w="4250">
                  <a:moveTo>
                    <a:pt x="2692" y="1"/>
                  </a:moveTo>
                  <a:cubicBezTo>
                    <a:pt x="1946" y="1"/>
                    <a:pt x="551" y="443"/>
                    <a:pt x="289" y="866"/>
                  </a:cubicBezTo>
                  <a:cubicBezTo>
                    <a:pt x="0" y="1331"/>
                    <a:pt x="560" y="1878"/>
                    <a:pt x="1185" y="2004"/>
                  </a:cubicBezTo>
                  <a:cubicBezTo>
                    <a:pt x="1324" y="2032"/>
                    <a:pt x="1498" y="2042"/>
                    <a:pt x="1684" y="2042"/>
                  </a:cubicBezTo>
                  <a:cubicBezTo>
                    <a:pt x="2334" y="2042"/>
                    <a:pt x="3137" y="1909"/>
                    <a:pt x="3137" y="1909"/>
                  </a:cubicBezTo>
                  <a:lnTo>
                    <a:pt x="3137" y="1909"/>
                  </a:lnTo>
                  <a:cubicBezTo>
                    <a:pt x="2818" y="2396"/>
                    <a:pt x="3208" y="2647"/>
                    <a:pt x="3339" y="2667"/>
                  </a:cubicBezTo>
                  <a:cubicBezTo>
                    <a:pt x="3471" y="2688"/>
                    <a:pt x="3754" y="3110"/>
                    <a:pt x="3754" y="3110"/>
                  </a:cubicBezTo>
                  <a:lnTo>
                    <a:pt x="3963" y="2980"/>
                  </a:lnTo>
                  <a:cubicBezTo>
                    <a:pt x="3963" y="2980"/>
                    <a:pt x="4249" y="1681"/>
                    <a:pt x="4222" y="1004"/>
                  </a:cubicBezTo>
                  <a:cubicBezTo>
                    <a:pt x="4195" y="328"/>
                    <a:pt x="3555" y="118"/>
                    <a:pt x="2899" y="15"/>
                  </a:cubicBezTo>
                  <a:cubicBezTo>
                    <a:pt x="2838" y="5"/>
                    <a:pt x="2768" y="1"/>
                    <a:pt x="26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9"/>
            <p:cNvSpPr/>
            <p:nvPr/>
          </p:nvSpPr>
          <p:spPr>
            <a:xfrm>
              <a:off x="7312019" y="1623803"/>
              <a:ext cx="453635" cy="351327"/>
            </a:xfrm>
            <a:custGeom>
              <a:rect b="b" l="l" r="r" t="t"/>
              <a:pathLst>
                <a:path extrusionOk="0" h="3228" w="4168">
                  <a:moveTo>
                    <a:pt x="2560" y="101"/>
                  </a:moveTo>
                  <a:cubicBezTo>
                    <a:pt x="2634" y="101"/>
                    <a:pt x="2701" y="105"/>
                    <a:pt x="2759" y="114"/>
                  </a:cubicBezTo>
                  <a:cubicBezTo>
                    <a:pt x="3377" y="212"/>
                    <a:pt x="4013" y="401"/>
                    <a:pt x="4040" y="1057"/>
                  </a:cubicBezTo>
                  <a:cubicBezTo>
                    <a:pt x="4065" y="1673"/>
                    <a:pt x="3822" y="2830"/>
                    <a:pt x="3787" y="2999"/>
                  </a:cubicBezTo>
                  <a:lnTo>
                    <a:pt x="3637" y="3091"/>
                  </a:lnTo>
                  <a:cubicBezTo>
                    <a:pt x="3553" y="2972"/>
                    <a:pt x="3343" y="2687"/>
                    <a:pt x="3216" y="2667"/>
                  </a:cubicBezTo>
                  <a:cubicBezTo>
                    <a:pt x="3157" y="2658"/>
                    <a:pt x="3022" y="2586"/>
                    <a:pt x="2963" y="2451"/>
                  </a:cubicBezTo>
                  <a:cubicBezTo>
                    <a:pt x="2903" y="2318"/>
                    <a:pt x="2932" y="2162"/>
                    <a:pt x="3047" y="1986"/>
                  </a:cubicBezTo>
                  <a:lnTo>
                    <a:pt x="3110" y="1890"/>
                  </a:lnTo>
                  <a:lnTo>
                    <a:pt x="2996" y="1909"/>
                  </a:lnTo>
                  <a:cubicBezTo>
                    <a:pt x="2987" y="1911"/>
                    <a:pt x="2191" y="2042"/>
                    <a:pt x="1551" y="2042"/>
                  </a:cubicBezTo>
                  <a:cubicBezTo>
                    <a:pt x="1368" y="2042"/>
                    <a:pt x="1199" y="2031"/>
                    <a:pt x="1064" y="2004"/>
                  </a:cubicBezTo>
                  <a:cubicBezTo>
                    <a:pt x="663" y="1923"/>
                    <a:pt x="297" y="1667"/>
                    <a:pt x="173" y="1382"/>
                  </a:cubicBezTo>
                  <a:cubicBezTo>
                    <a:pt x="107" y="1227"/>
                    <a:pt x="115" y="1080"/>
                    <a:pt x="200" y="942"/>
                  </a:cubicBezTo>
                  <a:cubicBezTo>
                    <a:pt x="455" y="532"/>
                    <a:pt x="1830" y="101"/>
                    <a:pt x="2560" y="101"/>
                  </a:cubicBezTo>
                  <a:close/>
                  <a:moveTo>
                    <a:pt x="2558" y="1"/>
                  </a:moveTo>
                  <a:cubicBezTo>
                    <a:pt x="1791" y="1"/>
                    <a:pt x="388" y="450"/>
                    <a:pt x="114" y="890"/>
                  </a:cubicBezTo>
                  <a:cubicBezTo>
                    <a:pt x="12" y="1054"/>
                    <a:pt x="1" y="1237"/>
                    <a:pt x="80" y="1422"/>
                  </a:cubicBezTo>
                  <a:cubicBezTo>
                    <a:pt x="217" y="1737"/>
                    <a:pt x="612" y="2016"/>
                    <a:pt x="1043" y="2103"/>
                  </a:cubicBezTo>
                  <a:cubicBezTo>
                    <a:pt x="1186" y="2132"/>
                    <a:pt x="1365" y="2143"/>
                    <a:pt x="1555" y="2143"/>
                  </a:cubicBezTo>
                  <a:cubicBezTo>
                    <a:pt x="2069" y="2143"/>
                    <a:pt x="2669" y="2061"/>
                    <a:pt x="2908" y="2025"/>
                  </a:cubicBezTo>
                  <a:lnTo>
                    <a:pt x="2908" y="2025"/>
                  </a:lnTo>
                  <a:cubicBezTo>
                    <a:pt x="2801" y="2235"/>
                    <a:pt x="2826" y="2392"/>
                    <a:pt x="2871" y="2492"/>
                  </a:cubicBezTo>
                  <a:cubicBezTo>
                    <a:pt x="2943" y="2658"/>
                    <a:pt x="3107" y="2752"/>
                    <a:pt x="3200" y="2767"/>
                  </a:cubicBezTo>
                  <a:cubicBezTo>
                    <a:pt x="3267" y="2778"/>
                    <a:pt x="3450" y="2994"/>
                    <a:pt x="3580" y="3188"/>
                  </a:cubicBezTo>
                  <a:lnTo>
                    <a:pt x="3607" y="3228"/>
                  </a:lnTo>
                  <a:lnTo>
                    <a:pt x="3875" y="3063"/>
                  </a:lnTo>
                  <a:lnTo>
                    <a:pt x="3880" y="3042"/>
                  </a:lnTo>
                  <a:cubicBezTo>
                    <a:pt x="3892" y="2989"/>
                    <a:pt x="4168" y="1728"/>
                    <a:pt x="4140" y="1052"/>
                  </a:cubicBezTo>
                  <a:cubicBezTo>
                    <a:pt x="4110" y="320"/>
                    <a:pt x="3394" y="113"/>
                    <a:pt x="2774" y="16"/>
                  </a:cubicBezTo>
                  <a:cubicBezTo>
                    <a:pt x="2710" y="6"/>
                    <a:pt x="2638" y="1"/>
                    <a:pt x="25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9"/>
            <p:cNvSpPr/>
            <p:nvPr/>
          </p:nvSpPr>
          <p:spPr>
            <a:xfrm>
              <a:off x="7655404" y="1917231"/>
              <a:ext cx="118742" cy="142359"/>
            </a:xfrm>
            <a:custGeom>
              <a:rect b="b" l="l" r="r" t="t"/>
              <a:pathLst>
                <a:path extrusionOk="0" h="1308" w="1091">
                  <a:moveTo>
                    <a:pt x="796" y="0"/>
                  </a:moveTo>
                  <a:cubicBezTo>
                    <a:pt x="552" y="0"/>
                    <a:pt x="126" y="409"/>
                    <a:pt x="126" y="409"/>
                  </a:cubicBezTo>
                  <a:lnTo>
                    <a:pt x="1" y="1197"/>
                  </a:lnTo>
                  <a:cubicBezTo>
                    <a:pt x="1" y="1197"/>
                    <a:pt x="62" y="1308"/>
                    <a:pt x="205" y="1308"/>
                  </a:cubicBezTo>
                  <a:cubicBezTo>
                    <a:pt x="283" y="1308"/>
                    <a:pt x="386" y="1274"/>
                    <a:pt x="516" y="1171"/>
                  </a:cubicBezTo>
                  <a:cubicBezTo>
                    <a:pt x="886" y="879"/>
                    <a:pt x="1090" y="266"/>
                    <a:pt x="910" y="49"/>
                  </a:cubicBezTo>
                  <a:cubicBezTo>
                    <a:pt x="881" y="15"/>
                    <a:pt x="842" y="0"/>
                    <a:pt x="796"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9"/>
            <p:cNvSpPr/>
            <p:nvPr/>
          </p:nvSpPr>
          <p:spPr>
            <a:xfrm>
              <a:off x="7649201" y="1911789"/>
              <a:ext cx="119177" cy="153243"/>
            </a:xfrm>
            <a:custGeom>
              <a:rect b="b" l="l" r="r" t="t"/>
              <a:pathLst>
                <a:path extrusionOk="0" h="1408" w="1095">
                  <a:moveTo>
                    <a:pt x="853" y="0"/>
                  </a:moveTo>
                  <a:cubicBezTo>
                    <a:pt x="596" y="0"/>
                    <a:pt x="194" y="379"/>
                    <a:pt x="148" y="423"/>
                  </a:cubicBezTo>
                  <a:cubicBezTo>
                    <a:pt x="128" y="442"/>
                    <a:pt x="127" y="474"/>
                    <a:pt x="146" y="495"/>
                  </a:cubicBezTo>
                  <a:cubicBezTo>
                    <a:pt x="156" y="505"/>
                    <a:pt x="169" y="510"/>
                    <a:pt x="182" y="510"/>
                  </a:cubicBezTo>
                  <a:cubicBezTo>
                    <a:pt x="195" y="510"/>
                    <a:pt x="208" y="505"/>
                    <a:pt x="217" y="496"/>
                  </a:cubicBezTo>
                  <a:cubicBezTo>
                    <a:pt x="334" y="385"/>
                    <a:pt x="671" y="101"/>
                    <a:pt x="850" y="101"/>
                  </a:cubicBezTo>
                  <a:cubicBezTo>
                    <a:pt x="854" y="101"/>
                    <a:pt x="858" y="101"/>
                    <a:pt x="862" y="101"/>
                  </a:cubicBezTo>
                  <a:cubicBezTo>
                    <a:pt x="890" y="102"/>
                    <a:pt x="912" y="113"/>
                    <a:pt x="928" y="132"/>
                  </a:cubicBezTo>
                  <a:cubicBezTo>
                    <a:pt x="973" y="186"/>
                    <a:pt x="991" y="280"/>
                    <a:pt x="979" y="396"/>
                  </a:cubicBezTo>
                  <a:cubicBezTo>
                    <a:pt x="954" y="634"/>
                    <a:pt x="797" y="981"/>
                    <a:pt x="543" y="1181"/>
                  </a:cubicBezTo>
                  <a:cubicBezTo>
                    <a:pt x="437" y="1264"/>
                    <a:pt x="340" y="1307"/>
                    <a:pt x="260" y="1307"/>
                  </a:cubicBezTo>
                  <a:cubicBezTo>
                    <a:pt x="247" y="1307"/>
                    <a:pt x="235" y="1306"/>
                    <a:pt x="223" y="1304"/>
                  </a:cubicBezTo>
                  <a:cubicBezTo>
                    <a:pt x="141" y="1287"/>
                    <a:pt x="103" y="1225"/>
                    <a:pt x="102" y="1222"/>
                  </a:cubicBezTo>
                  <a:cubicBezTo>
                    <a:pt x="94" y="1206"/>
                    <a:pt x="76" y="1196"/>
                    <a:pt x="59" y="1196"/>
                  </a:cubicBezTo>
                  <a:cubicBezTo>
                    <a:pt x="50" y="1196"/>
                    <a:pt x="42" y="1199"/>
                    <a:pt x="34" y="1203"/>
                  </a:cubicBezTo>
                  <a:cubicBezTo>
                    <a:pt x="10" y="1216"/>
                    <a:pt x="0" y="1247"/>
                    <a:pt x="14" y="1271"/>
                  </a:cubicBezTo>
                  <a:cubicBezTo>
                    <a:pt x="16" y="1275"/>
                    <a:pt x="74" y="1376"/>
                    <a:pt x="201" y="1401"/>
                  </a:cubicBezTo>
                  <a:cubicBezTo>
                    <a:pt x="221" y="1405"/>
                    <a:pt x="242" y="1408"/>
                    <a:pt x="262" y="1408"/>
                  </a:cubicBezTo>
                  <a:cubicBezTo>
                    <a:pt x="365" y="1408"/>
                    <a:pt x="481" y="1358"/>
                    <a:pt x="605" y="1261"/>
                  </a:cubicBezTo>
                  <a:cubicBezTo>
                    <a:pt x="852" y="1064"/>
                    <a:pt x="1048" y="714"/>
                    <a:pt x="1079" y="408"/>
                  </a:cubicBezTo>
                  <a:cubicBezTo>
                    <a:pt x="1095" y="261"/>
                    <a:pt x="1068" y="143"/>
                    <a:pt x="1006" y="67"/>
                  </a:cubicBezTo>
                  <a:cubicBezTo>
                    <a:pt x="971" y="26"/>
                    <a:pt x="925" y="4"/>
                    <a:pt x="867" y="0"/>
                  </a:cubicBezTo>
                  <a:cubicBezTo>
                    <a:pt x="862" y="0"/>
                    <a:pt x="858"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9"/>
            <p:cNvSpPr/>
            <p:nvPr/>
          </p:nvSpPr>
          <p:spPr>
            <a:xfrm>
              <a:off x="7059405" y="3177035"/>
              <a:ext cx="484000" cy="1232585"/>
            </a:xfrm>
            <a:custGeom>
              <a:rect b="b" l="l" r="r" t="t"/>
              <a:pathLst>
                <a:path extrusionOk="0" h="11325" w="4447">
                  <a:moveTo>
                    <a:pt x="2039" y="0"/>
                  </a:moveTo>
                  <a:cubicBezTo>
                    <a:pt x="1686" y="0"/>
                    <a:pt x="1300" y="132"/>
                    <a:pt x="925" y="445"/>
                  </a:cubicBezTo>
                  <a:cubicBezTo>
                    <a:pt x="1" y="1216"/>
                    <a:pt x="589" y="2619"/>
                    <a:pt x="790" y="3641"/>
                  </a:cubicBezTo>
                  <a:cubicBezTo>
                    <a:pt x="990" y="4663"/>
                    <a:pt x="2484" y="10755"/>
                    <a:pt x="2484" y="10755"/>
                  </a:cubicBezTo>
                  <a:lnTo>
                    <a:pt x="4447" y="11324"/>
                  </a:lnTo>
                  <a:cubicBezTo>
                    <a:pt x="4447" y="11324"/>
                    <a:pt x="3600" y="1409"/>
                    <a:pt x="3224" y="704"/>
                  </a:cubicBezTo>
                  <a:cubicBezTo>
                    <a:pt x="3001" y="285"/>
                    <a:pt x="2557" y="0"/>
                    <a:pt x="203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9"/>
            <p:cNvSpPr/>
            <p:nvPr/>
          </p:nvSpPr>
          <p:spPr>
            <a:xfrm>
              <a:off x="7071159" y="3171484"/>
              <a:ext cx="478450" cy="1245536"/>
            </a:xfrm>
            <a:custGeom>
              <a:rect b="b" l="l" r="r" t="t"/>
              <a:pathLst>
                <a:path extrusionOk="0" h="11444" w="4396">
                  <a:moveTo>
                    <a:pt x="1933" y="101"/>
                  </a:moveTo>
                  <a:cubicBezTo>
                    <a:pt x="2018" y="101"/>
                    <a:pt x="2103" y="109"/>
                    <a:pt x="2186" y="125"/>
                  </a:cubicBezTo>
                  <a:cubicBezTo>
                    <a:pt x="2567" y="200"/>
                    <a:pt x="2890" y="438"/>
                    <a:pt x="3072" y="779"/>
                  </a:cubicBezTo>
                  <a:cubicBezTo>
                    <a:pt x="3421" y="1435"/>
                    <a:pt x="4204" y="10399"/>
                    <a:pt x="4282" y="11306"/>
                  </a:cubicBezTo>
                  <a:lnTo>
                    <a:pt x="2418" y="10766"/>
                  </a:lnTo>
                  <a:cubicBezTo>
                    <a:pt x="2308" y="10313"/>
                    <a:pt x="921" y="4656"/>
                    <a:pt x="731" y="3683"/>
                  </a:cubicBezTo>
                  <a:cubicBezTo>
                    <a:pt x="695" y="3499"/>
                    <a:pt x="647" y="3306"/>
                    <a:pt x="597" y="3102"/>
                  </a:cubicBezTo>
                  <a:cubicBezTo>
                    <a:pt x="371" y="2186"/>
                    <a:pt x="114" y="1149"/>
                    <a:pt x="849" y="535"/>
                  </a:cubicBezTo>
                  <a:cubicBezTo>
                    <a:pt x="1190" y="250"/>
                    <a:pt x="1567" y="101"/>
                    <a:pt x="1933" y="101"/>
                  </a:cubicBezTo>
                  <a:close/>
                  <a:moveTo>
                    <a:pt x="1932" y="1"/>
                  </a:moveTo>
                  <a:cubicBezTo>
                    <a:pt x="1542" y="1"/>
                    <a:pt x="1143" y="158"/>
                    <a:pt x="784" y="457"/>
                  </a:cubicBezTo>
                  <a:cubicBezTo>
                    <a:pt x="1" y="1111"/>
                    <a:pt x="266" y="2182"/>
                    <a:pt x="499" y="3127"/>
                  </a:cubicBezTo>
                  <a:cubicBezTo>
                    <a:pt x="549" y="3329"/>
                    <a:pt x="597" y="3521"/>
                    <a:pt x="632" y="3702"/>
                  </a:cubicBezTo>
                  <a:cubicBezTo>
                    <a:pt x="830" y="4713"/>
                    <a:pt x="2312" y="10756"/>
                    <a:pt x="2327" y="10817"/>
                  </a:cubicBezTo>
                  <a:lnTo>
                    <a:pt x="2334" y="10845"/>
                  </a:lnTo>
                  <a:lnTo>
                    <a:pt x="4395" y="11444"/>
                  </a:lnTo>
                  <a:lnTo>
                    <a:pt x="4395" y="11444"/>
                  </a:lnTo>
                  <a:lnTo>
                    <a:pt x="4389" y="11371"/>
                  </a:lnTo>
                  <a:cubicBezTo>
                    <a:pt x="4354" y="10965"/>
                    <a:pt x="3537" y="1438"/>
                    <a:pt x="3161" y="732"/>
                  </a:cubicBezTo>
                  <a:cubicBezTo>
                    <a:pt x="2965" y="365"/>
                    <a:pt x="2617" y="108"/>
                    <a:pt x="2205" y="27"/>
                  </a:cubicBezTo>
                  <a:cubicBezTo>
                    <a:pt x="2115" y="9"/>
                    <a:pt x="2024" y="1"/>
                    <a:pt x="19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9"/>
            <p:cNvSpPr/>
            <p:nvPr/>
          </p:nvSpPr>
          <p:spPr>
            <a:xfrm>
              <a:off x="7158121" y="4347483"/>
              <a:ext cx="425446" cy="250217"/>
            </a:xfrm>
            <a:custGeom>
              <a:rect b="b" l="l" r="r" t="t"/>
              <a:pathLst>
                <a:path extrusionOk="0" h="2299" w="3909">
                  <a:moveTo>
                    <a:pt x="1577" y="1"/>
                  </a:moveTo>
                  <a:lnTo>
                    <a:pt x="1269" y="849"/>
                  </a:lnTo>
                  <a:cubicBezTo>
                    <a:pt x="1269" y="849"/>
                    <a:pt x="0" y="1859"/>
                    <a:pt x="52" y="2014"/>
                  </a:cubicBezTo>
                  <a:cubicBezTo>
                    <a:pt x="61" y="2040"/>
                    <a:pt x="66" y="2066"/>
                    <a:pt x="69" y="2090"/>
                  </a:cubicBezTo>
                  <a:cubicBezTo>
                    <a:pt x="87" y="2208"/>
                    <a:pt x="184" y="2299"/>
                    <a:pt x="304" y="2299"/>
                  </a:cubicBezTo>
                  <a:lnTo>
                    <a:pt x="3856" y="2299"/>
                  </a:lnTo>
                  <a:cubicBezTo>
                    <a:pt x="3856" y="2299"/>
                    <a:pt x="3909" y="1755"/>
                    <a:pt x="3856" y="1393"/>
                  </a:cubicBezTo>
                  <a:cubicBezTo>
                    <a:pt x="3805" y="1031"/>
                    <a:pt x="3550" y="528"/>
                    <a:pt x="3550" y="528"/>
                  </a:cubicBezTo>
                  <a:lnTo>
                    <a:pt x="15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9"/>
            <p:cNvSpPr/>
            <p:nvPr/>
          </p:nvSpPr>
          <p:spPr>
            <a:xfrm>
              <a:off x="7152571" y="4340844"/>
              <a:ext cx="436438" cy="262298"/>
            </a:xfrm>
            <a:custGeom>
              <a:rect b="b" l="l" r="r" t="t"/>
              <a:pathLst>
                <a:path extrusionOk="0" h="2410" w="4010">
                  <a:moveTo>
                    <a:pt x="1660" y="122"/>
                  </a:moveTo>
                  <a:lnTo>
                    <a:pt x="3566" y="632"/>
                  </a:lnTo>
                  <a:cubicBezTo>
                    <a:pt x="3614" y="729"/>
                    <a:pt x="3813" y="1152"/>
                    <a:pt x="3858" y="1461"/>
                  </a:cubicBezTo>
                  <a:cubicBezTo>
                    <a:pt x="3899" y="1753"/>
                    <a:pt x="3872" y="2172"/>
                    <a:pt x="3861" y="2309"/>
                  </a:cubicBezTo>
                  <a:lnTo>
                    <a:pt x="355" y="2309"/>
                  </a:lnTo>
                  <a:cubicBezTo>
                    <a:pt x="263" y="2309"/>
                    <a:pt x="185" y="2240"/>
                    <a:pt x="171" y="2142"/>
                  </a:cubicBezTo>
                  <a:cubicBezTo>
                    <a:pt x="167" y="2114"/>
                    <a:pt x="159" y="2087"/>
                    <a:pt x="152" y="2066"/>
                  </a:cubicBezTo>
                  <a:cubicBezTo>
                    <a:pt x="160" y="1958"/>
                    <a:pt x="768" y="1414"/>
                    <a:pt x="1351" y="950"/>
                  </a:cubicBezTo>
                  <a:lnTo>
                    <a:pt x="1362" y="941"/>
                  </a:lnTo>
                  <a:lnTo>
                    <a:pt x="1660" y="122"/>
                  </a:lnTo>
                  <a:close/>
                  <a:moveTo>
                    <a:pt x="1597" y="1"/>
                  </a:moveTo>
                  <a:lnTo>
                    <a:pt x="1277" y="880"/>
                  </a:lnTo>
                  <a:cubicBezTo>
                    <a:pt x="792" y="1266"/>
                    <a:pt x="1" y="1928"/>
                    <a:pt x="55" y="2091"/>
                  </a:cubicBezTo>
                  <a:cubicBezTo>
                    <a:pt x="63" y="2114"/>
                    <a:pt x="68" y="2136"/>
                    <a:pt x="71" y="2158"/>
                  </a:cubicBezTo>
                  <a:cubicBezTo>
                    <a:pt x="93" y="2304"/>
                    <a:pt x="213" y="2410"/>
                    <a:pt x="355" y="2410"/>
                  </a:cubicBezTo>
                  <a:lnTo>
                    <a:pt x="3954" y="2410"/>
                  </a:lnTo>
                  <a:lnTo>
                    <a:pt x="3958" y="2365"/>
                  </a:lnTo>
                  <a:cubicBezTo>
                    <a:pt x="3960" y="2343"/>
                    <a:pt x="4009" y="1811"/>
                    <a:pt x="3958" y="1447"/>
                  </a:cubicBezTo>
                  <a:cubicBezTo>
                    <a:pt x="3905" y="1080"/>
                    <a:pt x="3657" y="587"/>
                    <a:pt x="3646" y="567"/>
                  </a:cubicBezTo>
                  <a:lnTo>
                    <a:pt x="3636" y="546"/>
                  </a:lnTo>
                  <a:lnTo>
                    <a:pt x="15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9"/>
            <p:cNvSpPr/>
            <p:nvPr/>
          </p:nvSpPr>
          <p:spPr>
            <a:xfrm>
              <a:off x="7157251" y="4555582"/>
              <a:ext cx="428493" cy="47562"/>
            </a:xfrm>
            <a:custGeom>
              <a:rect b="b" l="l" r="r" t="t"/>
              <a:pathLst>
                <a:path extrusionOk="0" h="437" w="3937">
                  <a:moveTo>
                    <a:pt x="3832" y="101"/>
                  </a:moveTo>
                  <a:cubicBezTo>
                    <a:pt x="3828" y="203"/>
                    <a:pt x="3822" y="288"/>
                    <a:pt x="3818" y="337"/>
                  </a:cubicBezTo>
                  <a:lnTo>
                    <a:pt x="311" y="337"/>
                  </a:lnTo>
                  <a:cubicBezTo>
                    <a:pt x="220" y="337"/>
                    <a:pt x="142" y="267"/>
                    <a:pt x="128" y="169"/>
                  </a:cubicBezTo>
                  <a:cubicBezTo>
                    <a:pt x="124" y="145"/>
                    <a:pt x="118" y="120"/>
                    <a:pt x="111" y="101"/>
                  </a:cubicBezTo>
                  <a:close/>
                  <a:moveTo>
                    <a:pt x="41" y="0"/>
                  </a:moveTo>
                  <a:lnTo>
                    <a:pt x="26" y="28"/>
                  </a:lnTo>
                  <a:cubicBezTo>
                    <a:pt x="15" y="51"/>
                    <a:pt x="1" y="85"/>
                    <a:pt x="12" y="118"/>
                  </a:cubicBezTo>
                  <a:cubicBezTo>
                    <a:pt x="20" y="141"/>
                    <a:pt x="25" y="163"/>
                    <a:pt x="28" y="185"/>
                  </a:cubicBezTo>
                  <a:cubicBezTo>
                    <a:pt x="50" y="331"/>
                    <a:pt x="170" y="437"/>
                    <a:pt x="312" y="437"/>
                  </a:cubicBezTo>
                  <a:lnTo>
                    <a:pt x="3911" y="437"/>
                  </a:lnTo>
                  <a:lnTo>
                    <a:pt x="3915" y="392"/>
                  </a:lnTo>
                  <a:cubicBezTo>
                    <a:pt x="3915" y="390"/>
                    <a:pt x="3928" y="242"/>
                    <a:pt x="3935" y="52"/>
                  </a:cubicBezTo>
                  <a:lnTo>
                    <a:pt x="393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9"/>
            <p:cNvSpPr/>
            <p:nvPr/>
          </p:nvSpPr>
          <p:spPr>
            <a:xfrm>
              <a:off x="7636140" y="3172899"/>
              <a:ext cx="424902" cy="1242054"/>
            </a:xfrm>
            <a:custGeom>
              <a:rect b="b" l="l" r="r" t="t"/>
              <a:pathLst>
                <a:path extrusionOk="0" h="11412" w="3904">
                  <a:moveTo>
                    <a:pt x="1875" y="1"/>
                  </a:moveTo>
                  <a:cubicBezTo>
                    <a:pt x="1331" y="1"/>
                    <a:pt x="873" y="312"/>
                    <a:pt x="661" y="758"/>
                  </a:cubicBezTo>
                  <a:cubicBezTo>
                    <a:pt x="316" y="1479"/>
                    <a:pt x="1" y="11412"/>
                    <a:pt x="1" y="11412"/>
                  </a:cubicBezTo>
                  <a:lnTo>
                    <a:pt x="1957" y="10835"/>
                  </a:lnTo>
                  <a:cubicBezTo>
                    <a:pt x="1957" y="10835"/>
                    <a:pt x="3065" y="4616"/>
                    <a:pt x="3220" y="3586"/>
                  </a:cubicBezTo>
                  <a:cubicBezTo>
                    <a:pt x="3376" y="2556"/>
                    <a:pt x="3903" y="1129"/>
                    <a:pt x="2946" y="399"/>
                  </a:cubicBezTo>
                  <a:cubicBezTo>
                    <a:pt x="2581" y="120"/>
                    <a:pt x="2211" y="1"/>
                    <a:pt x="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9"/>
            <p:cNvSpPr/>
            <p:nvPr/>
          </p:nvSpPr>
          <p:spPr>
            <a:xfrm>
              <a:off x="7630480" y="3167566"/>
              <a:ext cx="418045" cy="1254788"/>
            </a:xfrm>
            <a:custGeom>
              <a:rect b="b" l="l" r="r" t="t"/>
              <a:pathLst>
                <a:path extrusionOk="0" h="11529" w="3841">
                  <a:moveTo>
                    <a:pt x="1926" y="101"/>
                  </a:moveTo>
                  <a:cubicBezTo>
                    <a:pt x="2274" y="101"/>
                    <a:pt x="2635" y="233"/>
                    <a:pt x="2969" y="488"/>
                  </a:cubicBezTo>
                  <a:cubicBezTo>
                    <a:pt x="3730" y="1069"/>
                    <a:pt x="3519" y="2117"/>
                    <a:pt x="3332" y="3042"/>
                  </a:cubicBezTo>
                  <a:cubicBezTo>
                    <a:pt x="3290" y="3249"/>
                    <a:pt x="3251" y="3443"/>
                    <a:pt x="3223" y="3627"/>
                  </a:cubicBezTo>
                  <a:cubicBezTo>
                    <a:pt x="3075" y="4607"/>
                    <a:pt x="2050" y="10369"/>
                    <a:pt x="1966" y="10844"/>
                  </a:cubicBezTo>
                  <a:lnTo>
                    <a:pt x="106" y="11392"/>
                  </a:lnTo>
                  <a:cubicBezTo>
                    <a:pt x="134" y="10505"/>
                    <a:pt x="437" y="1500"/>
                    <a:pt x="758" y="829"/>
                  </a:cubicBezTo>
                  <a:cubicBezTo>
                    <a:pt x="925" y="480"/>
                    <a:pt x="1237" y="229"/>
                    <a:pt x="1615" y="137"/>
                  </a:cubicBezTo>
                  <a:cubicBezTo>
                    <a:pt x="1717" y="113"/>
                    <a:pt x="1821" y="101"/>
                    <a:pt x="1926" y="101"/>
                  </a:cubicBezTo>
                  <a:close/>
                  <a:moveTo>
                    <a:pt x="1927" y="0"/>
                  </a:moveTo>
                  <a:cubicBezTo>
                    <a:pt x="1813" y="0"/>
                    <a:pt x="1701" y="13"/>
                    <a:pt x="1591" y="40"/>
                  </a:cubicBezTo>
                  <a:cubicBezTo>
                    <a:pt x="1184" y="137"/>
                    <a:pt x="847" y="409"/>
                    <a:pt x="668" y="785"/>
                  </a:cubicBezTo>
                  <a:cubicBezTo>
                    <a:pt x="322" y="1507"/>
                    <a:pt x="16" y="11052"/>
                    <a:pt x="2" y="11459"/>
                  </a:cubicBezTo>
                  <a:lnTo>
                    <a:pt x="0" y="11529"/>
                  </a:lnTo>
                  <a:lnTo>
                    <a:pt x="2054" y="10923"/>
                  </a:lnTo>
                  <a:lnTo>
                    <a:pt x="2059" y="10893"/>
                  </a:lnTo>
                  <a:cubicBezTo>
                    <a:pt x="2071" y="10830"/>
                    <a:pt x="3169" y="4661"/>
                    <a:pt x="3322" y="3643"/>
                  </a:cubicBezTo>
                  <a:cubicBezTo>
                    <a:pt x="3350" y="3461"/>
                    <a:pt x="3390" y="3266"/>
                    <a:pt x="3430" y="3062"/>
                  </a:cubicBezTo>
                  <a:cubicBezTo>
                    <a:pt x="3622" y="2108"/>
                    <a:pt x="3841" y="1027"/>
                    <a:pt x="3030" y="408"/>
                  </a:cubicBezTo>
                  <a:cubicBezTo>
                    <a:pt x="2678" y="140"/>
                    <a:pt x="2297" y="0"/>
                    <a:pt x="19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9"/>
            <p:cNvSpPr/>
            <p:nvPr/>
          </p:nvSpPr>
          <p:spPr>
            <a:xfrm>
              <a:off x="7594128" y="4352054"/>
              <a:ext cx="425555" cy="245646"/>
            </a:xfrm>
            <a:custGeom>
              <a:rect b="b" l="l" r="r" t="t"/>
              <a:pathLst>
                <a:path extrusionOk="0" h="2257" w="3910">
                  <a:moveTo>
                    <a:pt x="2343" y="1"/>
                  </a:moveTo>
                  <a:lnTo>
                    <a:pt x="358" y="486"/>
                  </a:lnTo>
                  <a:cubicBezTo>
                    <a:pt x="358" y="486"/>
                    <a:pt x="104" y="989"/>
                    <a:pt x="52" y="1351"/>
                  </a:cubicBezTo>
                  <a:cubicBezTo>
                    <a:pt x="0" y="1713"/>
                    <a:pt x="52" y="2257"/>
                    <a:pt x="52" y="2257"/>
                  </a:cubicBezTo>
                  <a:lnTo>
                    <a:pt x="3605" y="2257"/>
                  </a:lnTo>
                  <a:cubicBezTo>
                    <a:pt x="3725" y="2257"/>
                    <a:pt x="3821" y="2166"/>
                    <a:pt x="3839" y="2048"/>
                  </a:cubicBezTo>
                  <a:cubicBezTo>
                    <a:pt x="3842" y="2024"/>
                    <a:pt x="3848" y="1998"/>
                    <a:pt x="3857" y="1972"/>
                  </a:cubicBezTo>
                  <a:cubicBezTo>
                    <a:pt x="3909" y="1817"/>
                    <a:pt x="2641" y="807"/>
                    <a:pt x="2641" y="807"/>
                  </a:cubicBezTo>
                  <a:lnTo>
                    <a:pt x="234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9"/>
            <p:cNvSpPr/>
            <p:nvPr/>
          </p:nvSpPr>
          <p:spPr>
            <a:xfrm>
              <a:off x="7588686" y="4345524"/>
              <a:ext cx="436438" cy="257618"/>
            </a:xfrm>
            <a:custGeom>
              <a:rect b="b" l="l" r="r" t="t"/>
              <a:pathLst>
                <a:path extrusionOk="0" h="2367" w="4010">
                  <a:moveTo>
                    <a:pt x="2361" y="120"/>
                  </a:moveTo>
                  <a:lnTo>
                    <a:pt x="2649" y="898"/>
                  </a:lnTo>
                  <a:lnTo>
                    <a:pt x="2659" y="907"/>
                  </a:lnTo>
                  <a:cubicBezTo>
                    <a:pt x="3242" y="1371"/>
                    <a:pt x="3850" y="1915"/>
                    <a:pt x="3860" y="2017"/>
                  </a:cubicBezTo>
                  <a:cubicBezTo>
                    <a:pt x="3850" y="2044"/>
                    <a:pt x="3844" y="2071"/>
                    <a:pt x="3840" y="2099"/>
                  </a:cubicBezTo>
                  <a:cubicBezTo>
                    <a:pt x="3825" y="2197"/>
                    <a:pt x="3747" y="2266"/>
                    <a:pt x="3655" y="2266"/>
                  </a:cubicBezTo>
                  <a:lnTo>
                    <a:pt x="149" y="2266"/>
                  </a:lnTo>
                  <a:cubicBezTo>
                    <a:pt x="138" y="2129"/>
                    <a:pt x="110" y="1710"/>
                    <a:pt x="152" y="1418"/>
                  </a:cubicBezTo>
                  <a:cubicBezTo>
                    <a:pt x="196" y="1109"/>
                    <a:pt x="396" y="687"/>
                    <a:pt x="443" y="590"/>
                  </a:cubicBezTo>
                  <a:lnTo>
                    <a:pt x="2361" y="120"/>
                  </a:lnTo>
                  <a:close/>
                  <a:moveTo>
                    <a:pt x="2425" y="1"/>
                  </a:moveTo>
                  <a:lnTo>
                    <a:pt x="375" y="503"/>
                  </a:lnTo>
                  <a:lnTo>
                    <a:pt x="364" y="524"/>
                  </a:lnTo>
                  <a:cubicBezTo>
                    <a:pt x="354" y="544"/>
                    <a:pt x="105" y="1037"/>
                    <a:pt x="53" y="1404"/>
                  </a:cubicBezTo>
                  <a:cubicBezTo>
                    <a:pt x="0" y="1768"/>
                    <a:pt x="50" y="2300"/>
                    <a:pt x="53" y="2322"/>
                  </a:cubicBezTo>
                  <a:lnTo>
                    <a:pt x="57" y="2367"/>
                  </a:lnTo>
                  <a:lnTo>
                    <a:pt x="3655" y="2367"/>
                  </a:lnTo>
                  <a:cubicBezTo>
                    <a:pt x="3798" y="2367"/>
                    <a:pt x="3917" y="2261"/>
                    <a:pt x="3939" y="2115"/>
                  </a:cubicBezTo>
                  <a:cubicBezTo>
                    <a:pt x="3942" y="2093"/>
                    <a:pt x="3947" y="2071"/>
                    <a:pt x="3955" y="2048"/>
                  </a:cubicBezTo>
                  <a:cubicBezTo>
                    <a:pt x="4010" y="1885"/>
                    <a:pt x="3218" y="1223"/>
                    <a:pt x="2733" y="837"/>
                  </a:cubicBezTo>
                  <a:lnTo>
                    <a:pt x="24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9"/>
            <p:cNvSpPr/>
            <p:nvPr/>
          </p:nvSpPr>
          <p:spPr>
            <a:xfrm>
              <a:off x="7591951" y="4555582"/>
              <a:ext cx="428384" cy="47562"/>
            </a:xfrm>
            <a:custGeom>
              <a:rect b="b" l="l" r="r" t="t"/>
              <a:pathLst>
                <a:path extrusionOk="0" h="437" w="3936">
                  <a:moveTo>
                    <a:pt x="3824" y="101"/>
                  </a:moveTo>
                  <a:cubicBezTo>
                    <a:pt x="3818" y="123"/>
                    <a:pt x="3813" y="146"/>
                    <a:pt x="3810" y="169"/>
                  </a:cubicBezTo>
                  <a:cubicBezTo>
                    <a:pt x="3795" y="267"/>
                    <a:pt x="3717" y="336"/>
                    <a:pt x="3625" y="336"/>
                  </a:cubicBezTo>
                  <a:lnTo>
                    <a:pt x="119" y="336"/>
                  </a:lnTo>
                  <a:cubicBezTo>
                    <a:pt x="115" y="288"/>
                    <a:pt x="109" y="203"/>
                    <a:pt x="104" y="101"/>
                  </a:cubicBezTo>
                  <a:close/>
                  <a:moveTo>
                    <a:pt x="1" y="0"/>
                  </a:moveTo>
                  <a:lnTo>
                    <a:pt x="2" y="52"/>
                  </a:lnTo>
                  <a:cubicBezTo>
                    <a:pt x="8" y="242"/>
                    <a:pt x="23" y="391"/>
                    <a:pt x="23" y="392"/>
                  </a:cubicBezTo>
                  <a:lnTo>
                    <a:pt x="27" y="437"/>
                  </a:lnTo>
                  <a:lnTo>
                    <a:pt x="3625" y="437"/>
                  </a:lnTo>
                  <a:cubicBezTo>
                    <a:pt x="3768" y="437"/>
                    <a:pt x="3887" y="331"/>
                    <a:pt x="3909" y="185"/>
                  </a:cubicBezTo>
                  <a:cubicBezTo>
                    <a:pt x="3912" y="164"/>
                    <a:pt x="3918" y="141"/>
                    <a:pt x="3925" y="118"/>
                  </a:cubicBezTo>
                  <a:cubicBezTo>
                    <a:pt x="3936" y="85"/>
                    <a:pt x="3922" y="51"/>
                    <a:pt x="3910" y="28"/>
                  </a:cubicBezTo>
                  <a:lnTo>
                    <a:pt x="389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45" name="Google Shape;745;p9"/>
            <p:cNvCxnSpPr/>
            <p:nvPr/>
          </p:nvCxnSpPr>
          <p:spPr>
            <a:xfrm flipH="1" rot="10800000">
              <a:off x="6385613" y="4603700"/>
              <a:ext cx="2368800" cy="300"/>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0"/>
          <p:cNvSpPr txBox="1"/>
          <p:nvPr>
            <p:ph type="title"/>
          </p:nvPr>
        </p:nvSpPr>
        <p:spPr>
          <a:xfrm>
            <a:off x="720000" y="445025"/>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solidFill>
                  <a:schemeClr val="lt2"/>
                </a:solidFill>
              </a:rPr>
              <a:t>3 stages</a:t>
            </a:r>
            <a:r>
              <a:rPr lang="en"/>
              <a:t> of conflict</a:t>
            </a:r>
            <a:endParaRPr/>
          </a:p>
        </p:txBody>
      </p:sp>
      <p:sp>
        <p:nvSpPr>
          <p:cNvPr id="751" name="Google Shape;751;p10"/>
          <p:cNvSpPr txBox="1"/>
          <p:nvPr>
            <p:ph idx="1" type="subTitle"/>
          </p:nvPr>
        </p:nvSpPr>
        <p:spPr>
          <a:xfrm>
            <a:off x="720000" y="1270200"/>
            <a:ext cx="4133700" cy="2298300"/>
          </a:xfrm>
          <a:prstGeom prst="rect">
            <a:avLst/>
          </a:prstGeom>
          <a:noFill/>
          <a:ln>
            <a:noFill/>
          </a:ln>
        </p:spPr>
        <p:txBody>
          <a:bodyPr anchorCtr="0" anchor="t" bIns="91425" lIns="91425" spcFirstLastPara="1" rIns="91425" wrap="square" tIns="91425">
            <a:noAutofit/>
          </a:bodyPr>
          <a:lstStyle/>
          <a:p>
            <a:pPr indent="-387350" lvl="0" marL="457200" rtl="0" algn="l">
              <a:lnSpc>
                <a:spcPct val="100000"/>
              </a:lnSpc>
              <a:spcBef>
                <a:spcPts val="1000"/>
              </a:spcBef>
              <a:spcAft>
                <a:spcPts val="0"/>
              </a:spcAft>
              <a:buSzPts val="2500"/>
              <a:buAutoNum type="arabicPeriod"/>
            </a:pPr>
            <a:r>
              <a:rPr lang="en" sz="2300"/>
              <a:t>Self</a:t>
            </a:r>
            <a:endParaRPr sz="2300"/>
          </a:p>
          <a:p>
            <a:pPr indent="-387350" lvl="0" marL="457200" rtl="0" algn="l">
              <a:lnSpc>
                <a:spcPct val="100000"/>
              </a:lnSpc>
              <a:spcBef>
                <a:spcPts val="0"/>
              </a:spcBef>
              <a:spcAft>
                <a:spcPts val="0"/>
              </a:spcAft>
              <a:buSzPts val="2500"/>
              <a:buAutoNum type="arabicPeriod"/>
            </a:pPr>
            <a:r>
              <a:rPr lang="en" sz="2300"/>
              <a:t>The problem</a:t>
            </a:r>
            <a:endParaRPr sz="2300"/>
          </a:p>
          <a:p>
            <a:pPr indent="-387350" lvl="0" marL="457200" rtl="0" algn="l">
              <a:lnSpc>
                <a:spcPct val="100000"/>
              </a:lnSpc>
              <a:spcBef>
                <a:spcPts val="0"/>
              </a:spcBef>
              <a:spcAft>
                <a:spcPts val="0"/>
              </a:spcAft>
              <a:buSzPts val="2500"/>
              <a:buAutoNum type="arabicPeriod"/>
            </a:pPr>
            <a:r>
              <a:rPr lang="en" sz="2300"/>
              <a:t>Others</a:t>
            </a:r>
            <a:endParaRPr sz="2300"/>
          </a:p>
          <a:p>
            <a:pPr indent="0" lvl="0" marL="0" rtl="0" algn="l">
              <a:lnSpc>
                <a:spcPct val="100000"/>
              </a:lnSpc>
              <a:spcBef>
                <a:spcPts val="1000"/>
              </a:spcBef>
              <a:spcAft>
                <a:spcPts val="0"/>
              </a:spcAft>
              <a:buSzPts val="1600"/>
              <a:buNone/>
            </a:pPr>
            <a:r>
              <a:t/>
            </a:r>
            <a:endParaRPr sz="2300"/>
          </a:p>
          <a:p>
            <a:pPr indent="0" lvl="0" marL="0" rtl="0" algn="l">
              <a:lnSpc>
                <a:spcPct val="100000"/>
              </a:lnSpc>
              <a:spcBef>
                <a:spcPts val="1000"/>
              </a:spcBef>
              <a:spcAft>
                <a:spcPts val="0"/>
              </a:spcAft>
              <a:buSzPts val="1600"/>
              <a:buNone/>
            </a:pPr>
            <a:r>
              <a:rPr lang="en" sz="2300"/>
              <a:t>If there is no threat to perceived self worth, there's no conflict</a:t>
            </a:r>
            <a:endParaRPr sz="2300"/>
          </a:p>
          <a:p>
            <a:pPr indent="0" lvl="0" marL="0" rtl="0" algn="l">
              <a:lnSpc>
                <a:spcPct val="100000"/>
              </a:lnSpc>
              <a:spcBef>
                <a:spcPts val="1000"/>
              </a:spcBef>
              <a:spcAft>
                <a:spcPts val="0"/>
              </a:spcAft>
              <a:buSzPts val="1600"/>
              <a:buNone/>
            </a:pPr>
            <a:r>
              <a:t/>
            </a:r>
            <a:endParaRPr sz="2600"/>
          </a:p>
        </p:txBody>
      </p:sp>
      <p:grpSp>
        <p:nvGrpSpPr>
          <p:cNvPr id="752" name="Google Shape;752;p10"/>
          <p:cNvGrpSpPr/>
          <p:nvPr/>
        </p:nvGrpSpPr>
        <p:grpSpPr>
          <a:xfrm>
            <a:off x="4698724" y="2783775"/>
            <a:ext cx="4292883" cy="2359735"/>
            <a:chOff x="4851124" y="2783775"/>
            <a:chExt cx="4292883" cy="2359735"/>
          </a:xfrm>
        </p:grpSpPr>
        <p:sp>
          <p:nvSpPr>
            <p:cNvPr id="753" name="Google Shape;753;p10"/>
            <p:cNvSpPr/>
            <p:nvPr/>
          </p:nvSpPr>
          <p:spPr>
            <a:xfrm>
              <a:off x="8008570" y="3044357"/>
              <a:ext cx="459372" cy="644088"/>
            </a:xfrm>
            <a:custGeom>
              <a:rect b="b" l="l" r="r" t="t"/>
              <a:pathLst>
                <a:path extrusionOk="0" h="7734" w="5516">
                  <a:moveTo>
                    <a:pt x="3122" y="0"/>
                  </a:moveTo>
                  <a:cubicBezTo>
                    <a:pt x="3122" y="0"/>
                    <a:pt x="1613" y="1354"/>
                    <a:pt x="1509" y="1822"/>
                  </a:cubicBezTo>
                  <a:cubicBezTo>
                    <a:pt x="1405" y="2290"/>
                    <a:pt x="1353" y="3175"/>
                    <a:pt x="1041" y="3487"/>
                  </a:cubicBezTo>
                  <a:cubicBezTo>
                    <a:pt x="728" y="3799"/>
                    <a:pt x="0" y="3747"/>
                    <a:pt x="0" y="4112"/>
                  </a:cubicBezTo>
                  <a:cubicBezTo>
                    <a:pt x="0" y="4476"/>
                    <a:pt x="364" y="4787"/>
                    <a:pt x="364" y="4787"/>
                  </a:cubicBezTo>
                  <a:cubicBezTo>
                    <a:pt x="364" y="4787"/>
                    <a:pt x="364" y="6037"/>
                    <a:pt x="468" y="6557"/>
                  </a:cubicBezTo>
                  <a:cubicBezTo>
                    <a:pt x="572" y="7077"/>
                    <a:pt x="572" y="7546"/>
                    <a:pt x="937" y="7701"/>
                  </a:cubicBezTo>
                  <a:cubicBezTo>
                    <a:pt x="989" y="7724"/>
                    <a:pt x="1071" y="7733"/>
                    <a:pt x="1175" y="7733"/>
                  </a:cubicBezTo>
                  <a:cubicBezTo>
                    <a:pt x="1797" y="7733"/>
                    <a:pt x="3204" y="7390"/>
                    <a:pt x="3695" y="7390"/>
                  </a:cubicBezTo>
                  <a:cubicBezTo>
                    <a:pt x="4267" y="7390"/>
                    <a:pt x="5516" y="5985"/>
                    <a:pt x="4891" y="3278"/>
                  </a:cubicBezTo>
                  <a:cubicBezTo>
                    <a:pt x="4267" y="573"/>
                    <a:pt x="3122" y="0"/>
                    <a:pt x="31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10"/>
            <p:cNvSpPr/>
            <p:nvPr/>
          </p:nvSpPr>
          <p:spPr>
            <a:xfrm>
              <a:off x="8004323" y="3040109"/>
              <a:ext cx="458040" cy="652499"/>
            </a:xfrm>
            <a:custGeom>
              <a:rect b="b" l="l" r="r" t="t"/>
              <a:pathLst>
                <a:path extrusionOk="0" h="7835" w="5500">
                  <a:moveTo>
                    <a:pt x="3180" y="114"/>
                  </a:moveTo>
                  <a:cubicBezTo>
                    <a:pt x="3361" y="225"/>
                    <a:pt x="4337" y="930"/>
                    <a:pt x="4893" y="3342"/>
                  </a:cubicBezTo>
                  <a:cubicBezTo>
                    <a:pt x="5390" y="5496"/>
                    <a:pt x="4652" y="6641"/>
                    <a:pt x="4413" y="6940"/>
                  </a:cubicBezTo>
                  <a:cubicBezTo>
                    <a:pt x="4149" y="7272"/>
                    <a:pt x="3895" y="7390"/>
                    <a:pt x="3746" y="7390"/>
                  </a:cubicBezTo>
                  <a:cubicBezTo>
                    <a:pt x="3511" y="7390"/>
                    <a:pt x="3074" y="7467"/>
                    <a:pt x="2613" y="7548"/>
                  </a:cubicBezTo>
                  <a:cubicBezTo>
                    <a:pt x="2106" y="7637"/>
                    <a:pt x="1547" y="7735"/>
                    <a:pt x="1224" y="7735"/>
                  </a:cubicBezTo>
                  <a:cubicBezTo>
                    <a:pt x="1129" y="7735"/>
                    <a:pt x="1054" y="7726"/>
                    <a:pt x="1007" y="7706"/>
                  </a:cubicBezTo>
                  <a:cubicBezTo>
                    <a:pt x="736" y="7591"/>
                    <a:pt x="685" y="7279"/>
                    <a:pt x="620" y="6885"/>
                  </a:cubicBezTo>
                  <a:cubicBezTo>
                    <a:pt x="604" y="6792"/>
                    <a:pt x="589" y="6696"/>
                    <a:pt x="569" y="6598"/>
                  </a:cubicBezTo>
                  <a:cubicBezTo>
                    <a:pt x="467" y="6089"/>
                    <a:pt x="466" y="4852"/>
                    <a:pt x="466" y="4839"/>
                  </a:cubicBezTo>
                  <a:cubicBezTo>
                    <a:pt x="466" y="4825"/>
                    <a:pt x="459" y="4810"/>
                    <a:pt x="448" y="4801"/>
                  </a:cubicBezTo>
                  <a:cubicBezTo>
                    <a:pt x="445" y="4797"/>
                    <a:pt x="102" y="4499"/>
                    <a:pt x="102" y="4163"/>
                  </a:cubicBezTo>
                  <a:cubicBezTo>
                    <a:pt x="102" y="3994"/>
                    <a:pt x="314" y="3928"/>
                    <a:pt x="558" y="3851"/>
                  </a:cubicBezTo>
                  <a:cubicBezTo>
                    <a:pt x="757" y="3789"/>
                    <a:pt x="983" y="3719"/>
                    <a:pt x="1128" y="3574"/>
                  </a:cubicBezTo>
                  <a:cubicBezTo>
                    <a:pt x="1372" y="3328"/>
                    <a:pt x="1459" y="2782"/>
                    <a:pt x="1536" y="2298"/>
                  </a:cubicBezTo>
                  <a:cubicBezTo>
                    <a:pt x="1560" y="2145"/>
                    <a:pt x="1583" y="2000"/>
                    <a:pt x="1610" y="1883"/>
                  </a:cubicBezTo>
                  <a:cubicBezTo>
                    <a:pt x="1702" y="1470"/>
                    <a:pt x="2977" y="299"/>
                    <a:pt x="3180" y="114"/>
                  </a:cubicBezTo>
                  <a:close/>
                  <a:moveTo>
                    <a:pt x="3173" y="1"/>
                  </a:moveTo>
                  <a:cubicBezTo>
                    <a:pt x="3161" y="1"/>
                    <a:pt x="3149" y="5"/>
                    <a:pt x="3139" y="14"/>
                  </a:cubicBezTo>
                  <a:cubicBezTo>
                    <a:pt x="3078" y="69"/>
                    <a:pt x="1617" y="1383"/>
                    <a:pt x="1511" y="1861"/>
                  </a:cubicBezTo>
                  <a:cubicBezTo>
                    <a:pt x="1485" y="1981"/>
                    <a:pt x="1461" y="2127"/>
                    <a:pt x="1436" y="2282"/>
                  </a:cubicBezTo>
                  <a:cubicBezTo>
                    <a:pt x="1366" y="2727"/>
                    <a:pt x="1278" y="3280"/>
                    <a:pt x="1057" y="3503"/>
                  </a:cubicBezTo>
                  <a:cubicBezTo>
                    <a:pt x="930" y="3628"/>
                    <a:pt x="725" y="3692"/>
                    <a:pt x="529" y="3754"/>
                  </a:cubicBezTo>
                  <a:cubicBezTo>
                    <a:pt x="257" y="3839"/>
                    <a:pt x="1" y="3919"/>
                    <a:pt x="1" y="4163"/>
                  </a:cubicBezTo>
                  <a:cubicBezTo>
                    <a:pt x="1" y="4503"/>
                    <a:pt x="288" y="4791"/>
                    <a:pt x="365" y="4861"/>
                  </a:cubicBezTo>
                  <a:cubicBezTo>
                    <a:pt x="365" y="5038"/>
                    <a:pt x="372" y="6131"/>
                    <a:pt x="470" y="6618"/>
                  </a:cubicBezTo>
                  <a:cubicBezTo>
                    <a:pt x="489" y="6715"/>
                    <a:pt x="505" y="6809"/>
                    <a:pt x="520" y="6900"/>
                  </a:cubicBezTo>
                  <a:cubicBezTo>
                    <a:pt x="587" y="7309"/>
                    <a:pt x="646" y="7661"/>
                    <a:pt x="968" y="7800"/>
                  </a:cubicBezTo>
                  <a:cubicBezTo>
                    <a:pt x="1026" y="7824"/>
                    <a:pt x="1114" y="7834"/>
                    <a:pt x="1227" y="7834"/>
                  </a:cubicBezTo>
                  <a:cubicBezTo>
                    <a:pt x="1562" y="7834"/>
                    <a:pt x="2103" y="7740"/>
                    <a:pt x="2629" y="7647"/>
                  </a:cubicBezTo>
                  <a:cubicBezTo>
                    <a:pt x="3087" y="7567"/>
                    <a:pt x="3519" y="7491"/>
                    <a:pt x="3745" y="7491"/>
                  </a:cubicBezTo>
                  <a:cubicBezTo>
                    <a:pt x="3969" y="7491"/>
                    <a:pt x="4249" y="7309"/>
                    <a:pt x="4492" y="7003"/>
                  </a:cubicBezTo>
                  <a:cubicBezTo>
                    <a:pt x="4738" y="6695"/>
                    <a:pt x="5499" y="5517"/>
                    <a:pt x="4992" y="3319"/>
                  </a:cubicBezTo>
                  <a:cubicBezTo>
                    <a:pt x="4369" y="620"/>
                    <a:pt x="3243" y="30"/>
                    <a:pt x="3196" y="6"/>
                  </a:cubicBezTo>
                  <a:cubicBezTo>
                    <a:pt x="3189" y="3"/>
                    <a:pt x="3181" y="1"/>
                    <a:pt x="31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10"/>
            <p:cNvSpPr/>
            <p:nvPr/>
          </p:nvSpPr>
          <p:spPr>
            <a:xfrm>
              <a:off x="8151061" y="3313766"/>
              <a:ext cx="74702" cy="33895"/>
            </a:xfrm>
            <a:custGeom>
              <a:rect b="b" l="l" r="r" t="t"/>
              <a:pathLst>
                <a:path extrusionOk="0" h="407" w="897">
                  <a:moveTo>
                    <a:pt x="340" y="0"/>
                  </a:moveTo>
                  <a:cubicBezTo>
                    <a:pt x="176" y="0"/>
                    <a:pt x="44" y="47"/>
                    <a:pt x="41" y="49"/>
                  </a:cubicBezTo>
                  <a:cubicBezTo>
                    <a:pt x="14" y="58"/>
                    <a:pt x="1" y="86"/>
                    <a:pt x="11" y="113"/>
                  </a:cubicBezTo>
                  <a:cubicBezTo>
                    <a:pt x="19" y="133"/>
                    <a:pt x="38" y="146"/>
                    <a:pt x="58" y="146"/>
                  </a:cubicBezTo>
                  <a:cubicBezTo>
                    <a:pt x="64" y="146"/>
                    <a:pt x="70" y="145"/>
                    <a:pt x="75" y="143"/>
                  </a:cubicBezTo>
                  <a:cubicBezTo>
                    <a:pt x="85" y="140"/>
                    <a:pt x="201" y="99"/>
                    <a:pt x="341" y="99"/>
                  </a:cubicBezTo>
                  <a:cubicBezTo>
                    <a:pt x="502" y="99"/>
                    <a:pt x="693" y="152"/>
                    <a:pt x="793" y="376"/>
                  </a:cubicBezTo>
                  <a:cubicBezTo>
                    <a:pt x="801" y="395"/>
                    <a:pt x="819" y="406"/>
                    <a:pt x="839" y="406"/>
                  </a:cubicBezTo>
                  <a:cubicBezTo>
                    <a:pt x="845" y="406"/>
                    <a:pt x="853" y="405"/>
                    <a:pt x="859" y="402"/>
                  </a:cubicBezTo>
                  <a:cubicBezTo>
                    <a:pt x="885" y="391"/>
                    <a:pt x="897" y="361"/>
                    <a:pt x="885" y="335"/>
                  </a:cubicBezTo>
                  <a:cubicBezTo>
                    <a:pt x="765" y="64"/>
                    <a:pt x="531" y="0"/>
                    <a:pt x="3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10"/>
            <p:cNvSpPr/>
            <p:nvPr/>
          </p:nvSpPr>
          <p:spPr>
            <a:xfrm>
              <a:off x="8159472" y="3237648"/>
              <a:ext cx="79782" cy="49302"/>
            </a:xfrm>
            <a:custGeom>
              <a:rect b="b" l="l" r="r" t="t"/>
              <a:pathLst>
                <a:path extrusionOk="0" h="592" w="958">
                  <a:moveTo>
                    <a:pt x="272" y="1"/>
                  </a:moveTo>
                  <a:cubicBezTo>
                    <a:pt x="198" y="1"/>
                    <a:pt x="131" y="13"/>
                    <a:pt x="81" y="30"/>
                  </a:cubicBezTo>
                  <a:cubicBezTo>
                    <a:pt x="29" y="47"/>
                    <a:pt x="0" y="103"/>
                    <a:pt x="17" y="157"/>
                  </a:cubicBezTo>
                  <a:cubicBezTo>
                    <a:pt x="32" y="199"/>
                    <a:pt x="72" y="227"/>
                    <a:pt x="115" y="227"/>
                  </a:cubicBezTo>
                  <a:cubicBezTo>
                    <a:pt x="125" y="227"/>
                    <a:pt x="135" y="225"/>
                    <a:pt x="145" y="222"/>
                  </a:cubicBezTo>
                  <a:cubicBezTo>
                    <a:pt x="151" y="220"/>
                    <a:pt x="202" y="204"/>
                    <a:pt x="275" y="204"/>
                  </a:cubicBezTo>
                  <a:cubicBezTo>
                    <a:pt x="407" y="204"/>
                    <a:pt x="612" y="256"/>
                    <a:pt x="752" y="535"/>
                  </a:cubicBezTo>
                  <a:cubicBezTo>
                    <a:pt x="770" y="570"/>
                    <a:pt x="805" y="591"/>
                    <a:pt x="842" y="591"/>
                  </a:cubicBezTo>
                  <a:cubicBezTo>
                    <a:pt x="858" y="591"/>
                    <a:pt x="872" y="587"/>
                    <a:pt x="887" y="580"/>
                  </a:cubicBezTo>
                  <a:cubicBezTo>
                    <a:pt x="938" y="556"/>
                    <a:pt x="957" y="495"/>
                    <a:pt x="932" y="444"/>
                  </a:cubicBezTo>
                  <a:cubicBezTo>
                    <a:pt x="757" y="96"/>
                    <a:pt x="482"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10"/>
            <p:cNvSpPr/>
            <p:nvPr/>
          </p:nvSpPr>
          <p:spPr>
            <a:xfrm>
              <a:off x="8077442" y="3482157"/>
              <a:ext cx="91858" cy="16240"/>
            </a:xfrm>
            <a:custGeom>
              <a:rect b="b" l="l" r="r" t="t"/>
              <a:pathLst>
                <a:path extrusionOk="0" h="195" w="1103">
                  <a:moveTo>
                    <a:pt x="1047" y="1"/>
                  </a:moveTo>
                  <a:cubicBezTo>
                    <a:pt x="1042" y="1"/>
                    <a:pt x="1036" y="2"/>
                    <a:pt x="1031" y="4"/>
                  </a:cubicBezTo>
                  <a:cubicBezTo>
                    <a:pt x="830" y="70"/>
                    <a:pt x="657" y="93"/>
                    <a:pt x="515" y="93"/>
                  </a:cubicBezTo>
                  <a:cubicBezTo>
                    <a:pt x="240" y="93"/>
                    <a:pt x="85" y="8"/>
                    <a:pt x="83" y="7"/>
                  </a:cubicBezTo>
                  <a:cubicBezTo>
                    <a:pt x="75" y="3"/>
                    <a:pt x="67" y="1"/>
                    <a:pt x="59" y="1"/>
                  </a:cubicBezTo>
                  <a:cubicBezTo>
                    <a:pt x="40" y="1"/>
                    <a:pt x="23" y="10"/>
                    <a:pt x="14" y="27"/>
                  </a:cubicBezTo>
                  <a:cubicBezTo>
                    <a:pt x="0" y="51"/>
                    <a:pt x="9" y="81"/>
                    <a:pt x="33" y="95"/>
                  </a:cubicBezTo>
                  <a:cubicBezTo>
                    <a:pt x="43" y="101"/>
                    <a:pt x="212" y="195"/>
                    <a:pt x="511" y="195"/>
                  </a:cubicBezTo>
                  <a:cubicBezTo>
                    <a:pt x="663" y="195"/>
                    <a:pt x="848" y="170"/>
                    <a:pt x="1062" y="99"/>
                  </a:cubicBezTo>
                  <a:cubicBezTo>
                    <a:pt x="1088" y="91"/>
                    <a:pt x="1103" y="61"/>
                    <a:pt x="1095" y="35"/>
                  </a:cubicBezTo>
                  <a:cubicBezTo>
                    <a:pt x="1087" y="14"/>
                    <a:pt x="1068" y="1"/>
                    <a:pt x="10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10"/>
            <p:cNvSpPr/>
            <p:nvPr/>
          </p:nvSpPr>
          <p:spPr>
            <a:xfrm>
              <a:off x="8147230" y="3841675"/>
              <a:ext cx="892428" cy="1297586"/>
            </a:xfrm>
            <a:custGeom>
              <a:rect b="b" l="l" r="r" t="t"/>
              <a:pathLst>
                <a:path extrusionOk="0" h="15581" w="10716">
                  <a:moveTo>
                    <a:pt x="4059" y="0"/>
                  </a:moveTo>
                  <a:cubicBezTo>
                    <a:pt x="3383" y="0"/>
                    <a:pt x="2811" y="781"/>
                    <a:pt x="2811" y="781"/>
                  </a:cubicBezTo>
                  <a:cubicBezTo>
                    <a:pt x="2811" y="781"/>
                    <a:pt x="2081" y="834"/>
                    <a:pt x="1613" y="1875"/>
                  </a:cubicBezTo>
                  <a:cubicBezTo>
                    <a:pt x="1145" y="2914"/>
                    <a:pt x="417" y="5464"/>
                    <a:pt x="208" y="6662"/>
                  </a:cubicBezTo>
                  <a:cubicBezTo>
                    <a:pt x="1" y="7858"/>
                    <a:pt x="989" y="8951"/>
                    <a:pt x="1666" y="9679"/>
                  </a:cubicBezTo>
                  <a:cubicBezTo>
                    <a:pt x="2342" y="10408"/>
                    <a:pt x="2446" y="10981"/>
                    <a:pt x="2446" y="11136"/>
                  </a:cubicBezTo>
                  <a:cubicBezTo>
                    <a:pt x="2446" y="11292"/>
                    <a:pt x="2134" y="13165"/>
                    <a:pt x="1978" y="13895"/>
                  </a:cubicBezTo>
                  <a:cubicBezTo>
                    <a:pt x="1864" y="14426"/>
                    <a:pt x="1750" y="15201"/>
                    <a:pt x="1696" y="15581"/>
                  </a:cubicBezTo>
                  <a:lnTo>
                    <a:pt x="10639" y="15581"/>
                  </a:lnTo>
                  <a:cubicBezTo>
                    <a:pt x="10715" y="14505"/>
                    <a:pt x="9991" y="9882"/>
                    <a:pt x="9991" y="7546"/>
                  </a:cubicBezTo>
                  <a:cubicBezTo>
                    <a:pt x="9991" y="4892"/>
                    <a:pt x="9679" y="3383"/>
                    <a:pt x="8377" y="1926"/>
                  </a:cubicBezTo>
                  <a:cubicBezTo>
                    <a:pt x="7077" y="469"/>
                    <a:pt x="4735" y="0"/>
                    <a:pt x="40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10"/>
            <p:cNvSpPr/>
            <p:nvPr/>
          </p:nvSpPr>
          <p:spPr>
            <a:xfrm>
              <a:off x="8142316" y="3837511"/>
              <a:ext cx="898175" cy="1305997"/>
            </a:xfrm>
            <a:custGeom>
              <a:rect b="b" l="l" r="r" t="t"/>
              <a:pathLst>
                <a:path extrusionOk="0" h="15682" w="10785">
                  <a:moveTo>
                    <a:pt x="4118" y="102"/>
                  </a:moveTo>
                  <a:cubicBezTo>
                    <a:pt x="4778" y="102"/>
                    <a:pt x="7114" y="572"/>
                    <a:pt x="8399" y="2010"/>
                  </a:cubicBezTo>
                  <a:cubicBezTo>
                    <a:pt x="9751" y="3525"/>
                    <a:pt x="9999" y="5080"/>
                    <a:pt x="9999" y="7596"/>
                  </a:cubicBezTo>
                  <a:cubicBezTo>
                    <a:pt x="9999" y="8845"/>
                    <a:pt x="10206" y="10738"/>
                    <a:pt x="10387" y="12407"/>
                  </a:cubicBezTo>
                  <a:cubicBezTo>
                    <a:pt x="10540" y="13824"/>
                    <a:pt x="10675" y="15054"/>
                    <a:pt x="10649" y="15581"/>
                  </a:cubicBezTo>
                  <a:lnTo>
                    <a:pt x="1814" y="15581"/>
                  </a:lnTo>
                  <a:cubicBezTo>
                    <a:pt x="1873" y="15166"/>
                    <a:pt x="1979" y="14456"/>
                    <a:pt x="2086" y="13955"/>
                  </a:cubicBezTo>
                  <a:cubicBezTo>
                    <a:pt x="2242" y="13225"/>
                    <a:pt x="2555" y="11350"/>
                    <a:pt x="2555" y="11186"/>
                  </a:cubicBezTo>
                  <a:cubicBezTo>
                    <a:pt x="2555" y="11161"/>
                    <a:pt x="2546" y="10541"/>
                    <a:pt x="1762" y="9695"/>
                  </a:cubicBezTo>
                  <a:cubicBezTo>
                    <a:pt x="1144" y="9030"/>
                    <a:pt x="109" y="7916"/>
                    <a:pt x="317" y="6720"/>
                  </a:cubicBezTo>
                  <a:cubicBezTo>
                    <a:pt x="518" y="5563"/>
                    <a:pt x="1247" y="2991"/>
                    <a:pt x="1719" y="1944"/>
                  </a:cubicBezTo>
                  <a:cubicBezTo>
                    <a:pt x="2168" y="948"/>
                    <a:pt x="2865" y="883"/>
                    <a:pt x="2873" y="882"/>
                  </a:cubicBezTo>
                  <a:cubicBezTo>
                    <a:pt x="2888" y="880"/>
                    <a:pt x="2901" y="873"/>
                    <a:pt x="2910" y="862"/>
                  </a:cubicBezTo>
                  <a:cubicBezTo>
                    <a:pt x="2916" y="854"/>
                    <a:pt x="3475" y="102"/>
                    <a:pt x="4118" y="102"/>
                  </a:cubicBezTo>
                  <a:close/>
                  <a:moveTo>
                    <a:pt x="4118" y="0"/>
                  </a:moveTo>
                  <a:cubicBezTo>
                    <a:pt x="3474" y="0"/>
                    <a:pt x="2935" y="662"/>
                    <a:pt x="2842" y="784"/>
                  </a:cubicBezTo>
                  <a:cubicBezTo>
                    <a:pt x="2708" y="802"/>
                    <a:pt x="2060" y="940"/>
                    <a:pt x="1626" y="1904"/>
                  </a:cubicBezTo>
                  <a:cubicBezTo>
                    <a:pt x="1145" y="2974"/>
                    <a:pt x="425" y="5515"/>
                    <a:pt x="218" y="6703"/>
                  </a:cubicBezTo>
                  <a:cubicBezTo>
                    <a:pt x="1" y="7948"/>
                    <a:pt x="1056" y="9084"/>
                    <a:pt x="1687" y="9764"/>
                  </a:cubicBezTo>
                  <a:cubicBezTo>
                    <a:pt x="2446" y="10581"/>
                    <a:pt x="2454" y="11162"/>
                    <a:pt x="2454" y="11186"/>
                  </a:cubicBezTo>
                  <a:cubicBezTo>
                    <a:pt x="2454" y="11340"/>
                    <a:pt x="2139" y="13224"/>
                    <a:pt x="1987" y="13933"/>
                  </a:cubicBezTo>
                  <a:cubicBezTo>
                    <a:pt x="1874" y="14461"/>
                    <a:pt x="1763" y="15219"/>
                    <a:pt x="1706" y="15624"/>
                  </a:cubicBezTo>
                  <a:cubicBezTo>
                    <a:pt x="1704" y="15638"/>
                    <a:pt x="1708" y="15653"/>
                    <a:pt x="1718" y="15663"/>
                  </a:cubicBezTo>
                  <a:cubicBezTo>
                    <a:pt x="1727" y="15675"/>
                    <a:pt x="1741" y="15681"/>
                    <a:pt x="1755" y="15681"/>
                  </a:cubicBezTo>
                  <a:lnTo>
                    <a:pt x="10698" y="15681"/>
                  </a:lnTo>
                  <a:cubicBezTo>
                    <a:pt x="10724" y="15681"/>
                    <a:pt x="10746" y="15661"/>
                    <a:pt x="10748" y="15634"/>
                  </a:cubicBezTo>
                  <a:cubicBezTo>
                    <a:pt x="10785" y="15128"/>
                    <a:pt x="10646" y="13862"/>
                    <a:pt x="10487" y="12396"/>
                  </a:cubicBezTo>
                  <a:cubicBezTo>
                    <a:pt x="10306" y="10730"/>
                    <a:pt x="10101" y="8840"/>
                    <a:pt x="10101" y="7596"/>
                  </a:cubicBezTo>
                  <a:cubicBezTo>
                    <a:pt x="10101" y="5110"/>
                    <a:pt x="9841" y="3473"/>
                    <a:pt x="8474" y="1942"/>
                  </a:cubicBezTo>
                  <a:cubicBezTo>
                    <a:pt x="7168" y="479"/>
                    <a:pt x="4790" y="0"/>
                    <a:pt x="41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10"/>
            <p:cNvSpPr/>
            <p:nvPr/>
          </p:nvSpPr>
          <p:spPr>
            <a:xfrm>
              <a:off x="8216518" y="2901699"/>
              <a:ext cx="927489" cy="1516695"/>
            </a:xfrm>
            <a:custGeom>
              <a:rect b="b" l="l" r="r" t="t"/>
              <a:pathLst>
                <a:path extrusionOk="0" h="18212" w="11137">
                  <a:moveTo>
                    <a:pt x="1773" y="1"/>
                  </a:moveTo>
                  <a:cubicBezTo>
                    <a:pt x="773" y="1"/>
                    <a:pt x="21" y="295"/>
                    <a:pt x="1" y="985"/>
                  </a:cubicBezTo>
                  <a:cubicBezTo>
                    <a:pt x="1" y="985"/>
                    <a:pt x="1458" y="3952"/>
                    <a:pt x="1510" y="5876"/>
                  </a:cubicBezTo>
                  <a:cubicBezTo>
                    <a:pt x="1562" y="7802"/>
                    <a:pt x="469" y="9050"/>
                    <a:pt x="469" y="10195"/>
                  </a:cubicBezTo>
                  <a:cubicBezTo>
                    <a:pt x="469" y="11340"/>
                    <a:pt x="989" y="11756"/>
                    <a:pt x="1353" y="12068"/>
                  </a:cubicBezTo>
                  <a:cubicBezTo>
                    <a:pt x="1418" y="12123"/>
                    <a:pt x="1513" y="12144"/>
                    <a:pt x="1628" y="12144"/>
                  </a:cubicBezTo>
                  <a:cubicBezTo>
                    <a:pt x="2009" y="12144"/>
                    <a:pt x="2612" y="11915"/>
                    <a:pt x="3069" y="11915"/>
                  </a:cubicBezTo>
                  <a:cubicBezTo>
                    <a:pt x="3260" y="11915"/>
                    <a:pt x="3426" y="11955"/>
                    <a:pt x="3539" y="12068"/>
                  </a:cubicBezTo>
                  <a:cubicBezTo>
                    <a:pt x="4007" y="12537"/>
                    <a:pt x="4788" y="15971"/>
                    <a:pt x="5257" y="16804"/>
                  </a:cubicBezTo>
                  <a:cubicBezTo>
                    <a:pt x="5707" y="17604"/>
                    <a:pt x="6638" y="18212"/>
                    <a:pt x="8050" y="18212"/>
                  </a:cubicBezTo>
                  <a:cubicBezTo>
                    <a:pt x="8107" y="18212"/>
                    <a:pt x="8164" y="18211"/>
                    <a:pt x="8222" y="18209"/>
                  </a:cubicBezTo>
                  <a:cubicBezTo>
                    <a:pt x="9731" y="18156"/>
                    <a:pt x="10459" y="16127"/>
                    <a:pt x="10459" y="15295"/>
                  </a:cubicBezTo>
                  <a:cubicBezTo>
                    <a:pt x="10459" y="14462"/>
                    <a:pt x="9367" y="13941"/>
                    <a:pt x="9888" y="12849"/>
                  </a:cubicBezTo>
                  <a:cubicBezTo>
                    <a:pt x="10408" y="11756"/>
                    <a:pt x="11136" y="11132"/>
                    <a:pt x="10512" y="9623"/>
                  </a:cubicBezTo>
                  <a:cubicBezTo>
                    <a:pt x="9888" y="8113"/>
                    <a:pt x="7858" y="8113"/>
                    <a:pt x="7338" y="7281"/>
                  </a:cubicBezTo>
                  <a:cubicBezTo>
                    <a:pt x="6817" y="6449"/>
                    <a:pt x="7911" y="3743"/>
                    <a:pt x="6557" y="1921"/>
                  </a:cubicBezTo>
                  <a:cubicBezTo>
                    <a:pt x="5717" y="790"/>
                    <a:pt x="3412" y="1"/>
                    <a:pt x="17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10"/>
            <p:cNvSpPr/>
            <p:nvPr/>
          </p:nvSpPr>
          <p:spPr>
            <a:xfrm>
              <a:off x="8212354" y="2897535"/>
              <a:ext cx="925740" cy="1525107"/>
            </a:xfrm>
            <a:custGeom>
              <a:rect b="b" l="l" r="r" t="t"/>
              <a:pathLst>
                <a:path extrusionOk="0" h="18313" w="11116">
                  <a:moveTo>
                    <a:pt x="1835" y="100"/>
                  </a:moveTo>
                  <a:cubicBezTo>
                    <a:pt x="3450" y="100"/>
                    <a:pt x="5723" y="867"/>
                    <a:pt x="6567" y="2003"/>
                  </a:cubicBezTo>
                  <a:cubicBezTo>
                    <a:pt x="7389" y="3108"/>
                    <a:pt x="7296" y="4542"/>
                    <a:pt x="7222" y="5693"/>
                  </a:cubicBezTo>
                  <a:cubicBezTo>
                    <a:pt x="7174" y="6437"/>
                    <a:pt x="7136" y="7025"/>
                    <a:pt x="7345" y="7358"/>
                  </a:cubicBezTo>
                  <a:cubicBezTo>
                    <a:pt x="7567" y="7715"/>
                    <a:pt x="8035" y="7915"/>
                    <a:pt x="8575" y="8146"/>
                  </a:cubicBezTo>
                  <a:cubicBezTo>
                    <a:pt x="9316" y="8464"/>
                    <a:pt x="10156" y="8824"/>
                    <a:pt x="10515" y="9692"/>
                  </a:cubicBezTo>
                  <a:cubicBezTo>
                    <a:pt x="11003" y="10872"/>
                    <a:pt x="10659" y="11482"/>
                    <a:pt x="10223" y="12255"/>
                  </a:cubicBezTo>
                  <a:cubicBezTo>
                    <a:pt x="10113" y="12451"/>
                    <a:pt x="9998" y="12653"/>
                    <a:pt x="9891" y="12878"/>
                  </a:cubicBezTo>
                  <a:cubicBezTo>
                    <a:pt x="9565" y="13563"/>
                    <a:pt x="9848" y="14027"/>
                    <a:pt x="10121" y="14475"/>
                  </a:cubicBezTo>
                  <a:cubicBezTo>
                    <a:pt x="10295" y="14760"/>
                    <a:pt x="10459" y="15030"/>
                    <a:pt x="10459" y="15345"/>
                  </a:cubicBezTo>
                  <a:cubicBezTo>
                    <a:pt x="10459" y="16178"/>
                    <a:pt x="9715" y="18158"/>
                    <a:pt x="8270" y="18208"/>
                  </a:cubicBezTo>
                  <a:cubicBezTo>
                    <a:pt x="8215" y="18210"/>
                    <a:pt x="8160" y="18211"/>
                    <a:pt x="8106" y="18211"/>
                  </a:cubicBezTo>
                  <a:cubicBezTo>
                    <a:pt x="6846" y="18211"/>
                    <a:pt x="5848" y="17713"/>
                    <a:pt x="5351" y="16829"/>
                  </a:cubicBezTo>
                  <a:cubicBezTo>
                    <a:pt x="5143" y="16460"/>
                    <a:pt x="4876" y="15583"/>
                    <a:pt x="4593" y="14653"/>
                  </a:cubicBezTo>
                  <a:cubicBezTo>
                    <a:pt x="4232" y="13469"/>
                    <a:pt x="3892" y="12350"/>
                    <a:pt x="3625" y="12082"/>
                  </a:cubicBezTo>
                  <a:cubicBezTo>
                    <a:pt x="3500" y="11959"/>
                    <a:pt x="3321" y="11915"/>
                    <a:pt x="3117" y="11915"/>
                  </a:cubicBezTo>
                  <a:cubicBezTo>
                    <a:pt x="2870" y="11915"/>
                    <a:pt x="2587" y="11979"/>
                    <a:pt x="2322" y="12038"/>
                  </a:cubicBezTo>
                  <a:cubicBezTo>
                    <a:pt x="2083" y="12093"/>
                    <a:pt x="1852" y="12145"/>
                    <a:pt x="1677" y="12145"/>
                  </a:cubicBezTo>
                  <a:cubicBezTo>
                    <a:pt x="1574" y="12145"/>
                    <a:pt x="1491" y="12127"/>
                    <a:pt x="1437" y="12080"/>
                  </a:cubicBezTo>
                  <a:lnTo>
                    <a:pt x="1410" y="12057"/>
                  </a:lnTo>
                  <a:cubicBezTo>
                    <a:pt x="1055" y="11754"/>
                    <a:pt x="570" y="11338"/>
                    <a:pt x="570" y="10245"/>
                  </a:cubicBezTo>
                  <a:cubicBezTo>
                    <a:pt x="570" y="9766"/>
                    <a:pt x="764" y="9269"/>
                    <a:pt x="990" y="8695"/>
                  </a:cubicBezTo>
                  <a:cubicBezTo>
                    <a:pt x="1295" y="7919"/>
                    <a:pt x="1640" y="7038"/>
                    <a:pt x="1611" y="5925"/>
                  </a:cubicBezTo>
                  <a:cubicBezTo>
                    <a:pt x="1561" y="4072"/>
                    <a:pt x="201" y="1229"/>
                    <a:pt x="102" y="1025"/>
                  </a:cubicBezTo>
                  <a:cubicBezTo>
                    <a:pt x="118" y="647"/>
                    <a:pt x="367" y="378"/>
                    <a:pt x="843" y="229"/>
                  </a:cubicBezTo>
                  <a:cubicBezTo>
                    <a:pt x="1121" y="142"/>
                    <a:pt x="1460" y="100"/>
                    <a:pt x="1835" y="100"/>
                  </a:cubicBezTo>
                  <a:close/>
                  <a:moveTo>
                    <a:pt x="1822" y="1"/>
                  </a:moveTo>
                  <a:cubicBezTo>
                    <a:pt x="1441" y="1"/>
                    <a:pt x="1095" y="43"/>
                    <a:pt x="812" y="132"/>
                  </a:cubicBezTo>
                  <a:cubicBezTo>
                    <a:pt x="293" y="295"/>
                    <a:pt x="13" y="607"/>
                    <a:pt x="0" y="1034"/>
                  </a:cubicBezTo>
                  <a:cubicBezTo>
                    <a:pt x="0" y="1041"/>
                    <a:pt x="2" y="1050"/>
                    <a:pt x="6" y="1057"/>
                  </a:cubicBezTo>
                  <a:cubicBezTo>
                    <a:pt x="20" y="1088"/>
                    <a:pt x="1458" y="4035"/>
                    <a:pt x="1509" y="5928"/>
                  </a:cubicBezTo>
                  <a:cubicBezTo>
                    <a:pt x="1539" y="7020"/>
                    <a:pt x="1198" y="7890"/>
                    <a:pt x="896" y="8658"/>
                  </a:cubicBezTo>
                  <a:cubicBezTo>
                    <a:pt x="667" y="9242"/>
                    <a:pt x="468" y="9747"/>
                    <a:pt x="468" y="10245"/>
                  </a:cubicBezTo>
                  <a:cubicBezTo>
                    <a:pt x="468" y="11386"/>
                    <a:pt x="974" y="11818"/>
                    <a:pt x="1343" y="12134"/>
                  </a:cubicBezTo>
                  <a:lnTo>
                    <a:pt x="1371" y="12157"/>
                  </a:lnTo>
                  <a:cubicBezTo>
                    <a:pt x="1446" y="12221"/>
                    <a:pt x="1551" y="12246"/>
                    <a:pt x="1678" y="12246"/>
                  </a:cubicBezTo>
                  <a:cubicBezTo>
                    <a:pt x="1863" y="12246"/>
                    <a:pt x="2094" y="12194"/>
                    <a:pt x="2346" y="12137"/>
                  </a:cubicBezTo>
                  <a:cubicBezTo>
                    <a:pt x="2604" y="12079"/>
                    <a:pt x="2882" y="12016"/>
                    <a:pt x="3117" y="12016"/>
                  </a:cubicBezTo>
                  <a:cubicBezTo>
                    <a:pt x="3297" y="12016"/>
                    <a:pt x="3451" y="12052"/>
                    <a:pt x="3553" y="12155"/>
                  </a:cubicBezTo>
                  <a:cubicBezTo>
                    <a:pt x="3803" y="12404"/>
                    <a:pt x="4156" y="13562"/>
                    <a:pt x="4497" y="14683"/>
                  </a:cubicBezTo>
                  <a:cubicBezTo>
                    <a:pt x="4781" y="15618"/>
                    <a:pt x="5050" y="16500"/>
                    <a:pt x="5263" y="16879"/>
                  </a:cubicBezTo>
                  <a:cubicBezTo>
                    <a:pt x="5778" y="17795"/>
                    <a:pt x="6807" y="18312"/>
                    <a:pt x="8102" y="18312"/>
                  </a:cubicBezTo>
                  <a:cubicBezTo>
                    <a:pt x="8159" y="18312"/>
                    <a:pt x="8217" y="18311"/>
                    <a:pt x="8274" y="18309"/>
                  </a:cubicBezTo>
                  <a:cubicBezTo>
                    <a:pt x="9858" y="18255"/>
                    <a:pt x="10561" y="16139"/>
                    <a:pt x="10561" y="15345"/>
                  </a:cubicBezTo>
                  <a:cubicBezTo>
                    <a:pt x="10561" y="15002"/>
                    <a:pt x="10381" y="14707"/>
                    <a:pt x="10208" y="14422"/>
                  </a:cubicBezTo>
                  <a:cubicBezTo>
                    <a:pt x="9949" y="13996"/>
                    <a:pt x="9680" y="13557"/>
                    <a:pt x="9984" y="12921"/>
                  </a:cubicBezTo>
                  <a:cubicBezTo>
                    <a:pt x="10089" y="12701"/>
                    <a:pt x="10202" y="12499"/>
                    <a:pt x="10311" y="12304"/>
                  </a:cubicBezTo>
                  <a:cubicBezTo>
                    <a:pt x="10743" y="11539"/>
                    <a:pt x="11116" y="10879"/>
                    <a:pt x="10609" y="9653"/>
                  </a:cubicBezTo>
                  <a:cubicBezTo>
                    <a:pt x="10233" y="8748"/>
                    <a:pt x="9374" y="8378"/>
                    <a:pt x="8615" y="8054"/>
                  </a:cubicBezTo>
                  <a:cubicBezTo>
                    <a:pt x="8091" y="7828"/>
                    <a:pt x="7636" y="7634"/>
                    <a:pt x="7431" y="7305"/>
                  </a:cubicBezTo>
                  <a:cubicBezTo>
                    <a:pt x="7240" y="6998"/>
                    <a:pt x="7278" y="6396"/>
                    <a:pt x="7323" y="5699"/>
                  </a:cubicBezTo>
                  <a:cubicBezTo>
                    <a:pt x="7398" y="4531"/>
                    <a:pt x="7492" y="3077"/>
                    <a:pt x="6648" y="1942"/>
                  </a:cubicBezTo>
                  <a:cubicBezTo>
                    <a:pt x="5787" y="783"/>
                    <a:pt x="3469" y="1"/>
                    <a:pt x="18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0"/>
            <p:cNvSpPr/>
            <p:nvPr/>
          </p:nvSpPr>
          <p:spPr>
            <a:xfrm>
              <a:off x="8854436" y="4335022"/>
              <a:ext cx="78200" cy="17322"/>
            </a:xfrm>
            <a:custGeom>
              <a:rect b="b" l="l" r="r" t="t"/>
              <a:pathLst>
                <a:path extrusionOk="0" h="208" w="939">
                  <a:moveTo>
                    <a:pt x="58" y="0"/>
                  </a:moveTo>
                  <a:cubicBezTo>
                    <a:pt x="38" y="0"/>
                    <a:pt x="19" y="12"/>
                    <a:pt x="11" y="31"/>
                  </a:cubicBezTo>
                  <a:cubicBezTo>
                    <a:pt x="1" y="58"/>
                    <a:pt x="12" y="87"/>
                    <a:pt x="39" y="98"/>
                  </a:cubicBezTo>
                  <a:cubicBezTo>
                    <a:pt x="217" y="171"/>
                    <a:pt x="400" y="208"/>
                    <a:pt x="581" y="208"/>
                  </a:cubicBezTo>
                  <a:cubicBezTo>
                    <a:pt x="687" y="208"/>
                    <a:pt x="793" y="195"/>
                    <a:pt x="895" y="169"/>
                  </a:cubicBezTo>
                  <a:cubicBezTo>
                    <a:pt x="922" y="163"/>
                    <a:pt x="939" y="135"/>
                    <a:pt x="933" y="108"/>
                  </a:cubicBezTo>
                  <a:cubicBezTo>
                    <a:pt x="926" y="85"/>
                    <a:pt x="906" y="70"/>
                    <a:pt x="884" y="70"/>
                  </a:cubicBezTo>
                  <a:cubicBezTo>
                    <a:pt x="879" y="70"/>
                    <a:pt x="875" y="70"/>
                    <a:pt x="871" y="71"/>
                  </a:cubicBezTo>
                  <a:cubicBezTo>
                    <a:pt x="776" y="95"/>
                    <a:pt x="679" y="107"/>
                    <a:pt x="581" y="107"/>
                  </a:cubicBezTo>
                  <a:cubicBezTo>
                    <a:pt x="413" y="107"/>
                    <a:pt x="243" y="72"/>
                    <a:pt x="77" y="4"/>
                  </a:cubicBezTo>
                  <a:cubicBezTo>
                    <a:pt x="71" y="2"/>
                    <a:pt x="64" y="0"/>
                    <a:pt x="5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10"/>
            <p:cNvSpPr/>
            <p:nvPr/>
          </p:nvSpPr>
          <p:spPr>
            <a:xfrm>
              <a:off x="8377497" y="3645801"/>
              <a:ext cx="444382" cy="670321"/>
            </a:xfrm>
            <a:custGeom>
              <a:rect b="b" l="l" r="r" t="t"/>
              <a:pathLst>
                <a:path extrusionOk="0" h="8049" w="5336">
                  <a:moveTo>
                    <a:pt x="287" y="1"/>
                  </a:moveTo>
                  <a:cubicBezTo>
                    <a:pt x="264" y="1"/>
                    <a:pt x="242" y="17"/>
                    <a:pt x="237" y="41"/>
                  </a:cubicBezTo>
                  <a:cubicBezTo>
                    <a:pt x="95" y="697"/>
                    <a:pt x="1" y="1357"/>
                    <a:pt x="266" y="1741"/>
                  </a:cubicBezTo>
                  <a:cubicBezTo>
                    <a:pt x="413" y="1953"/>
                    <a:pt x="603" y="2025"/>
                    <a:pt x="822" y="2025"/>
                  </a:cubicBezTo>
                  <a:cubicBezTo>
                    <a:pt x="1038" y="2025"/>
                    <a:pt x="1283" y="1956"/>
                    <a:pt x="1545" y="1881"/>
                  </a:cubicBezTo>
                  <a:cubicBezTo>
                    <a:pt x="1871" y="1788"/>
                    <a:pt x="2222" y="1689"/>
                    <a:pt x="2590" y="1689"/>
                  </a:cubicBezTo>
                  <a:cubicBezTo>
                    <a:pt x="2891" y="1689"/>
                    <a:pt x="3205" y="1755"/>
                    <a:pt x="3528" y="1946"/>
                  </a:cubicBezTo>
                  <a:cubicBezTo>
                    <a:pt x="4801" y="2699"/>
                    <a:pt x="4680" y="4123"/>
                    <a:pt x="4552" y="5632"/>
                  </a:cubicBezTo>
                  <a:cubicBezTo>
                    <a:pt x="4541" y="5745"/>
                    <a:pt x="4532" y="5859"/>
                    <a:pt x="4522" y="5973"/>
                  </a:cubicBezTo>
                  <a:cubicBezTo>
                    <a:pt x="4456" y="6796"/>
                    <a:pt x="4719" y="7548"/>
                    <a:pt x="5244" y="8035"/>
                  </a:cubicBezTo>
                  <a:cubicBezTo>
                    <a:pt x="5255" y="8044"/>
                    <a:pt x="5267" y="8048"/>
                    <a:pt x="5279" y="8048"/>
                  </a:cubicBezTo>
                  <a:cubicBezTo>
                    <a:pt x="5292" y="8048"/>
                    <a:pt x="5306" y="8043"/>
                    <a:pt x="5316" y="8032"/>
                  </a:cubicBezTo>
                  <a:cubicBezTo>
                    <a:pt x="5335" y="8011"/>
                    <a:pt x="5334" y="7980"/>
                    <a:pt x="5313" y="7961"/>
                  </a:cubicBezTo>
                  <a:cubicBezTo>
                    <a:pt x="4812" y="7495"/>
                    <a:pt x="4560" y="6774"/>
                    <a:pt x="4623" y="5981"/>
                  </a:cubicBezTo>
                  <a:cubicBezTo>
                    <a:pt x="4632" y="5868"/>
                    <a:pt x="4642" y="5754"/>
                    <a:pt x="4652" y="5640"/>
                  </a:cubicBezTo>
                  <a:cubicBezTo>
                    <a:pt x="4778" y="4167"/>
                    <a:pt x="4908" y="2644"/>
                    <a:pt x="3580" y="1859"/>
                  </a:cubicBezTo>
                  <a:cubicBezTo>
                    <a:pt x="3240" y="1658"/>
                    <a:pt x="2906" y="1589"/>
                    <a:pt x="2589" y="1589"/>
                  </a:cubicBezTo>
                  <a:cubicBezTo>
                    <a:pt x="2201" y="1589"/>
                    <a:pt x="1837" y="1692"/>
                    <a:pt x="1517" y="1784"/>
                  </a:cubicBezTo>
                  <a:cubicBezTo>
                    <a:pt x="1257" y="1858"/>
                    <a:pt x="1025" y="1924"/>
                    <a:pt x="826" y="1924"/>
                  </a:cubicBezTo>
                  <a:cubicBezTo>
                    <a:pt x="634" y="1924"/>
                    <a:pt x="473" y="1861"/>
                    <a:pt x="349" y="1683"/>
                  </a:cubicBezTo>
                  <a:cubicBezTo>
                    <a:pt x="104" y="1330"/>
                    <a:pt x="205" y="666"/>
                    <a:pt x="336" y="63"/>
                  </a:cubicBezTo>
                  <a:cubicBezTo>
                    <a:pt x="342" y="36"/>
                    <a:pt x="325" y="8"/>
                    <a:pt x="298" y="2"/>
                  </a:cubicBezTo>
                  <a:cubicBezTo>
                    <a:pt x="294" y="1"/>
                    <a:pt x="291" y="1"/>
                    <a:pt x="28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0"/>
            <p:cNvSpPr/>
            <p:nvPr/>
          </p:nvSpPr>
          <p:spPr>
            <a:xfrm>
              <a:off x="8414806" y="3492234"/>
              <a:ext cx="29231" cy="87111"/>
            </a:xfrm>
            <a:custGeom>
              <a:rect b="b" l="l" r="r" t="t"/>
              <a:pathLst>
                <a:path extrusionOk="0" h="1046" w="351">
                  <a:moveTo>
                    <a:pt x="294" y="1"/>
                  </a:moveTo>
                  <a:cubicBezTo>
                    <a:pt x="271" y="1"/>
                    <a:pt x="251" y="16"/>
                    <a:pt x="245" y="39"/>
                  </a:cubicBezTo>
                  <a:cubicBezTo>
                    <a:pt x="179" y="312"/>
                    <a:pt x="112" y="575"/>
                    <a:pt x="47" y="828"/>
                  </a:cubicBezTo>
                  <a:lnTo>
                    <a:pt x="8" y="981"/>
                  </a:lnTo>
                  <a:cubicBezTo>
                    <a:pt x="1" y="1009"/>
                    <a:pt x="17" y="1036"/>
                    <a:pt x="45" y="1043"/>
                  </a:cubicBezTo>
                  <a:cubicBezTo>
                    <a:pt x="49" y="1044"/>
                    <a:pt x="53" y="1045"/>
                    <a:pt x="57" y="1045"/>
                  </a:cubicBezTo>
                  <a:cubicBezTo>
                    <a:pt x="79" y="1045"/>
                    <a:pt x="100" y="1030"/>
                    <a:pt x="106" y="1006"/>
                  </a:cubicBezTo>
                  <a:lnTo>
                    <a:pt x="145" y="853"/>
                  </a:lnTo>
                  <a:cubicBezTo>
                    <a:pt x="210" y="600"/>
                    <a:pt x="278" y="336"/>
                    <a:pt x="344" y="63"/>
                  </a:cubicBezTo>
                  <a:cubicBezTo>
                    <a:pt x="350" y="36"/>
                    <a:pt x="333" y="9"/>
                    <a:pt x="306" y="2"/>
                  </a:cubicBezTo>
                  <a:cubicBezTo>
                    <a:pt x="302" y="1"/>
                    <a:pt x="298" y="1"/>
                    <a:pt x="29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0"/>
            <p:cNvSpPr/>
            <p:nvPr/>
          </p:nvSpPr>
          <p:spPr>
            <a:xfrm>
              <a:off x="8361091" y="3025869"/>
              <a:ext cx="136413" cy="425061"/>
            </a:xfrm>
            <a:custGeom>
              <a:rect b="b" l="l" r="r" t="t"/>
              <a:pathLst>
                <a:path extrusionOk="0" h="5104" w="1638">
                  <a:moveTo>
                    <a:pt x="59" y="1"/>
                  </a:moveTo>
                  <a:cubicBezTo>
                    <a:pt x="42" y="1"/>
                    <a:pt x="24" y="10"/>
                    <a:pt x="15" y="26"/>
                  </a:cubicBezTo>
                  <a:cubicBezTo>
                    <a:pt x="0" y="50"/>
                    <a:pt x="9" y="81"/>
                    <a:pt x="33" y="95"/>
                  </a:cubicBezTo>
                  <a:cubicBezTo>
                    <a:pt x="47" y="104"/>
                    <a:pt x="1529" y="1003"/>
                    <a:pt x="1282" y="3485"/>
                  </a:cubicBezTo>
                  <a:cubicBezTo>
                    <a:pt x="1234" y="3960"/>
                    <a:pt x="1150" y="4470"/>
                    <a:pt x="1028" y="5043"/>
                  </a:cubicBezTo>
                  <a:cubicBezTo>
                    <a:pt x="1021" y="5070"/>
                    <a:pt x="1039" y="5096"/>
                    <a:pt x="1066" y="5103"/>
                  </a:cubicBezTo>
                  <a:cubicBezTo>
                    <a:pt x="1070" y="5104"/>
                    <a:pt x="1073" y="5104"/>
                    <a:pt x="1077" y="5104"/>
                  </a:cubicBezTo>
                  <a:cubicBezTo>
                    <a:pt x="1100" y="5104"/>
                    <a:pt x="1121" y="5088"/>
                    <a:pt x="1126" y="5064"/>
                  </a:cubicBezTo>
                  <a:cubicBezTo>
                    <a:pt x="1250" y="4487"/>
                    <a:pt x="1334" y="3974"/>
                    <a:pt x="1382" y="3494"/>
                  </a:cubicBezTo>
                  <a:cubicBezTo>
                    <a:pt x="1637" y="944"/>
                    <a:pt x="100" y="17"/>
                    <a:pt x="84" y="7"/>
                  </a:cubicBezTo>
                  <a:cubicBezTo>
                    <a:pt x="76" y="3"/>
                    <a:pt x="68" y="1"/>
                    <a:pt x="5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10"/>
            <p:cNvSpPr/>
            <p:nvPr/>
          </p:nvSpPr>
          <p:spPr>
            <a:xfrm>
              <a:off x="8579449" y="3107649"/>
              <a:ext cx="464536" cy="1109123"/>
            </a:xfrm>
            <a:custGeom>
              <a:rect b="b" l="l" r="r" t="t"/>
              <a:pathLst>
                <a:path extrusionOk="0" h="13318" w="5578">
                  <a:moveTo>
                    <a:pt x="132" y="1"/>
                  </a:moveTo>
                  <a:cubicBezTo>
                    <a:pt x="123" y="1"/>
                    <a:pt x="113" y="4"/>
                    <a:pt x="104" y="9"/>
                  </a:cubicBezTo>
                  <a:cubicBezTo>
                    <a:pt x="81" y="25"/>
                    <a:pt x="75" y="57"/>
                    <a:pt x="91" y="80"/>
                  </a:cubicBezTo>
                  <a:cubicBezTo>
                    <a:pt x="646" y="911"/>
                    <a:pt x="892" y="1725"/>
                    <a:pt x="824" y="2503"/>
                  </a:cubicBezTo>
                  <a:cubicBezTo>
                    <a:pt x="752" y="3326"/>
                    <a:pt x="580" y="4102"/>
                    <a:pt x="428" y="4787"/>
                  </a:cubicBezTo>
                  <a:cubicBezTo>
                    <a:pt x="180" y="5905"/>
                    <a:pt x="1" y="6712"/>
                    <a:pt x="475" y="6884"/>
                  </a:cubicBezTo>
                  <a:cubicBezTo>
                    <a:pt x="626" y="6939"/>
                    <a:pt x="889" y="6998"/>
                    <a:pt x="1223" y="7071"/>
                  </a:cubicBezTo>
                  <a:cubicBezTo>
                    <a:pt x="2461" y="7347"/>
                    <a:pt x="4532" y="7809"/>
                    <a:pt x="4580" y="8876"/>
                  </a:cubicBezTo>
                  <a:cubicBezTo>
                    <a:pt x="4609" y="9520"/>
                    <a:pt x="4459" y="10009"/>
                    <a:pt x="4326" y="10441"/>
                  </a:cubicBezTo>
                  <a:cubicBezTo>
                    <a:pt x="4172" y="10941"/>
                    <a:pt x="4026" y="11415"/>
                    <a:pt x="4200" y="12008"/>
                  </a:cubicBezTo>
                  <a:cubicBezTo>
                    <a:pt x="4523" y="13106"/>
                    <a:pt x="5502" y="13314"/>
                    <a:pt x="5513" y="13316"/>
                  </a:cubicBezTo>
                  <a:cubicBezTo>
                    <a:pt x="5516" y="13317"/>
                    <a:pt x="5519" y="13317"/>
                    <a:pt x="5522" y="13317"/>
                  </a:cubicBezTo>
                  <a:cubicBezTo>
                    <a:pt x="5546" y="13317"/>
                    <a:pt x="5567" y="13300"/>
                    <a:pt x="5571" y="13276"/>
                  </a:cubicBezTo>
                  <a:cubicBezTo>
                    <a:pt x="5578" y="13249"/>
                    <a:pt x="5560" y="13223"/>
                    <a:pt x="5533" y="13217"/>
                  </a:cubicBezTo>
                  <a:cubicBezTo>
                    <a:pt x="5523" y="13215"/>
                    <a:pt x="4603" y="13017"/>
                    <a:pt x="4298" y="11979"/>
                  </a:cubicBezTo>
                  <a:cubicBezTo>
                    <a:pt x="4132" y="11416"/>
                    <a:pt x="4267" y="10977"/>
                    <a:pt x="4422" y="10470"/>
                  </a:cubicBezTo>
                  <a:cubicBezTo>
                    <a:pt x="4558" y="10031"/>
                    <a:pt x="4712" y="9532"/>
                    <a:pt x="4682" y="8871"/>
                  </a:cubicBezTo>
                  <a:cubicBezTo>
                    <a:pt x="4629" y="7726"/>
                    <a:pt x="2512" y="7255"/>
                    <a:pt x="1246" y="6973"/>
                  </a:cubicBezTo>
                  <a:cubicBezTo>
                    <a:pt x="916" y="6899"/>
                    <a:pt x="654" y="6842"/>
                    <a:pt x="511" y="6789"/>
                  </a:cubicBezTo>
                  <a:cubicBezTo>
                    <a:pt x="119" y="6647"/>
                    <a:pt x="290" y="5875"/>
                    <a:pt x="526" y="4809"/>
                  </a:cubicBezTo>
                  <a:cubicBezTo>
                    <a:pt x="679" y="4121"/>
                    <a:pt x="852" y="3341"/>
                    <a:pt x="925" y="2511"/>
                  </a:cubicBezTo>
                  <a:cubicBezTo>
                    <a:pt x="995" y="1710"/>
                    <a:pt x="743" y="873"/>
                    <a:pt x="175" y="24"/>
                  </a:cubicBezTo>
                  <a:cubicBezTo>
                    <a:pt x="165" y="9"/>
                    <a:pt x="149" y="1"/>
                    <a:pt x="13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10"/>
            <p:cNvSpPr/>
            <p:nvPr/>
          </p:nvSpPr>
          <p:spPr>
            <a:xfrm>
              <a:off x="8472518" y="2983479"/>
              <a:ext cx="61461" cy="56964"/>
            </a:xfrm>
            <a:custGeom>
              <a:rect b="b" l="l" r="r" t="t"/>
              <a:pathLst>
                <a:path extrusionOk="0" h="684" w="738">
                  <a:moveTo>
                    <a:pt x="57" y="0"/>
                  </a:moveTo>
                  <a:cubicBezTo>
                    <a:pt x="42" y="0"/>
                    <a:pt x="28" y="7"/>
                    <a:pt x="18" y="20"/>
                  </a:cubicBezTo>
                  <a:cubicBezTo>
                    <a:pt x="0" y="42"/>
                    <a:pt x="4" y="73"/>
                    <a:pt x="26" y="91"/>
                  </a:cubicBezTo>
                  <a:cubicBezTo>
                    <a:pt x="30" y="93"/>
                    <a:pt x="302" y="306"/>
                    <a:pt x="646" y="667"/>
                  </a:cubicBezTo>
                  <a:cubicBezTo>
                    <a:pt x="656" y="678"/>
                    <a:pt x="669" y="683"/>
                    <a:pt x="682" y="683"/>
                  </a:cubicBezTo>
                  <a:cubicBezTo>
                    <a:pt x="695" y="683"/>
                    <a:pt x="707" y="678"/>
                    <a:pt x="717" y="669"/>
                  </a:cubicBezTo>
                  <a:cubicBezTo>
                    <a:pt x="737" y="649"/>
                    <a:pt x="738" y="618"/>
                    <a:pt x="719" y="597"/>
                  </a:cubicBezTo>
                  <a:cubicBezTo>
                    <a:pt x="370" y="231"/>
                    <a:pt x="91" y="14"/>
                    <a:pt x="88" y="11"/>
                  </a:cubicBezTo>
                  <a:cubicBezTo>
                    <a:pt x="79" y="4"/>
                    <a:pt x="68" y="0"/>
                    <a:pt x="5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10"/>
            <p:cNvSpPr/>
            <p:nvPr/>
          </p:nvSpPr>
          <p:spPr>
            <a:xfrm>
              <a:off x="8680549" y="3190262"/>
              <a:ext cx="414318" cy="941647"/>
            </a:xfrm>
            <a:custGeom>
              <a:rect b="b" l="l" r="r" t="t"/>
              <a:pathLst>
                <a:path extrusionOk="0" h="11307" w="4975">
                  <a:moveTo>
                    <a:pt x="615" y="0"/>
                  </a:moveTo>
                  <a:cubicBezTo>
                    <a:pt x="606" y="0"/>
                    <a:pt x="596" y="3"/>
                    <a:pt x="587" y="9"/>
                  </a:cubicBezTo>
                  <a:cubicBezTo>
                    <a:pt x="564" y="25"/>
                    <a:pt x="558" y="56"/>
                    <a:pt x="574" y="79"/>
                  </a:cubicBezTo>
                  <a:cubicBezTo>
                    <a:pt x="585" y="96"/>
                    <a:pt x="1762" y="1856"/>
                    <a:pt x="1268" y="3217"/>
                  </a:cubicBezTo>
                  <a:cubicBezTo>
                    <a:pt x="1083" y="3726"/>
                    <a:pt x="825" y="4131"/>
                    <a:pt x="619" y="4456"/>
                  </a:cubicBezTo>
                  <a:cubicBezTo>
                    <a:pt x="260" y="5022"/>
                    <a:pt x="1" y="5430"/>
                    <a:pt x="521" y="5821"/>
                  </a:cubicBezTo>
                  <a:cubicBezTo>
                    <a:pt x="826" y="6049"/>
                    <a:pt x="1459" y="6065"/>
                    <a:pt x="2131" y="6081"/>
                  </a:cubicBezTo>
                  <a:cubicBezTo>
                    <a:pt x="3201" y="6106"/>
                    <a:pt x="4414" y="6135"/>
                    <a:pt x="4641" y="7003"/>
                  </a:cubicBezTo>
                  <a:cubicBezTo>
                    <a:pt x="4863" y="7856"/>
                    <a:pt x="4512" y="8306"/>
                    <a:pt x="4171" y="8741"/>
                  </a:cubicBezTo>
                  <a:cubicBezTo>
                    <a:pt x="3935" y="9042"/>
                    <a:pt x="3711" y="9326"/>
                    <a:pt x="3685" y="9725"/>
                  </a:cubicBezTo>
                  <a:cubicBezTo>
                    <a:pt x="3621" y="10688"/>
                    <a:pt x="4058" y="11263"/>
                    <a:pt x="4077" y="11287"/>
                  </a:cubicBezTo>
                  <a:cubicBezTo>
                    <a:pt x="4087" y="11300"/>
                    <a:pt x="4102" y="11306"/>
                    <a:pt x="4117" y="11306"/>
                  </a:cubicBezTo>
                  <a:cubicBezTo>
                    <a:pt x="4128" y="11306"/>
                    <a:pt x="4139" y="11303"/>
                    <a:pt x="4148" y="11296"/>
                  </a:cubicBezTo>
                  <a:cubicBezTo>
                    <a:pt x="4171" y="11279"/>
                    <a:pt x="4174" y="11246"/>
                    <a:pt x="4157" y="11224"/>
                  </a:cubicBezTo>
                  <a:cubicBezTo>
                    <a:pt x="4153" y="11219"/>
                    <a:pt x="3724" y="10654"/>
                    <a:pt x="3786" y="9731"/>
                  </a:cubicBezTo>
                  <a:cubicBezTo>
                    <a:pt x="3810" y="9364"/>
                    <a:pt x="4024" y="9091"/>
                    <a:pt x="4250" y="8803"/>
                  </a:cubicBezTo>
                  <a:cubicBezTo>
                    <a:pt x="4589" y="8370"/>
                    <a:pt x="4974" y="7879"/>
                    <a:pt x="4739" y="6978"/>
                  </a:cubicBezTo>
                  <a:cubicBezTo>
                    <a:pt x="4494" y="6035"/>
                    <a:pt x="3240" y="6006"/>
                    <a:pt x="2133" y="5980"/>
                  </a:cubicBezTo>
                  <a:cubicBezTo>
                    <a:pt x="1479" y="5964"/>
                    <a:pt x="861" y="5949"/>
                    <a:pt x="582" y="5741"/>
                  </a:cubicBezTo>
                  <a:cubicBezTo>
                    <a:pt x="136" y="5406"/>
                    <a:pt x="339" y="5088"/>
                    <a:pt x="705" y="4511"/>
                  </a:cubicBezTo>
                  <a:cubicBezTo>
                    <a:pt x="914" y="4181"/>
                    <a:pt x="1175" y="3771"/>
                    <a:pt x="1364" y="3252"/>
                  </a:cubicBezTo>
                  <a:cubicBezTo>
                    <a:pt x="1876" y="1842"/>
                    <a:pt x="707" y="96"/>
                    <a:pt x="658" y="23"/>
                  </a:cubicBezTo>
                  <a:cubicBezTo>
                    <a:pt x="648" y="8"/>
                    <a:pt x="632" y="0"/>
                    <a:pt x="6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10"/>
            <p:cNvSpPr/>
            <p:nvPr/>
          </p:nvSpPr>
          <p:spPr>
            <a:xfrm>
              <a:off x="8219100" y="4600018"/>
              <a:ext cx="361602" cy="539238"/>
            </a:xfrm>
            <a:custGeom>
              <a:rect b="b" l="l" r="r" t="t"/>
              <a:pathLst>
                <a:path extrusionOk="0" h="6475" w="4342">
                  <a:moveTo>
                    <a:pt x="4341" y="1"/>
                  </a:moveTo>
                  <a:lnTo>
                    <a:pt x="1583" y="157"/>
                  </a:lnTo>
                  <a:lnTo>
                    <a:pt x="1375" y="1770"/>
                  </a:lnTo>
                  <a:lnTo>
                    <a:pt x="0" y="6475"/>
                  </a:lnTo>
                  <a:lnTo>
                    <a:pt x="2022" y="6475"/>
                  </a:lnTo>
                  <a:cubicBezTo>
                    <a:pt x="2423" y="5590"/>
                    <a:pt x="3655" y="2881"/>
                    <a:pt x="3872" y="2447"/>
                  </a:cubicBezTo>
                  <a:cubicBezTo>
                    <a:pt x="4132" y="1926"/>
                    <a:pt x="4341" y="1"/>
                    <a:pt x="434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10"/>
            <p:cNvSpPr/>
            <p:nvPr/>
          </p:nvSpPr>
          <p:spPr>
            <a:xfrm>
              <a:off x="8214603" y="4595854"/>
              <a:ext cx="370346" cy="547649"/>
            </a:xfrm>
            <a:custGeom>
              <a:rect b="b" l="l" r="r" t="t"/>
              <a:pathLst>
                <a:path extrusionOk="0" h="6576" w="4447">
                  <a:moveTo>
                    <a:pt x="4337" y="105"/>
                  </a:moveTo>
                  <a:cubicBezTo>
                    <a:pt x="4300" y="433"/>
                    <a:pt x="4109" y="2019"/>
                    <a:pt x="3881" y="2475"/>
                  </a:cubicBezTo>
                  <a:cubicBezTo>
                    <a:pt x="3666" y="2906"/>
                    <a:pt x="2438" y="5606"/>
                    <a:pt x="2044" y="6475"/>
                  </a:cubicBezTo>
                  <a:lnTo>
                    <a:pt x="121" y="6475"/>
                  </a:lnTo>
                  <a:lnTo>
                    <a:pt x="1479" y="1827"/>
                  </a:lnTo>
                  <a:lnTo>
                    <a:pt x="1682" y="255"/>
                  </a:lnTo>
                  <a:lnTo>
                    <a:pt x="4337" y="105"/>
                  </a:lnTo>
                  <a:close/>
                  <a:moveTo>
                    <a:pt x="4392" y="0"/>
                  </a:moveTo>
                  <a:lnTo>
                    <a:pt x="1634" y="157"/>
                  </a:lnTo>
                  <a:cubicBezTo>
                    <a:pt x="1609" y="159"/>
                    <a:pt x="1589" y="176"/>
                    <a:pt x="1586" y="201"/>
                  </a:cubicBezTo>
                  <a:lnTo>
                    <a:pt x="1380" y="1806"/>
                  </a:lnTo>
                  <a:lnTo>
                    <a:pt x="5" y="6510"/>
                  </a:lnTo>
                  <a:cubicBezTo>
                    <a:pt x="1" y="6526"/>
                    <a:pt x="4" y="6543"/>
                    <a:pt x="13" y="6555"/>
                  </a:cubicBezTo>
                  <a:cubicBezTo>
                    <a:pt x="23" y="6568"/>
                    <a:pt x="37" y="6575"/>
                    <a:pt x="54" y="6575"/>
                  </a:cubicBezTo>
                  <a:lnTo>
                    <a:pt x="2076" y="6575"/>
                  </a:lnTo>
                  <a:cubicBezTo>
                    <a:pt x="2096" y="6575"/>
                    <a:pt x="2114" y="6564"/>
                    <a:pt x="2122" y="6546"/>
                  </a:cubicBezTo>
                  <a:cubicBezTo>
                    <a:pt x="2501" y="5711"/>
                    <a:pt x="3754" y="2954"/>
                    <a:pt x="3971" y="2520"/>
                  </a:cubicBezTo>
                  <a:cubicBezTo>
                    <a:pt x="4233" y="1997"/>
                    <a:pt x="4436" y="136"/>
                    <a:pt x="4445" y="57"/>
                  </a:cubicBezTo>
                  <a:cubicBezTo>
                    <a:pt x="4447" y="42"/>
                    <a:pt x="4441" y="27"/>
                    <a:pt x="4431" y="16"/>
                  </a:cubicBezTo>
                  <a:cubicBezTo>
                    <a:pt x="4420" y="5"/>
                    <a:pt x="4407" y="0"/>
                    <a:pt x="43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10"/>
            <p:cNvSpPr/>
            <p:nvPr/>
          </p:nvSpPr>
          <p:spPr>
            <a:xfrm>
              <a:off x="8246832" y="3928369"/>
              <a:ext cx="377175" cy="734863"/>
            </a:xfrm>
            <a:custGeom>
              <a:rect b="b" l="l" r="r" t="t"/>
              <a:pathLst>
                <a:path extrusionOk="0" h="8824" w="4529">
                  <a:moveTo>
                    <a:pt x="2114" y="0"/>
                  </a:moveTo>
                  <a:cubicBezTo>
                    <a:pt x="1948" y="0"/>
                    <a:pt x="803" y="44"/>
                    <a:pt x="417" y="1249"/>
                  </a:cubicBezTo>
                  <a:cubicBezTo>
                    <a:pt x="1" y="2550"/>
                    <a:pt x="625" y="5517"/>
                    <a:pt x="625" y="6662"/>
                  </a:cubicBezTo>
                  <a:cubicBezTo>
                    <a:pt x="625" y="7806"/>
                    <a:pt x="470" y="8638"/>
                    <a:pt x="470" y="8638"/>
                  </a:cubicBezTo>
                  <a:cubicBezTo>
                    <a:pt x="470" y="8638"/>
                    <a:pt x="1372" y="8824"/>
                    <a:pt x="2574" y="8824"/>
                  </a:cubicBezTo>
                  <a:cubicBezTo>
                    <a:pt x="3176" y="8824"/>
                    <a:pt x="3852" y="8777"/>
                    <a:pt x="4529" y="8638"/>
                  </a:cubicBezTo>
                  <a:lnTo>
                    <a:pt x="3904" y="3435"/>
                  </a:lnTo>
                  <a:lnTo>
                    <a:pt x="2134" y="0"/>
                  </a:lnTo>
                  <a:cubicBezTo>
                    <a:pt x="2134" y="0"/>
                    <a:pt x="2127" y="0"/>
                    <a:pt x="21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10"/>
            <p:cNvSpPr/>
            <p:nvPr/>
          </p:nvSpPr>
          <p:spPr>
            <a:xfrm>
              <a:off x="8253910" y="3924121"/>
              <a:ext cx="374510" cy="743191"/>
            </a:xfrm>
            <a:custGeom>
              <a:rect b="b" l="l" r="r" t="t"/>
              <a:pathLst>
                <a:path extrusionOk="0" h="8924" w="4497">
                  <a:moveTo>
                    <a:pt x="2034" y="1"/>
                  </a:moveTo>
                  <a:cubicBezTo>
                    <a:pt x="1874" y="1"/>
                    <a:pt x="680" y="47"/>
                    <a:pt x="284" y="1285"/>
                  </a:cubicBezTo>
                  <a:cubicBezTo>
                    <a:pt x="1" y="2171"/>
                    <a:pt x="193" y="3813"/>
                    <a:pt x="348" y="5133"/>
                  </a:cubicBezTo>
                  <a:cubicBezTo>
                    <a:pt x="424" y="5781"/>
                    <a:pt x="490" y="6341"/>
                    <a:pt x="490" y="6713"/>
                  </a:cubicBezTo>
                  <a:cubicBezTo>
                    <a:pt x="490" y="7838"/>
                    <a:pt x="337" y="8672"/>
                    <a:pt x="334" y="8680"/>
                  </a:cubicBezTo>
                  <a:cubicBezTo>
                    <a:pt x="329" y="8707"/>
                    <a:pt x="347" y="8734"/>
                    <a:pt x="374" y="8739"/>
                  </a:cubicBezTo>
                  <a:cubicBezTo>
                    <a:pt x="388" y="8742"/>
                    <a:pt x="1296" y="8923"/>
                    <a:pt x="2495" y="8923"/>
                  </a:cubicBezTo>
                  <a:cubicBezTo>
                    <a:pt x="3099" y="8923"/>
                    <a:pt x="3777" y="8877"/>
                    <a:pt x="4453" y="8739"/>
                  </a:cubicBezTo>
                  <a:cubicBezTo>
                    <a:pt x="4479" y="8734"/>
                    <a:pt x="4496" y="8709"/>
                    <a:pt x="4493" y="8683"/>
                  </a:cubicBezTo>
                  <a:lnTo>
                    <a:pt x="3869" y="3480"/>
                  </a:lnTo>
                  <a:cubicBezTo>
                    <a:pt x="3866" y="3454"/>
                    <a:pt x="3845" y="3435"/>
                    <a:pt x="3819" y="3435"/>
                  </a:cubicBezTo>
                  <a:cubicBezTo>
                    <a:pt x="3817" y="3435"/>
                    <a:pt x="3815" y="3435"/>
                    <a:pt x="3813" y="3435"/>
                  </a:cubicBezTo>
                  <a:cubicBezTo>
                    <a:pt x="3785" y="3439"/>
                    <a:pt x="3765" y="3465"/>
                    <a:pt x="3769" y="3492"/>
                  </a:cubicBezTo>
                  <a:lnTo>
                    <a:pt x="4387" y="8650"/>
                  </a:lnTo>
                  <a:cubicBezTo>
                    <a:pt x="3734" y="8780"/>
                    <a:pt x="3080" y="8823"/>
                    <a:pt x="2495" y="8823"/>
                  </a:cubicBezTo>
                  <a:cubicBezTo>
                    <a:pt x="1461" y="8823"/>
                    <a:pt x="645" y="8686"/>
                    <a:pt x="443" y="8650"/>
                  </a:cubicBezTo>
                  <a:cubicBezTo>
                    <a:pt x="476" y="8452"/>
                    <a:pt x="592" y="7692"/>
                    <a:pt x="592" y="6713"/>
                  </a:cubicBezTo>
                  <a:cubicBezTo>
                    <a:pt x="592" y="6335"/>
                    <a:pt x="525" y="5772"/>
                    <a:pt x="449" y="5121"/>
                  </a:cubicBezTo>
                  <a:cubicBezTo>
                    <a:pt x="295" y="3811"/>
                    <a:pt x="104" y="2182"/>
                    <a:pt x="381" y="1316"/>
                  </a:cubicBezTo>
                  <a:cubicBezTo>
                    <a:pt x="752" y="155"/>
                    <a:pt x="1831" y="102"/>
                    <a:pt x="2021" y="102"/>
                  </a:cubicBezTo>
                  <a:cubicBezTo>
                    <a:pt x="2035" y="102"/>
                    <a:pt x="2044" y="103"/>
                    <a:pt x="2048" y="103"/>
                  </a:cubicBezTo>
                  <a:cubicBezTo>
                    <a:pt x="2049" y="103"/>
                    <a:pt x="2049" y="103"/>
                    <a:pt x="2050" y="103"/>
                  </a:cubicBezTo>
                  <a:cubicBezTo>
                    <a:pt x="2076" y="103"/>
                    <a:pt x="2098" y="81"/>
                    <a:pt x="2101" y="53"/>
                  </a:cubicBezTo>
                  <a:cubicBezTo>
                    <a:pt x="2102" y="26"/>
                    <a:pt x="2080" y="2"/>
                    <a:pt x="2051" y="1"/>
                  </a:cubicBezTo>
                  <a:cubicBezTo>
                    <a:pt x="2050" y="1"/>
                    <a:pt x="2044" y="1"/>
                    <a:pt x="20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10"/>
            <p:cNvSpPr/>
            <p:nvPr/>
          </p:nvSpPr>
          <p:spPr>
            <a:xfrm>
              <a:off x="6622805" y="3613739"/>
              <a:ext cx="1386445" cy="1234793"/>
            </a:xfrm>
            <a:custGeom>
              <a:rect b="b" l="l" r="r" t="t"/>
              <a:pathLst>
                <a:path extrusionOk="0" h="14827" w="16648">
                  <a:moveTo>
                    <a:pt x="7338" y="1"/>
                  </a:moveTo>
                  <a:lnTo>
                    <a:pt x="5111" y="203"/>
                  </a:lnTo>
                  <a:cubicBezTo>
                    <a:pt x="5111" y="203"/>
                    <a:pt x="2784" y="1114"/>
                    <a:pt x="1772" y="1570"/>
                  </a:cubicBezTo>
                  <a:cubicBezTo>
                    <a:pt x="760" y="2025"/>
                    <a:pt x="1" y="2683"/>
                    <a:pt x="1" y="3897"/>
                  </a:cubicBezTo>
                  <a:cubicBezTo>
                    <a:pt x="1" y="5111"/>
                    <a:pt x="962" y="10273"/>
                    <a:pt x="962" y="11184"/>
                  </a:cubicBezTo>
                  <a:cubicBezTo>
                    <a:pt x="962" y="12094"/>
                    <a:pt x="609" y="14827"/>
                    <a:pt x="609" y="14827"/>
                  </a:cubicBezTo>
                  <a:lnTo>
                    <a:pt x="9408" y="13365"/>
                  </a:lnTo>
                  <a:cubicBezTo>
                    <a:pt x="9408" y="13365"/>
                    <a:pt x="8707" y="11519"/>
                    <a:pt x="10248" y="9697"/>
                  </a:cubicBezTo>
                  <a:cubicBezTo>
                    <a:pt x="11260" y="8498"/>
                    <a:pt x="10694" y="6722"/>
                    <a:pt x="10694" y="6722"/>
                  </a:cubicBezTo>
                  <a:lnTo>
                    <a:pt x="10694" y="6722"/>
                  </a:lnTo>
                  <a:cubicBezTo>
                    <a:pt x="10694" y="6722"/>
                    <a:pt x="14791" y="12651"/>
                    <a:pt x="15625" y="12651"/>
                  </a:cubicBezTo>
                  <a:cubicBezTo>
                    <a:pt x="15629" y="12651"/>
                    <a:pt x="15633" y="12651"/>
                    <a:pt x="15636" y="12650"/>
                  </a:cubicBezTo>
                  <a:cubicBezTo>
                    <a:pt x="16445" y="12600"/>
                    <a:pt x="16648" y="11284"/>
                    <a:pt x="16294" y="10425"/>
                  </a:cubicBezTo>
                  <a:cubicBezTo>
                    <a:pt x="15939" y="9564"/>
                    <a:pt x="13741" y="5711"/>
                    <a:pt x="13337" y="5053"/>
                  </a:cubicBezTo>
                  <a:cubicBezTo>
                    <a:pt x="12932" y="4396"/>
                    <a:pt x="12703" y="2978"/>
                    <a:pt x="11438" y="1814"/>
                  </a:cubicBezTo>
                  <a:cubicBezTo>
                    <a:pt x="10173" y="650"/>
                    <a:pt x="7338" y="1"/>
                    <a:pt x="73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10"/>
            <p:cNvSpPr/>
            <p:nvPr/>
          </p:nvSpPr>
          <p:spPr>
            <a:xfrm>
              <a:off x="6618641" y="3609575"/>
              <a:ext cx="1386112" cy="1243204"/>
            </a:xfrm>
            <a:custGeom>
              <a:rect b="b" l="l" r="r" t="t"/>
              <a:pathLst>
                <a:path extrusionOk="0" h="14928" w="16644">
                  <a:moveTo>
                    <a:pt x="7384" y="102"/>
                  </a:moveTo>
                  <a:cubicBezTo>
                    <a:pt x="7550" y="141"/>
                    <a:pt x="10245" y="790"/>
                    <a:pt x="11453" y="1902"/>
                  </a:cubicBezTo>
                  <a:cubicBezTo>
                    <a:pt x="12334" y="2713"/>
                    <a:pt x="12716" y="3667"/>
                    <a:pt x="12995" y="4364"/>
                  </a:cubicBezTo>
                  <a:cubicBezTo>
                    <a:pt x="13116" y="4669"/>
                    <a:pt x="13221" y="4931"/>
                    <a:pt x="13343" y="5131"/>
                  </a:cubicBezTo>
                  <a:cubicBezTo>
                    <a:pt x="13734" y="5766"/>
                    <a:pt x="15945" y="9641"/>
                    <a:pt x="16297" y="10494"/>
                  </a:cubicBezTo>
                  <a:cubicBezTo>
                    <a:pt x="16538" y="11078"/>
                    <a:pt x="16511" y="11853"/>
                    <a:pt x="16235" y="12294"/>
                  </a:cubicBezTo>
                  <a:cubicBezTo>
                    <a:pt x="16095" y="12517"/>
                    <a:pt x="15911" y="12636"/>
                    <a:pt x="15683" y="12650"/>
                  </a:cubicBezTo>
                  <a:lnTo>
                    <a:pt x="15673" y="12650"/>
                  </a:lnTo>
                  <a:cubicBezTo>
                    <a:pt x="15013" y="12650"/>
                    <a:pt x="11925" y="8392"/>
                    <a:pt x="10786" y="6743"/>
                  </a:cubicBezTo>
                  <a:cubicBezTo>
                    <a:pt x="10776" y="6729"/>
                    <a:pt x="10761" y="6722"/>
                    <a:pt x="10744" y="6722"/>
                  </a:cubicBezTo>
                  <a:cubicBezTo>
                    <a:pt x="10737" y="6722"/>
                    <a:pt x="10729" y="6723"/>
                    <a:pt x="10722" y="6727"/>
                  </a:cubicBezTo>
                  <a:cubicBezTo>
                    <a:pt x="10700" y="6738"/>
                    <a:pt x="10688" y="6763"/>
                    <a:pt x="10695" y="6787"/>
                  </a:cubicBezTo>
                  <a:cubicBezTo>
                    <a:pt x="10702" y="6805"/>
                    <a:pt x="11241" y="8551"/>
                    <a:pt x="10259" y="9714"/>
                  </a:cubicBezTo>
                  <a:cubicBezTo>
                    <a:pt x="8870" y="11357"/>
                    <a:pt x="9289" y="13044"/>
                    <a:pt x="9391" y="13375"/>
                  </a:cubicBezTo>
                  <a:lnTo>
                    <a:pt x="717" y="14815"/>
                  </a:lnTo>
                  <a:cubicBezTo>
                    <a:pt x="772" y="14388"/>
                    <a:pt x="1063" y="12057"/>
                    <a:pt x="1063" y="11234"/>
                  </a:cubicBezTo>
                  <a:cubicBezTo>
                    <a:pt x="1063" y="10806"/>
                    <a:pt x="855" y="9458"/>
                    <a:pt x="633" y="8031"/>
                  </a:cubicBezTo>
                  <a:cubicBezTo>
                    <a:pt x="385" y="6420"/>
                    <a:pt x="101" y="4594"/>
                    <a:pt x="101" y="3947"/>
                  </a:cubicBezTo>
                  <a:cubicBezTo>
                    <a:pt x="101" y="2911"/>
                    <a:pt x="639" y="2207"/>
                    <a:pt x="1843" y="1666"/>
                  </a:cubicBezTo>
                  <a:cubicBezTo>
                    <a:pt x="2815" y="1228"/>
                    <a:pt x="5034" y="358"/>
                    <a:pt x="5174" y="304"/>
                  </a:cubicBezTo>
                  <a:lnTo>
                    <a:pt x="7384" y="102"/>
                  </a:lnTo>
                  <a:close/>
                  <a:moveTo>
                    <a:pt x="7384" y="0"/>
                  </a:moveTo>
                  <a:lnTo>
                    <a:pt x="5157" y="203"/>
                  </a:lnTo>
                  <a:cubicBezTo>
                    <a:pt x="5152" y="204"/>
                    <a:pt x="5148" y="205"/>
                    <a:pt x="5143" y="206"/>
                  </a:cubicBezTo>
                  <a:cubicBezTo>
                    <a:pt x="5120" y="216"/>
                    <a:pt x="2803" y="1123"/>
                    <a:pt x="1801" y="1573"/>
                  </a:cubicBezTo>
                  <a:cubicBezTo>
                    <a:pt x="1028" y="1922"/>
                    <a:pt x="1" y="2546"/>
                    <a:pt x="1" y="3947"/>
                  </a:cubicBezTo>
                  <a:cubicBezTo>
                    <a:pt x="1" y="4602"/>
                    <a:pt x="271" y="6353"/>
                    <a:pt x="534" y="8046"/>
                  </a:cubicBezTo>
                  <a:cubicBezTo>
                    <a:pt x="754" y="9470"/>
                    <a:pt x="962" y="10815"/>
                    <a:pt x="962" y="11234"/>
                  </a:cubicBezTo>
                  <a:cubicBezTo>
                    <a:pt x="962" y="12131"/>
                    <a:pt x="611" y="14843"/>
                    <a:pt x="608" y="14871"/>
                  </a:cubicBezTo>
                  <a:cubicBezTo>
                    <a:pt x="606" y="14886"/>
                    <a:pt x="611" y="14902"/>
                    <a:pt x="623" y="14912"/>
                  </a:cubicBezTo>
                  <a:cubicBezTo>
                    <a:pt x="632" y="14922"/>
                    <a:pt x="645" y="14927"/>
                    <a:pt x="659" y="14927"/>
                  </a:cubicBezTo>
                  <a:cubicBezTo>
                    <a:pt x="661" y="14927"/>
                    <a:pt x="664" y="14927"/>
                    <a:pt x="666" y="14926"/>
                  </a:cubicBezTo>
                  <a:lnTo>
                    <a:pt x="9466" y="13465"/>
                  </a:lnTo>
                  <a:cubicBezTo>
                    <a:pt x="9481" y="13462"/>
                    <a:pt x="9494" y="13454"/>
                    <a:pt x="9501" y="13440"/>
                  </a:cubicBezTo>
                  <a:cubicBezTo>
                    <a:pt x="9510" y="13428"/>
                    <a:pt x="9511" y="13412"/>
                    <a:pt x="9505" y="13397"/>
                  </a:cubicBezTo>
                  <a:cubicBezTo>
                    <a:pt x="9498" y="13379"/>
                    <a:pt x="8835" y="11557"/>
                    <a:pt x="10337" y="9779"/>
                  </a:cubicBezTo>
                  <a:cubicBezTo>
                    <a:pt x="11120" y="8853"/>
                    <a:pt x="10971" y="7573"/>
                    <a:pt x="10858" y="7025"/>
                  </a:cubicBezTo>
                  <a:lnTo>
                    <a:pt x="10858" y="7025"/>
                  </a:lnTo>
                  <a:cubicBezTo>
                    <a:pt x="11626" y="8123"/>
                    <a:pt x="14910" y="12752"/>
                    <a:pt x="15678" y="12752"/>
                  </a:cubicBezTo>
                  <a:cubicBezTo>
                    <a:pt x="15682" y="12752"/>
                    <a:pt x="15685" y="12752"/>
                    <a:pt x="15689" y="12751"/>
                  </a:cubicBezTo>
                  <a:cubicBezTo>
                    <a:pt x="15947" y="12735"/>
                    <a:pt x="16166" y="12596"/>
                    <a:pt x="16320" y="12349"/>
                  </a:cubicBezTo>
                  <a:cubicBezTo>
                    <a:pt x="16613" y="11881"/>
                    <a:pt x="16643" y="11068"/>
                    <a:pt x="16390" y="10455"/>
                  </a:cubicBezTo>
                  <a:cubicBezTo>
                    <a:pt x="16028" y="9577"/>
                    <a:pt x="13833" y="5733"/>
                    <a:pt x="13429" y="5077"/>
                  </a:cubicBezTo>
                  <a:cubicBezTo>
                    <a:pt x="13311" y="4886"/>
                    <a:pt x="13209" y="4627"/>
                    <a:pt x="13088" y="4326"/>
                  </a:cubicBezTo>
                  <a:cubicBezTo>
                    <a:pt x="12807" y="3621"/>
                    <a:pt x="12421" y="2653"/>
                    <a:pt x="11522" y="1827"/>
                  </a:cubicBezTo>
                  <a:cubicBezTo>
                    <a:pt x="10262" y="668"/>
                    <a:pt x="7428" y="9"/>
                    <a:pt x="7399" y="1"/>
                  </a:cubicBezTo>
                  <a:cubicBezTo>
                    <a:pt x="7394" y="0"/>
                    <a:pt x="7389" y="0"/>
                    <a:pt x="73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10"/>
            <p:cNvSpPr/>
            <p:nvPr/>
          </p:nvSpPr>
          <p:spPr>
            <a:xfrm>
              <a:off x="7662212" y="4740843"/>
              <a:ext cx="176803" cy="87277"/>
            </a:xfrm>
            <a:custGeom>
              <a:rect b="b" l="l" r="r" t="t"/>
              <a:pathLst>
                <a:path extrusionOk="0" h="1048" w="2123">
                  <a:moveTo>
                    <a:pt x="876" y="0"/>
                  </a:moveTo>
                  <a:cubicBezTo>
                    <a:pt x="606" y="0"/>
                    <a:pt x="1" y="68"/>
                    <a:pt x="1" y="68"/>
                  </a:cubicBezTo>
                  <a:lnTo>
                    <a:pt x="607" y="707"/>
                  </a:lnTo>
                  <a:cubicBezTo>
                    <a:pt x="607" y="707"/>
                    <a:pt x="1246" y="741"/>
                    <a:pt x="1348" y="775"/>
                  </a:cubicBezTo>
                  <a:cubicBezTo>
                    <a:pt x="1443" y="807"/>
                    <a:pt x="1807" y="1047"/>
                    <a:pt x="1933" y="1047"/>
                  </a:cubicBezTo>
                  <a:cubicBezTo>
                    <a:pt x="1941" y="1047"/>
                    <a:pt x="1948" y="1046"/>
                    <a:pt x="1954" y="1044"/>
                  </a:cubicBezTo>
                  <a:cubicBezTo>
                    <a:pt x="2055" y="1011"/>
                    <a:pt x="2123" y="910"/>
                    <a:pt x="2021" y="775"/>
                  </a:cubicBezTo>
                  <a:cubicBezTo>
                    <a:pt x="1920" y="640"/>
                    <a:pt x="1146" y="0"/>
                    <a:pt x="876"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10"/>
            <p:cNvSpPr/>
            <p:nvPr/>
          </p:nvSpPr>
          <p:spPr>
            <a:xfrm>
              <a:off x="7657798" y="4736596"/>
              <a:ext cx="181884" cy="95689"/>
            </a:xfrm>
            <a:custGeom>
              <a:rect b="b" l="l" r="r" t="t"/>
              <a:pathLst>
                <a:path extrusionOk="0" h="1149" w="2184">
                  <a:moveTo>
                    <a:pt x="930" y="1"/>
                  </a:moveTo>
                  <a:cubicBezTo>
                    <a:pt x="660" y="1"/>
                    <a:pt x="74" y="66"/>
                    <a:pt x="49" y="69"/>
                  </a:cubicBezTo>
                  <a:cubicBezTo>
                    <a:pt x="20" y="72"/>
                    <a:pt x="0" y="96"/>
                    <a:pt x="3" y="124"/>
                  </a:cubicBezTo>
                  <a:cubicBezTo>
                    <a:pt x="6" y="149"/>
                    <a:pt x="28" y="169"/>
                    <a:pt x="53" y="169"/>
                  </a:cubicBezTo>
                  <a:cubicBezTo>
                    <a:pt x="55" y="169"/>
                    <a:pt x="58" y="169"/>
                    <a:pt x="60" y="169"/>
                  </a:cubicBezTo>
                  <a:cubicBezTo>
                    <a:pt x="65" y="169"/>
                    <a:pt x="666" y="102"/>
                    <a:pt x="930" y="102"/>
                  </a:cubicBezTo>
                  <a:cubicBezTo>
                    <a:pt x="1172" y="102"/>
                    <a:pt x="1934" y="724"/>
                    <a:pt x="2034" y="856"/>
                  </a:cubicBezTo>
                  <a:cubicBezTo>
                    <a:pt x="2058" y="888"/>
                    <a:pt x="2083" y="935"/>
                    <a:pt x="2071" y="978"/>
                  </a:cubicBezTo>
                  <a:cubicBezTo>
                    <a:pt x="2060" y="1008"/>
                    <a:pt x="2032" y="1033"/>
                    <a:pt x="1991" y="1047"/>
                  </a:cubicBezTo>
                  <a:cubicBezTo>
                    <a:pt x="1988" y="1048"/>
                    <a:pt x="1985" y="1048"/>
                    <a:pt x="1982" y="1048"/>
                  </a:cubicBezTo>
                  <a:cubicBezTo>
                    <a:pt x="1918" y="1048"/>
                    <a:pt x="1708" y="931"/>
                    <a:pt x="1605" y="874"/>
                  </a:cubicBezTo>
                  <a:cubicBezTo>
                    <a:pt x="1521" y="828"/>
                    <a:pt x="1455" y="791"/>
                    <a:pt x="1417" y="778"/>
                  </a:cubicBezTo>
                  <a:cubicBezTo>
                    <a:pt x="1312" y="743"/>
                    <a:pt x="728" y="711"/>
                    <a:pt x="662" y="708"/>
                  </a:cubicBezTo>
                  <a:cubicBezTo>
                    <a:pt x="662" y="708"/>
                    <a:pt x="661" y="708"/>
                    <a:pt x="660" y="708"/>
                  </a:cubicBezTo>
                  <a:cubicBezTo>
                    <a:pt x="632" y="708"/>
                    <a:pt x="611" y="729"/>
                    <a:pt x="610" y="756"/>
                  </a:cubicBezTo>
                  <a:cubicBezTo>
                    <a:pt x="608" y="783"/>
                    <a:pt x="630" y="808"/>
                    <a:pt x="657" y="809"/>
                  </a:cubicBezTo>
                  <a:cubicBezTo>
                    <a:pt x="912" y="822"/>
                    <a:pt x="1315" y="851"/>
                    <a:pt x="1384" y="874"/>
                  </a:cubicBezTo>
                  <a:cubicBezTo>
                    <a:pt x="1414" y="883"/>
                    <a:pt x="1483" y="922"/>
                    <a:pt x="1555" y="963"/>
                  </a:cubicBezTo>
                  <a:cubicBezTo>
                    <a:pt x="1755" y="1073"/>
                    <a:pt x="1898" y="1149"/>
                    <a:pt x="1987" y="1149"/>
                  </a:cubicBezTo>
                  <a:cubicBezTo>
                    <a:pt x="2000" y="1149"/>
                    <a:pt x="2012" y="1147"/>
                    <a:pt x="2023" y="1143"/>
                  </a:cubicBezTo>
                  <a:cubicBezTo>
                    <a:pt x="2095" y="1119"/>
                    <a:pt x="2147" y="1070"/>
                    <a:pt x="2167" y="1008"/>
                  </a:cubicBezTo>
                  <a:cubicBezTo>
                    <a:pt x="2181" y="962"/>
                    <a:pt x="2184" y="887"/>
                    <a:pt x="2115" y="795"/>
                  </a:cubicBezTo>
                  <a:cubicBezTo>
                    <a:pt x="2012" y="658"/>
                    <a:pt x="1225" y="1"/>
                    <a:pt x="9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10"/>
            <p:cNvSpPr/>
            <p:nvPr/>
          </p:nvSpPr>
          <p:spPr>
            <a:xfrm>
              <a:off x="6482396" y="3766890"/>
              <a:ext cx="1308995" cy="1084805"/>
            </a:xfrm>
            <a:custGeom>
              <a:rect b="b" l="l" r="r" t="t"/>
              <a:pathLst>
                <a:path extrusionOk="0" h="13026" w="15718">
                  <a:moveTo>
                    <a:pt x="3172" y="0"/>
                  </a:moveTo>
                  <a:cubicBezTo>
                    <a:pt x="3172" y="0"/>
                    <a:pt x="1215" y="743"/>
                    <a:pt x="607" y="2766"/>
                  </a:cubicBezTo>
                  <a:cubicBezTo>
                    <a:pt x="1" y="4790"/>
                    <a:pt x="1079" y="10863"/>
                    <a:pt x="1079" y="11335"/>
                  </a:cubicBezTo>
                  <a:cubicBezTo>
                    <a:pt x="1079" y="11807"/>
                    <a:pt x="1349" y="12211"/>
                    <a:pt x="1349" y="12211"/>
                  </a:cubicBezTo>
                  <a:cubicBezTo>
                    <a:pt x="1349" y="12211"/>
                    <a:pt x="4386" y="12752"/>
                    <a:pt x="6881" y="12819"/>
                  </a:cubicBezTo>
                  <a:cubicBezTo>
                    <a:pt x="7713" y="12841"/>
                    <a:pt x="8470" y="12849"/>
                    <a:pt x="9110" y="12849"/>
                  </a:cubicBezTo>
                  <a:cubicBezTo>
                    <a:pt x="10390" y="12849"/>
                    <a:pt x="11199" y="12819"/>
                    <a:pt x="11199" y="12819"/>
                  </a:cubicBezTo>
                  <a:cubicBezTo>
                    <a:pt x="11199" y="12819"/>
                    <a:pt x="11839" y="13026"/>
                    <a:pt x="12991" y="13026"/>
                  </a:cubicBezTo>
                  <a:cubicBezTo>
                    <a:pt x="13492" y="13026"/>
                    <a:pt x="14090" y="12987"/>
                    <a:pt x="14773" y="12874"/>
                  </a:cubicBezTo>
                  <a:cubicBezTo>
                    <a:pt x="14786" y="12872"/>
                    <a:pt x="14801" y="12871"/>
                    <a:pt x="14818" y="12871"/>
                  </a:cubicBezTo>
                  <a:cubicBezTo>
                    <a:pt x="14961" y="12871"/>
                    <a:pt x="15218" y="12946"/>
                    <a:pt x="15411" y="12946"/>
                  </a:cubicBezTo>
                  <a:cubicBezTo>
                    <a:pt x="15532" y="12946"/>
                    <a:pt x="15627" y="12916"/>
                    <a:pt x="15652" y="12819"/>
                  </a:cubicBezTo>
                  <a:cubicBezTo>
                    <a:pt x="15717" y="12559"/>
                    <a:pt x="14933" y="11692"/>
                    <a:pt x="14363" y="11692"/>
                  </a:cubicBezTo>
                  <a:cubicBezTo>
                    <a:pt x="14342" y="11692"/>
                    <a:pt x="14322" y="11693"/>
                    <a:pt x="14302" y="11695"/>
                  </a:cubicBezTo>
                  <a:cubicBezTo>
                    <a:pt x="13519" y="11787"/>
                    <a:pt x="12921" y="11818"/>
                    <a:pt x="12472" y="11818"/>
                  </a:cubicBezTo>
                  <a:cubicBezTo>
                    <a:pt x="11574" y="11818"/>
                    <a:pt x="11272" y="11695"/>
                    <a:pt x="11272" y="11695"/>
                  </a:cubicBezTo>
                  <a:cubicBezTo>
                    <a:pt x="11272" y="11695"/>
                    <a:pt x="5195" y="10390"/>
                    <a:pt x="4656" y="10188"/>
                  </a:cubicBezTo>
                  <a:cubicBezTo>
                    <a:pt x="4115" y="9986"/>
                    <a:pt x="3576" y="9783"/>
                    <a:pt x="3576" y="9783"/>
                  </a:cubicBezTo>
                  <a:lnTo>
                    <a:pt x="3711" y="4926"/>
                  </a:lnTo>
                  <a:lnTo>
                    <a:pt x="317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0"/>
            <p:cNvSpPr/>
            <p:nvPr/>
          </p:nvSpPr>
          <p:spPr>
            <a:xfrm>
              <a:off x="6488892" y="3762642"/>
              <a:ext cx="1304831" cy="1093133"/>
            </a:xfrm>
            <a:custGeom>
              <a:rect b="b" l="l" r="r" t="t"/>
              <a:pathLst>
                <a:path extrusionOk="0" h="13126" w="15668">
                  <a:moveTo>
                    <a:pt x="3093" y="1"/>
                  </a:moveTo>
                  <a:cubicBezTo>
                    <a:pt x="3087" y="1"/>
                    <a:pt x="3081" y="2"/>
                    <a:pt x="3075" y="4"/>
                  </a:cubicBezTo>
                  <a:cubicBezTo>
                    <a:pt x="3056" y="12"/>
                    <a:pt x="1088" y="778"/>
                    <a:pt x="481" y="2804"/>
                  </a:cubicBezTo>
                  <a:cubicBezTo>
                    <a:pt x="0" y="4406"/>
                    <a:pt x="562" y="8467"/>
                    <a:pt x="831" y="10420"/>
                  </a:cubicBezTo>
                  <a:cubicBezTo>
                    <a:pt x="901" y="10923"/>
                    <a:pt x="951" y="11289"/>
                    <a:pt x="951" y="11386"/>
                  </a:cubicBezTo>
                  <a:cubicBezTo>
                    <a:pt x="951" y="11868"/>
                    <a:pt x="1218" y="12274"/>
                    <a:pt x="1229" y="12291"/>
                  </a:cubicBezTo>
                  <a:cubicBezTo>
                    <a:pt x="1238" y="12302"/>
                    <a:pt x="1249" y="12311"/>
                    <a:pt x="1263" y="12313"/>
                  </a:cubicBezTo>
                  <a:cubicBezTo>
                    <a:pt x="1293" y="12318"/>
                    <a:pt x="4331" y="12854"/>
                    <a:pt x="6802" y="12920"/>
                  </a:cubicBezTo>
                  <a:cubicBezTo>
                    <a:pt x="7632" y="12943"/>
                    <a:pt x="8389" y="12950"/>
                    <a:pt x="9031" y="12950"/>
                  </a:cubicBezTo>
                  <a:cubicBezTo>
                    <a:pt x="10232" y="12950"/>
                    <a:pt x="11025" y="12924"/>
                    <a:pt x="11115" y="12921"/>
                  </a:cubicBezTo>
                  <a:cubicBezTo>
                    <a:pt x="11197" y="12945"/>
                    <a:pt x="11839" y="13126"/>
                    <a:pt x="12921" y="13126"/>
                  </a:cubicBezTo>
                  <a:cubicBezTo>
                    <a:pt x="13424" y="13126"/>
                    <a:pt x="14023" y="13087"/>
                    <a:pt x="14704" y="12975"/>
                  </a:cubicBezTo>
                  <a:cubicBezTo>
                    <a:pt x="14714" y="12973"/>
                    <a:pt x="14726" y="12972"/>
                    <a:pt x="14740" y="12972"/>
                  </a:cubicBezTo>
                  <a:cubicBezTo>
                    <a:pt x="14801" y="12972"/>
                    <a:pt x="14891" y="12988"/>
                    <a:pt x="14985" y="13005"/>
                  </a:cubicBezTo>
                  <a:cubicBezTo>
                    <a:pt x="15098" y="13025"/>
                    <a:pt x="15223" y="13048"/>
                    <a:pt x="15333" y="13048"/>
                  </a:cubicBezTo>
                  <a:cubicBezTo>
                    <a:pt x="15475" y="13048"/>
                    <a:pt x="15592" y="13010"/>
                    <a:pt x="15624" y="12882"/>
                  </a:cubicBezTo>
                  <a:cubicBezTo>
                    <a:pt x="15668" y="12705"/>
                    <a:pt x="15420" y="12406"/>
                    <a:pt x="15344" y="12319"/>
                  </a:cubicBezTo>
                  <a:cubicBezTo>
                    <a:pt x="15061" y="11998"/>
                    <a:pt x="14635" y="11692"/>
                    <a:pt x="14284" y="11692"/>
                  </a:cubicBezTo>
                  <a:cubicBezTo>
                    <a:pt x="14262" y="11692"/>
                    <a:pt x="14240" y="11693"/>
                    <a:pt x="14219" y="11696"/>
                  </a:cubicBezTo>
                  <a:cubicBezTo>
                    <a:pt x="13443" y="11787"/>
                    <a:pt x="12849" y="11817"/>
                    <a:pt x="12402" y="11817"/>
                  </a:cubicBezTo>
                  <a:cubicBezTo>
                    <a:pt x="11525" y="11817"/>
                    <a:pt x="11215" y="11700"/>
                    <a:pt x="11204" y="11697"/>
                  </a:cubicBezTo>
                  <a:cubicBezTo>
                    <a:pt x="11143" y="11684"/>
                    <a:pt x="5125" y="10390"/>
                    <a:pt x="4595" y="10191"/>
                  </a:cubicBezTo>
                  <a:lnTo>
                    <a:pt x="3549" y="9800"/>
                  </a:lnTo>
                  <a:lnTo>
                    <a:pt x="3684" y="4978"/>
                  </a:lnTo>
                  <a:cubicBezTo>
                    <a:pt x="3685" y="4949"/>
                    <a:pt x="3663" y="4926"/>
                    <a:pt x="3634" y="4925"/>
                  </a:cubicBezTo>
                  <a:cubicBezTo>
                    <a:pt x="3606" y="4925"/>
                    <a:pt x="3583" y="4947"/>
                    <a:pt x="3583" y="4975"/>
                  </a:cubicBezTo>
                  <a:lnTo>
                    <a:pt x="3447" y="9832"/>
                  </a:lnTo>
                  <a:cubicBezTo>
                    <a:pt x="3446" y="9854"/>
                    <a:pt x="3460" y="9874"/>
                    <a:pt x="3480" y="9881"/>
                  </a:cubicBezTo>
                  <a:lnTo>
                    <a:pt x="4560" y="10286"/>
                  </a:lnTo>
                  <a:cubicBezTo>
                    <a:pt x="5097" y="10488"/>
                    <a:pt x="10934" y="11742"/>
                    <a:pt x="11175" y="11793"/>
                  </a:cubicBezTo>
                  <a:cubicBezTo>
                    <a:pt x="11193" y="11801"/>
                    <a:pt x="11503" y="11920"/>
                    <a:pt x="12388" y="11920"/>
                  </a:cubicBezTo>
                  <a:cubicBezTo>
                    <a:pt x="12840" y="11920"/>
                    <a:pt x="13441" y="11889"/>
                    <a:pt x="14230" y="11796"/>
                  </a:cubicBezTo>
                  <a:cubicBezTo>
                    <a:pt x="14249" y="11794"/>
                    <a:pt x="14267" y="11793"/>
                    <a:pt x="14286" y="11793"/>
                  </a:cubicBezTo>
                  <a:cubicBezTo>
                    <a:pt x="14603" y="11793"/>
                    <a:pt x="15001" y="12083"/>
                    <a:pt x="15268" y="12386"/>
                  </a:cubicBezTo>
                  <a:cubicBezTo>
                    <a:pt x="15469" y="12614"/>
                    <a:pt x="15542" y="12790"/>
                    <a:pt x="15525" y="12857"/>
                  </a:cubicBezTo>
                  <a:cubicBezTo>
                    <a:pt x="15508" y="12925"/>
                    <a:pt x="15432" y="12947"/>
                    <a:pt x="15333" y="12947"/>
                  </a:cubicBezTo>
                  <a:cubicBezTo>
                    <a:pt x="15234" y="12947"/>
                    <a:pt x="15111" y="12925"/>
                    <a:pt x="15003" y="12906"/>
                  </a:cubicBezTo>
                  <a:cubicBezTo>
                    <a:pt x="14901" y="12887"/>
                    <a:pt x="14811" y="12871"/>
                    <a:pt x="14741" y="12871"/>
                  </a:cubicBezTo>
                  <a:cubicBezTo>
                    <a:pt x="14721" y="12871"/>
                    <a:pt x="14704" y="12872"/>
                    <a:pt x="14688" y="12875"/>
                  </a:cubicBezTo>
                  <a:cubicBezTo>
                    <a:pt x="14011" y="12986"/>
                    <a:pt x="13418" y="13025"/>
                    <a:pt x="12920" y="13025"/>
                  </a:cubicBezTo>
                  <a:cubicBezTo>
                    <a:pt x="11787" y="13025"/>
                    <a:pt x="11146" y="12825"/>
                    <a:pt x="11137" y="12822"/>
                  </a:cubicBezTo>
                  <a:cubicBezTo>
                    <a:pt x="11133" y="12820"/>
                    <a:pt x="11129" y="12819"/>
                    <a:pt x="11125" y="12819"/>
                  </a:cubicBezTo>
                  <a:cubicBezTo>
                    <a:pt x="11123" y="12819"/>
                    <a:pt x="11122" y="12819"/>
                    <a:pt x="11120" y="12820"/>
                  </a:cubicBezTo>
                  <a:cubicBezTo>
                    <a:pt x="11108" y="12820"/>
                    <a:pt x="10290" y="12849"/>
                    <a:pt x="9016" y="12849"/>
                  </a:cubicBezTo>
                  <a:cubicBezTo>
                    <a:pt x="8379" y="12849"/>
                    <a:pt x="7627" y="12842"/>
                    <a:pt x="6805" y="12820"/>
                  </a:cubicBezTo>
                  <a:cubicBezTo>
                    <a:pt x="4453" y="12755"/>
                    <a:pt x="1583" y="12265"/>
                    <a:pt x="1303" y="12217"/>
                  </a:cubicBezTo>
                  <a:cubicBezTo>
                    <a:pt x="1252" y="12134"/>
                    <a:pt x="1053" y="11782"/>
                    <a:pt x="1053" y="11386"/>
                  </a:cubicBezTo>
                  <a:cubicBezTo>
                    <a:pt x="1053" y="11281"/>
                    <a:pt x="1005" y="10933"/>
                    <a:pt x="931" y="10405"/>
                  </a:cubicBezTo>
                  <a:cubicBezTo>
                    <a:pt x="662" y="8461"/>
                    <a:pt x="103" y="4413"/>
                    <a:pt x="577" y="2832"/>
                  </a:cubicBezTo>
                  <a:cubicBezTo>
                    <a:pt x="1170" y="857"/>
                    <a:pt x="3092" y="106"/>
                    <a:pt x="3112" y="98"/>
                  </a:cubicBezTo>
                  <a:cubicBezTo>
                    <a:pt x="3138" y="89"/>
                    <a:pt x="3150" y="60"/>
                    <a:pt x="3141" y="33"/>
                  </a:cubicBezTo>
                  <a:cubicBezTo>
                    <a:pt x="3133" y="13"/>
                    <a:pt x="3113" y="1"/>
                    <a:pt x="30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10"/>
            <p:cNvSpPr/>
            <p:nvPr/>
          </p:nvSpPr>
          <p:spPr>
            <a:xfrm>
              <a:off x="6519289" y="4219764"/>
              <a:ext cx="1272102" cy="631929"/>
            </a:xfrm>
            <a:custGeom>
              <a:rect b="b" l="l" r="r" t="t"/>
              <a:pathLst>
                <a:path extrusionOk="0" h="7588" w="15275">
                  <a:moveTo>
                    <a:pt x="400" y="0"/>
                  </a:moveTo>
                  <a:cubicBezTo>
                    <a:pt x="271" y="0"/>
                    <a:pt x="138" y="4"/>
                    <a:pt x="1" y="12"/>
                  </a:cubicBezTo>
                  <a:cubicBezTo>
                    <a:pt x="113" y="2516"/>
                    <a:pt x="637" y="5568"/>
                    <a:pt x="637" y="5897"/>
                  </a:cubicBezTo>
                  <a:cubicBezTo>
                    <a:pt x="637" y="6369"/>
                    <a:pt x="907" y="6773"/>
                    <a:pt x="907" y="6773"/>
                  </a:cubicBezTo>
                  <a:cubicBezTo>
                    <a:pt x="907" y="6773"/>
                    <a:pt x="3943" y="7314"/>
                    <a:pt x="6439" y="7381"/>
                  </a:cubicBezTo>
                  <a:cubicBezTo>
                    <a:pt x="7271" y="7403"/>
                    <a:pt x="8028" y="7411"/>
                    <a:pt x="8668" y="7411"/>
                  </a:cubicBezTo>
                  <a:cubicBezTo>
                    <a:pt x="9948" y="7411"/>
                    <a:pt x="10757" y="7381"/>
                    <a:pt x="10757" y="7381"/>
                  </a:cubicBezTo>
                  <a:cubicBezTo>
                    <a:pt x="10757" y="7381"/>
                    <a:pt x="11398" y="7588"/>
                    <a:pt x="12549" y="7588"/>
                  </a:cubicBezTo>
                  <a:cubicBezTo>
                    <a:pt x="13050" y="7588"/>
                    <a:pt x="13648" y="7549"/>
                    <a:pt x="14331" y="7436"/>
                  </a:cubicBezTo>
                  <a:cubicBezTo>
                    <a:pt x="14344" y="7434"/>
                    <a:pt x="14359" y="7433"/>
                    <a:pt x="14376" y="7433"/>
                  </a:cubicBezTo>
                  <a:cubicBezTo>
                    <a:pt x="14519" y="7433"/>
                    <a:pt x="14776" y="7508"/>
                    <a:pt x="14968" y="7508"/>
                  </a:cubicBezTo>
                  <a:cubicBezTo>
                    <a:pt x="15090" y="7508"/>
                    <a:pt x="15185" y="7478"/>
                    <a:pt x="15210" y="7381"/>
                  </a:cubicBezTo>
                  <a:cubicBezTo>
                    <a:pt x="15274" y="7121"/>
                    <a:pt x="14490" y="6254"/>
                    <a:pt x="13920" y="6254"/>
                  </a:cubicBezTo>
                  <a:cubicBezTo>
                    <a:pt x="13899" y="6254"/>
                    <a:pt x="13879" y="6255"/>
                    <a:pt x="13859" y="6257"/>
                  </a:cubicBezTo>
                  <a:cubicBezTo>
                    <a:pt x="13076" y="6349"/>
                    <a:pt x="12478" y="6380"/>
                    <a:pt x="12029" y="6380"/>
                  </a:cubicBezTo>
                  <a:cubicBezTo>
                    <a:pt x="11131" y="6380"/>
                    <a:pt x="10829" y="6257"/>
                    <a:pt x="10829" y="6257"/>
                  </a:cubicBezTo>
                  <a:cubicBezTo>
                    <a:pt x="10829" y="6257"/>
                    <a:pt x="4752" y="4953"/>
                    <a:pt x="4213" y="4750"/>
                  </a:cubicBezTo>
                  <a:cubicBezTo>
                    <a:pt x="3673" y="4548"/>
                    <a:pt x="3133" y="4345"/>
                    <a:pt x="3133" y="4345"/>
                  </a:cubicBezTo>
                  <a:lnTo>
                    <a:pt x="3228" y="909"/>
                  </a:lnTo>
                  <a:cubicBezTo>
                    <a:pt x="2761" y="510"/>
                    <a:pt x="1875" y="0"/>
                    <a:pt x="400"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10"/>
            <p:cNvSpPr/>
            <p:nvPr/>
          </p:nvSpPr>
          <p:spPr>
            <a:xfrm>
              <a:off x="6515042" y="4215516"/>
              <a:ext cx="1278681" cy="640257"/>
            </a:xfrm>
            <a:custGeom>
              <a:rect b="b" l="l" r="r" t="t"/>
              <a:pathLst>
                <a:path extrusionOk="0" h="7688" w="15354">
                  <a:moveTo>
                    <a:pt x="460" y="102"/>
                  </a:moveTo>
                  <a:cubicBezTo>
                    <a:pt x="1865" y="102"/>
                    <a:pt x="2733" y="567"/>
                    <a:pt x="3228" y="983"/>
                  </a:cubicBezTo>
                  <a:lnTo>
                    <a:pt x="3133" y="4395"/>
                  </a:lnTo>
                  <a:cubicBezTo>
                    <a:pt x="3132" y="4416"/>
                    <a:pt x="3146" y="4436"/>
                    <a:pt x="3166" y="4443"/>
                  </a:cubicBezTo>
                  <a:lnTo>
                    <a:pt x="4246" y="4848"/>
                  </a:lnTo>
                  <a:cubicBezTo>
                    <a:pt x="4783" y="5050"/>
                    <a:pt x="10620" y="6305"/>
                    <a:pt x="10861" y="6355"/>
                  </a:cubicBezTo>
                  <a:cubicBezTo>
                    <a:pt x="10879" y="6363"/>
                    <a:pt x="11189" y="6482"/>
                    <a:pt x="12074" y="6482"/>
                  </a:cubicBezTo>
                  <a:cubicBezTo>
                    <a:pt x="12526" y="6482"/>
                    <a:pt x="13127" y="6451"/>
                    <a:pt x="13916" y="6358"/>
                  </a:cubicBezTo>
                  <a:cubicBezTo>
                    <a:pt x="13935" y="6356"/>
                    <a:pt x="13953" y="6355"/>
                    <a:pt x="13972" y="6355"/>
                  </a:cubicBezTo>
                  <a:cubicBezTo>
                    <a:pt x="14289" y="6355"/>
                    <a:pt x="14687" y="6645"/>
                    <a:pt x="14954" y="6948"/>
                  </a:cubicBezTo>
                  <a:cubicBezTo>
                    <a:pt x="15155" y="7177"/>
                    <a:pt x="15228" y="7352"/>
                    <a:pt x="15211" y="7419"/>
                  </a:cubicBezTo>
                  <a:cubicBezTo>
                    <a:pt x="15194" y="7487"/>
                    <a:pt x="15118" y="7509"/>
                    <a:pt x="15019" y="7509"/>
                  </a:cubicBezTo>
                  <a:cubicBezTo>
                    <a:pt x="14920" y="7509"/>
                    <a:pt x="14797" y="7487"/>
                    <a:pt x="14689" y="7468"/>
                  </a:cubicBezTo>
                  <a:cubicBezTo>
                    <a:pt x="14587" y="7449"/>
                    <a:pt x="14497" y="7433"/>
                    <a:pt x="14427" y="7433"/>
                  </a:cubicBezTo>
                  <a:cubicBezTo>
                    <a:pt x="14407" y="7433"/>
                    <a:pt x="14390" y="7434"/>
                    <a:pt x="14374" y="7437"/>
                  </a:cubicBezTo>
                  <a:cubicBezTo>
                    <a:pt x="13697" y="7548"/>
                    <a:pt x="13104" y="7587"/>
                    <a:pt x="12606" y="7587"/>
                  </a:cubicBezTo>
                  <a:cubicBezTo>
                    <a:pt x="11473" y="7587"/>
                    <a:pt x="10832" y="7387"/>
                    <a:pt x="10823" y="7384"/>
                  </a:cubicBezTo>
                  <a:cubicBezTo>
                    <a:pt x="10818" y="7383"/>
                    <a:pt x="10812" y="7382"/>
                    <a:pt x="10807" y="7382"/>
                  </a:cubicBezTo>
                  <a:lnTo>
                    <a:pt x="10806" y="7382"/>
                  </a:lnTo>
                  <a:cubicBezTo>
                    <a:pt x="10794" y="7382"/>
                    <a:pt x="9976" y="7411"/>
                    <a:pt x="8702" y="7411"/>
                  </a:cubicBezTo>
                  <a:cubicBezTo>
                    <a:pt x="8065" y="7411"/>
                    <a:pt x="7313" y="7404"/>
                    <a:pt x="6491" y="7382"/>
                  </a:cubicBezTo>
                  <a:cubicBezTo>
                    <a:pt x="4139" y="7317"/>
                    <a:pt x="1269" y="6827"/>
                    <a:pt x="989" y="6778"/>
                  </a:cubicBezTo>
                  <a:cubicBezTo>
                    <a:pt x="938" y="6696"/>
                    <a:pt x="739" y="6344"/>
                    <a:pt x="739" y="5947"/>
                  </a:cubicBezTo>
                  <a:cubicBezTo>
                    <a:pt x="739" y="5843"/>
                    <a:pt x="691" y="5495"/>
                    <a:pt x="617" y="4967"/>
                  </a:cubicBezTo>
                  <a:cubicBezTo>
                    <a:pt x="455" y="3793"/>
                    <a:pt x="185" y="1835"/>
                    <a:pt x="104" y="112"/>
                  </a:cubicBezTo>
                  <a:cubicBezTo>
                    <a:pt x="226" y="105"/>
                    <a:pt x="345" y="102"/>
                    <a:pt x="460" y="102"/>
                  </a:cubicBezTo>
                  <a:close/>
                  <a:moveTo>
                    <a:pt x="458" y="1"/>
                  </a:moveTo>
                  <a:cubicBezTo>
                    <a:pt x="326" y="1"/>
                    <a:pt x="190" y="5"/>
                    <a:pt x="48" y="13"/>
                  </a:cubicBezTo>
                  <a:cubicBezTo>
                    <a:pt x="21" y="15"/>
                    <a:pt x="0" y="38"/>
                    <a:pt x="1" y="66"/>
                  </a:cubicBezTo>
                  <a:cubicBezTo>
                    <a:pt x="79" y="1805"/>
                    <a:pt x="353" y="3794"/>
                    <a:pt x="517" y="4982"/>
                  </a:cubicBezTo>
                  <a:cubicBezTo>
                    <a:pt x="587" y="5485"/>
                    <a:pt x="637" y="5851"/>
                    <a:pt x="637" y="5948"/>
                  </a:cubicBezTo>
                  <a:cubicBezTo>
                    <a:pt x="637" y="6430"/>
                    <a:pt x="904" y="6836"/>
                    <a:pt x="915" y="6853"/>
                  </a:cubicBezTo>
                  <a:cubicBezTo>
                    <a:pt x="924" y="6864"/>
                    <a:pt x="935" y="6873"/>
                    <a:pt x="949" y="6875"/>
                  </a:cubicBezTo>
                  <a:cubicBezTo>
                    <a:pt x="979" y="6880"/>
                    <a:pt x="4017" y="7416"/>
                    <a:pt x="6488" y="7482"/>
                  </a:cubicBezTo>
                  <a:cubicBezTo>
                    <a:pt x="7318" y="7505"/>
                    <a:pt x="8075" y="7512"/>
                    <a:pt x="8717" y="7512"/>
                  </a:cubicBezTo>
                  <a:cubicBezTo>
                    <a:pt x="9918" y="7512"/>
                    <a:pt x="10711" y="7486"/>
                    <a:pt x="10801" y="7483"/>
                  </a:cubicBezTo>
                  <a:cubicBezTo>
                    <a:pt x="10883" y="7507"/>
                    <a:pt x="11525" y="7688"/>
                    <a:pt x="12607" y="7688"/>
                  </a:cubicBezTo>
                  <a:cubicBezTo>
                    <a:pt x="13110" y="7688"/>
                    <a:pt x="13709" y="7649"/>
                    <a:pt x="14390" y="7537"/>
                  </a:cubicBezTo>
                  <a:cubicBezTo>
                    <a:pt x="14400" y="7535"/>
                    <a:pt x="14412" y="7534"/>
                    <a:pt x="14425" y="7534"/>
                  </a:cubicBezTo>
                  <a:cubicBezTo>
                    <a:pt x="14486" y="7534"/>
                    <a:pt x="14577" y="7551"/>
                    <a:pt x="14671" y="7567"/>
                  </a:cubicBezTo>
                  <a:cubicBezTo>
                    <a:pt x="14784" y="7587"/>
                    <a:pt x="14909" y="7610"/>
                    <a:pt x="15019" y="7610"/>
                  </a:cubicBezTo>
                  <a:cubicBezTo>
                    <a:pt x="15161" y="7610"/>
                    <a:pt x="15278" y="7572"/>
                    <a:pt x="15310" y="7444"/>
                  </a:cubicBezTo>
                  <a:cubicBezTo>
                    <a:pt x="15354" y="7267"/>
                    <a:pt x="15106" y="6969"/>
                    <a:pt x="15030" y="6882"/>
                  </a:cubicBezTo>
                  <a:cubicBezTo>
                    <a:pt x="14747" y="6561"/>
                    <a:pt x="14321" y="6255"/>
                    <a:pt x="13970" y="6255"/>
                  </a:cubicBezTo>
                  <a:cubicBezTo>
                    <a:pt x="13948" y="6255"/>
                    <a:pt x="13926" y="6256"/>
                    <a:pt x="13905" y="6259"/>
                  </a:cubicBezTo>
                  <a:cubicBezTo>
                    <a:pt x="13131" y="6349"/>
                    <a:pt x="12538" y="6380"/>
                    <a:pt x="12091" y="6380"/>
                  </a:cubicBezTo>
                  <a:cubicBezTo>
                    <a:pt x="11212" y="6380"/>
                    <a:pt x="10901" y="6262"/>
                    <a:pt x="10890" y="6259"/>
                  </a:cubicBezTo>
                  <a:cubicBezTo>
                    <a:pt x="10829" y="6246"/>
                    <a:pt x="4811" y="4952"/>
                    <a:pt x="4281" y="4754"/>
                  </a:cubicBezTo>
                  <a:lnTo>
                    <a:pt x="3235" y="4362"/>
                  </a:lnTo>
                  <a:lnTo>
                    <a:pt x="3330" y="962"/>
                  </a:lnTo>
                  <a:cubicBezTo>
                    <a:pt x="3331" y="946"/>
                    <a:pt x="3324" y="931"/>
                    <a:pt x="3313" y="922"/>
                  </a:cubicBezTo>
                  <a:cubicBezTo>
                    <a:pt x="2807" y="491"/>
                    <a:pt x="1913"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0"/>
            <p:cNvSpPr/>
            <p:nvPr/>
          </p:nvSpPr>
          <p:spPr>
            <a:xfrm>
              <a:off x="7687529" y="4752086"/>
              <a:ext cx="157066" cy="77617"/>
            </a:xfrm>
            <a:custGeom>
              <a:rect b="b" l="l" r="r" t="t"/>
              <a:pathLst>
                <a:path extrusionOk="0" h="932" w="1886">
                  <a:moveTo>
                    <a:pt x="303" y="0"/>
                  </a:moveTo>
                  <a:lnTo>
                    <a:pt x="0" y="404"/>
                  </a:lnTo>
                  <a:cubicBezTo>
                    <a:pt x="0" y="404"/>
                    <a:pt x="774" y="741"/>
                    <a:pt x="942" y="808"/>
                  </a:cubicBezTo>
                  <a:cubicBezTo>
                    <a:pt x="1072" y="860"/>
                    <a:pt x="1281" y="931"/>
                    <a:pt x="1477" y="931"/>
                  </a:cubicBezTo>
                  <a:cubicBezTo>
                    <a:pt x="1537" y="931"/>
                    <a:pt x="1595" y="925"/>
                    <a:pt x="1650" y="909"/>
                  </a:cubicBezTo>
                  <a:cubicBezTo>
                    <a:pt x="1886" y="842"/>
                    <a:pt x="1650" y="741"/>
                    <a:pt x="1415" y="606"/>
                  </a:cubicBezTo>
                  <a:cubicBezTo>
                    <a:pt x="1178" y="472"/>
                    <a:pt x="303" y="0"/>
                    <a:pt x="303"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0"/>
            <p:cNvSpPr/>
            <p:nvPr/>
          </p:nvSpPr>
          <p:spPr>
            <a:xfrm>
              <a:off x="7682699" y="4747839"/>
              <a:ext cx="155317" cy="86112"/>
            </a:xfrm>
            <a:custGeom>
              <a:rect b="b" l="l" r="r" t="t"/>
              <a:pathLst>
                <a:path extrusionOk="0" h="1034" w="1865">
                  <a:moveTo>
                    <a:pt x="361" y="0"/>
                  </a:moveTo>
                  <a:cubicBezTo>
                    <a:pt x="343" y="0"/>
                    <a:pt x="326" y="10"/>
                    <a:pt x="316" y="27"/>
                  </a:cubicBezTo>
                  <a:cubicBezTo>
                    <a:pt x="304" y="51"/>
                    <a:pt x="312" y="83"/>
                    <a:pt x="337" y="95"/>
                  </a:cubicBezTo>
                  <a:cubicBezTo>
                    <a:pt x="346" y="101"/>
                    <a:pt x="1214" y="569"/>
                    <a:pt x="1447" y="701"/>
                  </a:cubicBezTo>
                  <a:cubicBezTo>
                    <a:pt x="1478" y="719"/>
                    <a:pt x="1508" y="736"/>
                    <a:pt x="1538" y="752"/>
                  </a:cubicBezTo>
                  <a:cubicBezTo>
                    <a:pt x="1618" y="796"/>
                    <a:pt x="1726" y="856"/>
                    <a:pt x="1751" y="889"/>
                  </a:cubicBezTo>
                  <a:cubicBezTo>
                    <a:pt x="1743" y="894"/>
                    <a:pt x="1727" y="902"/>
                    <a:pt x="1694" y="912"/>
                  </a:cubicBezTo>
                  <a:cubicBezTo>
                    <a:pt x="1647" y="925"/>
                    <a:pt x="1594" y="932"/>
                    <a:pt x="1537" y="932"/>
                  </a:cubicBezTo>
                  <a:cubicBezTo>
                    <a:pt x="1393" y="932"/>
                    <a:pt x="1218" y="891"/>
                    <a:pt x="1019" y="812"/>
                  </a:cubicBezTo>
                  <a:cubicBezTo>
                    <a:pt x="853" y="746"/>
                    <a:pt x="85" y="412"/>
                    <a:pt x="78" y="409"/>
                  </a:cubicBezTo>
                  <a:cubicBezTo>
                    <a:pt x="71" y="406"/>
                    <a:pt x="64" y="405"/>
                    <a:pt x="57" y="405"/>
                  </a:cubicBezTo>
                  <a:cubicBezTo>
                    <a:pt x="38" y="405"/>
                    <a:pt x="20" y="416"/>
                    <a:pt x="12" y="435"/>
                  </a:cubicBezTo>
                  <a:cubicBezTo>
                    <a:pt x="0" y="461"/>
                    <a:pt x="12" y="490"/>
                    <a:pt x="38" y="502"/>
                  </a:cubicBezTo>
                  <a:cubicBezTo>
                    <a:pt x="70" y="515"/>
                    <a:pt x="815" y="839"/>
                    <a:pt x="981" y="907"/>
                  </a:cubicBezTo>
                  <a:cubicBezTo>
                    <a:pt x="1193" y="991"/>
                    <a:pt x="1378" y="1034"/>
                    <a:pt x="1534" y="1034"/>
                  </a:cubicBezTo>
                  <a:cubicBezTo>
                    <a:pt x="1603" y="1034"/>
                    <a:pt x="1665" y="1025"/>
                    <a:pt x="1722" y="1009"/>
                  </a:cubicBezTo>
                  <a:cubicBezTo>
                    <a:pt x="1776" y="994"/>
                    <a:pt x="1848" y="965"/>
                    <a:pt x="1856" y="902"/>
                  </a:cubicBezTo>
                  <a:cubicBezTo>
                    <a:pt x="1865" y="817"/>
                    <a:pt x="1755" y="757"/>
                    <a:pt x="1587" y="663"/>
                  </a:cubicBezTo>
                  <a:cubicBezTo>
                    <a:pt x="1558" y="647"/>
                    <a:pt x="1527" y="631"/>
                    <a:pt x="1498" y="614"/>
                  </a:cubicBezTo>
                  <a:cubicBezTo>
                    <a:pt x="1264" y="480"/>
                    <a:pt x="394" y="12"/>
                    <a:pt x="385" y="6"/>
                  </a:cubicBezTo>
                  <a:cubicBezTo>
                    <a:pt x="378" y="2"/>
                    <a:pt x="369" y="0"/>
                    <a:pt x="3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0"/>
            <p:cNvSpPr/>
            <p:nvPr/>
          </p:nvSpPr>
          <p:spPr>
            <a:xfrm>
              <a:off x="7645390" y="4768825"/>
              <a:ext cx="159981" cy="75868"/>
            </a:xfrm>
            <a:custGeom>
              <a:rect b="b" l="l" r="r" t="t"/>
              <a:pathLst>
                <a:path extrusionOk="0" h="911" w="1921">
                  <a:moveTo>
                    <a:pt x="270" y="1"/>
                  </a:moveTo>
                  <a:lnTo>
                    <a:pt x="0" y="473"/>
                  </a:lnTo>
                  <a:cubicBezTo>
                    <a:pt x="0" y="473"/>
                    <a:pt x="236" y="507"/>
                    <a:pt x="371" y="540"/>
                  </a:cubicBezTo>
                  <a:cubicBezTo>
                    <a:pt x="506" y="574"/>
                    <a:pt x="1145" y="809"/>
                    <a:pt x="1381" y="877"/>
                  </a:cubicBezTo>
                  <a:cubicBezTo>
                    <a:pt x="1460" y="899"/>
                    <a:pt x="1546" y="911"/>
                    <a:pt x="1626" y="911"/>
                  </a:cubicBezTo>
                  <a:cubicBezTo>
                    <a:pt x="1785" y="911"/>
                    <a:pt x="1921" y="866"/>
                    <a:pt x="1921" y="775"/>
                  </a:cubicBezTo>
                  <a:cubicBezTo>
                    <a:pt x="1921" y="641"/>
                    <a:pt x="1044" y="371"/>
                    <a:pt x="809" y="203"/>
                  </a:cubicBezTo>
                  <a:cubicBezTo>
                    <a:pt x="573" y="34"/>
                    <a:pt x="270" y="1"/>
                    <a:pt x="270"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0"/>
            <p:cNvSpPr/>
            <p:nvPr/>
          </p:nvSpPr>
          <p:spPr>
            <a:xfrm>
              <a:off x="7640893" y="4764661"/>
              <a:ext cx="168642" cy="84196"/>
            </a:xfrm>
            <a:custGeom>
              <a:rect b="b" l="l" r="r" t="t"/>
              <a:pathLst>
                <a:path extrusionOk="0" h="1011" w="2025">
                  <a:moveTo>
                    <a:pt x="326" y="0"/>
                  </a:moveTo>
                  <a:cubicBezTo>
                    <a:pt x="300" y="0"/>
                    <a:pt x="277" y="19"/>
                    <a:pt x="274" y="46"/>
                  </a:cubicBezTo>
                  <a:cubicBezTo>
                    <a:pt x="270" y="73"/>
                    <a:pt x="290" y="98"/>
                    <a:pt x="319" y="101"/>
                  </a:cubicBezTo>
                  <a:cubicBezTo>
                    <a:pt x="322" y="101"/>
                    <a:pt x="611" y="136"/>
                    <a:pt x="834" y="294"/>
                  </a:cubicBezTo>
                  <a:cubicBezTo>
                    <a:pt x="937" y="368"/>
                    <a:pt x="1144" y="455"/>
                    <a:pt x="1365" y="547"/>
                  </a:cubicBezTo>
                  <a:cubicBezTo>
                    <a:pt x="1578" y="636"/>
                    <a:pt x="1900" y="771"/>
                    <a:pt x="1923" y="825"/>
                  </a:cubicBezTo>
                  <a:cubicBezTo>
                    <a:pt x="1923" y="831"/>
                    <a:pt x="1923" y="844"/>
                    <a:pt x="1901" y="861"/>
                  </a:cubicBezTo>
                  <a:cubicBezTo>
                    <a:pt x="1859" y="893"/>
                    <a:pt x="1776" y="910"/>
                    <a:pt x="1681" y="910"/>
                  </a:cubicBezTo>
                  <a:cubicBezTo>
                    <a:pt x="1606" y="910"/>
                    <a:pt x="1524" y="899"/>
                    <a:pt x="1449" y="878"/>
                  </a:cubicBezTo>
                  <a:cubicBezTo>
                    <a:pt x="1330" y="843"/>
                    <a:pt x="1098" y="763"/>
                    <a:pt x="894" y="692"/>
                  </a:cubicBezTo>
                  <a:cubicBezTo>
                    <a:pt x="685" y="620"/>
                    <a:pt x="505" y="558"/>
                    <a:pt x="437" y="541"/>
                  </a:cubicBezTo>
                  <a:cubicBezTo>
                    <a:pt x="302" y="506"/>
                    <a:pt x="72" y="474"/>
                    <a:pt x="62" y="473"/>
                  </a:cubicBezTo>
                  <a:cubicBezTo>
                    <a:pt x="59" y="472"/>
                    <a:pt x="56" y="472"/>
                    <a:pt x="54" y="472"/>
                  </a:cubicBezTo>
                  <a:cubicBezTo>
                    <a:pt x="30" y="472"/>
                    <a:pt x="8" y="490"/>
                    <a:pt x="5" y="515"/>
                  </a:cubicBezTo>
                  <a:cubicBezTo>
                    <a:pt x="1" y="543"/>
                    <a:pt x="20" y="568"/>
                    <a:pt x="48" y="572"/>
                  </a:cubicBezTo>
                  <a:cubicBezTo>
                    <a:pt x="50" y="572"/>
                    <a:pt x="282" y="606"/>
                    <a:pt x="413" y="639"/>
                  </a:cubicBezTo>
                  <a:cubicBezTo>
                    <a:pt x="476" y="655"/>
                    <a:pt x="663" y="719"/>
                    <a:pt x="860" y="789"/>
                  </a:cubicBezTo>
                  <a:cubicBezTo>
                    <a:pt x="1076" y="863"/>
                    <a:pt x="1299" y="941"/>
                    <a:pt x="1422" y="975"/>
                  </a:cubicBezTo>
                  <a:cubicBezTo>
                    <a:pt x="1500" y="997"/>
                    <a:pt x="1593" y="1011"/>
                    <a:pt x="1683" y="1011"/>
                  </a:cubicBezTo>
                  <a:cubicBezTo>
                    <a:pt x="1793" y="1011"/>
                    <a:pt x="1898" y="991"/>
                    <a:pt x="1962" y="942"/>
                  </a:cubicBezTo>
                  <a:cubicBezTo>
                    <a:pt x="2013" y="903"/>
                    <a:pt x="2025" y="857"/>
                    <a:pt x="2025" y="825"/>
                  </a:cubicBezTo>
                  <a:cubicBezTo>
                    <a:pt x="2025" y="723"/>
                    <a:pt x="1844" y="639"/>
                    <a:pt x="1404" y="454"/>
                  </a:cubicBezTo>
                  <a:cubicBezTo>
                    <a:pt x="1198" y="368"/>
                    <a:pt x="986" y="279"/>
                    <a:pt x="893" y="211"/>
                  </a:cubicBezTo>
                  <a:cubicBezTo>
                    <a:pt x="648" y="37"/>
                    <a:pt x="343" y="2"/>
                    <a:pt x="330" y="1"/>
                  </a:cubicBezTo>
                  <a:cubicBezTo>
                    <a:pt x="329" y="0"/>
                    <a:pt x="327"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10"/>
            <p:cNvSpPr/>
            <p:nvPr/>
          </p:nvSpPr>
          <p:spPr>
            <a:xfrm>
              <a:off x="7603334" y="4799639"/>
              <a:ext cx="196374" cy="56214"/>
            </a:xfrm>
            <a:custGeom>
              <a:rect b="b" l="l" r="r" t="t"/>
              <a:pathLst>
                <a:path extrusionOk="0" h="675" w="2358">
                  <a:moveTo>
                    <a:pt x="516" y="1"/>
                  </a:moveTo>
                  <a:cubicBezTo>
                    <a:pt x="376" y="1"/>
                    <a:pt x="269" y="9"/>
                    <a:pt x="269" y="9"/>
                  </a:cubicBezTo>
                  <a:lnTo>
                    <a:pt x="0" y="541"/>
                  </a:lnTo>
                  <a:cubicBezTo>
                    <a:pt x="57" y="552"/>
                    <a:pt x="117" y="557"/>
                    <a:pt x="180" y="557"/>
                  </a:cubicBezTo>
                  <a:cubicBezTo>
                    <a:pt x="492" y="557"/>
                    <a:pt x="842" y="440"/>
                    <a:pt x="842" y="440"/>
                  </a:cubicBezTo>
                  <a:cubicBezTo>
                    <a:pt x="842" y="440"/>
                    <a:pt x="1549" y="675"/>
                    <a:pt x="1685" y="675"/>
                  </a:cubicBezTo>
                  <a:cubicBezTo>
                    <a:pt x="1819" y="675"/>
                    <a:pt x="1886" y="641"/>
                    <a:pt x="2122" y="541"/>
                  </a:cubicBezTo>
                  <a:cubicBezTo>
                    <a:pt x="2357" y="440"/>
                    <a:pt x="1281" y="170"/>
                    <a:pt x="1045" y="69"/>
                  </a:cubicBezTo>
                  <a:cubicBezTo>
                    <a:pt x="914" y="13"/>
                    <a:pt x="690" y="1"/>
                    <a:pt x="516"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0"/>
            <p:cNvSpPr/>
            <p:nvPr/>
          </p:nvSpPr>
          <p:spPr>
            <a:xfrm>
              <a:off x="7598670" y="4795391"/>
              <a:ext cx="188463" cy="64709"/>
            </a:xfrm>
            <a:custGeom>
              <a:rect b="b" l="l" r="r" t="t"/>
              <a:pathLst>
                <a:path extrusionOk="0" h="777" w="2263">
                  <a:moveTo>
                    <a:pt x="573" y="1"/>
                  </a:moveTo>
                  <a:cubicBezTo>
                    <a:pt x="437" y="1"/>
                    <a:pt x="331" y="8"/>
                    <a:pt x="321" y="9"/>
                  </a:cubicBezTo>
                  <a:cubicBezTo>
                    <a:pt x="294" y="11"/>
                    <a:pt x="273" y="35"/>
                    <a:pt x="275" y="64"/>
                  </a:cubicBezTo>
                  <a:cubicBezTo>
                    <a:pt x="277" y="90"/>
                    <a:pt x="300" y="110"/>
                    <a:pt x="326" y="110"/>
                  </a:cubicBezTo>
                  <a:cubicBezTo>
                    <a:pt x="327" y="110"/>
                    <a:pt x="328" y="110"/>
                    <a:pt x="329" y="110"/>
                  </a:cubicBezTo>
                  <a:cubicBezTo>
                    <a:pt x="332" y="110"/>
                    <a:pt x="438" y="102"/>
                    <a:pt x="575" y="102"/>
                  </a:cubicBezTo>
                  <a:cubicBezTo>
                    <a:pt x="744" y="102"/>
                    <a:pt x="958" y="114"/>
                    <a:pt x="1081" y="167"/>
                  </a:cubicBezTo>
                  <a:cubicBezTo>
                    <a:pt x="1149" y="196"/>
                    <a:pt x="1282" y="238"/>
                    <a:pt x="1437" y="286"/>
                  </a:cubicBezTo>
                  <a:cubicBezTo>
                    <a:pt x="1658" y="356"/>
                    <a:pt x="2053" y="479"/>
                    <a:pt x="2146" y="550"/>
                  </a:cubicBezTo>
                  <a:lnTo>
                    <a:pt x="2107" y="566"/>
                  </a:lnTo>
                  <a:cubicBezTo>
                    <a:pt x="1913" y="650"/>
                    <a:pt x="1854" y="676"/>
                    <a:pt x="1740" y="676"/>
                  </a:cubicBezTo>
                  <a:cubicBezTo>
                    <a:pt x="1647" y="676"/>
                    <a:pt x="1195" y="536"/>
                    <a:pt x="914" y="443"/>
                  </a:cubicBezTo>
                  <a:cubicBezTo>
                    <a:pt x="909" y="441"/>
                    <a:pt x="904" y="439"/>
                    <a:pt x="898" y="439"/>
                  </a:cubicBezTo>
                  <a:cubicBezTo>
                    <a:pt x="893" y="439"/>
                    <a:pt x="888" y="441"/>
                    <a:pt x="882" y="443"/>
                  </a:cubicBezTo>
                  <a:cubicBezTo>
                    <a:pt x="878" y="444"/>
                    <a:pt x="535" y="556"/>
                    <a:pt x="236" y="556"/>
                  </a:cubicBezTo>
                  <a:cubicBezTo>
                    <a:pt x="176" y="556"/>
                    <a:pt x="119" y="552"/>
                    <a:pt x="66" y="541"/>
                  </a:cubicBezTo>
                  <a:cubicBezTo>
                    <a:pt x="63" y="541"/>
                    <a:pt x="60" y="540"/>
                    <a:pt x="56" y="540"/>
                  </a:cubicBezTo>
                  <a:cubicBezTo>
                    <a:pt x="33" y="540"/>
                    <a:pt x="12" y="557"/>
                    <a:pt x="7" y="581"/>
                  </a:cubicBezTo>
                  <a:cubicBezTo>
                    <a:pt x="1" y="608"/>
                    <a:pt x="19" y="636"/>
                    <a:pt x="47" y="641"/>
                  </a:cubicBezTo>
                  <a:cubicBezTo>
                    <a:pt x="107" y="653"/>
                    <a:pt x="171" y="658"/>
                    <a:pt x="237" y="658"/>
                  </a:cubicBezTo>
                  <a:cubicBezTo>
                    <a:pt x="519" y="658"/>
                    <a:pt x="824" y="567"/>
                    <a:pt x="898" y="543"/>
                  </a:cubicBezTo>
                  <a:cubicBezTo>
                    <a:pt x="1021" y="584"/>
                    <a:pt x="1608" y="776"/>
                    <a:pt x="1741" y="776"/>
                  </a:cubicBezTo>
                  <a:cubicBezTo>
                    <a:pt x="1875" y="776"/>
                    <a:pt x="1949" y="745"/>
                    <a:pt x="2147" y="660"/>
                  </a:cubicBezTo>
                  <a:lnTo>
                    <a:pt x="2197" y="638"/>
                  </a:lnTo>
                  <a:cubicBezTo>
                    <a:pt x="2256" y="613"/>
                    <a:pt x="2262" y="574"/>
                    <a:pt x="2261" y="554"/>
                  </a:cubicBezTo>
                  <a:cubicBezTo>
                    <a:pt x="2256" y="454"/>
                    <a:pt x="2059" y="375"/>
                    <a:pt x="1467" y="190"/>
                  </a:cubicBezTo>
                  <a:cubicBezTo>
                    <a:pt x="1316" y="143"/>
                    <a:pt x="1183" y="101"/>
                    <a:pt x="1119" y="73"/>
                  </a:cubicBezTo>
                  <a:cubicBezTo>
                    <a:pt x="982" y="14"/>
                    <a:pt x="751" y="1"/>
                    <a:pt x="5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0"/>
            <p:cNvSpPr/>
            <p:nvPr/>
          </p:nvSpPr>
          <p:spPr>
            <a:xfrm>
              <a:off x="7544372" y="4021891"/>
              <a:ext cx="464869" cy="645420"/>
            </a:xfrm>
            <a:custGeom>
              <a:rect b="b" l="l" r="r" t="t"/>
              <a:pathLst>
                <a:path extrusionOk="0" h="7750" w="5582">
                  <a:moveTo>
                    <a:pt x="2184" y="0"/>
                  </a:moveTo>
                  <a:cubicBezTo>
                    <a:pt x="2067" y="32"/>
                    <a:pt x="1952" y="65"/>
                    <a:pt x="1840" y="103"/>
                  </a:cubicBezTo>
                  <a:cubicBezTo>
                    <a:pt x="516" y="544"/>
                    <a:pt x="100" y="1531"/>
                    <a:pt x="0" y="2379"/>
                  </a:cubicBezTo>
                  <a:cubicBezTo>
                    <a:pt x="739" y="3340"/>
                    <a:pt x="3801" y="7750"/>
                    <a:pt x="4558" y="7750"/>
                  </a:cubicBezTo>
                  <a:cubicBezTo>
                    <a:pt x="4562" y="7750"/>
                    <a:pt x="4566" y="7750"/>
                    <a:pt x="4570" y="7749"/>
                  </a:cubicBezTo>
                  <a:cubicBezTo>
                    <a:pt x="5379" y="7699"/>
                    <a:pt x="5582" y="6383"/>
                    <a:pt x="5228" y="5523"/>
                  </a:cubicBezTo>
                  <a:cubicBezTo>
                    <a:pt x="4873" y="4663"/>
                    <a:pt x="2675" y="810"/>
                    <a:pt x="2271" y="152"/>
                  </a:cubicBezTo>
                  <a:cubicBezTo>
                    <a:pt x="2243" y="107"/>
                    <a:pt x="2213" y="56"/>
                    <a:pt x="2184"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10"/>
            <p:cNvSpPr/>
            <p:nvPr/>
          </p:nvSpPr>
          <p:spPr>
            <a:xfrm>
              <a:off x="7539958" y="4017727"/>
              <a:ext cx="464786" cy="653831"/>
            </a:xfrm>
            <a:custGeom>
              <a:rect b="b" l="l" r="r" t="t"/>
              <a:pathLst>
                <a:path extrusionOk="0" h="7851" w="5581">
                  <a:moveTo>
                    <a:pt x="2212" y="110"/>
                  </a:moveTo>
                  <a:cubicBezTo>
                    <a:pt x="2235" y="153"/>
                    <a:pt x="2258" y="193"/>
                    <a:pt x="2280" y="230"/>
                  </a:cubicBezTo>
                  <a:cubicBezTo>
                    <a:pt x="2671" y="865"/>
                    <a:pt x="4882" y="4740"/>
                    <a:pt x="5234" y="5593"/>
                  </a:cubicBezTo>
                  <a:cubicBezTo>
                    <a:pt x="5475" y="6177"/>
                    <a:pt x="5448" y="6952"/>
                    <a:pt x="5172" y="7393"/>
                  </a:cubicBezTo>
                  <a:cubicBezTo>
                    <a:pt x="5033" y="7616"/>
                    <a:pt x="4848" y="7735"/>
                    <a:pt x="4620" y="7749"/>
                  </a:cubicBezTo>
                  <a:lnTo>
                    <a:pt x="4609" y="7749"/>
                  </a:lnTo>
                  <a:cubicBezTo>
                    <a:pt x="4015" y="7749"/>
                    <a:pt x="1770" y="4681"/>
                    <a:pt x="688" y="3202"/>
                  </a:cubicBezTo>
                  <a:cubicBezTo>
                    <a:pt x="438" y="2860"/>
                    <a:pt x="239" y="2589"/>
                    <a:pt x="106" y="2414"/>
                  </a:cubicBezTo>
                  <a:cubicBezTo>
                    <a:pt x="244" y="1299"/>
                    <a:pt x="851" y="554"/>
                    <a:pt x="1909" y="201"/>
                  </a:cubicBezTo>
                  <a:cubicBezTo>
                    <a:pt x="2003" y="170"/>
                    <a:pt x="2105" y="139"/>
                    <a:pt x="2212" y="110"/>
                  </a:cubicBezTo>
                  <a:close/>
                  <a:moveTo>
                    <a:pt x="2237" y="0"/>
                  </a:moveTo>
                  <a:cubicBezTo>
                    <a:pt x="2233" y="0"/>
                    <a:pt x="2229" y="1"/>
                    <a:pt x="2224" y="2"/>
                  </a:cubicBezTo>
                  <a:cubicBezTo>
                    <a:pt x="2101" y="34"/>
                    <a:pt x="1984" y="69"/>
                    <a:pt x="1877" y="105"/>
                  </a:cubicBezTo>
                  <a:cubicBezTo>
                    <a:pt x="787" y="468"/>
                    <a:pt x="139" y="1269"/>
                    <a:pt x="3" y="2423"/>
                  </a:cubicBezTo>
                  <a:cubicBezTo>
                    <a:pt x="1" y="2436"/>
                    <a:pt x="5" y="2449"/>
                    <a:pt x="12" y="2459"/>
                  </a:cubicBezTo>
                  <a:cubicBezTo>
                    <a:pt x="144" y="2632"/>
                    <a:pt x="349" y="2910"/>
                    <a:pt x="606" y="3262"/>
                  </a:cubicBezTo>
                  <a:cubicBezTo>
                    <a:pt x="2233" y="5485"/>
                    <a:pt x="4014" y="7851"/>
                    <a:pt x="4613" y="7851"/>
                  </a:cubicBezTo>
                  <a:cubicBezTo>
                    <a:pt x="4617" y="7851"/>
                    <a:pt x="4622" y="7851"/>
                    <a:pt x="4626" y="7850"/>
                  </a:cubicBezTo>
                  <a:cubicBezTo>
                    <a:pt x="4884" y="7834"/>
                    <a:pt x="5103" y="7695"/>
                    <a:pt x="5257" y="7447"/>
                  </a:cubicBezTo>
                  <a:cubicBezTo>
                    <a:pt x="5550" y="6980"/>
                    <a:pt x="5580" y="6166"/>
                    <a:pt x="5327" y="5554"/>
                  </a:cubicBezTo>
                  <a:cubicBezTo>
                    <a:pt x="4965" y="4675"/>
                    <a:pt x="2770" y="831"/>
                    <a:pt x="2366" y="176"/>
                  </a:cubicBezTo>
                  <a:cubicBezTo>
                    <a:pt x="2339" y="131"/>
                    <a:pt x="2310" y="81"/>
                    <a:pt x="2282" y="27"/>
                  </a:cubicBezTo>
                  <a:cubicBezTo>
                    <a:pt x="2273" y="10"/>
                    <a:pt x="2255" y="0"/>
                    <a:pt x="22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10"/>
            <p:cNvSpPr/>
            <p:nvPr/>
          </p:nvSpPr>
          <p:spPr>
            <a:xfrm>
              <a:off x="7774722" y="3919291"/>
              <a:ext cx="229103" cy="740609"/>
            </a:xfrm>
            <a:custGeom>
              <a:rect b="b" l="l" r="r" t="t"/>
              <a:pathLst>
                <a:path extrusionOk="0" h="8893" w="2751">
                  <a:moveTo>
                    <a:pt x="933" y="1"/>
                  </a:moveTo>
                  <a:cubicBezTo>
                    <a:pt x="873" y="1"/>
                    <a:pt x="809" y="15"/>
                    <a:pt x="741" y="44"/>
                  </a:cubicBezTo>
                  <a:cubicBezTo>
                    <a:pt x="247" y="255"/>
                    <a:pt x="0" y="820"/>
                    <a:pt x="0" y="820"/>
                  </a:cubicBezTo>
                  <a:cubicBezTo>
                    <a:pt x="0" y="820"/>
                    <a:pt x="283" y="1630"/>
                    <a:pt x="283" y="2406"/>
                  </a:cubicBezTo>
                  <a:cubicBezTo>
                    <a:pt x="283" y="3182"/>
                    <a:pt x="36" y="5684"/>
                    <a:pt x="36" y="6530"/>
                  </a:cubicBezTo>
                  <a:cubicBezTo>
                    <a:pt x="36" y="7377"/>
                    <a:pt x="529" y="7905"/>
                    <a:pt x="529" y="7905"/>
                  </a:cubicBezTo>
                  <a:lnTo>
                    <a:pt x="2186" y="8892"/>
                  </a:lnTo>
                  <a:cubicBezTo>
                    <a:pt x="2751" y="8575"/>
                    <a:pt x="2609" y="8223"/>
                    <a:pt x="2680" y="6601"/>
                  </a:cubicBezTo>
                  <a:cubicBezTo>
                    <a:pt x="2751" y="4979"/>
                    <a:pt x="2151" y="2934"/>
                    <a:pt x="1833" y="1666"/>
                  </a:cubicBezTo>
                  <a:cubicBezTo>
                    <a:pt x="1560" y="571"/>
                    <a:pt x="1312" y="1"/>
                    <a:pt x="933"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10"/>
            <p:cNvSpPr/>
            <p:nvPr/>
          </p:nvSpPr>
          <p:spPr>
            <a:xfrm>
              <a:off x="7770392" y="3915044"/>
              <a:ext cx="236932" cy="749020"/>
            </a:xfrm>
            <a:custGeom>
              <a:rect b="b" l="l" r="r" t="t"/>
              <a:pathLst>
                <a:path extrusionOk="0" h="8994" w="2845">
                  <a:moveTo>
                    <a:pt x="984" y="1"/>
                  </a:moveTo>
                  <a:cubicBezTo>
                    <a:pt x="917" y="1"/>
                    <a:pt x="846" y="17"/>
                    <a:pt x="773" y="48"/>
                  </a:cubicBezTo>
                  <a:cubicBezTo>
                    <a:pt x="267" y="265"/>
                    <a:pt x="17" y="827"/>
                    <a:pt x="6" y="850"/>
                  </a:cubicBezTo>
                  <a:cubicBezTo>
                    <a:pt x="1" y="861"/>
                    <a:pt x="1" y="875"/>
                    <a:pt x="5" y="887"/>
                  </a:cubicBezTo>
                  <a:cubicBezTo>
                    <a:pt x="8" y="895"/>
                    <a:pt x="284" y="1699"/>
                    <a:pt x="284" y="2456"/>
                  </a:cubicBezTo>
                  <a:cubicBezTo>
                    <a:pt x="284" y="2834"/>
                    <a:pt x="226" y="3612"/>
                    <a:pt x="165" y="4435"/>
                  </a:cubicBezTo>
                  <a:cubicBezTo>
                    <a:pt x="103" y="5277"/>
                    <a:pt x="38" y="6147"/>
                    <a:pt x="38" y="6581"/>
                  </a:cubicBezTo>
                  <a:cubicBezTo>
                    <a:pt x="38" y="7438"/>
                    <a:pt x="523" y="7968"/>
                    <a:pt x="544" y="7991"/>
                  </a:cubicBezTo>
                  <a:cubicBezTo>
                    <a:pt x="554" y="8002"/>
                    <a:pt x="568" y="8007"/>
                    <a:pt x="582" y="8007"/>
                  </a:cubicBezTo>
                  <a:cubicBezTo>
                    <a:pt x="594" y="8007"/>
                    <a:pt x="606" y="8003"/>
                    <a:pt x="616" y="7994"/>
                  </a:cubicBezTo>
                  <a:cubicBezTo>
                    <a:pt x="637" y="7975"/>
                    <a:pt x="638" y="7942"/>
                    <a:pt x="619" y="7922"/>
                  </a:cubicBezTo>
                  <a:cubicBezTo>
                    <a:pt x="614" y="7917"/>
                    <a:pt x="138" y="7397"/>
                    <a:pt x="138" y="6581"/>
                  </a:cubicBezTo>
                  <a:cubicBezTo>
                    <a:pt x="138" y="6151"/>
                    <a:pt x="203" y="5282"/>
                    <a:pt x="266" y="4443"/>
                  </a:cubicBezTo>
                  <a:cubicBezTo>
                    <a:pt x="327" y="3617"/>
                    <a:pt x="385" y="2838"/>
                    <a:pt x="385" y="2456"/>
                  </a:cubicBezTo>
                  <a:cubicBezTo>
                    <a:pt x="385" y="1749"/>
                    <a:pt x="150" y="1003"/>
                    <a:pt x="107" y="874"/>
                  </a:cubicBezTo>
                  <a:cubicBezTo>
                    <a:pt x="153" y="779"/>
                    <a:pt x="391" y="322"/>
                    <a:pt x="813" y="141"/>
                  </a:cubicBezTo>
                  <a:cubicBezTo>
                    <a:pt x="874" y="115"/>
                    <a:pt x="931" y="102"/>
                    <a:pt x="985" y="102"/>
                  </a:cubicBezTo>
                  <a:cubicBezTo>
                    <a:pt x="1034" y="102"/>
                    <a:pt x="1081" y="113"/>
                    <a:pt x="1126" y="135"/>
                  </a:cubicBezTo>
                  <a:cubicBezTo>
                    <a:pt x="1375" y="260"/>
                    <a:pt x="1588" y="736"/>
                    <a:pt x="1837" y="1729"/>
                  </a:cubicBezTo>
                  <a:cubicBezTo>
                    <a:pt x="1877" y="1891"/>
                    <a:pt x="1922" y="2064"/>
                    <a:pt x="1969" y="2249"/>
                  </a:cubicBezTo>
                  <a:cubicBezTo>
                    <a:pt x="2296" y="3512"/>
                    <a:pt x="2743" y="5242"/>
                    <a:pt x="2681" y="6649"/>
                  </a:cubicBezTo>
                  <a:cubicBezTo>
                    <a:pt x="2666" y="6990"/>
                    <a:pt x="2661" y="7269"/>
                    <a:pt x="2657" y="7514"/>
                  </a:cubicBezTo>
                  <a:cubicBezTo>
                    <a:pt x="2639" y="8420"/>
                    <a:pt x="2634" y="8663"/>
                    <a:pt x="2214" y="8899"/>
                  </a:cubicBezTo>
                  <a:cubicBezTo>
                    <a:pt x="2189" y="8913"/>
                    <a:pt x="2180" y="8943"/>
                    <a:pt x="2194" y="8968"/>
                  </a:cubicBezTo>
                  <a:cubicBezTo>
                    <a:pt x="2203" y="8984"/>
                    <a:pt x="2220" y="8994"/>
                    <a:pt x="2238" y="8994"/>
                  </a:cubicBezTo>
                  <a:cubicBezTo>
                    <a:pt x="2246" y="8994"/>
                    <a:pt x="2255" y="8992"/>
                    <a:pt x="2263" y="8987"/>
                  </a:cubicBezTo>
                  <a:cubicBezTo>
                    <a:pt x="2734" y="8722"/>
                    <a:pt x="2741" y="8419"/>
                    <a:pt x="2757" y="7516"/>
                  </a:cubicBezTo>
                  <a:cubicBezTo>
                    <a:pt x="2763" y="7271"/>
                    <a:pt x="2768" y="6993"/>
                    <a:pt x="2783" y="6654"/>
                  </a:cubicBezTo>
                  <a:cubicBezTo>
                    <a:pt x="2845" y="5231"/>
                    <a:pt x="2395" y="3493"/>
                    <a:pt x="2068" y="2223"/>
                  </a:cubicBezTo>
                  <a:cubicBezTo>
                    <a:pt x="2021" y="2040"/>
                    <a:pt x="1976" y="1866"/>
                    <a:pt x="1935" y="1704"/>
                  </a:cubicBezTo>
                  <a:cubicBezTo>
                    <a:pt x="1672" y="653"/>
                    <a:pt x="1457" y="188"/>
                    <a:pt x="1171" y="45"/>
                  </a:cubicBezTo>
                  <a:cubicBezTo>
                    <a:pt x="1112" y="16"/>
                    <a:pt x="1050" y="1"/>
                    <a:pt x="9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10"/>
            <p:cNvSpPr/>
            <p:nvPr/>
          </p:nvSpPr>
          <p:spPr>
            <a:xfrm>
              <a:off x="7539292" y="3780881"/>
              <a:ext cx="335702" cy="242595"/>
            </a:xfrm>
            <a:custGeom>
              <a:rect b="b" l="l" r="r" t="t"/>
              <a:pathLst>
                <a:path extrusionOk="0" h="2913" w="4031">
                  <a:moveTo>
                    <a:pt x="1963" y="1"/>
                  </a:moveTo>
                  <a:cubicBezTo>
                    <a:pt x="1635" y="1"/>
                    <a:pt x="1327" y="108"/>
                    <a:pt x="1327" y="108"/>
                  </a:cubicBezTo>
                  <a:cubicBezTo>
                    <a:pt x="1327" y="108"/>
                    <a:pt x="1771" y="542"/>
                    <a:pt x="1650" y="771"/>
                  </a:cubicBezTo>
                  <a:cubicBezTo>
                    <a:pt x="1598" y="871"/>
                    <a:pt x="1491" y="907"/>
                    <a:pt x="1362" y="907"/>
                  </a:cubicBezTo>
                  <a:cubicBezTo>
                    <a:pt x="1195" y="907"/>
                    <a:pt x="990" y="846"/>
                    <a:pt x="821" y="785"/>
                  </a:cubicBezTo>
                  <a:cubicBezTo>
                    <a:pt x="683" y="736"/>
                    <a:pt x="487" y="690"/>
                    <a:pt x="326" y="690"/>
                  </a:cubicBezTo>
                  <a:cubicBezTo>
                    <a:pt x="140" y="690"/>
                    <a:pt x="0" y="751"/>
                    <a:pt x="54" y="938"/>
                  </a:cubicBezTo>
                  <a:cubicBezTo>
                    <a:pt x="154" y="1287"/>
                    <a:pt x="689" y="1362"/>
                    <a:pt x="987" y="1469"/>
                  </a:cubicBezTo>
                  <a:cubicBezTo>
                    <a:pt x="1286" y="1576"/>
                    <a:pt x="1750" y="1744"/>
                    <a:pt x="1750" y="1744"/>
                  </a:cubicBezTo>
                  <a:cubicBezTo>
                    <a:pt x="1750" y="1744"/>
                    <a:pt x="1987" y="2024"/>
                    <a:pt x="2251" y="2120"/>
                  </a:cubicBezTo>
                  <a:cubicBezTo>
                    <a:pt x="2517" y="2215"/>
                    <a:pt x="2803" y="2357"/>
                    <a:pt x="2803" y="2357"/>
                  </a:cubicBezTo>
                  <a:cubicBezTo>
                    <a:pt x="2803" y="2357"/>
                    <a:pt x="2750" y="2611"/>
                    <a:pt x="3234" y="2824"/>
                  </a:cubicBezTo>
                  <a:cubicBezTo>
                    <a:pt x="3384" y="2890"/>
                    <a:pt x="3518" y="2913"/>
                    <a:pt x="3630" y="2913"/>
                  </a:cubicBezTo>
                  <a:cubicBezTo>
                    <a:pt x="3882" y="2913"/>
                    <a:pt x="4031" y="2799"/>
                    <a:pt x="4031" y="2799"/>
                  </a:cubicBezTo>
                  <a:lnTo>
                    <a:pt x="3742" y="1069"/>
                  </a:lnTo>
                  <a:cubicBezTo>
                    <a:pt x="3627" y="944"/>
                    <a:pt x="2779" y="249"/>
                    <a:pt x="2361" y="71"/>
                  </a:cubicBezTo>
                  <a:cubicBezTo>
                    <a:pt x="2239" y="19"/>
                    <a:pt x="2099" y="1"/>
                    <a:pt x="1963"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10"/>
            <p:cNvSpPr/>
            <p:nvPr/>
          </p:nvSpPr>
          <p:spPr>
            <a:xfrm>
              <a:off x="7536710" y="3776633"/>
              <a:ext cx="343030" cy="251172"/>
            </a:xfrm>
            <a:custGeom>
              <a:rect b="b" l="l" r="r" t="t"/>
              <a:pathLst>
                <a:path extrusionOk="0" h="3016" w="4119">
                  <a:moveTo>
                    <a:pt x="1994" y="0"/>
                  </a:moveTo>
                  <a:cubicBezTo>
                    <a:pt x="1664" y="0"/>
                    <a:pt x="1359" y="105"/>
                    <a:pt x="1341" y="112"/>
                  </a:cubicBezTo>
                  <a:cubicBezTo>
                    <a:pt x="1324" y="117"/>
                    <a:pt x="1312" y="131"/>
                    <a:pt x="1308" y="149"/>
                  </a:cubicBezTo>
                  <a:cubicBezTo>
                    <a:pt x="1304" y="165"/>
                    <a:pt x="1309" y="183"/>
                    <a:pt x="1322" y="196"/>
                  </a:cubicBezTo>
                  <a:cubicBezTo>
                    <a:pt x="1430" y="301"/>
                    <a:pt x="1720" y="639"/>
                    <a:pt x="1636" y="798"/>
                  </a:cubicBezTo>
                  <a:cubicBezTo>
                    <a:pt x="1598" y="871"/>
                    <a:pt x="1516" y="908"/>
                    <a:pt x="1393" y="908"/>
                  </a:cubicBezTo>
                  <a:cubicBezTo>
                    <a:pt x="1264" y="908"/>
                    <a:pt x="1089" y="868"/>
                    <a:pt x="869" y="789"/>
                  </a:cubicBezTo>
                  <a:cubicBezTo>
                    <a:pt x="745" y="744"/>
                    <a:pt x="537" y="690"/>
                    <a:pt x="357" y="690"/>
                  </a:cubicBezTo>
                  <a:cubicBezTo>
                    <a:pt x="246" y="690"/>
                    <a:pt x="145" y="711"/>
                    <a:pt x="83" y="769"/>
                  </a:cubicBezTo>
                  <a:cubicBezTo>
                    <a:pt x="42" y="808"/>
                    <a:pt x="1" y="879"/>
                    <a:pt x="37" y="1004"/>
                  </a:cubicBezTo>
                  <a:cubicBezTo>
                    <a:pt x="124" y="1308"/>
                    <a:pt x="498" y="1417"/>
                    <a:pt x="799" y="1505"/>
                  </a:cubicBezTo>
                  <a:cubicBezTo>
                    <a:pt x="873" y="1526"/>
                    <a:pt x="941" y="1546"/>
                    <a:pt x="1001" y="1568"/>
                  </a:cubicBezTo>
                  <a:lnTo>
                    <a:pt x="1751" y="1838"/>
                  </a:lnTo>
                  <a:cubicBezTo>
                    <a:pt x="1798" y="1892"/>
                    <a:pt x="2017" y="2129"/>
                    <a:pt x="2265" y="2218"/>
                  </a:cubicBezTo>
                  <a:cubicBezTo>
                    <a:pt x="2476" y="2294"/>
                    <a:pt x="2702" y="2401"/>
                    <a:pt x="2782" y="2438"/>
                  </a:cubicBezTo>
                  <a:cubicBezTo>
                    <a:pt x="2785" y="2528"/>
                    <a:pt x="2838" y="2743"/>
                    <a:pt x="3244" y="2922"/>
                  </a:cubicBezTo>
                  <a:cubicBezTo>
                    <a:pt x="3403" y="2991"/>
                    <a:pt x="3542" y="3015"/>
                    <a:pt x="3662" y="3015"/>
                  </a:cubicBezTo>
                  <a:cubicBezTo>
                    <a:pt x="3924" y="3015"/>
                    <a:pt x="4083" y="2897"/>
                    <a:pt x="4092" y="2890"/>
                  </a:cubicBezTo>
                  <a:cubicBezTo>
                    <a:pt x="4114" y="2872"/>
                    <a:pt x="4118" y="2840"/>
                    <a:pt x="4102" y="2818"/>
                  </a:cubicBezTo>
                  <a:cubicBezTo>
                    <a:pt x="4092" y="2805"/>
                    <a:pt x="4077" y="2798"/>
                    <a:pt x="4062" y="2798"/>
                  </a:cubicBezTo>
                  <a:cubicBezTo>
                    <a:pt x="4051" y="2798"/>
                    <a:pt x="4040" y="2802"/>
                    <a:pt x="4030" y="2809"/>
                  </a:cubicBezTo>
                  <a:cubicBezTo>
                    <a:pt x="4022" y="2815"/>
                    <a:pt x="3889" y="2914"/>
                    <a:pt x="3662" y="2914"/>
                  </a:cubicBezTo>
                  <a:cubicBezTo>
                    <a:pt x="3556" y="2914"/>
                    <a:pt x="3429" y="2892"/>
                    <a:pt x="3285" y="2829"/>
                  </a:cubicBezTo>
                  <a:cubicBezTo>
                    <a:pt x="2851" y="2638"/>
                    <a:pt x="2883" y="2419"/>
                    <a:pt x="2883" y="2418"/>
                  </a:cubicBezTo>
                  <a:cubicBezTo>
                    <a:pt x="2889" y="2395"/>
                    <a:pt x="2877" y="2372"/>
                    <a:pt x="2856" y="2363"/>
                  </a:cubicBezTo>
                  <a:cubicBezTo>
                    <a:pt x="2854" y="2361"/>
                    <a:pt x="2564" y="2218"/>
                    <a:pt x="2300" y="2122"/>
                  </a:cubicBezTo>
                  <a:cubicBezTo>
                    <a:pt x="2050" y="2033"/>
                    <a:pt x="1822" y="1765"/>
                    <a:pt x="1819" y="1762"/>
                  </a:cubicBezTo>
                  <a:cubicBezTo>
                    <a:pt x="1814" y="1755"/>
                    <a:pt x="1807" y="1750"/>
                    <a:pt x="1798" y="1747"/>
                  </a:cubicBezTo>
                  <a:lnTo>
                    <a:pt x="1034" y="1473"/>
                  </a:lnTo>
                  <a:cubicBezTo>
                    <a:pt x="974" y="1451"/>
                    <a:pt x="902" y="1430"/>
                    <a:pt x="828" y="1408"/>
                  </a:cubicBezTo>
                  <a:cubicBezTo>
                    <a:pt x="551" y="1327"/>
                    <a:pt x="206" y="1226"/>
                    <a:pt x="133" y="976"/>
                  </a:cubicBezTo>
                  <a:cubicBezTo>
                    <a:pt x="108" y="885"/>
                    <a:pt x="142" y="853"/>
                    <a:pt x="152" y="843"/>
                  </a:cubicBezTo>
                  <a:cubicBezTo>
                    <a:pt x="191" y="807"/>
                    <a:pt x="266" y="791"/>
                    <a:pt x="358" y="791"/>
                  </a:cubicBezTo>
                  <a:cubicBezTo>
                    <a:pt x="499" y="791"/>
                    <a:pt x="682" y="828"/>
                    <a:pt x="835" y="883"/>
                  </a:cubicBezTo>
                  <a:cubicBezTo>
                    <a:pt x="943" y="922"/>
                    <a:pt x="1182" y="1008"/>
                    <a:pt x="1391" y="1008"/>
                  </a:cubicBezTo>
                  <a:cubicBezTo>
                    <a:pt x="1534" y="1008"/>
                    <a:pt x="1662" y="968"/>
                    <a:pt x="1726" y="845"/>
                  </a:cubicBezTo>
                  <a:cubicBezTo>
                    <a:pt x="1835" y="637"/>
                    <a:pt x="1577" y="319"/>
                    <a:pt x="1451" y="183"/>
                  </a:cubicBezTo>
                  <a:cubicBezTo>
                    <a:pt x="1561" y="152"/>
                    <a:pt x="1775" y="102"/>
                    <a:pt x="1995" y="102"/>
                  </a:cubicBezTo>
                  <a:cubicBezTo>
                    <a:pt x="2125" y="102"/>
                    <a:pt x="2258" y="120"/>
                    <a:pt x="2372" y="169"/>
                  </a:cubicBezTo>
                  <a:cubicBezTo>
                    <a:pt x="2775" y="340"/>
                    <a:pt x="3619" y="1028"/>
                    <a:pt x="3737" y="1155"/>
                  </a:cubicBezTo>
                  <a:cubicBezTo>
                    <a:pt x="3746" y="1165"/>
                    <a:pt x="3760" y="1171"/>
                    <a:pt x="3773" y="1171"/>
                  </a:cubicBezTo>
                  <a:cubicBezTo>
                    <a:pt x="3785" y="1171"/>
                    <a:pt x="3798" y="1166"/>
                    <a:pt x="3808" y="1157"/>
                  </a:cubicBezTo>
                  <a:cubicBezTo>
                    <a:pt x="3828" y="1138"/>
                    <a:pt x="3829" y="1107"/>
                    <a:pt x="3810" y="1086"/>
                  </a:cubicBezTo>
                  <a:cubicBezTo>
                    <a:pt x="3687" y="952"/>
                    <a:pt x="2835" y="256"/>
                    <a:pt x="2412" y="75"/>
                  </a:cubicBezTo>
                  <a:cubicBezTo>
                    <a:pt x="2282" y="20"/>
                    <a:pt x="2136" y="0"/>
                    <a:pt x="19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10"/>
            <p:cNvSpPr/>
            <p:nvPr/>
          </p:nvSpPr>
          <p:spPr>
            <a:xfrm>
              <a:off x="7660713" y="3758645"/>
              <a:ext cx="245676" cy="244926"/>
            </a:xfrm>
            <a:custGeom>
              <a:rect b="b" l="l" r="r" t="t"/>
              <a:pathLst>
                <a:path extrusionOk="0" h="2941" w="2950">
                  <a:moveTo>
                    <a:pt x="331" y="0"/>
                  </a:moveTo>
                  <a:cubicBezTo>
                    <a:pt x="16" y="0"/>
                    <a:pt x="1" y="423"/>
                    <a:pt x="1" y="423"/>
                  </a:cubicBezTo>
                  <a:lnTo>
                    <a:pt x="2948" y="2941"/>
                  </a:lnTo>
                  <a:cubicBezTo>
                    <a:pt x="2948" y="2941"/>
                    <a:pt x="2950" y="2850"/>
                    <a:pt x="2892" y="2283"/>
                  </a:cubicBezTo>
                  <a:cubicBezTo>
                    <a:pt x="2833" y="1715"/>
                    <a:pt x="2572" y="1192"/>
                    <a:pt x="2485" y="1121"/>
                  </a:cubicBezTo>
                  <a:cubicBezTo>
                    <a:pt x="2398" y="1051"/>
                    <a:pt x="1320" y="507"/>
                    <a:pt x="672" y="118"/>
                  </a:cubicBezTo>
                  <a:cubicBezTo>
                    <a:pt x="531" y="33"/>
                    <a:pt x="419" y="0"/>
                    <a:pt x="331"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0"/>
            <p:cNvSpPr/>
            <p:nvPr/>
          </p:nvSpPr>
          <p:spPr>
            <a:xfrm>
              <a:off x="7656466" y="3754398"/>
              <a:ext cx="254087" cy="253421"/>
            </a:xfrm>
            <a:custGeom>
              <a:rect b="b" l="l" r="r" t="t"/>
              <a:pathLst>
                <a:path extrusionOk="0" h="3043" w="3051">
                  <a:moveTo>
                    <a:pt x="381" y="0"/>
                  </a:moveTo>
                  <a:cubicBezTo>
                    <a:pt x="323" y="0"/>
                    <a:pt x="269" y="13"/>
                    <a:pt x="222" y="39"/>
                  </a:cubicBezTo>
                  <a:cubicBezTo>
                    <a:pt x="15" y="151"/>
                    <a:pt x="2" y="460"/>
                    <a:pt x="2" y="472"/>
                  </a:cubicBezTo>
                  <a:cubicBezTo>
                    <a:pt x="0" y="500"/>
                    <a:pt x="23" y="524"/>
                    <a:pt x="50" y="525"/>
                  </a:cubicBezTo>
                  <a:cubicBezTo>
                    <a:pt x="77" y="524"/>
                    <a:pt x="101" y="504"/>
                    <a:pt x="102" y="477"/>
                  </a:cubicBezTo>
                  <a:cubicBezTo>
                    <a:pt x="102" y="473"/>
                    <a:pt x="115" y="212"/>
                    <a:pt x="270" y="128"/>
                  </a:cubicBezTo>
                  <a:cubicBezTo>
                    <a:pt x="303" y="110"/>
                    <a:pt x="341" y="101"/>
                    <a:pt x="383" y="101"/>
                  </a:cubicBezTo>
                  <a:cubicBezTo>
                    <a:pt x="469" y="101"/>
                    <a:pt x="574" y="139"/>
                    <a:pt x="697" y="213"/>
                  </a:cubicBezTo>
                  <a:cubicBezTo>
                    <a:pt x="1070" y="437"/>
                    <a:pt x="1591" y="715"/>
                    <a:pt x="1971" y="918"/>
                  </a:cubicBezTo>
                  <a:cubicBezTo>
                    <a:pt x="2239" y="1061"/>
                    <a:pt x="2471" y="1185"/>
                    <a:pt x="2504" y="1212"/>
                  </a:cubicBezTo>
                  <a:cubicBezTo>
                    <a:pt x="2576" y="1270"/>
                    <a:pt x="2835" y="1777"/>
                    <a:pt x="2892" y="2339"/>
                  </a:cubicBezTo>
                  <a:cubicBezTo>
                    <a:pt x="2948" y="2889"/>
                    <a:pt x="2949" y="2988"/>
                    <a:pt x="2949" y="2991"/>
                  </a:cubicBezTo>
                  <a:cubicBezTo>
                    <a:pt x="2949" y="3019"/>
                    <a:pt x="2971" y="3042"/>
                    <a:pt x="2999" y="3042"/>
                  </a:cubicBezTo>
                  <a:cubicBezTo>
                    <a:pt x="3028" y="3042"/>
                    <a:pt x="3050" y="3020"/>
                    <a:pt x="3050" y="2992"/>
                  </a:cubicBezTo>
                  <a:cubicBezTo>
                    <a:pt x="3050" y="2989"/>
                    <a:pt x="3051" y="2892"/>
                    <a:pt x="2993" y="2329"/>
                  </a:cubicBezTo>
                  <a:cubicBezTo>
                    <a:pt x="2933" y="1750"/>
                    <a:pt x="2668" y="1214"/>
                    <a:pt x="2567" y="1133"/>
                  </a:cubicBezTo>
                  <a:cubicBezTo>
                    <a:pt x="2528" y="1102"/>
                    <a:pt x="2352" y="1008"/>
                    <a:pt x="2018" y="829"/>
                  </a:cubicBezTo>
                  <a:cubicBezTo>
                    <a:pt x="1640" y="626"/>
                    <a:pt x="1120" y="349"/>
                    <a:pt x="750" y="126"/>
                  </a:cubicBezTo>
                  <a:cubicBezTo>
                    <a:pt x="611" y="42"/>
                    <a:pt x="487"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10"/>
            <p:cNvSpPr/>
            <p:nvPr/>
          </p:nvSpPr>
          <p:spPr>
            <a:xfrm>
              <a:off x="7584096" y="3750484"/>
              <a:ext cx="119923" cy="79949"/>
            </a:xfrm>
            <a:custGeom>
              <a:rect b="b" l="l" r="r" t="t"/>
              <a:pathLst>
                <a:path extrusionOk="0" h="960" w="1440">
                  <a:moveTo>
                    <a:pt x="1032" y="0"/>
                  </a:moveTo>
                  <a:cubicBezTo>
                    <a:pt x="977" y="0"/>
                    <a:pt x="921" y="10"/>
                    <a:pt x="872" y="35"/>
                  </a:cubicBezTo>
                  <a:cubicBezTo>
                    <a:pt x="643" y="148"/>
                    <a:pt x="1" y="580"/>
                    <a:pt x="79" y="882"/>
                  </a:cubicBezTo>
                  <a:cubicBezTo>
                    <a:pt x="94" y="937"/>
                    <a:pt x="126" y="960"/>
                    <a:pt x="170" y="960"/>
                  </a:cubicBezTo>
                  <a:cubicBezTo>
                    <a:pt x="366" y="960"/>
                    <a:pt x="792" y="521"/>
                    <a:pt x="916" y="521"/>
                  </a:cubicBezTo>
                  <a:cubicBezTo>
                    <a:pt x="918" y="521"/>
                    <a:pt x="919" y="521"/>
                    <a:pt x="921" y="521"/>
                  </a:cubicBezTo>
                  <a:cubicBezTo>
                    <a:pt x="1066" y="534"/>
                    <a:pt x="1377" y="607"/>
                    <a:pt x="1377" y="607"/>
                  </a:cubicBezTo>
                  <a:lnTo>
                    <a:pt x="1439" y="123"/>
                  </a:lnTo>
                  <a:cubicBezTo>
                    <a:pt x="1439" y="123"/>
                    <a:pt x="1232" y="0"/>
                    <a:pt x="1032"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10"/>
            <p:cNvSpPr/>
            <p:nvPr/>
          </p:nvSpPr>
          <p:spPr>
            <a:xfrm>
              <a:off x="7578683" y="3746236"/>
              <a:ext cx="129667" cy="88360"/>
            </a:xfrm>
            <a:custGeom>
              <a:rect b="b" l="l" r="r" t="t"/>
              <a:pathLst>
                <a:path extrusionOk="0" h="1061" w="1557">
                  <a:moveTo>
                    <a:pt x="1099" y="101"/>
                  </a:moveTo>
                  <a:cubicBezTo>
                    <a:pt x="1239" y="101"/>
                    <a:pt x="1389" y="170"/>
                    <a:pt x="1450" y="201"/>
                  </a:cubicBezTo>
                  <a:lnTo>
                    <a:pt x="1399" y="597"/>
                  </a:lnTo>
                  <a:cubicBezTo>
                    <a:pt x="1303" y="575"/>
                    <a:pt x="1102" y="532"/>
                    <a:pt x="991" y="522"/>
                  </a:cubicBezTo>
                  <a:cubicBezTo>
                    <a:pt x="988" y="522"/>
                    <a:pt x="985" y="522"/>
                    <a:pt x="982" y="522"/>
                  </a:cubicBezTo>
                  <a:cubicBezTo>
                    <a:pt x="912" y="522"/>
                    <a:pt x="815" y="592"/>
                    <a:pt x="654" y="714"/>
                  </a:cubicBezTo>
                  <a:cubicBezTo>
                    <a:pt x="522" y="813"/>
                    <a:pt x="327" y="961"/>
                    <a:pt x="238" y="961"/>
                  </a:cubicBezTo>
                  <a:cubicBezTo>
                    <a:pt x="231" y="961"/>
                    <a:pt x="225" y="960"/>
                    <a:pt x="219" y="958"/>
                  </a:cubicBezTo>
                  <a:cubicBezTo>
                    <a:pt x="215" y="955"/>
                    <a:pt x="202" y="951"/>
                    <a:pt x="194" y="920"/>
                  </a:cubicBezTo>
                  <a:cubicBezTo>
                    <a:pt x="128" y="666"/>
                    <a:pt x="714" y="252"/>
                    <a:pt x="959" y="132"/>
                  </a:cubicBezTo>
                  <a:cubicBezTo>
                    <a:pt x="1002" y="110"/>
                    <a:pt x="1050" y="101"/>
                    <a:pt x="1099" y="101"/>
                  </a:cubicBezTo>
                  <a:close/>
                  <a:moveTo>
                    <a:pt x="1098" y="1"/>
                  </a:moveTo>
                  <a:cubicBezTo>
                    <a:pt x="1034" y="1"/>
                    <a:pt x="971" y="12"/>
                    <a:pt x="914" y="40"/>
                  </a:cubicBezTo>
                  <a:cubicBezTo>
                    <a:pt x="760" y="117"/>
                    <a:pt x="1" y="581"/>
                    <a:pt x="96" y="946"/>
                  </a:cubicBezTo>
                  <a:cubicBezTo>
                    <a:pt x="114" y="1015"/>
                    <a:pt x="155" y="1043"/>
                    <a:pt x="185" y="1053"/>
                  </a:cubicBezTo>
                  <a:cubicBezTo>
                    <a:pt x="201" y="1058"/>
                    <a:pt x="217" y="1060"/>
                    <a:pt x="235" y="1060"/>
                  </a:cubicBezTo>
                  <a:cubicBezTo>
                    <a:pt x="362" y="1060"/>
                    <a:pt x="541" y="926"/>
                    <a:pt x="715" y="795"/>
                  </a:cubicBezTo>
                  <a:cubicBezTo>
                    <a:pt x="812" y="723"/>
                    <a:pt x="944" y="623"/>
                    <a:pt x="982" y="623"/>
                  </a:cubicBezTo>
                  <a:cubicBezTo>
                    <a:pt x="1121" y="635"/>
                    <a:pt x="1428" y="707"/>
                    <a:pt x="1431" y="708"/>
                  </a:cubicBezTo>
                  <a:cubicBezTo>
                    <a:pt x="1434" y="709"/>
                    <a:pt x="1438" y="709"/>
                    <a:pt x="1441" y="709"/>
                  </a:cubicBezTo>
                  <a:cubicBezTo>
                    <a:pt x="1452" y="709"/>
                    <a:pt x="1462" y="706"/>
                    <a:pt x="1471" y="699"/>
                  </a:cubicBezTo>
                  <a:cubicBezTo>
                    <a:pt x="1483" y="692"/>
                    <a:pt x="1491" y="678"/>
                    <a:pt x="1493" y="665"/>
                  </a:cubicBezTo>
                  <a:lnTo>
                    <a:pt x="1555" y="180"/>
                  </a:lnTo>
                  <a:cubicBezTo>
                    <a:pt x="1557" y="159"/>
                    <a:pt x="1547" y="140"/>
                    <a:pt x="1531" y="130"/>
                  </a:cubicBezTo>
                  <a:cubicBezTo>
                    <a:pt x="1519" y="123"/>
                    <a:pt x="1308" y="1"/>
                    <a:pt x="10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0"/>
            <p:cNvSpPr/>
            <p:nvPr/>
          </p:nvSpPr>
          <p:spPr>
            <a:xfrm>
              <a:off x="7633814" y="3743904"/>
              <a:ext cx="160980" cy="106432"/>
            </a:xfrm>
            <a:custGeom>
              <a:rect b="b" l="l" r="r" t="t"/>
              <a:pathLst>
                <a:path extrusionOk="0" h="1278" w="1933">
                  <a:moveTo>
                    <a:pt x="1127" y="1"/>
                  </a:moveTo>
                  <a:cubicBezTo>
                    <a:pt x="829" y="1"/>
                    <a:pt x="158" y="750"/>
                    <a:pt x="75" y="979"/>
                  </a:cubicBezTo>
                  <a:cubicBezTo>
                    <a:pt x="0" y="1187"/>
                    <a:pt x="79" y="1277"/>
                    <a:pt x="182" y="1277"/>
                  </a:cubicBezTo>
                  <a:cubicBezTo>
                    <a:pt x="199" y="1277"/>
                    <a:pt x="216" y="1275"/>
                    <a:pt x="234" y="1270"/>
                  </a:cubicBezTo>
                  <a:cubicBezTo>
                    <a:pt x="357" y="1236"/>
                    <a:pt x="731" y="824"/>
                    <a:pt x="731" y="824"/>
                  </a:cubicBezTo>
                  <a:lnTo>
                    <a:pt x="984" y="642"/>
                  </a:lnTo>
                  <a:lnTo>
                    <a:pt x="1170" y="748"/>
                  </a:lnTo>
                  <a:lnTo>
                    <a:pt x="1933" y="711"/>
                  </a:lnTo>
                  <a:cubicBezTo>
                    <a:pt x="1933" y="711"/>
                    <a:pt x="1439" y="104"/>
                    <a:pt x="1174" y="9"/>
                  </a:cubicBezTo>
                  <a:cubicBezTo>
                    <a:pt x="1159" y="3"/>
                    <a:pt x="1144" y="1"/>
                    <a:pt x="1127"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10"/>
            <p:cNvSpPr/>
            <p:nvPr/>
          </p:nvSpPr>
          <p:spPr>
            <a:xfrm>
              <a:off x="7630982" y="3739657"/>
              <a:ext cx="168392" cy="114843"/>
            </a:xfrm>
            <a:custGeom>
              <a:rect b="b" l="l" r="r" t="t"/>
              <a:pathLst>
                <a:path extrusionOk="0" h="1379" w="2022">
                  <a:moveTo>
                    <a:pt x="1160" y="102"/>
                  </a:moveTo>
                  <a:cubicBezTo>
                    <a:pt x="1171" y="102"/>
                    <a:pt x="1182" y="104"/>
                    <a:pt x="1191" y="107"/>
                  </a:cubicBezTo>
                  <a:cubicBezTo>
                    <a:pt x="1385" y="177"/>
                    <a:pt x="1721" y="552"/>
                    <a:pt x="1863" y="717"/>
                  </a:cubicBezTo>
                  <a:lnTo>
                    <a:pt x="1216" y="748"/>
                  </a:lnTo>
                  <a:lnTo>
                    <a:pt x="1042" y="649"/>
                  </a:lnTo>
                  <a:cubicBezTo>
                    <a:pt x="1035" y="645"/>
                    <a:pt x="1026" y="643"/>
                    <a:pt x="1018" y="643"/>
                  </a:cubicBezTo>
                  <a:cubicBezTo>
                    <a:pt x="1007" y="643"/>
                    <a:pt x="997" y="646"/>
                    <a:pt x="988" y="652"/>
                  </a:cubicBezTo>
                  <a:lnTo>
                    <a:pt x="735" y="834"/>
                  </a:lnTo>
                  <a:cubicBezTo>
                    <a:pt x="733" y="836"/>
                    <a:pt x="729" y="839"/>
                    <a:pt x="727" y="841"/>
                  </a:cubicBezTo>
                  <a:cubicBezTo>
                    <a:pt x="576" y="1008"/>
                    <a:pt x="330" y="1252"/>
                    <a:pt x="254" y="1272"/>
                  </a:cubicBezTo>
                  <a:cubicBezTo>
                    <a:pt x="240" y="1275"/>
                    <a:pt x="227" y="1277"/>
                    <a:pt x="214" y="1277"/>
                  </a:cubicBezTo>
                  <a:cubicBezTo>
                    <a:pt x="189" y="1277"/>
                    <a:pt x="168" y="1269"/>
                    <a:pt x="154" y="1254"/>
                  </a:cubicBezTo>
                  <a:cubicBezTo>
                    <a:pt x="122" y="1218"/>
                    <a:pt x="123" y="1144"/>
                    <a:pt x="157" y="1047"/>
                  </a:cubicBezTo>
                  <a:cubicBezTo>
                    <a:pt x="193" y="947"/>
                    <a:pt x="383" y="692"/>
                    <a:pt x="628" y="454"/>
                  </a:cubicBezTo>
                  <a:cubicBezTo>
                    <a:pt x="853" y="235"/>
                    <a:pt x="1055" y="102"/>
                    <a:pt x="1160" y="102"/>
                  </a:cubicBezTo>
                  <a:close/>
                  <a:moveTo>
                    <a:pt x="1161" y="1"/>
                  </a:moveTo>
                  <a:cubicBezTo>
                    <a:pt x="986" y="1"/>
                    <a:pt x="741" y="202"/>
                    <a:pt x="556" y="382"/>
                  </a:cubicBezTo>
                  <a:cubicBezTo>
                    <a:pt x="321" y="611"/>
                    <a:pt x="109" y="881"/>
                    <a:pt x="62" y="1012"/>
                  </a:cubicBezTo>
                  <a:cubicBezTo>
                    <a:pt x="0" y="1186"/>
                    <a:pt x="37" y="1277"/>
                    <a:pt x="80" y="1322"/>
                  </a:cubicBezTo>
                  <a:cubicBezTo>
                    <a:pt x="113" y="1359"/>
                    <a:pt x="162" y="1379"/>
                    <a:pt x="216" y="1379"/>
                  </a:cubicBezTo>
                  <a:cubicBezTo>
                    <a:pt x="237" y="1379"/>
                    <a:pt x="258" y="1375"/>
                    <a:pt x="280" y="1369"/>
                  </a:cubicBezTo>
                  <a:cubicBezTo>
                    <a:pt x="409" y="1335"/>
                    <a:pt x="726" y="992"/>
                    <a:pt x="799" y="913"/>
                  </a:cubicBezTo>
                  <a:lnTo>
                    <a:pt x="1021" y="753"/>
                  </a:lnTo>
                  <a:lnTo>
                    <a:pt x="1178" y="843"/>
                  </a:lnTo>
                  <a:cubicBezTo>
                    <a:pt x="1187" y="848"/>
                    <a:pt x="1196" y="850"/>
                    <a:pt x="1207" y="850"/>
                  </a:cubicBezTo>
                  <a:lnTo>
                    <a:pt x="1970" y="812"/>
                  </a:lnTo>
                  <a:cubicBezTo>
                    <a:pt x="1989" y="811"/>
                    <a:pt x="2005" y="799"/>
                    <a:pt x="2013" y="782"/>
                  </a:cubicBezTo>
                  <a:cubicBezTo>
                    <a:pt x="2021" y="765"/>
                    <a:pt x="2018" y="744"/>
                    <a:pt x="2006" y="729"/>
                  </a:cubicBezTo>
                  <a:cubicBezTo>
                    <a:pt x="1985" y="704"/>
                    <a:pt x="1501" y="111"/>
                    <a:pt x="1225" y="11"/>
                  </a:cubicBezTo>
                  <a:cubicBezTo>
                    <a:pt x="1205" y="4"/>
                    <a:pt x="1183" y="1"/>
                    <a:pt x="11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0"/>
            <p:cNvSpPr/>
            <p:nvPr/>
          </p:nvSpPr>
          <p:spPr>
            <a:xfrm>
              <a:off x="7659464" y="3770471"/>
              <a:ext cx="170308" cy="102018"/>
            </a:xfrm>
            <a:custGeom>
              <a:rect b="b" l="l" r="r" t="t"/>
              <a:pathLst>
                <a:path extrusionOk="0" h="1225" w="2045">
                  <a:moveTo>
                    <a:pt x="1484" y="0"/>
                  </a:moveTo>
                  <a:cubicBezTo>
                    <a:pt x="1248" y="0"/>
                    <a:pt x="726" y="369"/>
                    <a:pt x="530" y="622"/>
                  </a:cubicBezTo>
                  <a:cubicBezTo>
                    <a:pt x="319" y="897"/>
                    <a:pt x="0" y="1056"/>
                    <a:pt x="174" y="1196"/>
                  </a:cubicBezTo>
                  <a:cubicBezTo>
                    <a:pt x="198" y="1216"/>
                    <a:pt x="227" y="1224"/>
                    <a:pt x="259" y="1224"/>
                  </a:cubicBezTo>
                  <a:cubicBezTo>
                    <a:pt x="459" y="1224"/>
                    <a:pt x="792" y="890"/>
                    <a:pt x="950" y="812"/>
                  </a:cubicBezTo>
                  <a:cubicBezTo>
                    <a:pt x="1131" y="721"/>
                    <a:pt x="1592" y="692"/>
                    <a:pt x="1592" y="692"/>
                  </a:cubicBezTo>
                  <a:cubicBezTo>
                    <a:pt x="1592" y="692"/>
                    <a:pt x="1660" y="799"/>
                    <a:pt x="1769" y="799"/>
                  </a:cubicBezTo>
                  <a:cubicBezTo>
                    <a:pt x="1844" y="799"/>
                    <a:pt x="1938" y="749"/>
                    <a:pt x="2044" y="582"/>
                  </a:cubicBezTo>
                  <a:cubicBezTo>
                    <a:pt x="2044" y="582"/>
                    <a:pt x="1737" y="81"/>
                    <a:pt x="1537" y="9"/>
                  </a:cubicBezTo>
                  <a:cubicBezTo>
                    <a:pt x="1522" y="3"/>
                    <a:pt x="1504" y="0"/>
                    <a:pt x="1484"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0"/>
            <p:cNvSpPr/>
            <p:nvPr/>
          </p:nvSpPr>
          <p:spPr>
            <a:xfrm>
              <a:off x="7665210" y="3766307"/>
              <a:ext cx="168892" cy="110429"/>
            </a:xfrm>
            <a:custGeom>
              <a:rect b="b" l="l" r="r" t="t"/>
              <a:pathLst>
                <a:path extrusionOk="0" h="1326" w="2028">
                  <a:moveTo>
                    <a:pt x="1411" y="101"/>
                  </a:moveTo>
                  <a:cubicBezTo>
                    <a:pt x="1426" y="101"/>
                    <a:pt x="1440" y="103"/>
                    <a:pt x="1452" y="107"/>
                  </a:cubicBezTo>
                  <a:cubicBezTo>
                    <a:pt x="1592" y="157"/>
                    <a:pt x="1819" y="479"/>
                    <a:pt x="1914" y="631"/>
                  </a:cubicBezTo>
                  <a:cubicBezTo>
                    <a:pt x="1840" y="740"/>
                    <a:pt x="1766" y="798"/>
                    <a:pt x="1700" y="798"/>
                  </a:cubicBezTo>
                  <a:lnTo>
                    <a:pt x="1699" y="798"/>
                  </a:lnTo>
                  <a:cubicBezTo>
                    <a:pt x="1620" y="798"/>
                    <a:pt x="1566" y="716"/>
                    <a:pt x="1565" y="714"/>
                  </a:cubicBezTo>
                  <a:cubicBezTo>
                    <a:pt x="1556" y="701"/>
                    <a:pt x="1539" y="691"/>
                    <a:pt x="1523" y="691"/>
                  </a:cubicBezTo>
                  <a:cubicBezTo>
                    <a:pt x="1522" y="691"/>
                    <a:pt x="1521" y="691"/>
                    <a:pt x="1520" y="691"/>
                  </a:cubicBezTo>
                  <a:cubicBezTo>
                    <a:pt x="1500" y="692"/>
                    <a:pt x="1047" y="723"/>
                    <a:pt x="858" y="816"/>
                  </a:cubicBezTo>
                  <a:cubicBezTo>
                    <a:pt x="799" y="846"/>
                    <a:pt x="724" y="903"/>
                    <a:pt x="637" y="969"/>
                  </a:cubicBezTo>
                  <a:cubicBezTo>
                    <a:pt x="500" y="1074"/>
                    <a:pt x="303" y="1224"/>
                    <a:pt x="190" y="1224"/>
                  </a:cubicBezTo>
                  <a:cubicBezTo>
                    <a:pt x="169" y="1224"/>
                    <a:pt x="151" y="1219"/>
                    <a:pt x="137" y="1208"/>
                  </a:cubicBezTo>
                  <a:cubicBezTo>
                    <a:pt x="106" y="1182"/>
                    <a:pt x="105" y="1166"/>
                    <a:pt x="105" y="1160"/>
                  </a:cubicBezTo>
                  <a:cubicBezTo>
                    <a:pt x="103" y="1110"/>
                    <a:pt x="187" y="1029"/>
                    <a:pt x="276" y="944"/>
                  </a:cubicBezTo>
                  <a:cubicBezTo>
                    <a:pt x="349" y="874"/>
                    <a:pt x="431" y="796"/>
                    <a:pt x="502" y="703"/>
                  </a:cubicBezTo>
                  <a:cubicBezTo>
                    <a:pt x="696" y="450"/>
                    <a:pt x="1206" y="101"/>
                    <a:pt x="1411" y="101"/>
                  </a:cubicBezTo>
                  <a:close/>
                  <a:moveTo>
                    <a:pt x="1415" y="0"/>
                  </a:moveTo>
                  <a:cubicBezTo>
                    <a:pt x="1138" y="0"/>
                    <a:pt x="604" y="402"/>
                    <a:pt x="421" y="641"/>
                  </a:cubicBezTo>
                  <a:cubicBezTo>
                    <a:pt x="355" y="728"/>
                    <a:pt x="276" y="804"/>
                    <a:pt x="206" y="871"/>
                  </a:cubicBezTo>
                  <a:cubicBezTo>
                    <a:pt x="91" y="982"/>
                    <a:pt x="0" y="1069"/>
                    <a:pt x="5" y="1165"/>
                  </a:cubicBezTo>
                  <a:cubicBezTo>
                    <a:pt x="7" y="1210"/>
                    <a:pt x="30" y="1251"/>
                    <a:pt x="73" y="1286"/>
                  </a:cubicBezTo>
                  <a:cubicBezTo>
                    <a:pt x="107" y="1314"/>
                    <a:pt x="146" y="1325"/>
                    <a:pt x="189" y="1325"/>
                  </a:cubicBezTo>
                  <a:cubicBezTo>
                    <a:pt x="337" y="1325"/>
                    <a:pt x="527" y="1180"/>
                    <a:pt x="698" y="1049"/>
                  </a:cubicBezTo>
                  <a:cubicBezTo>
                    <a:pt x="778" y="988"/>
                    <a:pt x="852" y="932"/>
                    <a:pt x="903" y="906"/>
                  </a:cubicBezTo>
                  <a:cubicBezTo>
                    <a:pt x="1050" y="834"/>
                    <a:pt x="1399" y="802"/>
                    <a:pt x="1499" y="794"/>
                  </a:cubicBezTo>
                  <a:cubicBezTo>
                    <a:pt x="1530" y="832"/>
                    <a:pt x="1601" y="899"/>
                    <a:pt x="1699" y="899"/>
                  </a:cubicBezTo>
                  <a:cubicBezTo>
                    <a:pt x="1809" y="899"/>
                    <a:pt x="1917" y="818"/>
                    <a:pt x="2017" y="658"/>
                  </a:cubicBezTo>
                  <a:cubicBezTo>
                    <a:pt x="2028" y="642"/>
                    <a:pt x="2028" y="621"/>
                    <a:pt x="2018" y="604"/>
                  </a:cubicBezTo>
                  <a:cubicBezTo>
                    <a:pt x="1986" y="552"/>
                    <a:pt x="1695" y="87"/>
                    <a:pt x="1486" y="11"/>
                  </a:cubicBezTo>
                  <a:cubicBezTo>
                    <a:pt x="1465" y="4"/>
                    <a:pt x="1441" y="0"/>
                    <a:pt x="14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0"/>
            <p:cNvSpPr/>
            <p:nvPr/>
          </p:nvSpPr>
          <p:spPr>
            <a:xfrm>
              <a:off x="7713262" y="3804615"/>
              <a:ext cx="174555" cy="99603"/>
            </a:xfrm>
            <a:custGeom>
              <a:rect b="b" l="l" r="r" t="t"/>
              <a:pathLst>
                <a:path extrusionOk="0" h="1196" w="2096">
                  <a:moveTo>
                    <a:pt x="1440" y="0"/>
                  </a:moveTo>
                  <a:cubicBezTo>
                    <a:pt x="1195" y="0"/>
                    <a:pt x="749" y="257"/>
                    <a:pt x="593" y="429"/>
                  </a:cubicBezTo>
                  <a:cubicBezTo>
                    <a:pt x="407" y="634"/>
                    <a:pt x="1" y="1035"/>
                    <a:pt x="175" y="1176"/>
                  </a:cubicBezTo>
                  <a:cubicBezTo>
                    <a:pt x="192" y="1190"/>
                    <a:pt x="212" y="1196"/>
                    <a:pt x="235" y="1196"/>
                  </a:cubicBezTo>
                  <a:cubicBezTo>
                    <a:pt x="441" y="1196"/>
                    <a:pt x="842" y="674"/>
                    <a:pt x="842" y="674"/>
                  </a:cubicBezTo>
                  <a:lnTo>
                    <a:pt x="1170" y="597"/>
                  </a:lnTo>
                  <a:lnTo>
                    <a:pt x="1369" y="981"/>
                  </a:lnTo>
                  <a:lnTo>
                    <a:pt x="2095" y="1047"/>
                  </a:lnTo>
                  <a:cubicBezTo>
                    <a:pt x="2095" y="1047"/>
                    <a:pt x="1734" y="175"/>
                    <a:pt x="1560" y="34"/>
                  </a:cubicBezTo>
                  <a:cubicBezTo>
                    <a:pt x="1531" y="11"/>
                    <a:pt x="1489" y="0"/>
                    <a:pt x="1440"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0"/>
            <p:cNvSpPr/>
            <p:nvPr/>
          </p:nvSpPr>
          <p:spPr>
            <a:xfrm>
              <a:off x="7719008" y="3800368"/>
              <a:ext cx="173472" cy="108097"/>
            </a:xfrm>
            <a:custGeom>
              <a:rect b="b" l="l" r="r" t="t"/>
              <a:pathLst>
                <a:path extrusionOk="0" h="1298" w="2083">
                  <a:moveTo>
                    <a:pt x="1368" y="1"/>
                  </a:moveTo>
                  <a:cubicBezTo>
                    <a:pt x="1089" y="1"/>
                    <a:pt x="636" y="281"/>
                    <a:pt x="487" y="445"/>
                  </a:cubicBezTo>
                  <a:cubicBezTo>
                    <a:pt x="468" y="467"/>
                    <a:pt x="446" y="490"/>
                    <a:pt x="423" y="515"/>
                  </a:cubicBezTo>
                  <a:cubicBezTo>
                    <a:pt x="244" y="708"/>
                    <a:pt x="1" y="972"/>
                    <a:pt x="13" y="1149"/>
                  </a:cubicBezTo>
                  <a:cubicBezTo>
                    <a:pt x="17" y="1196"/>
                    <a:pt x="38" y="1236"/>
                    <a:pt x="74" y="1266"/>
                  </a:cubicBezTo>
                  <a:cubicBezTo>
                    <a:pt x="99" y="1287"/>
                    <a:pt x="131" y="1297"/>
                    <a:pt x="167" y="1297"/>
                  </a:cubicBezTo>
                  <a:cubicBezTo>
                    <a:pt x="173" y="1297"/>
                    <a:pt x="180" y="1297"/>
                    <a:pt x="188" y="1296"/>
                  </a:cubicBezTo>
                  <a:cubicBezTo>
                    <a:pt x="400" y="1271"/>
                    <a:pt x="729" y="864"/>
                    <a:pt x="803" y="770"/>
                  </a:cubicBezTo>
                  <a:lnTo>
                    <a:pt x="1074" y="706"/>
                  </a:lnTo>
                  <a:lnTo>
                    <a:pt x="1255" y="1055"/>
                  </a:lnTo>
                  <a:cubicBezTo>
                    <a:pt x="1264" y="1072"/>
                    <a:pt x="1282" y="1082"/>
                    <a:pt x="1300" y="1082"/>
                  </a:cubicBezTo>
                  <a:cubicBezTo>
                    <a:pt x="1308" y="1082"/>
                    <a:pt x="1316" y="1080"/>
                    <a:pt x="1323" y="1077"/>
                  </a:cubicBezTo>
                  <a:cubicBezTo>
                    <a:pt x="1348" y="1063"/>
                    <a:pt x="1358" y="1033"/>
                    <a:pt x="1345" y="1009"/>
                  </a:cubicBezTo>
                  <a:lnTo>
                    <a:pt x="1146" y="624"/>
                  </a:lnTo>
                  <a:cubicBezTo>
                    <a:pt x="1137" y="607"/>
                    <a:pt x="1120" y="597"/>
                    <a:pt x="1101" y="597"/>
                  </a:cubicBezTo>
                  <a:cubicBezTo>
                    <a:pt x="1097" y="597"/>
                    <a:pt x="1093" y="597"/>
                    <a:pt x="1089" y="598"/>
                  </a:cubicBezTo>
                  <a:lnTo>
                    <a:pt x="762" y="676"/>
                  </a:lnTo>
                  <a:cubicBezTo>
                    <a:pt x="750" y="678"/>
                    <a:pt x="741" y="684"/>
                    <a:pt x="733" y="694"/>
                  </a:cubicBezTo>
                  <a:cubicBezTo>
                    <a:pt x="591" y="879"/>
                    <a:pt x="314" y="1179"/>
                    <a:pt x="176" y="1195"/>
                  </a:cubicBezTo>
                  <a:cubicBezTo>
                    <a:pt x="173" y="1196"/>
                    <a:pt x="170" y="1196"/>
                    <a:pt x="167" y="1196"/>
                  </a:cubicBezTo>
                  <a:cubicBezTo>
                    <a:pt x="151" y="1196"/>
                    <a:pt x="143" y="1191"/>
                    <a:pt x="137" y="1187"/>
                  </a:cubicBezTo>
                  <a:cubicBezTo>
                    <a:pt x="123" y="1175"/>
                    <a:pt x="116" y="1161"/>
                    <a:pt x="114" y="1142"/>
                  </a:cubicBezTo>
                  <a:cubicBezTo>
                    <a:pt x="105" y="1007"/>
                    <a:pt x="350" y="743"/>
                    <a:pt x="496" y="585"/>
                  </a:cubicBezTo>
                  <a:cubicBezTo>
                    <a:pt x="520" y="558"/>
                    <a:pt x="542" y="535"/>
                    <a:pt x="562" y="513"/>
                  </a:cubicBezTo>
                  <a:cubicBezTo>
                    <a:pt x="721" y="338"/>
                    <a:pt x="1155" y="100"/>
                    <a:pt x="1368" y="100"/>
                  </a:cubicBezTo>
                  <a:cubicBezTo>
                    <a:pt x="1406" y="100"/>
                    <a:pt x="1437" y="108"/>
                    <a:pt x="1458" y="125"/>
                  </a:cubicBezTo>
                  <a:cubicBezTo>
                    <a:pt x="1594" y="233"/>
                    <a:pt x="1880" y="877"/>
                    <a:pt x="1979" y="1117"/>
                  </a:cubicBezTo>
                  <a:cubicBezTo>
                    <a:pt x="1987" y="1136"/>
                    <a:pt x="2006" y="1148"/>
                    <a:pt x="2026" y="1148"/>
                  </a:cubicBezTo>
                  <a:cubicBezTo>
                    <a:pt x="2032" y="1148"/>
                    <a:pt x="2039" y="1146"/>
                    <a:pt x="2045" y="1144"/>
                  </a:cubicBezTo>
                  <a:cubicBezTo>
                    <a:pt x="2071" y="1133"/>
                    <a:pt x="2083" y="1104"/>
                    <a:pt x="2072" y="1078"/>
                  </a:cubicBezTo>
                  <a:cubicBezTo>
                    <a:pt x="2034" y="988"/>
                    <a:pt x="1702" y="190"/>
                    <a:pt x="1522" y="46"/>
                  </a:cubicBezTo>
                  <a:cubicBezTo>
                    <a:pt x="1483" y="15"/>
                    <a:pt x="1430" y="1"/>
                    <a:pt x="13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0"/>
            <p:cNvSpPr/>
            <p:nvPr/>
          </p:nvSpPr>
          <p:spPr>
            <a:xfrm>
              <a:off x="7143300" y="4443286"/>
              <a:ext cx="33978" cy="18905"/>
            </a:xfrm>
            <a:custGeom>
              <a:rect b="b" l="l" r="r" t="t"/>
              <a:pathLst>
                <a:path extrusionOk="0" h="227" w="408">
                  <a:moveTo>
                    <a:pt x="350" y="1"/>
                  </a:moveTo>
                  <a:cubicBezTo>
                    <a:pt x="343" y="1"/>
                    <a:pt x="336" y="2"/>
                    <a:pt x="329" y="5"/>
                  </a:cubicBezTo>
                  <a:cubicBezTo>
                    <a:pt x="234" y="48"/>
                    <a:pt x="136" y="90"/>
                    <a:pt x="40" y="129"/>
                  </a:cubicBezTo>
                  <a:cubicBezTo>
                    <a:pt x="13" y="140"/>
                    <a:pt x="1" y="169"/>
                    <a:pt x="11" y="195"/>
                  </a:cubicBezTo>
                  <a:cubicBezTo>
                    <a:pt x="20" y="214"/>
                    <a:pt x="39" y="227"/>
                    <a:pt x="59" y="227"/>
                  </a:cubicBezTo>
                  <a:cubicBezTo>
                    <a:pt x="65" y="227"/>
                    <a:pt x="71" y="226"/>
                    <a:pt x="77" y="223"/>
                  </a:cubicBezTo>
                  <a:cubicBezTo>
                    <a:pt x="175" y="184"/>
                    <a:pt x="274" y="142"/>
                    <a:pt x="371" y="98"/>
                  </a:cubicBezTo>
                  <a:cubicBezTo>
                    <a:pt x="396" y="86"/>
                    <a:pt x="408" y="56"/>
                    <a:pt x="396" y="30"/>
                  </a:cubicBezTo>
                  <a:cubicBezTo>
                    <a:pt x="388" y="12"/>
                    <a:pt x="370" y="1"/>
                    <a:pt x="3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10"/>
            <p:cNvSpPr/>
            <p:nvPr/>
          </p:nvSpPr>
          <p:spPr>
            <a:xfrm>
              <a:off x="6960335" y="4463939"/>
              <a:ext cx="164811" cy="30980"/>
            </a:xfrm>
            <a:custGeom>
              <a:rect b="b" l="l" r="r" t="t"/>
              <a:pathLst>
                <a:path extrusionOk="0" h="372" w="1979">
                  <a:moveTo>
                    <a:pt x="1922" y="0"/>
                  </a:moveTo>
                  <a:cubicBezTo>
                    <a:pt x="1917" y="0"/>
                    <a:pt x="1911" y="1"/>
                    <a:pt x="1906" y="3"/>
                  </a:cubicBezTo>
                  <a:cubicBezTo>
                    <a:pt x="1264" y="220"/>
                    <a:pt x="769" y="269"/>
                    <a:pt x="455" y="269"/>
                  </a:cubicBezTo>
                  <a:cubicBezTo>
                    <a:pt x="206" y="269"/>
                    <a:pt x="71" y="238"/>
                    <a:pt x="68" y="238"/>
                  </a:cubicBezTo>
                  <a:cubicBezTo>
                    <a:pt x="64" y="237"/>
                    <a:pt x="60" y="237"/>
                    <a:pt x="56" y="237"/>
                  </a:cubicBezTo>
                  <a:cubicBezTo>
                    <a:pt x="34" y="237"/>
                    <a:pt x="13" y="251"/>
                    <a:pt x="7" y="275"/>
                  </a:cubicBezTo>
                  <a:cubicBezTo>
                    <a:pt x="0" y="302"/>
                    <a:pt x="17" y="329"/>
                    <a:pt x="45" y="335"/>
                  </a:cubicBezTo>
                  <a:cubicBezTo>
                    <a:pt x="57" y="339"/>
                    <a:pt x="200" y="371"/>
                    <a:pt x="458" y="371"/>
                  </a:cubicBezTo>
                  <a:cubicBezTo>
                    <a:pt x="780" y="371"/>
                    <a:pt x="1283" y="321"/>
                    <a:pt x="1938" y="99"/>
                  </a:cubicBezTo>
                  <a:cubicBezTo>
                    <a:pt x="1965" y="90"/>
                    <a:pt x="1978" y="62"/>
                    <a:pt x="1970" y="35"/>
                  </a:cubicBezTo>
                  <a:cubicBezTo>
                    <a:pt x="1963" y="13"/>
                    <a:pt x="1943" y="0"/>
                    <a:pt x="19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10"/>
            <p:cNvSpPr/>
            <p:nvPr/>
          </p:nvSpPr>
          <p:spPr>
            <a:xfrm>
              <a:off x="7487492" y="3974172"/>
              <a:ext cx="30564" cy="203703"/>
            </a:xfrm>
            <a:custGeom>
              <a:rect b="b" l="l" r="r" t="t"/>
              <a:pathLst>
                <a:path extrusionOk="0" h="2446" w="367">
                  <a:moveTo>
                    <a:pt x="84" y="1"/>
                  </a:moveTo>
                  <a:cubicBezTo>
                    <a:pt x="59" y="1"/>
                    <a:pt x="39" y="23"/>
                    <a:pt x="38" y="50"/>
                  </a:cubicBezTo>
                  <a:lnTo>
                    <a:pt x="0" y="979"/>
                  </a:lnTo>
                  <a:cubicBezTo>
                    <a:pt x="0" y="982"/>
                    <a:pt x="0" y="987"/>
                    <a:pt x="1" y="991"/>
                  </a:cubicBezTo>
                  <a:lnTo>
                    <a:pt x="261" y="2403"/>
                  </a:lnTo>
                  <a:cubicBezTo>
                    <a:pt x="266" y="2427"/>
                    <a:pt x="287" y="2445"/>
                    <a:pt x="311" y="2445"/>
                  </a:cubicBezTo>
                  <a:cubicBezTo>
                    <a:pt x="314" y="2445"/>
                    <a:pt x="317" y="2444"/>
                    <a:pt x="320" y="2444"/>
                  </a:cubicBezTo>
                  <a:cubicBezTo>
                    <a:pt x="347" y="2439"/>
                    <a:pt x="366" y="2413"/>
                    <a:pt x="361" y="2384"/>
                  </a:cubicBezTo>
                  <a:lnTo>
                    <a:pt x="102" y="977"/>
                  </a:lnTo>
                  <a:lnTo>
                    <a:pt x="139" y="54"/>
                  </a:lnTo>
                  <a:cubicBezTo>
                    <a:pt x="140" y="25"/>
                    <a:pt x="118" y="2"/>
                    <a:pt x="90" y="1"/>
                  </a:cubicBezTo>
                  <a:cubicBezTo>
                    <a:pt x="88" y="1"/>
                    <a:pt x="86"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10"/>
            <p:cNvSpPr/>
            <p:nvPr/>
          </p:nvSpPr>
          <p:spPr>
            <a:xfrm>
              <a:off x="6568340" y="2787939"/>
              <a:ext cx="1233210" cy="834299"/>
            </a:xfrm>
            <a:custGeom>
              <a:rect b="b" l="l" r="r" t="t"/>
              <a:pathLst>
                <a:path extrusionOk="0" h="10018" w="14808">
                  <a:moveTo>
                    <a:pt x="8850" y="0"/>
                  </a:moveTo>
                  <a:cubicBezTo>
                    <a:pt x="8435" y="0"/>
                    <a:pt x="8043" y="48"/>
                    <a:pt x="7696" y="142"/>
                  </a:cubicBezTo>
                  <a:cubicBezTo>
                    <a:pt x="7696" y="142"/>
                    <a:pt x="7475" y="121"/>
                    <a:pt x="7118" y="121"/>
                  </a:cubicBezTo>
                  <a:cubicBezTo>
                    <a:pt x="6316" y="121"/>
                    <a:pt x="4830" y="229"/>
                    <a:pt x="3622" y="933"/>
                  </a:cubicBezTo>
                  <a:cubicBezTo>
                    <a:pt x="1876" y="1951"/>
                    <a:pt x="325" y="4496"/>
                    <a:pt x="131" y="6135"/>
                  </a:cubicBezTo>
                  <a:cubicBezTo>
                    <a:pt x="0" y="7241"/>
                    <a:pt x="193" y="7421"/>
                    <a:pt x="333" y="7421"/>
                  </a:cubicBezTo>
                  <a:cubicBezTo>
                    <a:pt x="400" y="7421"/>
                    <a:pt x="455" y="7379"/>
                    <a:pt x="455" y="7379"/>
                  </a:cubicBezTo>
                  <a:cubicBezTo>
                    <a:pt x="455" y="7379"/>
                    <a:pt x="713" y="8284"/>
                    <a:pt x="972" y="8454"/>
                  </a:cubicBezTo>
                  <a:cubicBezTo>
                    <a:pt x="1023" y="8488"/>
                    <a:pt x="1083" y="8501"/>
                    <a:pt x="1144" y="8501"/>
                  </a:cubicBezTo>
                  <a:cubicBezTo>
                    <a:pt x="1392" y="8501"/>
                    <a:pt x="1682" y="8284"/>
                    <a:pt x="1682" y="8284"/>
                  </a:cubicBezTo>
                  <a:lnTo>
                    <a:pt x="2459" y="9359"/>
                  </a:lnTo>
                  <a:lnTo>
                    <a:pt x="3169" y="9359"/>
                  </a:lnTo>
                  <a:cubicBezTo>
                    <a:pt x="3169" y="9359"/>
                    <a:pt x="3299" y="9415"/>
                    <a:pt x="3817" y="9641"/>
                  </a:cubicBezTo>
                  <a:cubicBezTo>
                    <a:pt x="3989" y="9716"/>
                    <a:pt x="4154" y="9742"/>
                    <a:pt x="4297" y="9742"/>
                  </a:cubicBezTo>
                  <a:cubicBezTo>
                    <a:pt x="4585" y="9742"/>
                    <a:pt x="4786" y="9641"/>
                    <a:pt x="4786" y="9641"/>
                  </a:cubicBezTo>
                  <a:cubicBezTo>
                    <a:pt x="4786" y="9641"/>
                    <a:pt x="5044" y="9867"/>
                    <a:pt x="5627" y="9867"/>
                  </a:cubicBezTo>
                  <a:cubicBezTo>
                    <a:pt x="6208" y="9867"/>
                    <a:pt x="6273" y="9697"/>
                    <a:pt x="6273" y="9697"/>
                  </a:cubicBezTo>
                  <a:cubicBezTo>
                    <a:pt x="6273" y="9697"/>
                    <a:pt x="8427" y="10018"/>
                    <a:pt x="9532" y="10018"/>
                  </a:cubicBezTo>
                  <a:cubicBezTo>
                    <a:pt x="9739" y="10018"/>
                    <a:pt x="9910" y="10007"/>
                    <a:pt x="10022" y="9980"/>
                  </a:cubicBezTo>
                  <a:cubicBezTo>
                    <a:pt x="10734" y="9811"/>
                    <a:pt x="11186" y="9414"/>
                    <a:pt x="11186" y="9414"/>
                  </a:cubicBezTo>
                  <a:lnTo>
                    <a:pt x="11186" y="9414"/>
                  </a:lnTo>
                  <a:cubicBezTo>
                    <a:pt x="11186" y="9414"/>
                    <a:pt x="11148" y="9582"/>
                    <a:pt x="11366" y="9582"/>
                  </a:cubicBezTo>
                  <a:cubicBezTo>
                    <a:pt x="11432" y="9582"/>
                    <a:pt x="11520" y="9567"/>
                    <a:pt x="11639" y="9527"/>
                  </a:cubicBezTo>
                  <a:cubicBezTo>
                    <a:pt x="12156" y="9357"/>
                    <a:pt x="12480" y="8680"/>
                    <a:pt x="12480" y="8680"/>
                  </a:cubicBezTo>
                  <a:cubicBezTo>
                    <a:pt x="12480" y="8680"/>
                    <a:pt x="12522" y="9092"/>
                    <a:pt x="12783" y="9092"/>
                  </a:cubicBezTo>
                  <a:cubicBezTo>
                    <a:pt x="12842" y="9092"/>
                    <a:pt x="12912" y="9071"/>
                    <a:pt x="12996" y="9019"/>
                  </a:cubicBezTo>
                  <a:cubicBezTo>
                    <a:pt x="13450" y="8736"/>
                    <a:pt x="13644" y="7718"/>
                    <a:pt x="13644" y="7718"/>
                  </a:cubicBezTo>
                  <a:cubicBezTo>
                    <a:pt x="13644" y="7718"/>
                    <a:pt x="13839" y="7957"/>
                    <a:pt x="14047" y="7957"/>
                  </a:cubicBezTo>
                  <a:cubicBezTo>
                    <a:pt x="14107" y="7957"/>
                    <a:pt x="14167" y="7938"/>
                    <a:pt x="14225" y="7887"/>
                  </a:cubicBezTo>
                  <a:cubicBezTo>
                    <a:pt x="14484" y="7662"/>
                    <a:pt x="14807" y="5230"/>
                    <a:pt x="13773" y="2856"/>
                  </a:cubicBezTo>
                  <a:cubicBezTo>
                    <a:pt x="12930" y="921"/>
                    <a:pt x="10671" y="0"/>
                    <a:pt x="88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10"/>
            <p:cNvSpPr/>
            <p:nvPr/>
          </p:nvSpPr>
          <p:spPr>
            <a:xfrm>
              <a:off x="6567341" y="2783775"/>
              <a:ext cx="1236042" cy="842710"/>
            </a:xfrm>
            <a:custGeom>
              <a:rect b="b" l="l" r="r" t="t"/>
              <a:pathLst>
                <a:path extrusionOk="0" h="10119" w="14842">
                  <a:moveTo>
                    <a:pt x="8862" y="101"/>
                  </a:moveTo>
                  <a:cubicBezTo>
                    <a:pt x="10646" y="101"/>
                    <a:pt x="12892" y="983"/>
                    <a:pt x="13739" y="2926"/>
                  </a:cubicBezTo>
                  <a:cubicBezTo>
                    <a:pt x="14758" y="5268"/>
                    <a:pt x="14443" y="7692"/>
                    <a:pt x="14204" y="7901"/>
                  </a:cubicBezTo>
                  <a:cubicBezTo>
                    <a:pt x="14161" y="7939"/>
                    <a:pt x="14113" y="7957"/>
                    <a:pt x="14061" y="7957"/>
                  </a:cubicBezTo>
                  <a:cubicBezTo>
                    <a:pt x="14054" y="7957"/>
                    <a:pt x="14047" y="7957"/>
                    <a:pt x="14041" y="7956"/>
                  </a:cubicBezTo>
                  <a:cubicBezTo>
                    <a:pt x="13864" y="7943"/>
                    <a:pt x="13697" y="7739"/>
                    <a:pt x="13694" y="7737"/>
                  </a:cubicBezTo>
                  <a:cubicBezTo>
                    <a:pt x="13685" y="7725"/>
                    <a:pt x="13671" y="7718"/>
                    <a:pt x="13656" y="7718"/>
                  </a:cubicBezTo>
                  <a:cubicBezTo>
                    <a:pt x="13652" y="7718"/>
                    <a:pt x="13647" y="7719"/>
                    <a:pt x="13643" y="7720"/>
                  </a:cubicBezTo>
                  <a:cubicBezTo>
                    <a:pt x="13624" y="7724"/>
                    <a:pt x="13609" y="7740"/>
                    <a:pt x="13605" y="7759"/>
                  </a:cubicBezTo>
                  <a:cubicBezTo>
                    <a:pt x="13604" y="7769"/>
                    <a:pt x="13410" y="8759"/>
                    <a:pt x="12982" y="9027"/>
                  </a:cubicBezTo>
                  <a:cubicBezTo>
                    <a:pt x="12912" y="9070"/>
                    <a:pt x="12849" y="9092"/>
                    <a:pt x="12795" y="9092"/>
                  </a:cubicBezTo>
                  <a:cubicBezTo>
                    <a:pt x="12768" y="9092"/>
                    <a:pt x="12743" y="9087"/>
                    <a:pt x="12721" y="9076"/>
                  </a:cubicBezTo>
                  <a:cubicBezTo>
                    <a:pt x="12598" y="9016"/>
                    <a:pt x="12551" y="8802"/>
                    <a:pt x="12542" y="8724"/>
                  </a:cubicBezTo>
                  <a:cubicBezTo>
                    <a:pt x="12539" y="8702"/>
                    <a:pt x="12522" y="8683"/>
                    <a:pt x="12500" y="8680"/>
                  </a:cubicBezTo>
                  <a:cubicBezTo>
                    <a:pt x="12497" y="8680"/>
                    <a:pt x="12494" y="8679"/>
                    <a:pt x="12491" y="8679"/>
                  </a:cubicBezTo>
                  <a:cubicBezTo>
                    <a:pt x="12472" y="8679"/>
                    <a:pt x="12455" y="8690"/>
                    <a:pt x="12446" y="8708"/>
                  </a:cubicBezTo>
                  <a:cubicBezTo>
                    <a:pt x="12443" y="8715"/>
                    <a:pt x="12127" y="9369"/>
                    <a:pt x="11636" y="9530"/>
                  </a:cubicBezTo>
                  <a:cubicBezTo>
                    <a:pt x="11516" y="9569"/>
                    <a:pt x="11435" y="9581"/>
                    <a:pt x="11379" y="9581"/>
                  </a:cubicBezTo>
                  <a:cubicBezTo>
                    <a:pt x="11313" y="9581"/>
                    <a:pt x="11283" y="9565"/>
                    <a:pt x="11270" y="9553"/>
                  </a:cubicBezTo>
                  <a:cubicBezTo>
                    <a:pt x="11239" y="9524"/>
                    <a:pt x="11247" y="9478"/>
                    <a:pt x="11248" y="9476"/>
                  </a:cubicBezTo>
                  <a:cubicBezTo>
                    <a:pt x="11253" y="9455"/>
                    <a:pt x="11243" y="9433"/>
                    <a:pt x="11224" y="9421"/>
                  </a:cubicBezTo>
                  <a:cubicBezTo>
                    <a:pt x="11216" y="9417"/>
                    <a:pt x="11208" y="9414"/>
                    <a:pt x="11199" y="9414"/>
                  </a:cubicBezTo>
                  <a:cubicBezTo>
                    <a:pt x="11187" y="9414"/>
                    <a:pt x="11175" y="9419"/>
                    <a:pt x="11166" y="9426"/>
                  </a:cubicBezTo>
                  <a:cubicBezTo>
                    <a:pt x="11161" y="9431"/>
                    <a:pt x="10713" y="9817"/>
                    <a:pt x="10023" y="9981"/>
                  </a:cubicBezTo>
                  <a:cubicBezTo>
                    <a:pt x="9914" y="10007"/>
                    <a:pt x="9749" y="10018"/>
                    <a:pt x="9548" y="10018"/>
                  </a:cubicBezTo>
                  <a:cubicBezTo>
                    <a:pt x="8462" y="10018"/>
                    <a:pt x="6318" y="9702"/>
                    <a:pt x="6292" y="9697"/>
                  </a:cubicBezTo>
                  <a:lnTo>
                    <a:pt x="6284" y="9697"/>
                  </a:lnTo>
                  <a:cubicBezTo>
                    <a:pt x="6264" y="9697"/>
                    <a:pt x="6246" y="9708"/>
                    <a:pt x="6239" y="9726"/>
                  </a:cubicBezTo>
                  <a:cubicBezTo>
                    <a:pt x="6238" y="9729"/>
                    <a:pt x="6160" y="9866"/>
                    <a:pt x="5639" y="9866"/>
                  </a:cubicBezTo>
                  <a:cubicBezTo>
                    <a:pt x="5086" y="9866"/>
                    <a:pt x="4834" y="9655"/>
                    <a:pt x="4832" y="9653"/>
                  </a:cubicBezTo>
                  <a:cubicBezTo>
                    <a:pt x="4822" y="9645"/>
                    <a:pt x="4810" y="9640"/>
                    <a:pt x="4798" y="9640"/>
                  </a:cubicBezTo>
                  <a:cubicBezTo>
                    <a:pt x="4791" y="9640"/>
                    <a:pt x="4783" y="9642"/>
                    <a:pt x="4776" y="9646"/>
                  </a:cubicBezTo>
                  <a:cubicBezTo>
                    <a:pt x="4773" y="9647"/>
                    <a:pt x="4580" y="9740"/>
                    <a:pt x="4308" y="9740"/>
                  </a:cubicBezTo>
                  <a:cubicBezTo>
                    <a:pt x="4170" y="9740"/>
                    <a:pt x="4013" y="9716"/>
                    <a:pt x="3849" y="9645"/>
                  </a:cubicBezTo>
                  <a:lnTo>
                    <a:pt x="3202" y="9361"/>
                  </a:lnTo>
                  <a:cubicBezTo>
                    <a:pt x="3196" y="9359"/>
                    <a:pt x="3189" y="9357"/>
                    <a:pt x="3182" y="9357"/>
                  </a:cubicBezTo>
                  <a:lnTo>
                    <a:pt x="2497" y="9357"/>
                  </a:lnTo>
                  <a:lnTo>
                    <a:pt x="1736" y="8305"/>
                  </a:lnTo>
                  <a:cubicBezTo>
                    <a:pt x="1728" y="8293"/>
                    <a:pt x="1716" y="8286"/>
                    <a:pt x="1703" y="8284"/>
                  </a:cubicBezTo>
                  <a:cubicBezTo>
                    <a:pt x="1700" y="8283"/>
                    <a:pt x="1698" y="8283"/>
                    <a:pt x="1696" y="8283"/>
                  </a:cubicBezTo>
                  <a:cubicBezTo>
                    <a:pt x="1684" y="8283"/>
                    <a:pt x="1674" y="8287"/>
                    <a:pt x="1665" y="8293"/>
                  </a:cubicBezTo>
                  <a:cubicBezTo>
                    <a:pt x="1661" y="8296"/>
                    <a:pt x="1383" y="8501"/>
                    <a:pt x="1158" y="8501"/>
                  </a:cubicBezTo>
                  <a:cubicBezTo>
                    <a:pt x="1105" y="8501"/>
                    <a:pt x="1054" y="8489"/>
                    <a:pt x="1011" y="8461"/>
                  </a:cubicBezTo>
                  <a:cubicBezTo>
                    <a:pt x="813" y="8331"/>
                    <a:pt x="585" y="7662"/>
                    <a:pt x="515" y="7415"/>
                  </a:cubicBezTo>
                  <a:cubicBezTo>
                    <a:pt x="511" y="7399"/>
                    <a:pt x="498" y="7386"/>
                    <a:pt x="482" y="7381"/>
                  </a:cubicBezTo>
                  <a:cubicBezTo>
                    <a:pt x="477" y="7380"/>
                    <a:pt x="472" y="7379"/>
                    <a:pt x="466" y="7379"/>
                  </a:cubicBezTo>
                  <a:cubicBezTo>
                    <a:pt x="455" y="7379"/>
                    <a:pt x="445" y="7382"/>
                    <a:pt x="436" y="7389"/>
                  </a:cubicBezTo>
                  <a:cubicBezTo>
                    <a:pt x="434" y="7390"/>
                    <a:pt x="392" y="7421"/>
                    <a:pt x="345" y="7421"/>
                  </a:cubicBezTo>
                  <a:cubicBezTo>
                    <a:pt x="328" y="7421"/>
                    <a:pt x="311" y="7417"/>
                    <a:pt x="294" y="7407"/>
                  </a:cubicBezTo>
                  <a:cubicBezTo>
                    <a:pt x="225" y="7368"/>
                    <a:pt x="77" y="7169"/>
                    <a:pt x="194" y="6191"/>
                  </a:cubicBezTo>
                  <a:cubicBezTo>
                    <a:pt x="382" y="4597"/>
                    <a:pt x="1904" y="2051"/>
                    <a:pt x="3660" y="1027"/>
                  </a:cubicBezTo>
                  <a:cubicBezTo>
                    <a:pt x="4858" y="328"/>
                    <a:pt x="6350" y="223"/>
                    <a:pt x="7144" y="223"/>
                  </a:cubicBezTo>
                  <a:cubicBezTo>
                    <a:pt x="7484" y="223"/>
                    <a:pt x="7696" y="242"/>
                    <a:pt x="7703" y="243"/>
                  </a:cubicBezTo>
                  <a:cubicBezTo>
                    <a:pt x="7709" y="243"/>
                    <a:pt x="7714" y="243"/>
                    <a:pt x="7721" y="240"/>
                  </a:cubicBezTo>
                  <a:cubicBezTo>
                    <a:pt x="8061" y="148"/>
                    <a:pt x="8449" y="101"/>
                    <a:pt x="8862" y="101"/>
                  </a:cubicBezTo>
                  <a:close/>
                  <a:moveTo>
                    <a:pt x="8857" y="1"/>
                  </a:moveTo>
                  <a:cubicBezTo>
                    <a:pt x="8440" y="1"/>
                    <a:pt x="8047" y="48"/>
                    <a:pt x="7703" y="141"/>
                  </a:cubicBezTo>
                  <a:cubicBezTo>
                    <a:pt x="7658" y="137"/>
                    <a:pt x="7454" y="121"/>
                    <a:pt x="7146" y="121"/>
                  </a:cubicBezTo>
                  <a:cubicBezTo>
                    <a:pt x="6341" y="121"/>
                    <a:pt x="4828" y="229"/>
                    <a:pt x="3609" y="939"/>
                  </a:cubicBezTo>
                  <a:cubicBezTo>
                    <a:pt x="1829" y="1977"/>
                    <a:pt x="284" y="4562"/>
                    <a:pt x="93" y="6179"/>
                  </a:cubicBezTo>
                  <a:cubicBezTo>
                    <a:pt x="1" y="6954"/>
                    <a:pt x="51" y="7385"/>
                    <a:pt x="245" y="7496"/>
                  </a:cubicBezTo>
                  <a:cubicBezTo>
                    <a:pt x="279" y="7515"/>
                    <a:pt x="313" y="7522"/>
                    <a:pt x="344" y="7522"/>
                  </a:cubicBezTo>
                  <a:cubicBezTo>
                    <a:pt x="378" y="7522"/>
                    <a:pt x="410" y="7513"/>
                    <a:pt x="435" y="7503"/>
                  </a:cubicBezTo>
                  <a:cubicBezTo>
                    <a:pt x="499" y="7712"/>
                    <a:pt x="722" y="8393"/>
                    <a:pt x="956" y="8546"/>
                  </a:cubicBezTo>
                  <a:cubicBezTo>
                    <a:pt x="1016" y="8586"/>
                    <a:pt x="1085" y="8601"/>
                    <a:pt x="1156" y="8601"/>
                  </a:cubicBezTo>
                  <a:cubicBezTo>
                    <a:pt x="1364" y="8601"/>
                    <a:pt x="1590" y="8465"/>
                    <a:pt x="1683" y="8404"/>
                  </a:cubicBezTo>
                  <a:lnTo>
                    <a:pt x="2430" y="9438"/>
                  </a:lnTo>
                  <a:cubicBezTo>
                    <a:pt x="2439" y="9450"/>
                    <a:pt x="2454" y="9459"/>
                    <a:pt x="2471" y="9459"/>
                  </a:cubicBezTo>
                  <a:lnTo>
                    <a:pt x="3172" y="9459"/>
                  </a:lnTo>
                  <a:lnTo>
                    <a:pt x="3808" y="9737"/>
                  </a:lnTo>
                  <a:cubicBezTo>
                    <a:pt x="3989" y="9816"/>
                    <a:pt x="4162" y="9843"/>
                    <a:pt x="4311" y="9843"/>
                  </a:cubicBezTo>
                  <a:cubicBezTo>
                    <a:pt x="4545" y="9843"/>
                    <a:pt x="4723" y="9778"/>
                    <a:pt x="4791" y="9750"/>
                  </a:cubicBezTo>
                  <a:cubicBezTo>
                    <a:pt x="4873" y="9807"/>
                    <a:pt x="5142" y="9968"/>
                    <a:pt x="5639" y="9968"/>
                  </a:cubicBezTo>
                  <a:cubicBezTo>
                    <a:pt x="6101" y="9968"/>
                    <a:pt x="6258" y="9863"/>
                    <a:pt x="6309" y="9802"/>
                  </a:cubicBezTo>
                  <a:cubicBezTo>
                    <a:pt x="6595" y="9844"/>
                    <a:pt x="8508" y="10119"/>
                    <a:pt x="9542" y="10119"/>
                  </a:cubicBezTo>
                  <a:cubicBezTo>
                    <a:pt x="9755" y="10119"/>
                    <a:pt x="9930" y="10107"/>
                    <a:pt x="10047" y="10079"/>
                  </a:cubicBezTo>
                  <a:cubicBezTo>
                    <a:pt x="10604" y="9946"/>
                    <a:pt x="11001" y="9680"/>
                    <a:pt x="11158" y="9562"/>
                  </a:cubicBezTo>
                  <a:cubicBezTo>
                    <a:pt x="11167" y="9585"/>
                    <a:pt x="11180" y="9607"/>
                    <a:pt x="11202" y="9627"/>
                  </a:cubicBezTo>
                  <a:cubicBezTo>
                    <a:pt x="11243" y="9664"/>
                    <a:pt x="11301" y="9683"/>
                    <a:pt x="11378" y="9683"/>
                  </a:cubicBezTo>
                  <a:cubicBezTo>
                    <a:pt x="11455" y="9683"/>
                    <a:pt x="11551" y="9664"/>
                    <a:pt x="11667" y="9626"/>
                  </a:cubicBezTo>
                  <a:cubicBezTo>
                    <a:pt x="12066" y="9495"/>
                    <a:pt x="12349" y="9084"/>
                    <a:pt x="12471" y="8875"/>
                  </a:cubicBezTo>
                  <a:cubicBezTo>
                    <a:pt x="12501" y="8978"/>
                    <a:pt x="12561" y="9109"/>
                    <a:pt x="12677" y="9166"/>
                  </a:cubicBezTo>
                  <a:cubicBezTo>
                    <a:pt x="12713" y="9184"/>
                    <a:pt x="12753" y="9193"/>
                    <a:pt x="12795" y="9193"/>
                  </a:cubicBezTo>
                  <a:cubicBezTo>
                    <a:pt x="12868" y="9193"/>
                    <a:pt x="12949" y="9166"/>
                    <a:pt x="13035" y="9112"/>
                  </a:cubicBezTo>
                  <a:cubicBezTo>
                    <a:pt x="13424" y="8869"/>
                    <a:pt x="13624" y="8137"/>
                    <a:pt x="13685" y="7872"/>
                  </a:cubicBezTo>
                  <a:cubicBezTo>
                    <a:pt x="13761" y="7945"/>
                    <a:pt x="13890" y="8045"/>
                    <a:pt x="14032" y="8057"/>
                  </a:cubicBezTo>
                  <a:cubicBezTo>
                    <a:pt x="14042" y="8058"/>
                    <a:pt x="14051" y="8058"/>
                    <a:pt x="14060" y="8058"/>
                  </a:cubicBezTo>
                  <a:cubicBezTo>
                    <a:pt x="14137" y="8058"/>
                    <a:pt x="14208" y="8031"/>
                    <a:pt x="14271" y="7976"/>
                  </a:cubicBezTo>
                  <a:cubicBezTo>
                    <a:pt x="14582" y="7703"/>
                    <a:pt x="14841" y="5205"/>
                    <a:pt x="13831" y="2885"/>
                  </a:cubicBezTo>
                  <a:cubicBezTo>
                    <a:pt x="12967" y="902"/>
                    <a:pt x="10676" y="1"/>
                    <a:pt x="88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10"/>
            <p:cNvSpPr/>
            <p:nvPr/>
          </p:nvSpPr>
          <p:spPr>
            <a:xfrm>
              <a:off x="7028125" y="3540120"/>
              <a:ext cx="315298" cy="320545"/>
            </a:xfrm>
            <a:custGeom>
              <a:rect b="b" l="l" r="r" t="t"/>
              <a:pathLst>
                <a:path extrusionOk="0" h="3849" w="3786">
                  <a:moveTo>
                    <a:pt x="349" y="0"/>
                  </a:moveTo>
                  <a:cubicBezTo>
                    <a:pt x="349" y="0"/>
                    <a:pt x="549" y="448"/>
                    <a:pt x="499" y="1046"/>
                  </a:cubicBezTo>
                  <a:cubicBezTo>
                    <a:pt x="449" y="1643"/>
                    <a:pt x="1" y="1893"/>
                    <a:pt x="549" y="2740"/>
                  </a:cubicBezTo>
                  <a:cubicBezTo>
                    <a:pt x="976" y="3400"/>
                    <a:pt x="1585" y="3848"/>
                    <a:pt x="2258" y="3848"/>
                  </a:cubicBezTo>
                  <a:cubicBezTo>
                    <a:pt x="2448" y="3848"/>
                    <a:pt x="2643" y="3813"/>
                    <a:pt x="2840" y="3736"/>
                  </a:cubicBezTo>
                  <a:cubicBezTo>
                    <a:pt x="3736" y="3387"/>
                    <a:pt x="3786" y="2242"/>
                    <a:pt x="3786" y="1793"/>
                  </a:cubicBezTo>
                  <a:lnTo>
                    <a:pt x="3786" y="448"/>
                  </a:lnTo>
                  <a:lnTo>
                    <a:pt x="349" y="0"/>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0"/>
            <p:cNvSpPr/>
            <p:nvPr/>
          </p:nvSpPr>
          <p:spPr>
            <a:xfrm>
              <a:off x="7037202" y="3535872"/>
              <a:ext cx="310551" cy="329039"/>
            </a:xfrm>
            <a:custGeom>
              <a:rect b="b" l="l" r="r" t="t"/>
              <a:pathLst>
                <a:path extrusionOk="0" h="3951" w="3729">
                  <a:moveTo>
                    <a:pt x="318" y="112"/>
                  </a:moveTo>
                  <a:lnTo>
                    <a:pt x="3626" y="544"/>
                  </a:lnTo>
                  <a:lnTo>
                    <a:pt x="3626" y="1844"/>
                  </a:lnTo>
                  <a:cubicBezTo>
                    <a:pt x="3626" y="2852"/>
                    <a:pt x="3311" y="3508"/>
                    <a:pt x="2712" y="3740"/>
                  </a:cubicBezTo>
                  <a:cubicBezTo>
                    <a:pt x="2524" y="3813"/>
                    <a:pt x="2334" y="3849"/>
                    <a:pt x="2146" y="3849"/>
                  </a:cubicBezTo>
                  <a:cubicBezTo>
                    <a:pt x="1534" y="3849"/>
                    <a:pt x="938" y="3469"/>
                    <a:pt x="483" y="2764"/>
                  </a:cubicBezTo>
                  <a:cubicBezTo>
                    <a:pt x="113" y="2192"/>
                    <a:pt x="210" y="1911"/>
                    <a:pt x="322" y="1585"/>
                  </a:cubicBezTo>
                  <a:cubicBezTo>
                    <a:pt x="372" y="1438"/>
                    <a:pt x="425" y="1287"/>
                    <a:pt x="441" y="1102"/>
                  </a:cubicBezTo>
                  <a:cubicBezTo>
                    <a:pt x="478" y="641"/>
                    <a:pt x="373" y="270"/>
                    <a:pt x="318" y="112"/>
                  </a:cubicBezTo>
                  <a:close/>
                  <a:moveTo>
                    <a:pt x="241" y="0"/>
                  </a:moveTo>
                  <a:cubicBezTo>
                    <a:pt x="225" y="0"/>
                    <a:pt x="210" y="8"/>
                    <a:pt x="200" y="21"/>
                  </a:cubicBezTo>
                  <a:cubicBezTo>
                    <a:pt x="189" y="35"/>
                    <a:pt x="187" y="54"/>
                    <a:pt x="194" y="71"/>
                  </a:cubicBezTo>
                  <a:cubicBezTo>
                    <a:pt x="196" y="76"/>
                    <a:pt x="387" y="516"/>
                    <a:pt x="340" y="1093"/>
                  </a:cubicBezTo>
                  <a:cubicBezTo>
                    <a:pt x="325" y="1266"/>
                    <a:pt x="275" y="1412"/>
                    <a:pt x="227" y="1552"/>
                  </a:cubicBezTo>
                  <a:cubicBezTo>
                    <a:pt x="110" y="1889"/>
                    <a:pt x="1" y="2205"/>
                    <a:pt x="398" y="2818"/>
                  </a:cubicBezTo>
                  <a:cubicBezTo>
                    <a:pt x="874" y="3555"/>
                    <a:pt x="1498" y="3951"/>
                    <a:pt x="2145" y="3951"/>
                  </a:cubicBezTo>
                  <a:cubicBezTo>
                    <a:pt x="2345" y="3951"/>
                    <a:pt x="2548" y="3912"/>
                    <a:pt x="2749" y="3834"/>
                  </a:cubicBezTo>
                  <a:cubicBezTo>
                    <a:pt x="3389" y="3585"/>
                    <a:pt x="3728" y="2897"/>
                    <a:pt x="3728" y="1844"/>
                  </a:cubicBezTo>
                  <a:lnTo>
                    <a:pt x="3728" y="499"/>
                  </a:lnTo>
                  <a:cubicBezTo>
                    <a:pt x="3728" y="474"/>
                    <a:pt x="3709" y="452"/>
                    <a:pt x="3684" y="449"/>
                  </a:cubicBezTo>
                  <a:lnTo>
                    <a:pt x="248" y="1"/>
                  </a:lnTo>
                  <a:cubicBezTo>
                    <a:pt x="245" y="1"/>
                    <a:pt x="243" y="0"/>
                    <a:pt x="2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0"/>
            <p:cNvSpPr/>
            <p:nvPr/>
          </p:nvSpPr>
          <p:spPr>
            <a:xfrm>
              <a:off x="6977241" y="3070423"/>
              <a:ext cx="468117" cy="611442"/>
            </a:xfrm>
            <a:custGeom>
              <a:rect b="b" l="l" r="r" t="t"/>
              <a:pathLst>
                <a:path extrusionOk="0" h="7342" w="5621">
                  <a:moveTo>
                    <a:pt x="2965" y="0"/>
                  </a:moveTo>
                  <a:cubicBezTo>
                    <a:pt x="2965" y="0"/>
                    <a:pt x="1092" y="1560"/>
                    <a:pt x="677" y="1926"/>
                  </a:cubicBezTo>
                  <a:cubicBezTo>
                    <a:pt x="260" y="2290"/>
                    <a:pt x="104" y="2394"/>
                    <a:pt x="104" y="2394"/>
                  </a:cubicBezTo>
                  <a:cubicBezTo>
                    <a:pt x="104" y="2394"/>
                    <a:pt x="0" y="3590"/>
                    <a:pt x="312" y="5151"/>
                  </a:cubicBezTo>
                  <a:cubicBezTo>
                    <a:pt x="430" y="5738"/>
                    <a:pt x="1276" y="6396"/>
                    <a:pt x="1693" y="6775"/>
                  </a:cubicBezTo>
                  <a:cubicBezTo>
                    <a:pt x="2130" y="7173"/>
                    <a:pt x="2575" y="7342"/>
                    <a:pt x="2999" y="7342"/>
                  </a:cubicBezTo>
                  <a:cubicBezTo>
                    <a:pt x="4050" y="7342"/>
                    <a:pt x="4975" y="6304"/>
                    <a:pt x="5360" y="5151"/>
                  </a:cubicBezTo>
                  <a:cubicBezTo>
                    <a:pt x="5620" y="4370"/>
                    <a:pt x="5464" y="1873"/>
                    <a:pt x="5255" y="1300"/>
                  </a:cubicBezTo>
                  <a:cubicBezTo>
                    <a:pt x="5047" y="728"/>
                    <a:pt x="2965" y="0"/>
                    <a:pt x="2965"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0"/>
            <p:cNvSpPr/>
            <p:nvPr/>
          </p:nvSpPr>
          <p:spPr>
            <a:xfrm>
              <a:off x="6973244" y="3066176"/>
              <a:ext cx="475695" cy="619936"/>
            </a:xfrm>
            <a:custGeom>
              <a:rect b="b" l="l" r="r" t="t"/>
              <a:pathLst>
                <a:path extrusionOk="0" h="7444" w="5712">
                  <a:moveTo>
                    <a:pt x="3024" y="109"/>
                  </a:moveTo>
                  <a:cubicBezTo>
                    <a:pt x="3267" y="196"/>
                    <a:pt x="5070" y="860"/>
                    <a:pt x="5256" y="1369"/>
                  </a:cubicBezTo>
                  <a:cubicBezTo>
                    <a:pt x="5470" y="1957"/>
                    <a:pt x="5611" y="4434"/>
                    <a:pt x="5360" y="5186"/>
                  </a:cubicBezTo>
                  <a:cubicBezTo>
                    <a:pt x="5003" y="6255"/>
                    <a:pt x="4255" y="7080"/>
                    <a:pt x="3451" y="7290"/>
                  </a:cubicBezTo>
                  <a:cubicBezTo>
                    <a:pt x="3318" y="7325"/>
                    <a:pt x="3184" y="7342"/>
                    <a:pt x="3051" y="7342"/>
                  </a:cubicBezTo>
                  <a:cubicBezTo>
                    <a:pt x="2612" y="7342"/>
                    <a:pt x="2177" y="7155"/>
                    <a:pt x="1775" y="6789"/>
                  </a:cubicBezTo>
                  <a:cubicBezTo>
                    <a:pt x="1713" y="6732"/>
                    <a:pt x="1642" y="6670"/>
                    <a:pt x="1565" y="6603"/>
                  </a:cubicBezTo>
                  <a:cubicBezTo>
                    <a:pt x="1144" y="6234"/>
                    <a:pt x="507" y="5675"/>
                    <a:pt x="410" y="5193"/>
                  </a:cubicBezTo>
                  <a:cubicBezTo>
                    <a:pt x="127" y="3775"/>
                    <a:pt x="189" y="2646"/>
                    <a:pt x="201" y="2472"/>
                  </a:cubicBezTo>
                  <a:cubicBezTo>
                    <a:pt x="256" y="2433"/>
                    <a:pt x="422" y="2308"/>
                    <a:pt x="757" y="2014"/>
                  </a:cubicBezTo>
                  <a:cubicBezTo>
                    <a:pt x="1145" y="1676"/>
                    <a:pt x="2812" y="286"/>
                    <a:pt x="3024" y="109"/>
                  </a:cubicBezTo>
                  <a:close/>
                  <a:moveTo>
                    <a:pt x="3015" y="0"/>
                  </a:moveTo>
                  <a:cubicBezTo>
                    <a:pt x="3003" y="0"/>
                    <a:pt x="2991" y="4"/>
                    <a:pt x="2982" y="12"/>
                  </a:cubicBezTo>
                  <a:cubicBezTo>
                    <a:pt x="2963" y="28"/>
                    <a:pt x="1104" y="1578"/>
                    <a:pt x="691" y="1938"/>
                  </a:cubicBezTo>
                  <a:cubicBezTo>
                    <a:pt x="284" y="2294"/>
                    <a:pt x="126" y="2402"/>
                    <a:pt x="124" y="2403"/>
                  </a:cubicBezTo>
                  <a:cubicBezTo>
                    <a:pt x="111" y="2411"/>
                    <a:pt x="103" y="2425"/>
                    <a:pt x="102" y="2440"/>
                  </a:cubicBezTo>
                  <a:cubicBezTo>
                    <a:pt x="100" y="2452"/>
                    <a:pt x="1" y="3662"/>
                    <a:pt x="310" y="5213"/>
                  </a:cubicBezTo>
                  <a:cubicBezTo>
                    <a:pt x="414" y="5729"/>
                    <a:pt x="1041" y="6278"/>
                    <a:pt x="1498" y="6679"/>
                  </a:cubicBezTo>
                  <a:cubicBezTo>
                    <a:pt x="1575" y="6746"/>
                    <a:pt x="1645" y="6808"/>
                    <a:pt x="1707" y="6863"/>
                  </a:cubicBezTo>
                  <a:cubicBezTo>
                    <a:pt x="2128" y="7247"/>
                    <a:pt x="2585" y="7444"/>
                    <a:pt x="3049" y="7444"/>
                  </a:cubicBezTo>
                  <a:cubicBezTo>
                    <a:pt x="3192" y="7444"/>
                    <a:pt x="3335" y="7425"/>
                    <a:pt x="3477" y="7388"/>
                  </a:cubicBezTo>
                  <a:cubicBezTo>
                    <a:pt x="4313" y="7170"/>
                    <a:pt x="5089" y="6319"/>
                    <a:pt x="5455" y="5218"/>
                  </a:cubicBezTo>
                  <a:cubicBezTo>
                    <a:pt x="5711" y="4452"/>
                    <a:pt x="5569" y="1932"/>
                    <a:pt x="5351" y="1334"/>
                  </a:cubicBezTo>
                  <a:cubicBezTo>
                    <a:pt x="5137" y="747"/>
                    <a:pt x="3116" y="33"/>
                    <a:pt x="3031" y="3"/>
                  </a:cubicBezTo>
                  <a:cubicBezTo>
                    <a:pt x="3026" y="1"/>
                    <a:pt x="3021" y="0"/>
                    <a:pt x="30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0"/>
            <p:cNvSpPr/>
            <p:nvPr/>
          </p:nvSpPr>
          <p:spPr>
            <a:xfrm>
              <a:off x="6997728" y="3070423"/>
              <a:ext cx="226522" cy="238514"/>
            </a:xfrm>
            <a:custGeom>
              <a:rect b="b" l="l" r="r" t="t"/>
              <a:pathLst>
                <a:path extrusionOk="0" h="2864" w="2720">
                  <a:moveTo>
                    <a:pt x="2719" y="0"/>
                  </a:moveTo>
                  <a:lnTo>
                    <a:pt x="1879" y="344"/>
                  </a:lnTo>
                  <a:cubicBezTo>
                    <a:pt x="1879" y="344"/>
                    <a:pt x="1619" y="865"/>
                    <a:pt x="1173" y="1496"/>
                  </a:cubicBezTo>
                  <a:cubicBezTo>
                    <a:pt x="727" y="2129"/>
                    <a:pt x="169" y="2650"/>
                    <a:pt x="19" y="2835"/>
                  </a:cubicBezTo>
                  <a:cubicBezTo>
                    <a:pt x="4" y="2854"/>
                    <a:pt x="1" y="2863"/>
                    <a:pt x="8" y="2863"/>
                  </a:cubicBezTo>
                  <a:cubicBezTo>
                    <a:pt x="67" y="2863"/>
                    <a:pt x="903" y="2187"/>
                    <a:pt x="1470" y="1720"/>
                  </a:cubicBezTo>
                  <a:cubicBezTo>
                    <a:pt x="2102" y="1199"/>
                    <a:pt x="2719" y="0"/>
                    <a:pt x="27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0"/>
            <p:cNvSpPr/>
            <p:nvPr/>
          </p:nvSpPr>
          <p:spPr>
            <a:xfrm>
              <a:off x="6992148" y="3066176"/>
              <a:ext cx="237015" cy="246759"/>
            </a:xfrm>
            <a:custGeom>
              <a:rect b="b" l="l" r="r" t="t"/>
              <a:pathLst>
                <a:path extrusionOk="0" h="2963" w="2846">
                  <a:moveTo>
                    <a:pt x="2787" y="0"/>
                  </a:moveTo>
                  <a:cubicBezTo>
                    <a:pt x="2769" y="0"/>
                    <a:pt x="2751" y="10"/>
                    <a:pt x="2742" y="28"/>
                  </a:cubicBezTo>
                  <a:cubicBezTo>
                    <a:pt x="2736" y="39"/>
                    <a:pt x="2121" y="1224"/>
                    <a:pt x="1505" y="1732"/>
                  </a:cubicBezTo>
                  <a:cubicBezTo>
                    <a:pt x="1042" y="2113"/>
                    <a:pt x="653" y="2427"/>
                    <a:pt x="394" y="2627"/>
                  </a:cubicBezTo>
                  <a:cubicBezTo>
                    <a:pt x="637" y="2370"/>
                    <a:pt x="984" y="1999"/>
                    <a:pt x="1281" y="1577"/>
                  </a:cubicBezTo>
                  <a:cubicBezTo>
                    <a:pt x="1725" y="949"/>
                    <a:pt x="1989" y="424"/>
                    <a:pt x="1991" y="418"/>
                  </a:cubicBezTo>
                  <a:cubicBezTo>
                    <a:pt x="2004" y="393"/>
                    <a:pt x="1994" y="363"/>
                    <a:pt x="1969" y="350"/>
                  </a:cubicBezTo>
                  <a:cubicBezTo>
                    <a:pt x="1962" y="346"/>
                    <a:pt x="1954" y="345"/>
                    <a:pt x="1947" y="345"/>
                  </a:cubicBezTo>
                  <a:cubicBezTo>
                    <a:pt x="1928" y="345"/>
                    <a:pt x="1910" y="355"/>
                    <a:pt x="1901" y="373"/>
                  </a:cubicBezTo>
                  <a:cubicBezTo>
                    <a:pt x="1899" y="377"/>
                    <a:pt x="1637" y="898"/>
                    <a:pt x="1198" y="1519"/>
                  </a:cubicBezTo>
                  <a:cubicBezTo>
                    <a:pt x="887" y="1960"/>
                    <a:pt x="521" y="2347"/>
                    <a:pt x="279" y="2603"/>
                  </a:cubicBezTo>
                  <a:cubicBezTo>
                    <a:pt x="175" y="2712"/>
                    <a:pt x="93" y="2798"/>
                    <a:pt x="48" y="2855"/>
                  </a:cubicBezTo>
                  <a:cubicBezTo>
                    <a:pt x="36" y="2870"/>
                    <a:pt x="0" y="2914"/>
                    <a:pt x="37" y="2949"/>
                  </a:cubicBezTo>
                  <a:cubicBezTo>
                    <a:pt x="45" y="2957"/>
                    <a:pt x="51" y="2963"/>
                    <a:pt x="64" y="2963"/>
                  </a:cubicBezTo>
                  <a:cubicBezTo>
                    <a:pt x="131" y="2963"/>
                    <a:pt x="356" y="2809"/>
                    <a:pt x="1569" y="1811"/>
                  </a:cubicBezTo>
                  <a:cubicBezTo>
                    <a:pt x="2202" y="1289"/>
                    <a:pt x="2806" y="123"/>
                    <a:pt x="2832" y="74"/>
                  </a:cubicBezTo>
                  <a:cubicBezTo>
                    <a:pt x="2845" y="50"/>
                    <a:pt x="2835" y="20"/>
                    <a:pt x="2811" y="6"/>
                  </a:cubicBezTo>
                  <a:cubicBezTo>
                    <a:pt x="2803" y="2"/>
                    <a:pt x="2795" y="0"/>
                    <a:pt x="27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0"/>
            <p:cNvSpPr/>
            <p:nvPr/>
          </p:nvSpPr>
          <p:spPr>
            <a:xfrm>
              <a:off x="7132390" y="3288449"/>
              <a:ext cx="30064" cy="51467"/>
            </a:xfrm>
            <a:custGeom>
              <a:rect b="b" l="l" r="r" t="t"/>
              <a:pathLst>
                <a:path extrusionOk="0" h="618" w="361">
                  <a:moveTo>
                    <a:pt x="180" y="0"/>
                  </a:moveTo>
                  <a:cubicBezTo>
                    <a:pt x="81" y="0"/>
                    <a:pt x="1" y="139"/>
                    <a:pt x="1" y="309"/>
                  </a:cubicBezTo>
                  <a:cubicBezTo>
                    <a:pt x="1" y="479"/>
                    <a:pt x="81" y="617"/>
                    <a:pt x="180" y="617"/>
                  </a:cubicBezTo>
                  <a:cubicBezTo>
                    <a:pt x="280" y="617"/>
                    <a:pt x="361" y="480"/>
                    <a:pt x="361" y="309"/>
                  </a:cubicBezTo>
                  <a:cubicBezTo>
                    <a:pt x="361" y="139"/>
                    <a:pt x="280" y="0"/>
                    <a:pt x="1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0"/>
            <p:cNvSpPr/>
            <p:nvPr/>
          </p:nvSpPr>
          <p:spPr>
            <a:xfrm>
              <a:off x="7310024" y="3288449"/>
              <a:ext cx="30064" cy="51467"/>
            </a:xfrm>
            <a:custGeom>
              <a:rect b="b" l="l" r="r" t="t"/>
              <a:pathLst>
                <a:path extrusionOk="0" h="618" w="361">
                  <a:moveTo>
                    <a:pt x="180" y="0"/>
                  </a:moveTo>
                  <a:cubicBezTo>
                    <a:pt x="82" y="0"/>
                    <a:pt x="1" y="139"/>
                    <a:pt x="1" y="309"/>
                  </a:cubicBezTo>
                  <a:cubicBezTo>
                    <a:pt x="1" y="479"/>
                    <a:pt x="82" y="617"/>
                    <a:pt x="180" y="617"/>
                  </a:cubicBezTo>
                  <a:cubicBezTo>
                    <a:pt x="280" y="617"/>
                    <a:pt x="361" y="480"/>
                    <a:pt x="361" y="309"/>
                  </a:cubicBezTo>
                  <a:cubicBezTo>
                    <a:pt x="361" y="139"/>
                    <a:pt x="280" y="0"/>
                    <a:pt x="1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10"/>
            <p:cNvSpPr/>
            <p:nvPr/>
          </p:nvSpPr>
          <p:spPr>
            <a:xfrm>
              <a:off x="7221832" y="3361235"/>
              <a:ext cx="80199" cy="81781"/>
            </a:xfrm>
            <a:custGeom>
              <a:rect b="b" l="l" r="r" t="t"/>
              <a:pathLst>
                <a:path extrusionOk="0" h="982" w="963">
                  <a:moveTo>
                    <a:pt x="725" y="1"/>
                  </a:moveTo>
                  <a:cubicBezTo>
                    <a:pt x="718" y="1"/>
                    <a:pt x="711" y="2"/>
                    <a:pt x="704" y="5"/>
                  </a:cubicBezTo>
                  <a:cubicBezTo>
                    <a:pt x="679" y="18"/>
                    <a:pt x="669" y="47"/>
                    <a:pt x="680" y="74"/>
                  </a:cubicBezTo>
                  <a:cubicBezTo>
                    <a:pt x="682" y="77"/>
                    <a:pt x="845" y="433"/>
                    <a:pt x="686" y="637"/>
                  </a:cubicBezTo>
                  <a:cubicBezTo>
                    <a:pt x="565" y="793"/>
                    <a:pt x="404" y="880"/>
                    <a:pt x="258" y="880"/>
                  </a:cubicBezTo>
                  <a:cubicBezTo>
                    <a:pt x="196" y="880"/>
                    <a:pt x="137" y="864"/>
                    <a:pt x="84" y="831"/>
                  </a:cubicBezTo>
                  <a:cubicBezTo>
                    <a:pt x="76" y="826"/>
                    <a:pt x="67" y="824"/>
                    <a:pt x="58" y="824"/>
                  </a:cubicBezTo>
                  <a:cubicBezTo>
                    <a:pt x="41" y="824"/>
                    <a:pt x="24" y="832"/>
                    <a:pt x="15" y="847"/>
                  </a:cubicBezTo>
                  <a:cubicBezTo>
                    <a:pt x="0" y="871"/>
                    <a:pt x="7" y="903"/>
                    <a:pt x="31" y="917"/>
                  </a:cubicBezTo>
                  <a:cubicBezTo>
                    <a:pt x="100" y="960"/>
                    <a:pt x="177" y="981"/>
                    <a:pt x="258" y="981"/>
                  </a:cubicBezTo>
                  <a:cubicBezTo>
                    <a:pt x="435" y="981"/>
                    <a:pt x="624" y="881"/>
                    <a:pt x="766" y="700"/>
                  </a:cubicBezTo>
                  <a:cubicBezTo>
                    <a:pt x="962" y="447"/>
                    <a:pt x="780" y="47"/>
                    <a:pt x="772" y="31"/>
                  </a:cubicBezTo>
                  <a:cubicBezTo>
                    <a:pt x="763" y="12"/>
                    <a:pt x="745" y="1"/>
                    <a:pt x="7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10"/>
            <p:cNvSpPr/>
            <p:nvPr/>
          </p:nvSpPr>
          <p:spPr>
            <a:xfrm>
              <a:off x="7157624" y="3461837"/>
              <a:ext cx="174472" cy="47053"/>
            </a:xfrm>
            <a:custGeom>
              <a:rect b="b" l="l" r="r" t="t"/>
              <a:pathLst>
                <a:path extrusionOk="0" h="565" w="2095">
                  <a:moveTo>
                    <a:pt x="2037" y="1"/>
                  </a:moveTo>
                  <a:cubicBezTo>
                    <a:pt x="2020" y="1"/>
                    <a:pt x="2003" y="9"/>
                    <a:pt x="1994" y="25"/>
                  </a:cubicBezTo>
                  <a:cubicBezTo>
                    <a:pt x="1982" y="43"/>
                    <a:pt x="1716" y="464"/>
                    <a:pt x="1060" y="464"/>
                  </a:cubicBezTo>
                  <a:cubicBezTo>
                    <a:pt x="398" y="464"/>
                    <a:pt x="94" y="197"/>
                    <a:pt x="91" y="194"/>
                  </a:cubicBezTo>
                  <a:cubicBezTo>
                    <a:pt x="82" y="185"/>
                    <a:pt x="70" y="181"/>
                    <a:pt x="58" y="181"/>
                  </a:cubicBezTo>
                  <a:cubicBezTo>
                    <a:pt x="44" y="181"/>
                    <a:pt x="30" y="187"/>
                    <a:pt x="20" y="197"/>
                  </a:cubicBezTo>
                  <a:cubicBezTo>
                    <a:pt x="1" y="218"/>
                    <a:pt x="3" y="250"/>
                    <a:pt x="23" y="269"/>
                  </a:cubicBezTo>
                  <a:cubicBezTo>
                    <a:pt x="37" y="281"/>
                    <a:pt x="355" y="565"/>
                    <a:pt x="1060" y="565"/>
                  </a:cubicBezTo>
                  <a:cubicBezTo>
                    <a:pt x="1774" y="565"/>
                    <a:pt x="2068" y="98"/>
                    <a:pt x="2080" y="78"/>
                  </a:cubicBezTo>
                  <a:cubicBezTo>
                    <a:pt x="2094" y="55"/>
                    <a:pt x="2087" y="23"/>
                    <a:pt x="2063" y="8"/>
                  </a:cubicBezTo>
                  <a:cubicBezTo>
                    <a:pt x="2055" y="3"/>
                    <a:pt x="2046" y="1"/>
                    <a:pt x="20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10"/>
            <p:cNvSpPr/>
            <p:nvPr/>
          </p:nvSpPr>
          <p:spPr>
            <a:xfrm>
              <a:off x="7073678" y="3222991"/>
              <a:ext cx="114926" cy="43972"/>
            </a:xfrm>
            <a:custGeom>
              <a:rect b="b" l="l" r="r" t="t"/>
              <a:pathLst>
                <a:path extrusionOk="0" h="528" w="1380">
                  <a:moveTo>
                    <a:pt x="1061" y="0"/>
                  </a:moveTo>
                  <a:cubicBezTo>
                    <a:pt x="493" y="0"/>
                    <a:pt x="71" y="332"/>
                    <a:pt x="51" y="347"/>
                  </a:cubicBezTo>
                  <a:cubicBezTo>
                    <a:pt x="8" y="383"/>
                    <a:pt x="0" y="446"/>
                    <a:pt x="35" y="490"/>
                  </a:cubicBezTo>
                  <a:cubicBezTo>
                    <a:pt x="56" y="515"/>
                    <a:pt x="85" y="528"/>
                    <a:pt x="115" y="528"/>
                  </a:cubicBezTo>
                  <a:cubicBezTo>
                    <a:pt x="137" y="528"/>
                    <a:pt x="159" y="521"/>
                    <a:pt x="178" y="506"/>
                  </a:cubicBezTo>
                  <a:cubicBezTo>
                    <a:pt x="182" y="502"/>
                    <a:pt x="563" y="203"/>
                    <a:pt x="1063" y="203"/>
                  </a:cubicBezTo>
                  <a:cubicBezTo>
                    <a:pt x="1125" y="203"/>
                    <a:pt x="1190" y="208"/>
                    <a:pt x="1255" y="218"/>
                  </a:cubicBezTo>
                  <a:cubicBezTo>
                    <a:pt x="1261" y="219"/>
                    <a:pt x="1266" y="220"/>
                    <a:pt x="1271" y="220"/>
                  </a:cubicBezTo>
                  <a:cubicBezTo>
                    <a:pt x="1319" y="220"/>
                    <a:pt x="1363" y="184"/>
                    <a:pt x="1371" y="134"/>
                  </a:cubicBezTo>
                  <a:cubicBezTo>
                    <a:pt x="1379" y="79"/>
                    <a:pt x="1343" y="27"/>
                    <a:pt x="1287" y="18"/>
                  </a:cubicBezTo>
                  <a:cubicBezTo>
                    <a:pt x="1210" y="6"/>
                    <a:pt x="1134" y="0"/>
                    <a:pt x="10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0"/>
            <p:cNvSpPr/>
            <p:nvPr/>
          </p:nvSpPr>
          <p:spPr>
            <a:xfrm>
              <a:off x="7279794" y="3217745"/>
              <a:ext cx="93190" cy="42889"/>
            </a:xfrm>
            <a:custGeom>
              <a:rect b="b" l="l" r="r" t="t"/>
              <a:pathLst>
                <a:path extrusionOk="0" h="515" w="1119">
                  <a:moveTo>
                    <a:pt x="184" y="0"/>
                  </a:moveTo>
                  <a:cubicBezTo>
                    <a:pt x="134" y="0"/>
                    <a:pt x="103" y="3"/>
                    <a:pt x="97" y="3"/>
                  </a:cubicBezTo>
                  <a:cubicBezTo>
                    <a:pt x="42" y="9"/>
                    <a:pt x="1" y="58"/>
                    <a:pt x="6" y="114"/>
                  </a:cubicBezTo>
                  <a:cubicBezTo>
                    <a:pt x="11" y="166"/>
                    <a:pt x="54" y="205"/>
                    <a:pt x="107" y="205"/>
                  </a:cubicBezTo>
                  <a:cubicBezTo>
                    <a:pt x="110" y="205"/>
                    <a:pt x="113" y="205"/>
                    <a:pt x="116" y="205"/>
                  </a:cubicBezTo>
                  <a:cubicBezTo>
                    <a:pt x="117" y="205"/>
                    <a:pt x="140" y="203"/>
                    <a:pt x="177" y="203"/>
                  </a:cubicBezTo>
                  <a:cubicBezTo>
                    <a:pt x="323" y="203"/>
                    <a:pt x="697" y="229"/>
                    <a:pt x="933" y="482"/>
                  </a:cubicBezTo>
                  <a:cubicBezTo>
                    <a:pt x="953" y="503"/>
                    <a:pt x="979" y="514"/>
                    <a:pt x="1006" y="514"/>
                  </a:cubicBezTo>
                  <a:cubicBezTo>
                    <a:pt x="1031" y="514"/>
                    <a:pt x="1055" y="505"/>
                    <a:pt x="1075" y="487"/>
                  </a:cubicBezTo>
                  <a:cubicBezTo>
                    <a:pt x="1116" y="448"/>
                    <a:pt x="1118" y="384"/>
                    <a:pt x="1081" y="343"/>
                  </a:cubicBezTo>
                  <a:cubicBezTo>
                    <a:pt x="794" y="36"/>
                    <a:pt x="366"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0"/>
            <p:cNvSpPr/>
            <p:nvPr/>
          </p:nvSpPr>
          <p:spPr>
            <a:xfrm>
              <a:off x="6926940" y="4814046"/>
              <a:ext cx="133081" cy="90359"/>
            </a:xfrm>
            <a:custGeom>
              <a:rect b="b" l="l" r="r" t="t"/>
              <a:pathLst>
                <a:path extrusionOk="0" h="1085" w="1598">
                  <a:moveTo>
                    <a:pt x="117" y="0"/>
                  </a:moveTo>
                  <a:lnTo>
                    <a:pt x="1" y="116"/>
                  </a:lnTo>
                  <a:cubicBezTo>
                    <a:pt x="1" y="116"/>
                    <a:pt x="466" y="436"/>
                    <a:pt x="581" y="523"/>
                  </a:cubicBezTo>
                  <a:cubicBezTo>
                    <a:pt x="697" y="609"/>
                    <a:pt x="1191" y="1044"/>
                    <a:pt x="1336" y="1074"/>
                  </a:cubicBezTo>
                  <a:cubicBezTo>
                    <a:pt x="1373" y="1081"/>
                    <a:pt x="1404" y="1085"/>
                    <a:pt x="1430" y="1085"/>
                  </a:cubicBezTo>
                  <a:cubicBezTo>
                    <a:pt x="1508" y="1085"/>
                    <a:pt x="1546" y="1052"/>
                    <a:pt x="1568" y="987"/>
                  </a:cubicBezTo>
                  <a:cubicBezTo>
                    <a:pt x="1598" y="900"/>
                    <a:pt x="1162" y="290"/>
                    <a:pt x="929" y="145"/>
                  </a:cubicBezTo>
                  <a:cubicBezTo>
                    <a:pt x="697" y="0"/>
                    <a:pt x="117" y="0"/>
                    <a:pt x="11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0"/>
            <p:cNvSpPr/>
            <p:nvPr/>
          </p:nvSpPr>
          <p:spPr>
            <a:xfrm>
              <a:off x="6922693" y="4809882"/>
              <a:ext cx="142575" cy="98770"/>
            </a:xfrm>
            <a:custGeom>
              <a:rect b="b" l="l" r="r" t="t"/>
              <a:pathLst>
                <a:path extrusionOk="0" h="1186" w="1712">
                  <a:moveTo>
                    <a:pt x="189" y="101"/>
                  </a:moveTo>
                  <a:cubicBezTo>
                    <a:pt x="293" y="103"/>
                    <a:pt x="761" y="118"/>
                    <a:pt x="954" y="238"/>
                  </a:cubicBezTo>
                  <a:cubicBezTo>
                    <a:pt x="1183" y="381"/>
                    <a:pt x="1569" y="940"/>
                    <a:pt x="1571" y="1021"/>
                  </a:cubicBezTo>
                  <a:cubicBezTo>
                    <a:pt x="1561" y="1054"/>
                    <a:pt x="1550" y="1085"/>
                    <a:pt x="1481" y="1085"/>
                  </a:cubicBezTo>
                  <a:cubicBezTo>
                    <a:pt x="1460" y="1085"/>
                    <a:pt x="1432" y="1082"/>
                    <a:pt x="1397" y="1075"/>
                  </a:cubicBezTo>
                  <a:cubicBezTo>
                    <a:pt x="1298" y="1055"/>
                    <a:pt x="962" y="778"/>
                    <a:pt x="801" y="644"/>
                  </a:cubicBezTo>
                  <a:cubicBezTo>
                    <a:pt x="740" y="594"/>
                    <a:pt x="691" y="553"/>
                    <a:pt x="662" y="532"/>
                  </a:cubicBezTo>
                  <a:cubicBezTo>
                    <a:pt x="569" y="462"/>
                    <a:pt x="254" y="245"/>
                    <a:pt x="130" y="160"/>
                  </a:cubicBezTo>
                  <a:lnTo>
                    <a:pt x="189" y="101"/>
                  </a:lnTo>
                  <a:close/>
                  <a:moveTo>
                    <a:pt x="168" y="0"/>
                  </a:moveTo>
                  <a:cubicBezTo>
                    <a:pt x="154" y="0"/>
                    <a:pt x="142" y="5"/>
                    <a:pt x="132" y="15"/>
                  </a:cubicBezTo>
                  <a:lnTo>
                    <a:pt x="16" y="130"/>
                  </a:lnTo>
                  <a:cubicBezTo>
                    <a:pt x="5" y="141"/>
                    <a:pt x="0" y="156"/>
                    <a:pt x="1" y="171"/>
                  </a:cubicBezTo>
                  <a:cubicBezTo>
                    <a:pt x="3" y="186"/>
                    <a:pt x="11" y="199"/>
                    <a:pt x="23" y="208"/>
                  </a:cubicBezTo>
                  <a:cubicBezTo>
                    <a:pt x="29" y="211"/>
                    <a:pt x="488" y="528"/>
                    <a:pt x="603" y="613"/>
                  </a:cubicBezTo>
                  <a:cubicBezTo>
                    <a:pt x="630" y="634"/>
                    <a:pt x="677" y="673"/>
                    <a:pt x="737" y="722"/>
                  </a:cubicBezTo>
                  <a:cubicBezTo>
                    <a:pt x="1010" y="947"/>
                    <a:pt x="1264" y="1151"/>
                    <a:pt x="1377" y="1173"/>
                  </a:cubicBezTo>
                  <a:cubicBezTo>
                    <a:pt x="1412" y="1181"/>
                    <a:pt x="1447" y="1186"/>
                    <a:pt x="1481" y="1186"/>
                  </a:cubicBezTo>
                  <a:cubicBezTo>
                    <a:pt x="1561" y="1186"/>
                    <a:pt x="1633" y="1156"/>
                    <a:pt x="1668" y="1052"/>
                  </a:cubicBezTo>
                  <a:cubicBezTo>
                    <a:pt x="1712" y="921"/>
                    <a:pt x="1224" y="288"/>
                    <a:pt x="1008" y="152"/>
                  </a:cubicBezTo>
                  <a:cubicBezTo>
                    <a:pt x="766" y="1"/>
                    <a:pt x="192" y="0"/>
                    <a:pt x="1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10"/>
            <p:cNvSpPr/>
            <p:nvPr/>
          </p:nvSpPr>
          <p:spPr>
            <a:xfrm>
              <a:off x="5822159" y="3651714"/>
              <a:ext cx="1217970" cy="1303165"/>
            </a:xfrm>
            <a:custGeom>
              <a:rect b="b" l="l" r="r" t="t"/>
              <a:pathLst>
                <a:path extrusionOk="0" h="15648" w="14625">
                  <a:moveTo>
                    <a:pt x="1" y="0"/>
                  </a:moveTo>
                  <a:cubicBezTo>
                    <a:pt x="1" y="0"/>
                    <a:pt x="861" y="2530"/>
                    <a:pt x="962" y="3188"/>
                  </a:cubicBezTo>
                  <a:cubicBezTo>
                    <a:pt x="1064" y="3846"/>
                    <a:pt x="1418" y="8754"/>
                    <a:pt x="1418" y="8754"/>
                  </a:cubicBezTo>
                  <a:cubicBezTo>
                    <a:pt x="1418" y="8754"/>
                    <a:pt x="4707" y="11537"/>
                    <a:pt x="5416" y="12094"/>
                  </a:cubicBezTo>
                  <a:cubicBezTo>
                    <a:pt x="6124" y="12650"/>
                    <a:pt x="9210" y="15028"/>
                    <a:pt x="9210" y="15028"/>
                  </a:cubicBezTo>
                  <a:cubicBezTo>
                    <a:pt x="9210" y="15028"/>
                    <a:pt x="9868" y="15535"/>
                    <a:pt x="10121" y="15585"/>
                  </a:cubicBezTo>
                  <a:cubicBezTo>
                    <a:pt x="10374" y="15635"/>
                    <a:pt x="10628" y="15635"/>
                    <a:pt x="11234" y="15635"/>
                  </a:cubicBezTo>
                  <a:cubicBezTo>
                    <a:pt x="11538" y="15635"/>
                    <a:pt x="11804" y="15648"/>
                    <a:pt x="12057" y="15648"/>
                  </a:cubicBezTo>
                  <a:cubicBezTo>
                    <a:pt x="12310" y="15648"/>
                    <a:pt x="12550" y="15635"/>
                    <a:pt x="12803" y="15585"/>
                  </a:cubicBezTo>
                  <a:cubicBezTo>
                    <a:pt x="13309" y="15483"/>
                    <a:pt x="13663" y="15483"/>
                    <a:pt x="13814" y="15483"/>
                  </a:cubicBezTo>
                  <a:cubicBezTo>
                    <a:pt x="13882" y="15483"/>
                    <a:pt x="14030" y="15503"/>
                    <a:pt x="14178" y="15503"/>
                  </a:cubicBezTo>
                  <a:cubicBezTo>
                    <a:pt x="14362" y="15503"/>
                    <a:pt x="14546" y="15472"/>
                    <a:pt x="14574" y="15332"/>
                  </a:cubicBezTo>
                  <a:cubicBezTo>
                    <a:pt x="14624" y="15079"/>
                    <a:pt x="13916" y="14319"/>
                    <a:pt x="13612" y="14016"/>
                  </a:cubicBezTo>
                  <a:cubicBezTo>
                    <a:pt x="13521" y="13925"/>
                    <a:pt x="13202" y="13893"/>
                    <a:pt x="12800" y="13893"/>
                  </a:cubicBezTo>
                  <a:cubicBezTo>
                    <a:pt x="11863" y="13893"/>
                    <a:pt x="10475" y="14067"/>
                    <a:pt x="10475" y="14067"/>
                  </a:cubicBezTo>
                  <a:lnTo>
                    <a:pt x="5871" y="8501"/>
                  </a:lnTo>
                  <a:cubicBezTo>
                    <a:pt x="5871" y="8501"/>
                    <a:pt x="4605" y="6629"/>
                    <a:pt x="4403" y="6326"/>
                  </a:cubicBezTo>
                  <a:cubicBezTo>
                    <a:pt x="4201" y="6021"/>
                    <a:pt x="3291" y="3745"/>
                    <a:pt x="2582" y="2328"/>
                  </a:cubicBezTo>
                  <a:cubicBezTo>
                    <a:pt x="1873" y="911"/>
                    <a:pt x="456" y="0"/>
                    <a:pt x="4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10"/>
            <p:cNvSpPr/>
            <p:nvPr/>
          </p:nvSpPr>
          <p:spPr>
            <a:xfrm>
              <a:off x="5817829" y="3647467"/>
              <a:ext cx="1227214" cy="1311660"/>
            </a:xfrm>
            <a:custGeom>
              <a:rect b="b" l="l" r="r" t="t"/>
              <a:pathLst>
                <a:path extrusionOk="0" h="15750" w="14736">
                  <a:moveTo>
                    <a:pt x="494" y="102"/>
                  </a:moveTo>
                  <a:cubicBezTo>
                    <a:pt x="633" y="195"/>
                    <a:pt x="1929" y="1084"/>
                    <a:pt x="2589" y="2402"/>
                  </a:cubicBezTo>
                  <a:cubicBezTo>
                    <a:pt x="2966" y="3156"/>
                    <a:pt x="3403" y="4161"/>
                    <a:pt x="3755" y="4970"/>
                  </a:cubicBezTo>
                  <a:cubicBezTo>
                    <a:pt x="4069" y="5690"/>
                    <a:pt x="4316" y="6259"/>
                    <a:pt x="4413" y="6405"/>
                  </a:cubicBezTo>
                  <a:cubicBezTo>
                    <a:pt x="4613" y="6705"/>
                    <a:pt x="5868" y="8561"/>
                    <a:pt x="5884" y="8584"/>
                  </a:cubicBezTo>
                  <a:lnTo>
                    <a:pt x="10489" y="14150"/>
                  </a:lnTo>
                  <a:cubicBezTo>
                    <a:pt x="10498" y="14162"/>
                    <a:pt x="10513" y="14168"/>
                    <a:pt x="10527" y="14168"/>
                  </a:cubicBezTo>
                  <a:cubicBezTo>
                    <a:pt x="10529" y="14168"/>
                    <a:pt x="10532" y="14168"/>
                    <a:pt x="10534" y="14168"/>
                  </a:cubicBezTo>
                  <a:cubicBezTo>
                    <a:pt x="11241" y="14080"/>
                    <a:pt x="12195" y="13994"/>
                    <a:pt x="12860" y="13994"/>
                  </a:cubicBezTo>
                  <a:cubicBezTo>
                    <a:pt x="13256" y="13994"/>
                    <a:pt x="13550" y="14024"/>
                    <a:pt x="13628" y="14103"/>
                  </a:cubicBezTo>
                  <a:cubicBezTo>
                    <a:pt x="14111" y="14586"/>
                    <a:pt x="14614" y="15189"/>
                    <a:pt x="14576" y="15373"/>
                  </a:cubicBezTo>
                  <a:cubicBezTo>
                    <a:pt x="14555" y="15479"/>
                    <a:pt x="14394" y="15504"/>
                    <a:pt x="14231" y="15504"/>
                  </a:cubicBezTo>
                  <a:cubicBezTo>
                    <a:pt x="14143" y="15504"/>
                    <a:pt x="14054" y="15497"/>
                    <a:pt x="13986" y="15491"/>
                  </a:cubicBezTo>
                  <a:cubicBezTo>
                    <a:pt x="13937" y="15487"/>
                    <a:pt x="13895" y="15484"/>
                    <a:pt x="13866" y="15484"/>
                  </a:cubicBezTo>
                  <a:cubicBezTo>
                    <a:pt x="13714" y="15484"/>
                    <a:pt x="13355" y="15484"/>
                    <a:pt x="12845" y="15587"/>
                  </a:cubicBezTo>
                  <a:cubicBezTo>
                    <a:pt x="12598" y="15636"/>
                    <a:pt x="12363" y="15648"/>
                    <a:pt x="12114" y="15648"/>
                  </a:cubicBezTo>
                  <a:cubicBezTo>
                    <a:pt x="11992" y="15648"/>
                    <a:pt x="11867" y="15645"/>
                    <a:pt x="11736" y="15642"/>
                  </a:cubicBezTo>
                  <a:cubicBezTo>
                    <a:pt x="11595" y="15639"/>
                    <a:pt x="11446" y="15636"/>
                    <a:pt x="11286" y="15636"/>
                  </a:cubicBezTo>
                  <a:cubicBezTo>
                    <a:pt x="10682" y="15636"/>
                    <a:pt x="10431" y="15636"/>
                    <a:pt x="10183" y="15587"/>
                  </a:cubicBezTo>
                  <a:cubicBezTo>
                    <a:pt x="9985" y="15547"/>
                    <a:pt x="9474" y="15177"/>
                    <a:pt x="9293" y="15039"/>
                  </a:cubicBezTo>
                  <a:cubicBezTo>
                    <a:pt x="9262" y="15016"/>
                    <a:pt x="6199" y="12655"/>
                    <a:pt x="5499" y="12105"/>
                  </a:cubicBezTo>
                  <a:cubicBezTo>
                    <a:pt x="4824" y="11575"/>
                    <a:pt x="1771" y="8993"/>
                    <a:pt x="1519" y="8781"/>
                  </a:cubicBezTo>
                  <a:cubicBezTo>
                    <a:pt x="1491" y="8384"/>
                    <a:pt x="1163" y="3869"/>
                    <a:pt x="1065" y="3232"/>
                  </a:cubicBezTo>
                  <a:cubicBezTo>
                    <a:pt x="972" y="2628"/>
                    <a:pt x="264" y="515"/>
                    <a:pt x="124" y="102"/>
                  </a:cubicBezTo>
                  <a:close/>
                  <a:moveTo>
                    <a:pt x="53" y="1"/>
                  </a:moveTo>
                  <a:cubicBezTo>
                    <a:pt x="37" y="1"/>
                    <a:pt x="21" y="8"/>
                    <a:pt x="12" y="22"/>
                  </a:cubicBezTo>
                  <a:cubicBezTo>
                    <a:pt x="3" y="35"/>
                    <a:pt x="0" y="52"/>
                    <a:pt x="6" y="68"/>
                  </a:cubicBezTo>
                  <a:cubicBezTo>
                    <a:pt x="14" y="93"/>
                    <a:pt x="865" y="2601"/>
                    <a:pt x="965" y="3246"/>
                  </a:cubicBezTo>
                  <a:cubicBezTo>
                    <a:pt x="1065" y="3895"/>
                    <a:pt x="1416" y="8760"/>
                    <a:pt x="1419" y="8809"/>
                  </a:cubicBezTo>
                  <a:cubicBezTo>
                    <a:pt x="1420" y="8823"/>
                    <a:pt x="1428" y="8835"/>
                    <a:pt x="1437" y="8844"/>
                  </a:cubicBezTo>
                  <a:cubicBezTo>
                    <a:pt x="1471" y="8871"/>
                    <a:pt x="4735" y="11634"/>
                    <a:pt x="5436" y="12185"/>
                  </a:cubicBezTo>
                  <a:cubicBezTo>
                    <a:pt x="6137" y="12734"/>
                    <a:pt x="9200" y="15095"/>
                    <a:pt x="9231" y="15120"/>
                  </a:cubicBezTo>
                  <a:cubicBezTo>
                    <a:pt x="9259" y="15141"/>
                    <a:pt x="9902" y="15633"/>
                    <a:pt x="10163" y="15685"/>
                  </a:cubicBezTo>
                  <a:cubicBezTo>
                    <a:pt x="10421" y="15737"/>
                    <a:pt x="10674" y="15737"/>
                    <a:pt x="11286" y="15737"/>
                  </a:cubicBezTo>
                  <a:cubicBezTo>
                    <a:pt x="11445" y="15737"/>
                    <a:pt x="11592" y="15741"/>
                    <a:pt x="11734" y="15744"/>
                  </a:cubicBezTo>
                  <a:cubicBezTo>
                    <a:pt x="11863" y="15747"/>
                    <a:pt x="11988" y="15749"/>
                    <a:pt x="12109" y="15749"/>
                  </a:cubicBezTo>
                  <a:cubicBezTo>
                    <a:pt x="12365" y="15749"/>
                    <a:pt x="12607" y="15737"/>
                    <a:pt x="12865" y="15685"/>
                  </a:cubicBezTo>
                  <a:cubicBezTo>
                    <a:pt x="13366" y="15586"/>
                    <a:pt x="13717" y="15586"/>
                    <a:pt x="13867" y="15586"/>
                  </a:cubicBezTo>
                  <a:cubicBezTo>
                    <a:pt x="13894" y="15586"/>
                    <a:pt x="13933" y="15589"/>
                    <a:pt x="13979" y="15592"/>
                  </a:cubicBezTo>
                  <a:cubicBezTo>
                    <a:pt x="14052" y="15598"/>
                    <a:pt x="14141" y="15605"/>
                    <a:pt x="14230" y="15605"/>
                  </a:cubicBezTo>
                  <a:cubicBezTo>
                    <a:pt x="14434" y="15605"/>
                    <a:pt x="14640" y="15567"/>
                    <a:pt x="14675" y="15392"/>
                  </a:cubicBezTo>
                  <a:cubicBezTo>
                    <a:pt x="14735" y="15094"/>
                    <a:pt x="13944" y="14275"/>
                    <a:pt x="13701" y="14031"/>
                  </a:cubicBezTo>
                  <a:cubicBezTo>
                    <a:pt x="13598" y="13929"/>
                    <a:pt x="13253" y="13894"/>
                    <a:pt x="12825" y="13894"/>
                  </a:cubicBezTo>
                  <a:cubicBezTo>
                    <a:pt x="11980" y="13894"/>
                    <a:pt x="10813" y="14031"/>
                    <a:pt x="10548" y="14064"/>
                  </a:cubicBezTo>
                  <a:lnTo>
                    <a:pt x="5965" y="8524"/>
                  </a:lnTo>
                  <a:cubicBezTo>
                    <a:pt x="5952" y="8505"/>
                    <a:pt x="4697" y="6648"/>
                    <a:pt x="4498" y="6348"/>
                  </a:cubicBezTo>
                  <a:cubicBezTo>
                    <a:pt x="4406" y="6210"/>
                    <a:pt x="4147" y="5617"/>
                    <a:pt x="3848" y="4930"/>
                  </a:cubicBezTo>
                  <a:cubicBezTo>
                    <a:pt x="3496" y="4121"/>
                    <a:pt x="3057" y="3113"/>
                    <a:pt x="2679" y="2357"/>
                  </a:cubicBezTo>
                  <a:cubicBezTo>
                    <a:pt x="1973" y="943"/>
                    <a:pt x="550" y="18"/>
                    <a:pt x="537" y="9"/>
                  </a:cubicBezTo>
                  <a:cubicBezTo>
                    <a:pt x="528" y="4"/>
                    <a:pt x="519" y="1"/>
                    <a:pt x="5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10"/>
            <p:cNvSpPr/>
            <p:nvPr/>
          </p:nvSpPr>
          <p:spPr>
            <a:xfrm>
              <a:off x="5822159" y="3651714"/>
              <a:ext cx="605779" cy="1032256"/>
            </a:xfrm>
            <a:custGeom>
              <a:rect b="b" l="l" r="r" t="t"/>
              <a:pathLst>
                <a:path extrusionOk="0" h="12395" w="7274">
                  <a:moveTo>
                    <a:pt x="1" y="0"/>
                  </a:moveTo>
                  <a:cubicBezTo>
                    <a:pt x="1" y="0"/>
                    <a:pt x="861" y="2530"/>
                    <a:pt x="963" y="3188"/>
                  </a:cubicBezTo>
                  <a:cubicBezTo>
                    <a:pt x="1064" y="3846"/>
                    <a:pt x="1419" y="8754"/>
                    <a:pt x="1419" y="8754"/>
                  </a:cubicBezTo>
                  <a:cubicBezTo>
                    <a:pt x="1419" y="8754"/>
                    <a:pt x="4707" y="11537"/>
                    <a:pt x="5416" y="12094"/>
                  </a:cubicBezTo>
                  <a:cubicBezTo>
                    <a:pt x="5508" y="12166"/>
                    <a:pt x="5641" y="12270"/>
                    <a:pt x="5802" y="12395"/>
                  </a:cubicBezTo>
                  <a:cubicBezTo>
                    <a:pt x="5905" y="11694"/>
                    <a:pt x="6243" y="10749"/>
                    <a:pt x="7274" y="10198"/>
                  </a:cubicBezTo>
                  <a:lnTo>
                    <a:pt x="5871" y="8501"/>
                  </a:lnTo>
                  <a:cubicBezTo>
                    <a:pt x="5871" y="8501"/>
                    <a:pt x="4605" y="6629"/>
                    <a:pt x="4404" y="6326"/>
                  </a:cubicBezTo>
                  <a:cubicBezTo>
                    <a:pt x="4201" y="6021"/>
                    <a:pt x="3291" y="3744"/>
                    <a:pt x="2582" y="2328"/>
                  </a:cubicBezTo>
                  <a:cubicBezTo>
                    <a:pt x="1873" y="911"/>
                    <a:pt x="456" y="0"/>
                    <a:pt x="4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10"/>
            <p:cNvSpPr/>
            <p:nvPr/>
          </p:nvSpPr>
          <p:spPr>
            <a:xfrm>
              <a:off x="5817829" y="3647467"/>
              <a:ext cx="614523" cy="1040833"/>
            </a:xfrm>
            <a:custGeom>
              <a:rect b="b" l="l" r="r" t="t"/>
              <a:pathLst>
                <a:path extrusionOk="0" h="12498" w="7379">
                  <a:moveTo>
                    <a:pt x="494" y="102"/>
                  </a:moveTo>
                  <a:cubicBezTo>
                    <a:pt x="633" y="195"/>
                    <a:pt x="1929" y="1084"/>
                    <a:pt x="2588" y="2402"/>
                  </a:cubicBezTo>
                  <a:cubicBezTo>
                    <a:pt x="2966" y="3156"/>
                    <a:pt x="3403" y="4161"/>
                    <a:pt x="3755" y="4969"/>
                  </a:cubicBezTo>
                  <a:cubicBezTo>
                    <a:pt x="4069" y="5690"/>
                    <a:pt x="4316" y="6259"/>
                    <a:pt x="4413" y="6404"/>
                  </a:cubicBezTo>
                  <a:cubicBezTo>
                    <a:pt x="4613" y="6705"/>
                    <a:pt x="5868" y="8561"/>
                    <a:pt x="5881" y="8580"/>
                  </a:cubicBezTo>
                  <a:cubicBezTo>
                    <a:pt x="5882" y="8581"/>
                    <a:pt x="5883" y="8583"/>
                    <a:pt x="5884" y="8584"/>
                  </a:cubicBezTo>
                  <a:lnTo>
                    <a:pt x="7248" y="10234"/>
                  </a:lnTo>
                  <a:cubicBezTo>
                    <a:pt x="6281" y="10776"/>
                    <a:pt x="5933" y="11666"/>
                    <a:pt x="5817" y="12354"/>
                  </a:cubicBezTo>
                  <a:cubicBezTo>
                    <a:pt x="5687" y="12252"/>
                    <a:pt x="5578" y="12167"/>
                    <a:pt x="5499" y="12105"/>
                  </a:cubicBezTo>
                  <a:cubicBezTo>
                    <a:pt x="4824" y="11575"/>
                    <a:pt x="1771" y="8993"/>
                    <a:pt x="1519" y="8781"/>
                  </a:cubicBezTo>
                  <a:cubicBezTo>
                    <a:pt x="1491" y="8384"/>
                    <a:pt x="1163" y="3869"/>
                    <a:pt x="1065" y="3232"/>
                  </a:cubicBezTo>
                  <a:cubicBezTo>
                    <a:pt x="972" y="2628"/>
                    <a:pt x="264" y="515"/>
                    <a:pt x="124" y="102"/>
                  </a:cubicBezTo>
                  <a:close/>
                  <a:moveTo>
                    <a:pt x="53" y="1"/>
                  </a:moveTo>
                  <a:cubicBezTo>
                    <a:pt x="37" y="1"/>
                    <a:pt x="21" y="8"/>
                    <a:pt x="12" y="22"/>
                  </a:cubicBezTo>
                  <a:cubicBezTo>
                    <a:pt x="3" y="35"/>
                    <a:pt x="0" y="52"/>
                    <a:pt x="6" y="68"/>
                  </a:cubicBezTo>
                  <a:cubicBezTo>
                    <a:pt x="14" y="93"/>
                    <a:pt x="865" y="2601"/>
                    <a:pt x="965" y="3246"/>
                  </a:cubicBezTo>
                  <a:cubicBezTo>
                    <a:pt x="1065" y="3895"/>
                    <a:pt x="1416" y="8760"/>
                    <a:pt x="1419" y="8809"/>
                  </a:cubicBezTo>
                  <a:cubicBezTo>
                    <a:pt x="1420" y="8823"/>
                    <a:pt x="1427" y="8835"/>
                    <a:pt x="1437" y="8844"/>
                  </a:cubicBezTo>
                  <a:cubicBezTo>
                    <a:pt x="1471" y="8872"/>
                    <a:pt x="4735" y="11634"/>
                    <a:pt x="5436" y="12185"/>
                  </a:cubicBezTo>
                  <a:cubicBezTo>
                    <a:pt x="5528" y="12257"/>
                    <a:pt x="5662" y="12361"/>
                    <a:pt x="5823" y="12486"/>
                  </a:cubicBezTo>
                  <a:cubicBezTo>
                    <a:pt x="5832" y="12493"/>
                    <a:pt x="5843" y="12497"/>
                    <a:pt x="5854" y="12497"/>
                  </a:cubicBezTo>
                  <a:cubicBezTo>
                    <a:pt x="5861" y="12497"/>
                    <a:pt x="5867" y="12495"/>
                    <a:pt x="5873" y="12493"/>
                  </a:cubicBezTo>
                  <a:cubicBezTo>
                    <a:pt x="5889" y="12487"/>
                    <a:pt x="5901" y="12471"/>
                    <a:pt x="5904" y="12453"/>
                  </a:cubicBezTo>
                  <a:cubicBezTo>
                    <a:pt x="6005" y="11767"/>
                    <a:pt x="6336" y="10835"/>
                    <a:pt x="7350" y="10294"/>
                  </a:cubicBezTo>
                  <a:cubicBezTo>
                    <a:pt x="7364" y="10286"/>
                    <a:pt x="7373" y="10274"/>
                    <a:pt x="7376" y="10258"/>
                  </a:cubicBezTo>
                  <a:cubicBezTo>
                    <a:pt x="7378" y="10243"/>
                    <a:pt x="7375" y="10228"/>
                    <a:pt x="7365" y="10216"/>
                  </a:cubicBezTo>
                  <a:lnTo>
                    <a:pt x="5963" y="8521"/>
                  </a:lnTo>
                  <a:cubicBezTo>
                    <a:pt x="5915" y="8450"/>
                    <a:pt x="4694" y="6644"/>
                    <a:pt x="4497" y="6348"/>
                  </a:cubicBezTo>
                  <a:cubicBezTo>
                    <a:pt x="4406" y="6210"/>
                    <a:pt x="4147" y="5617"/>
                    <a:pt x="3848" y="4930"/>
                  </a:cubicBezTo>
                  <a:cubicBezTo>
                    <a:pt x="3496" y="4121"/>
                    <a:pt x="3057" y="3113"/>
                    <a:pt x="2679" y="2357"/>
                  </a:cubicBezTo>
                  <a:cubicBezTo>
                    <a:pt x="1972" y="943"/>
                    <a:pt x="550" y="18"/>
                    <a:pt x="536" y="9"/>
                  </a:cubicBezTo>
                  <a:cubicBezTo>
                    <a:pt x="527" y="4"/>
                    <a:pt x="518" y="1"/>
                    <a:pt x="5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0"/>
            <p:cNvSpPr/>
            <p:nvPr/>
          </p:nvSpPr>
          <p:spPr>
            <a:xfrm>
              <a:off x="6762547" y="4875007"/>
              <a:ext cx="146240" cy="81115"/>
            </a:xfrm>
            <a:custGeom>
              <a:rect b="b" l="l" r="r" t="t"/>
              <a:pathLst>
                <a:path extrusionOk="0" h="974" w="1756">
                  <a:moveTo>
                    <a:pt x="59" y="1"/>
                  </a:moveTo>
                  <a:cubicBezTo>
                    <a:pt x="40" y="1"/>
                    <a:pt x="22" y="11"/>
                    <a:pt x="13" y="29"/>
                  </a:cubicBezTo>
                  <a:cubicBezTo>
                    <a:pt x="1" y="54"/>
                    <a:pt x="11" y="85"/>
                    <a:pt x="37" y="97"/>
                  </a:cubicBezTo>
                  <a:cubicBezTo>
                    <a:pt x="39" y="97"/>
                    <a:pt x="216" y="187"/>
                    <a:pt x="562" y="330"/>
                  </a:cubicBezTo>
                  <a:cubicBezTo>
                    <a:pt x="766" y="415"/>
                    <a:pt x="983" y="433"/>
                    <a:pt x="1174" y="449"/>
                  </a:cubicBezTo>
                  <a:cubicBezTo>
                    <a:pt x="1316" y="459"/>
                    <a:pt x="1438" y="470"/>
                    <a:pt x="1519" y="504"/>
                  </a:cubicBezTo>
                  <a:cubicBezTo>
                    <a:pt x="1599" y="539"/>
                    <a:pt x="1649" y="604"/>
                    <a:pt x="1642" y="664"/>
                  </a:cubicBezTo>
                  <a:cubicBezTo>
                    <a:pt x="1629" y="758"/>
                    <a:pt x="1480" y="837"/>
                    <a:pt x="1242" y="873"/>
                  </a:cubicBezTo>
                  <a:cubicBezTo>
                    <a:pt x="1214" y="877"/>
                    <a:pt x="1195" y="902"/>
                    <a:pt x="1199" y="931"/>
                  </a:cubicBezTo>
                  <a:cubicBezTo>
                    <a:pt x="1203" y="956"/>
                    <a:pt x="1224" y="974"/>
                    <a:pt x="1250" y="974"/>
                  </a:cubicBezTo>
                  <a:cubicBezTo>
                    <a:pt x="1252" y="974"/>
                    <a:pt x="1254" y="974"/>
                    <a:pt x="1257" y="972"/>
                  </a:cubicBezTo>
                  <a:cubicBezTo>
                    <a:pt x="1654" y="913"/>
                    <a:pt x="1731" y="762"/>
                    <a:pt x="1742" y="677"/>
                  </a:cubicBezTo>
                  <a:cubicBezTo>
                    <a:pt x="1755" y="571"/>
                    <a:pt x="1682" y="465"/>
                    <a:pt x="1559" y="411"/>
                  </a:cubicBezTo>
                  <a:cubicBezTo>
                    <a:pt x="1463" y="370"/>
                    <a:pt x="1332" y="360"/>
                    <a:pt x="1182" y="347"/>
                  </a:cubicBezTo>
                  <a:cubicBezTo>
                    <a:pt x="998" y="332"/>
                    <a:pt x="790" y="316"/>
                    <a:pt x="601" y="237"/>
                  </a:cubicBezTo>
                  <a:cubicBezTo>
                    <a:pt x="259" y="94"/>
                    <a:pt x="84" y="7"/>
                    <a:pt x="82" y="6"/>
                  </a:cubicBezTo>
                  <a:cubicBezTo>
                    <a:pt x="74" y="2"/>
                    <a:pt x="67" y="1"/>
                    <a:pt x="5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10"/>
            <p:cNvSpPr/>
            <p:nvPr/>
          </p:nvSpPr>
          <p:spPr>
            <a:xfrm>
              <a:off x="6816346" y="4841195"/>
              <a:ext cx="149238" cy="102768"/>
            </a:xfrm>
            <a:custGeom>
              <a:rect b="b" l="l" r="r" t="t"/>
              <a:pathLst>
                <a:path extrusionOk="0" h="1234" w="1792">
                  <a:moveTo>
                    <a:pt x="51" y="1"/>
                  </a:moveTo>
                  <a:cubicBezTo>
                    <a:pt x="24" y="1"/>
                    <a:pt x="3" y="22"/>
                    <a:pt x="1" y="49"/>
                  </a:cubicBezTo>
                  <a:cubicBezTo>
                    <a:pt x="0" y="76"/>
                    <a:pt x="21" y="100"/>
                    <a:pt x="50" y="101"/>
                  </a:cubicBezTo>
                  <a:cubicBezTo>
                    <a:pt x="267" y="113"/>
                    <a:pt x="638" y="158"/>
                    <a:pt x="713" y="233"/>
                  </a:cubicBezTo>
                  <a:cubicBezTo>
                    <a:pt x="746" y="265"/>
                    <a:pt x="830" y="331"/>
                    <a:pt x="947" y="423"/>
                  </a:cubicBezTo>
                  <a:cubicBezTo>
                    <a:pt x="1146" y="580"/>
                    <a:pt x="1609" y="943"/>
                    <a:pt x="1632" y="1044"/>
                  </a:cubicBezTo>
                  <a:cubicBezTo>
                    <a:pt x="1563" y="1130"/>
                    <a:pt x="1478" y="1133"/>
                    <a:pt x="1475" y="1133"/>
                  </a:cubicBezTo>
                  <a:cubicBezTo>
                    <a:pt x="1446" y="1133"/>
                    <a:pt x="1423" y="1155"/>
                    <a:pt x="1423" y="1183"/>
                  </a:cubicBezTo>
                  <a:cubicBezTo>
                    <a:pt x="1423" y="1212"/>
                    <a:pt x="1446" y="1234"/>
                    <a:pt x="1475" y="1234"/>
                  </a:cubicBezTo>
                  <a:cubicBezTo>
                    <a:pt x="1480" y="1234"/>
                    <a:pt x="1616" y="1233"/>
                    <a:pt x="1718" y="1097"/>
                  </a:cubicBezTo>
                  <a:cubicBezTo>
                    <a:pt x="1791" y="1000"/>
                    <a:pt x="1639" y="838"/>
                    <a:pt x="1009" y="344"/>
                  </a:cubicBezTo>
                  <a:cubicBezTo>
                    <a:pt x="904" y="261"/>
                    <a:pt x="813" y="190"/>
                    <a:pt x="784" y="160"/>
                  </a:cubicBezTo>
                  <a:cubicBezTo>
                    <a:pt x="661" y="37"/>
                    <a:pt x="154" y="6"/>
                    <a:pt x="55" y="1"/>
                  </a:cubicBezTo>
                  <a:cubicBezTo>
                    <a:pt x="54" y="1"/>
                    <a:pt x="52" y="1"/>
                    <a:pt x="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10"/>
            <p:cNvSpPr/>
            <p:nvPr/>
          </p:nvSpPr>
          <p:spPr>
            <a:xfrm>
              <a:off x="6862232" y="4823956"/>
              <a:ext cx="160147" cy="122505"/>
            </a:xfrm>
            <a:custGeom>
              <a:rect b="b" l="l" r="r" t="t"/>
              <a:pathLst>
                <a:path extrusionOk="0" h="1471" w="1923">
                  <a:moveTo>
                    <a:pt x="177" y="1"/>
                  </a:moveTo>
                  <a:cubicBezTo>
                    <a:pt x="104" y="1"/>
                    <a:pt x="56" y="4"/>
                    <a:pt x="48" y="5"/>
                  </a:cubicBezTo>
                  <a:cubicBezTo>
                    <a:pt x="21" y="7"/>
                    <a:pt x="0" y="31"/>
                    <a:pt x="2" y="60"/>
                  </a:cubicBezTo>
                  <a:cubicBezTo>
                    <a:pt x="4" y="86"/>
                    <a:pt x="27" y="106"/>
                    <a:pt x="53" y="106"/>
                  </a:cubicBezTo>
                  <a:cubicBezTo>
                    <a:pt x="54" y="106"/>
                    <a:pt x="55" y="106"/>
                    <a:pt x="57" y="106"/>
                  </a:cubicBezTo>
                  <a:cubicBezTo>
                    <a:pt x="58" y="106"/>
                    <a:pt x="101" y="103"/>
                    <a:pt x="168" y="103"/>
                  </a:cubicBezTo>
                  <a:cubicBezTo>
                    <a:pt x="377" y="103"/>
                    <a:pt x="825" y="133"/>
                    <a:pt x="1029" y="378"/>
                  </a:cubicBezTo>
                  <a:cubicBezTo>
                    <a:pt x="1099" y="462"/>
                    <a:pt x="1182" y="556"/>
                    <a:pt x="1267" y="654"/>
                  </a:cubicBezTo>
                  <a:cubicBezTo>
                    <a:pt x="1466" y="882"/>
                    <a:pt x="1765" y="1226"/>
                    <a:pt x="1777" y="1311"/>
                  </a:cubicBezTo>
                  <a:cubicBezTo>
                    <a:pt x="1735" y="1366"/>
                    <a:pt x="1680" y="1369"/>
                    <a:pt x="1678" y="1369"/>
                  </a:cubicBezTo>
                  <a:cubicBezTo>
                    <a:pt x="1650" y="1369"/>
                    <a:pt x="1628" y="1391"/>
                    <a:pt x="1628" y="1420"/>
                  </a:cubicBezTo>
                  <a:cubicBezTo>
                    <a:pt x="1628" y="1448"/>
                    <a:pt x="1650" y="1470"/>
                    <a:pt x="1678" y="1470"/>
                  </a:cubicBezTo>
                  <a:cubicBezTo>
                    <a:pt x="1682" y="1470"/>
                    <a:pt x="1792" y="1469"/>
                    <a:pt x="1865" y="1361"/>
                  </a:cubicBezTo>
                  <a:cubicBezTo>
                    <a:pt x="1922" y="1275"/>
                    <a:pt x="1799" y="1110"/>
                    <a:pt x="1343" y="588"/>
                  </a:cubicBezTo>
                  <a:cubicBezTo>
                    <a:pt x="1259" y="491"/>
                    <a:pt x="1176" y="397"/>
                    <a:pt x="1107" y="314"/>
                  </a:cubicBezTo>
                  <a:cubicBezTo>
                    <a:pt x="877" y="37"/>
                    <a:pt x="406"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10"/>
            <p:cNvSpPr/>
            <p:nvPr/>
          </p:nvSpPr>
          <p:spPr>
            <a:xfrm>
              <a:off x="4855538" y="3541702"/>
              <a:ext cx="1158008" cy="1597560"/>
            </a:xfrm>
            <a:custGeom>
              <a:rect b="b" l="l" r="r" t="t"/>
              <a:pathLst>
                <a:path extrusionOk="0" h="19183" w="13905">
                  <a:moveTo>
                    <a:pt x="8915" y="0"/>
                  </a:moveTo>
                  <a:cubicBezTo>
                    <a:pt x="8915" y="0"/>
                    <a:pt x="8341" y="0"/>
                    <a:pt x="7228" y="610"/>
                  </a:cubicBezTo>
                  <a:cubicBezTo>
                    <a:pt x="6116" y="1220"/>
                    <a:pt x="4500" y="2728"/>
                    <a:pt x="3531" y="4415"/>
                  </a:cubicBezTo>
                  <a:cubicBezTo>
                    <a:pt x="2562" y="6102"/>
                    <a:pt x="1055" y="12743"/>
                    <a:pt x="1018" y="13209"/>
                  </a:cubicBezTo>
                  <a:cubicBezTo>
                    <a:pt x="986" y="13634"/>
                    <a:pt x="150" y="18341"/>
                    <a:pt x="0" y="19183"/>
                  </a:cubicBezTo>
                  <a:lnTo>
                    <a:pt x="744" y="19183"/>
                  </a:lnTo>
                  <a:lnTo>
                    <a:pt x="11477" y="17377"/>
                  </a:lnTo>
                  <a:cubicBezTo>
                    <a:pt x="11477" y="17377"/>
                    <a:pt x="11679" y="16619"/>
                    <a:pt x="12290" y="15076"/>
                  </a:cubicBezTo>
                  <a:cubicBezTo>
                    <a:pt x="12900" y="13532"/>
                    <a:pt x="13905" y="9656"/>
                    <a:pt x="13834" y="7179"/>
                  </a:cubicBezTo>
                  <a:cubicBezTo>
                    <a:pt x="13761" y="4702"/>
                    <a:pt x="12828" y="2010"/>
                    <a:pt x="12218" y="1256"/>
                  </a:cubicBezTo>
                  <a:cubicBezTo>
                    <a:pt x="11608" y="503"/>
                    <a:pt x="8915" y="0"/>
                    <a:pt x="89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10"/>
            <p:cNvSpPr/>
            <p:nvPr/>
          </p:nvSpPr>
          <p:spPr>
            <a:xfrm>
              <a:off x="4851124" y="3537455"/>
              <a:ext cx="1167003" cy="1606055"/>
            </a:xfrm>
            <a:custGeom>
              <a:rect b="b" l="l" r="r" t="t"/>
              <a:pathLst>
                <a:path extrusionOk="0" h="19285" w="14013">
                  <a:moveTo>
                    <a:pt x="8959" y="100"/>
                  </a:moveTo>
                  <a:cubicBezTo>
                    <a:pt x="8986" y="106"/>
                    <a:pt x="11640" y="608"/>
                    <a:pt x="12232" y="1340"/>
                  </a:cubicBezTo>
                  <a:cubicBezTo>
                    <a:pt x="12837" y="2088"/>
                    <a:pt x="13764" y="4755"/>
                    <a:pt x="13835" y="7232"/>
                  </a:cubicBezTo>
                  <a:cubicBezTo>
                    <a:pt x="13908" y="9702"/>
                    <a:pt x="12887" y="13613"/>
                    <a:pt x="12296" y="15109"/>
                  </a:cubicBezTo>
                  <a:cubicBezTo>
                    <a:pt x="11760" y="16466"/>
                    <a:pt x="11535" y="17224"/>
                    <a:pt x="11490" y="17384"/>
                  </a:cubicBezTo>
                  <a:lnTo>
                    <a:pt x="793" y="19184"/>
                  </a:lnTo>
                  <a:lnTo>
                    <a:pt x="114" y="19184"/>
                  </a:lnTo>
                  <a:cubicBezTo>
                    <a:pt x="300" y="18136"/>
                    <a:pt x="1090" y="13682"/>
                    <a:pt x="1121" y="13264"/>
                  </a:cubicBezTo>
                  <a:cubicBezTo>
                    <a:pt x="1155" y="12835"/>
                    <a:pt x="2657" y="6182"/>
                    <a:pt x="3628" y="4491"/>
                  </a:cubicBezTo>
                  <a:cubicBezTo>
                    <a:pt x="4602" y="2796"/>
                    <a:pt x="6215" y="1303"/>
                    <a:pt x="7306" y="706"/>
                  </a:cubicBezTo>
                  <a:cubicBezTo>
                    <a:pt x="8390" y="111"/>
                    <a:pt x="8963" y="101"/>
                    <a:pt x="8959" y="100"/>
                  </a:cubicBezTo>
                  <a:close/>
                  <a:moveTo>
                    <a:pt x="8968" y="1"/>
                  </a:moveTo>
                  <a:cubicBezTo>
                    <a:pt x="8944" y="1"/>
                    <a:pt x="8368" y="8"/>
                    <a:pt x="7257" y="617"/>
                  </a:cubicBezTo>
                  <a:cubicBezTo>
                    <a:pt x="6154" y="1222"/>
                    <a:pt x="4523" y="2729"/>
                    <a:pt x="3540" y="4441"/>
                  </a:cubicBezTo>
                  <a:cubicBezTo>
                    <a:pt x="2563" y="6141"/>
                    <a:pt x="1054" y="12826"/>
                    <a:pt x="1021" y="13257"/>
                  </a:cubicBezTo>
                  <a:cubicBezTo>
                    <a:pt x="988" y="13678"/>
                    <a:pt x="168" y="18302"/>
                    <a:pt x="4" y="19225"/>
                  </a:cubicBezTo>
                  <a:cubicBezTo>
                    <a:pt x="1" y="19239"/>
                    <a:pt x="5" y="19255"/>
                    <a:pt x="14" y="19266"/>
                  </a:cubicBezTo>
                  <a:cubicBezTo>
                    <a:pt x="25" y="19278"/>
                    <a:pt x="39" y="19284"/>
                    <a:pt x="53" y="19284"/>
                  </a:cubicBezTo>
                  <a:lnTo>
                    <a:pt x="797" y="19284"/>
                  </a:lnTo>
                  <a:cubicBezTo>
                    <a:pt x="800" y="19284"/>
                    <a:pt x="804" y="19284"/>
                    <a:pt x="806" y="19283"/>
                  </a:cubicBezTo>
                  <a:lnTo>
                    <a:pt x="11538" y="17478"/>
                  </a:lnTo>
                  <a:cubicBezTo>
                    <a:pt x="11558" y="17475"/>
                    <a:pt x="11574" y="17461"/>
                    <a:pt x="11579" y="17442"/>
                  </a:cubicBezTo>
                  <a:cubicBezTo>
                    <a:pt x="11581" y="17434"/>
                    <a:pt x="11788" y="16668"/>
                    <a:pt x="12390" y="15146"/>
                  </a:cubicBezTo>
                  <a:cubicBezTo>
                    <a:pt x="12948" y="13731"/>
                    <a:pt x="14013" y="9833"/>
                    <a:pt x="13937" y="7229"/>
                  </a:cubicBezTo>
                  <a:cubicBezTo>
                    <a:pt x="13865" y="4732"/>
                    <a:pt x="12925" y="2035"/>
                    <a:pt x="12311" y="1276"/>
                  </a:cubicBezTo>
                  <a:cubicBezTo>
                    <a:pt x="11696" y="516"/>
                    <a:pt x="9089" y="22"/>
                    <a:pt x="89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0"/>
            <p:cNvSpPr/>
            <p:nvPr/>
          </p:nvSpPr>
          <p:spPr>
            <a:xfrm>
              <a:off x="5550169" y="2818253"/>
              <a:ext cx="756432" cy="1274934"/>
            </a:xfrm>
            <a:custGeom>
              <a:rect b="b" l="l" r="r" t="t"/>
              <a:pathLst>
                <a:path extrusionOk="0" h="15309" w="9083">
                  <a:moveTo>
                    <a:pt x="4728" y="0"/>
                  </a:moveTo>
                  <a:cubicBezTo>
                    <a:pt x="3876" y="0"/>
                    <a:pt x="2889" y="161"/>
                    <a:pt x="2118" y="538"/>
                  </a:cubicBezTo>
                  <a:cubicBezTo>
                    <a:pt x="574" y="1292"/>
                    <a:pt x="216" y="2405"/>
                    <a:pt x="216" y="3625"/>
                  </a:cubicBezTo>
                  <a:cubicBezTo>
                    <a:pt x="216" y="4845"/>
                    <a:pt x="898" y="6570"/>
                    <a:pt x="898" y="6570"/>
                  </a:cubicBezTo>
                  <a:cubicBezTo>
                    <a:pt x="898" y="6570"/>
                    <a:pt x="431" y="8435"/>
                    <a:pt x="395" y="8543"/>
                  </a:cubicBezTo>
                  <a:cubicBezTo>
                    <a:pt x="359" y="8651"/>
                    <a:pt x="0" y="8902"/>
                    <a:pt x="0" y="8902"/>
                  </a:cubicBezTo>
                  <a:cubicBezTo>
                    <a:pt x="0" y="8902"/>
                    <a:pt x="2297" y="13641"/>
                    <a:pt x="2836" y="14394"/>
                  </a:cubicBezTo>
                  <a:cubicBezTo>
                    <a:pt x="3213" y="14922"/>
                    <a:pt x="3396" y="15309"/>
                    <a:pt x="3522" y="15309"/>
                  </a:cubicBezTo>
                  <a:cubicBezTo>
                    <a:pt x="3575" y="15309"/>
                    <a:pt x="3618" y="15238"/>
                    <a:pt x="3662" y="15076"/>
                  </a:cubicBezTo>
                  <a:cubicBezTo>
                    <a:pt x="3805" y="14538"/>
                    <a:pt x="3841" y="10948"/>
                    <a:pt x="3841" y="10948"/>
                  </a:cubicBezTo>
                  <a:lnTo>
                    <a:pt x="4236" y="10625"/>
                  </a:lnTo>
                  <a:lnTo>
                    <a:pt x="5169" y="9549"/>
                  </a:lnTo>
                  <a:cubicBezTo>
                    <a:pt x="5169" y="9549"/>
                    <a:pt x="6605" y="9657"/>
                    <a:pt x="7179" y="9657"/>
                  </a:cubicBezTo>
                  <a:cubicBezTo>
                    <a:pt x="7754" y="9657"/>
                    <a:pt x="8257" y="9584"/>
                    <a:pt x="8257" y="8975"/>
                  </a:cubicBezTo>
                  <a:cubicBezTo>
                    <a:pt x="8257" y="8364"/>
                    <a:pt x="7933" y="6282"/>
                    <a:pt x="7933" y="6282"/>
                  </a:cubicBezTo>
                  <a:cubicBezTo>
                    <a:pt x="7933" y="6282"/>
                    <a:pt x="8580" y="6138"/>
                    <a:pt x="8831" y="5851"/>
                  </a:cubicBezTo>
                  <a:cubicBezTo>
                    <a:pt x="9082" y="5564"/>
                    <a:pt x="8722" y="5205"/>
                    <a:pt x="8400" y="4774"/>
                  </a:cubicBezTo>
                  <a:cubicBezTo>
                    <a:pt x="8077" y="4344"/>
                    <a:pt x="7790" y="3877"/>
                    <a:pt x="7754" y="3374"/>
                  </a:cubicBezTo>
                  <a:cubicBezTo>
                    <a:pt x="7718" y="2872"/>
                    <a:pt x="6857" y="1220"/>
                    <a:pt x="6857" y="1220"/>
                  </a:cubicBezTo>
                  <a:cubicBezTo>
                    <a:pt x="6857" y="1220"/>
                    <a:pt x="6999" y="969"/>
                    <a:pt x="6534" y="431"/>
                  </a:cubicBezTo>
                  <a:cubicBezTo>
                    <a:pt x="6300" y="162"/>
                    <a:pt x="5581" y="0"/>
                    <a:pt x="47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0"/>
            <p:cNvSpPr/>
            <p:nvPr/>
          </p:nvSpPr>
          <p:spPr>
            <a:xfrm>
              <a:off x="5545423" y="2813672"/>
              <a:ext cx="763594" cy="1283761"/>
            </a:xfrm>
            <a:custGeom>
              <a:rect b="b" l="l" r="r" t="t"/>
              <a:pathLst>
                <a:path extrusionOk="0" h="15415" w="9169">
                  <a:moveTo>
                    <a:pt x="4780" y="105"/>
                  </a:moveTo>
                  <a:cubicBezTo>
                    <a:pt x="5626" y="105"/>
                    <a:pt x="6332" y="265"/>
                    <a:pt x="6552" y="518"/>
                  </a:cubicBezTo>
                  <a:cubicBezTo>
                    <a:pt x="6983" y="1016"/>
                    <a:pt x="6871" y="1249"/>
                    <a:pt x="6870" y="1250"/>
                  </a:cubicBezTo>
                  <a:cubicBezTo>
                    <a:pt x="6861" y="1266"/>
                    <a:pt x="6860" y="1283"/>
                    <a:pt x="6869" y="1299"/>
                  </a:cubicBezTo>
                  <a:cubicBezTo>
                    <a:pt x="6877" y="1315"/>
                    <a:pt x="7726" y="2947"/>
                    <a:pt x="7761" y="3432"/>
                  </a:cubicBezTo>
                  <a:cubicBezTo>
                    <a:pt x="7798" y="3971"/>
                    <a:pt x="8114" y="4456"/>
                    <a:pt x="8416" y="4860"/>
                  </a:cubicBezTo>
                  <a:cubicBezTo>
                    <a:pt x="8463" y="4921"/>
                    <a:pt x="8510" y="4981"/>
                    <a:pt x="8555" y="5040"/>
                  </a:cubicBezTo>
                  <a:cubicBezTo>
                    <a:pt x="8855" y="5423"/>
                    <a:pt x="9028" y="5669"/>
                    <a:pt x="8850" y="5873"/>
                  </a:cubicBezTo>
                  <a:cubicBezTo>
                    <a:pt x="8613" y="6144"/>
                    <a:pt x="7986" y="6286"/>
                    <a:pt x="7980" y="6288"/>
                  </a:cubicBezTo>
                  <a:cubicBezTo>
                    <a:pt x="7954" y="6293"/>
                    <a:pt x="7937" y="6318"/>
                    <a:pt x="7940" y="6344"/>
                  </a:cubicBezTo>
                  <a:cubicBezTo>
                    <a:pt x="7943" y="6365"/>
                    <a:pt x="8263" y="8429"/>
                    <a:pt x="8263" y="9030"/>
                  </a:cubicBezTo>
                  <a:cubicBezTo>
                    <a:pt x="8263" y="9555"/>
                    <a:pt x="7870" y="9660"/>
                    <a:pt x="7237" y="9660"/>
                  </a:cubicBezTo>
                  <a:cubicBezTo>
                    <a:pt x="6670" y="9660"/>
                    <a:pt x="5244" y="9554"/>
                    <a:pt x="5231" y="9553"/>
                  </a:cubicBezTo>
                  <a:cubicBezTo>
                    <a:pt x="5229" y="9553"/>
                    <a:pt x="5227" y="9553"/>
                    <a:pt x="5225" y="9553"/>
                  </a:cubicBezTo>
                  <a:cubicBezTo>
                    <a:pt x="5210" y="9553"/>
                    <a:pt x="5197" y="9560"/>
                    <a:pt x="5189" y="9570"/>
                  </a:cubicBezTo>
                  <a:lnTo>
                    <a:pt x="4258" y="10643"/>
                  </a:lnTo>
                  <a:lnTo>
                    <a:pt x="3866" y="10965"/>
                  </a:lnTo>
                  <a:cubicBezTo>
                    <a:pt x="3855" y="10974"/>
                    <a:pt x="3848" y="10988"/>
                    <a:pt x="3848" y="11003"/>
                  </a:cubicBezTo>
                  <a:cubicBezTo>
                    <a:pt x="3848" y="11039"/>
                    <a:pt x="3810" y="14592"/>
                    <a:pt x="3670" y="15119"/>
                  </a:cubicBezTo>
                  <a:cubicBezTo>
                    <a:pt x="3621" y="15301"/>
                    <a:pt x="3584" y="15313"/>
                    <a:pt x="3580" y="15313"/>
                  </a:cubicBezTo>
                  <a:cubicBezTo>
                    <a:pt x="3579" y="15313"/>
                    <a:pt x="3578" y="15313"/>
                    <a:pt x="3577" y="15313"/>
                  </a:cubicBezTo>
                  <a:cubicBezTo>
                    <a:pt x="3525" y="15313"/>
                    <a:pt x="3392" y="15109"/>
                    <a:pt x="3264" y="14911"/>
                  </a:cubicBezTo>
                  <a:cubicBezTo>
                    <a:pt x="3176" y="14775"/>
                    <a:pt x="3066" y="14605"/>
                    <a:pt x="2935" y="14420"/>
                  </a:cubicBezTo>
                  <a:cubicBezTo>
                    <a:pt x="2430" y="13714"/>
                    <a:pt x="342" y="9427"/>
                    <a:pt x="121" y="8974"/>
                  </a:cubicBezTo>
                  <a:cubicBezTo>
                    <a:pt x="224" y="8899"/>
                    <a:pt x="466" y="8717"/>
                    <a:pt x="500" y="8614"/>
                  </a:cubicBezTo>
                  <a:cubicBezTo>
                    <a:pt x="536" y="8506"/>
                    <a:pt x="985" y="6713"/>
                    <a:pt x="1004" y="6636"/>
                  </a:cubicBezTo>
                  <a:cubicBezTo>
                    <a:pt x="1006" y="6626"/>
                    <a:pt x="1006" y="6615"/>
                    <a:pt x="1002" y="6606"/>
                  </a:cubicBezTo>
                  <a:cubicBezTo>
                    <a:pt x="995" y="6588"/>
                    <a:pt x="323" y="4877"/>
                    <a:pt x="323" y="3680"/>
                  </a:cubicBezTo>
                  <a:cubicBezTo>
                    <a:pt x="323" y="2691"/>
                    <a:pt x="536" y="1450"/>
                    <a:pt x="2197" y="639"/>
                  </a:cubicBezTo>
                  <a:cubicBezTo>
                    <a:pt x="2970" y="262"/>
                    <a:pt x="3944" y="105"/>
                    <a:pt x="4780" y="105"/>
                  </a:cubicBezTo>
                  <a:close/>
                  <a:moveTo>
                    <a:pt x="4808" y="0"/>
                  </a:moveTo>
                  <a:cubicBezTo>
                    <a:pt x="3933" y="0"/>
                    <a:pt x="2923" y="172"/>
                    <a:pt x="2153" y="548"/>
                  </a:cubicBezTo>
                  <a:cubicBezTo>
                    <a:pt x="441" y="1384"/>
                    <a:pt x="222" y="2661"/>
                    <a:pt x="222" y="3681"/>
                  </a:cubicBezTo>
                  <a:cubicBezTo>
                    <a:pt x="222" y="4835"/>
                    <a:pt x="834" y="6453"/>
                    <a:pt x="902" y="6628"/>
                  </a:cubicBezTo>
                  <a:cubicBezTo>
                    <a:pt x="739" y="7277"/>
                    <a:pt x="432" y="8500"/>
                    <a:pt x="404" y="8583"/>
                  </a:cubicBezTo>
                  <a:cubicBezTo>
                    <a:pt x="383" y="8646"/>
                    <a:pt x="172" y="8816"/>
                    <a:pt x="28" y="8916"/>
                  </a:cubicBezTo>
                  <a:cubicBezTo>
                    <a:pt x="8" y="8930"/>
                    <a:pt x="1" y="8957"/>
                    <a:pt x="11" y="8979"/>
                  </a:cubicBezTo>
                  <a:cubicBezTo>
                    <a:pt x="106" y="9173"/>
                    <a:pt x="2317" y="13730"/>
                    <a:pt x="2852" y="14479"/>
                  </a:cubicBezTo>
                  <a:cubicBezTo>
                    <a:pt x="2982" y="14661"/>
                    <a:pt x="3091" y="14830"/>
                    <a:pt x="3179" y="14966"/>
                  </a:cubicBezTo>
                  <a:cubicBezTo>
                    <a:pt x="3369" y="15259"/>
                    <a:pt x="3470" y="15415"/>
                    <a:pt x="3578" y="15415"/>
                  </a:cubicBezTo>
                  <a:cubicBezTo>
                    <a:pt x="3584" y="15415"/>
                    <a:pt x="3589" y="15414"/>
                    <a:pt x="3596" y="15413"/>
                  </a:cubicBezTo>
                  <a:cubicBezTo>
                    <a:pt x="3670" y="15401"/>
                    <a:pt x="3720" y="15323"/>
                    <a:pt x="3768" y="15144"/>
                  </a:cubicBezTo>
                  <a:cubicBezTo>
                    <a:pt x="3906" y="14623"/>
                    <a:pt x="3945" y="11366"/>
                    <a:pt x="3948" y="11028"/>
                  </a:cubicBezTo>
                  <a:lnTo>
                    <a:pt x="4325" y="10719"/>
                  </a:lnTo>
                  <a:cubicBezTo>
                    <a:pt x="4327" y="10718"/>
                    <a:pt x="4329" y="10716"/>
                    <a:pt x="4331" y="10714"/>
                  </a:cubicBezTo>
                  <a:lnTo>
                    <a:pt x="5247" y="9656"/>
                  </a:lnTo>
                  <a:cubicBezTo>
                    <a:pt x="5444" y="9670"/>
                    <a:pt x="6709" y="9762"/>
                    <a:pt x="7236" y="9762"/>
                  </a:cubicBezTo>
                  <a:cubicBezTo>
                    <a:pt x="7782" y="9762"/>
                    <a:pt x="8364" y="9705"/>
                    <a:pt x="8364" y="9030"/>
                  </a:cubicBezTo>
                  <a:cubicBezTo>
                    <a:pt x="8364" y="8465"/>
                    <a:pt x="8096" y="6693"/>
                    <a:pt x="8047" y="6375"/>
                  </a:cubicBezTo>
                  <a:cubicBezTo>
                    <a:pt x="8202" y="6336"/>
                    <a:pt x="8704" y="6193"/>
                    <a:pt x="8925" y="5939"/>
                  </a:cubicBezTo>
                  <a:cubicBezTo>
                    <a:pt x="9169" y="5661"/>
                    <a:pt x="8910" y="5330"/>
                    <a:pt x="8635" y="4978"/>
                  </a:cubicBezTo>
                  <a:cubicBezTo>
                    <a:pt x="8590" y="4919"/>
                    <a:pt x="8543" y="4861"/>
                    <a:pt x="8497" y="4799"/>
                  </a:cubicBezTo>
                  <a:cubicBezTo>
                    <a:pt x="8203" y="4407"/>
                    <a:pt x="7898" y="3937"/>
                    <a:pt x="7861" y="3426"/>
                  </a:cubicBezTo>
                  <a:cubicBezTo>
                    <a:pt x="7827" y="2943"/>
                    <a:pt x="7072" y="1473"/>
                    <a:pt x="6968" y="1273"/>
                  </a:cubicBezTo>
                  <a:cubicBezTo>
                    <a:pt x="6996" y="1189"/>
                    <a:pt x="7032" y="919"/>
                    <a:pt x="6628" y="453"/>
                  </a:cubicBezTo>
                  <a:cubicBezTo>
                    <a:pt x="6375" y="161"/>
                    <a:pt x="5655" y="0"/>
                    <a:pt x="48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0"/>
            <p:cNvSpPr/>
            <p:nvPr/>
          </p:nvSpPr>
          <p:spPr>
            <a:xfrm>
              <a:off x="6129376" y="3150038"/>
              <a:ext cx="22319" cy="62876"/>
            </a:xfrm>
            <a:custGeom>
              <a:rect b="b" l="l" r="r" t="t"/>
              <a:pathLst>
                <a:path extrusionOk="0" h="755" w="268">
                  <a:moveTo>
                    <a:pt x="122" y="1"/>
                  </a:moveTo>
                  <a:cubicBezTo>
                    <a:pt x="121" y="1"/>
                    <a:pt x="121" y="1"/>
                    <a:pt x="120" y="1"/>
                  </a:cubicBezTo>
                  <a:cubicBezTo>
                    <a:pt x="51" y="3"/>
                    <a:pt x="0" y="174"/>
                    <a:pt x="9" y="382"/>
                  </a:cubicBezTo>
                  <a:cubicBezTo>
                    <a:pt x="17" y="589"/>
                    <a:pt x="79" y="754"/>
                    <a:pt x="148" y="754"/>
                  </a:cubicBezTo>
                  <a:cubicBezTo>
                    <a:pt x="149" y="754"/>
                    <a:pt x="149" y="754"/>
                    <a:pt x="149" y="754"/>
                  </a:cubicBezTo>
                  <a:cubicBezTo>
                    <a:pt x="219" y="751"/>
                    <a:pt x="268" y="580"/>
                    <a:pt x="261" y="372"/>
                  </a:cubicBezTo>
                  <a:cubicBezTo>
                    <a:pt x="252" y="167"/>
                    <a:pt x="190" y="1"/>
                    <a:pt x="1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10"/>
            <p:cNvSpPr/>
            <p:nvPr/>
          </p:nvSpPr>
          <p:spPr>
            <a:xfrm>
              <a:off x="6057673" y="3088245"/>
              <a:ext cx="114926" cy="43389"/>
            </a:xfrm>
            <a:custGeom>
              <a:rect b="b" l="l" r="r" t="t"/>
              <a:pathLst>
                <a:path extrusionOk="0" h="521" w="1380">
                  <a:moveTo>
                    <a:pt x="775" y="1"/>
                  </a:moveTo>
                  <a:cubicBezTo>
                    <a:pt x="257" y="1"/>
                    <a:pt x="33" y="362"/>
                    <a:pt x="29" y="367"/>
                  </a:cubicBezTo>
                  <a:cubicBezTo>
                    <a:pt x="1" y="416"/>
                    <a:pt x="16" y="476"/>
                    <a:pt x="64" y="506"/>
                  </a:cubicBezTo>
                  <a:cubicBezTo>
                    <a:pt x="80" y="515"/>
                    <a:pt x="99" y="521"/>
                    <a:pt x="116" y="521"/>
                  </a:cubicBezTo>
                  <a:cubicBezTo>
                    <a:pt x="150" y="521"/>
                    <a:pt x="184" y="504"/>
                    <a:pt x="202" y="472"/>
                  </a:cubicBezTo>
                  <a:cubicBezTo>
                    <a:pt x="211" y="458"/>
                    <a:pt x="375" y="202"/>
                    <a:pt x="771" y="202"/>
                  </a:cubicBezTo>
                  <a:cubicBezTo>
                    <a:pt x="899" y="202"/>
                    <a:pt x="1050" y="229"/>
                    <a:pt x="1228" y="298"/>
                  </a:cubicBezTo>
                  <a:cubicBezTo>
                    <a:pt x="1240" y="303"/>
                    <a:pt x="1253" y="305"/>
                    <a:pt x="1265" y="305"/>
                  </a:cubicBezTo>
                  <a:cubicBezTo>
                    <a:pt x="1305" y="305"/>
                    <a:pt x="1343" y="281"/>
                    <a:pt x="1359" y="240"/>
                  </a:cubicBezTo>
                  <a:cubicBezTo>
                    <a:pt x="1380" y="189"/>
                    <a:pt x="1354" y="130"/>
                    <a:pt x="1302" y="110"/>
                  </a:cubicBezTo>
                  <a:cubicBezTo>
                    <a:pt x="1100" y="31"/>
                    <a:pt x="925" y="1"/>
                    <a:pt x="7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0"/>
            <p:cNvSpPr/>
            <p:nvPr/>
          </p:nvSpPr>
          <p:spPr>
            <a:xfrm>
              <a:off x="5568074" y="2818253"/>
              <a:ext cx="669738" cy="804152"/>
            </a:xfrm>
            <a:custGeom>
              <a:rect b="b" l="l" r="r" t="t"/>
              <a:pathLst>
                <a:path extrusionOk="0" h="9656" w="8042">
                  <a:moveTo>
                    <a:pt x="4513" y="0"/>
                  </a:moveTo>
                  <a:cubicBezTo>
                    <a:pt x="3661" y="0"/>
                    <a:pt x="2674" y="161"/>
                    <a:pt x="1903" y="538"/>
                  </a:cubicBezTo>
                  <a:cubicBezTo>
                    <a:pt x="359" y="1292"/>
                    <a:pt x="1" y="2405"/>
                    <a:pt x="1" y="3625"/>
                  </a:cubicBezTo>
                  <a:cubicBezTo>
                    <a:pt x="1" y="4615"/>
                    <a:pt x="449" y="5934"/>
                    <a:pt x="619" y="6398"/>
                  </a:cubicBezTo>
                  <a:cubicBezTo>
                    <a:pt x="737" y="6442"/>
                    <a:pt x="922" y="6502"/>
                    <a:pt x="1031" y="6502"/>
                  </a:cubicBezTo>
                  <a:cubicBezTo>
                    <a:pt x="1049" y="6502"/>
                    <a:pt x="1064" y="6500"/>
                    <a:pt x="1077" y="6497"/>
                  </a:cubicBezTo>
                  <a:cubicBezTo>
                    <a:pt x="1221" y="6461"/>
                    <a:pt x="1329" y="6030"/>
                    <a:pt x="1400" y="5600"/>
                  </a:cubicBezTo>
                  <a:cubicBezTo>
                    <a:pt x="1473" y="5169"/>
                    <a:pt x="2514" y="4666"/>
                    <a:pt x="2514" y="4666"/>
                  </a:cubicBezTo>
                  <a:cubicBezTo>
                    <a:pt x="2514" y="4666"/>
                    <a:pt x="2693" y="5959"/>
                    <a:pt x="2693" y="6210"/>
                  </a:cubicBezTo>
                  <a:cubicBezTo>
                    <a:pt x="2693" y="6461"/>
                    <a:pt x="2549" y="7717"/>
                    <a:pt x="3231" y="8328"/>
                  </a:cubicBezTo>
                  <a:cubicBezTo>
                    <a:pt x="3913" y="8938"/>
                    <a:pt x="4954" y="9549"/>
                    <a:pt x="4954" y="9549"/>
                  </a:cubicBezTo>
                  <a:cubicBezTo>
                    <a:pt x="4954" y="9549"/>
                    <a:pt x="6390" y="9656"/>
                    <a:pt x="6964" y="9656"/>
                  </a:cubicBezTo>
                  <a:cubicBezTo>
                    <a:pt x="6968" y="9656"/>
                    <a:pt x="6972" y="9656"/>
                    <a:pt x="6976" y="9656"/>
                  </a:cubicBezTo>
                  <a:cubicBezTo>
                    <a:pt x="7546" y="9656"/>
                    <a:pt x="8042" y="9580"/>
                    <a:pt x="8042" y="8975"/>
                  </a:cubicBezTo>
                  <a:cubicBezTo>
                    <a:pt x="8042" y="8364"/>
                    <a:pt x="7718" y="6282"/>
                    <a:pt x="7718" y="6282"/>
                  </a:cubicBezTo>
                  <a:cubicBezTo>
                    <a:pt x="7718" y="6282"/>
                    <a:pt x="7522" y="6175"/>
                    <a:pt x="7141" y="6175"/>
                  </a:cubicBezTo>
                  <a:cubicBezTo>
                    <a:pt x="6982" y="6175"/>
                    <a:pt x="6791" y="6194"/>
                    <a:pt x="6569" y="6246"/>
                  </a:cubicBezTo>
                  <a:cubicBezTo>
                    <a:pt x="5816" y="6426"/>
                    <a:pt x="5601" y="7646"/>
                    <a:pt x="5457" y="7790"/>
                  </a:cubicBezTo>
                  <a:cubicBezTo>
                    <a:pt x="5446" y="7801"/>
                    <a:pt x="5431" y="7806"/>
                    <a:pt x="5412" y="7806"/>
                  </a:cubicBezTo>
                  <a:cubicBezTo>
                    <a:pt x="5176" y="7806"/>
                    <a:pt x="4352" y="7029"/>
                    <a:pt x="4021" y="6497"/>
                  </a:cubicBezTo>
                  <a:cubicBezTo>
                    <a:pt x="3662" y="5923"/>
                    <a:pt x="3411" y="4918"/>
                    <a:pt x="3375" y="4344"/>
                  </a:cubicBezTo>
                  <a:cubicBezTo>
                    <a:pt x="3338" y="3769"/>
                    <a:pt x="4703" y="3482"/>
                    <a:pt x="4919" y="2944"/>
                  </a:cubicBezTo>
                  <a:cubicBezTo>
                    <a:pt x="5134" y="2405"/>
                    <a:pt x="4129" y="1831"/>
                    <a:pt x="4487" y="1472"/>
                  </a:cubicBezTo>
                  <a:cubicBezTo>
                    <a:pt x="4667" y="1292"/>
                    <a:pt x="4936" y="1239"/>
                    <a:pt x="5205" y="1239"/>
                  </a:cubicBezTo>
                  <a:cubicBezTo>
                    <a:pt x="5475" y="1239"/>
                    <a:pt x="5744" y="1292"/>
                    <a:pt x="5924" y="1328"/>
                  </a:cubicBezTo>
                  <a:cubicBezTo>
                    <a:pt x="5984" y="1340"/>
                    <a:pt x="6043" y="1345"/>
                    <a:pt x="6101" y="1345"/>
                  </a:cubicBezTo>
                  <a:cubicBezTo>
                    <a:pt x="6392" y="1345"/>
                    <a:pt x="6642" y="1220"/>
                    <a:pt x="6642" y="1220"/>
                  </a:cubicBezTo>
                  <a:cubicBezTo>
                    <a:pt x="6642" y="1220"/>
                    <a:pt x="6785" y="969"/>
                    <a:pt x="6319" y="431"/>
                  </a:cubicBezTo>
                  <a:cubicBezTo>
                    <a:pt x="6085" y="162"/>
                    <a:pt x="5366" y="0"/>
                    <a:pt x="45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0"/>
            <p:cNvSpPr/>
            <p:nvPr/>
          </p:nvSpPr>
          <p:spPr>
            <a:xfrm>
              <a:off x="5563911" y="2813672"/>
              <a:ext cx="678066" cy="813063"/>
            </a:xfrm>
            <a:custGeom>
              <a:rect b="b" l="l" r="r" t="t"/>
              <a:pathLst>
                <a:path extrusionOk="0" h="9763" w="8142">
                  <a:moveTo>
                    <a:pt x="4557" y="105"/>
                  </a:moveTo>
                  <a:cubicBezTo>
                    <a:pt x="5403" y="105"/>
                    <a:pt x="6110" y="265"/>
                    <a:pt x="6330" y="519"/>
                  </a:cubicBezTo>
                  <a:cubicBezTo>
                    <a:pt x="6704" y="951"/>
                    <a:pt x="6668" y="1184"/>
                    <a:pt x="6652" y="1238"/>
                  </a:cubicBezTo>
                  <a:cubicBezTo>
                    <a:pt x="6592" y="1265"/>
                    <a:pt x="6384" y="1350"/>
                    <a:pt x="6150" y="1350"/>
                  </a:cubicBezTo>
                  <a:cubicBezTo>
                    <a:pt x="6095" y="1350"/>
                    <a:pt x="6039" y="1345"/>
                    <a:pt x="5983" y="1334"/>
                  </a:cubicBezTo>
                  <a:cubicBezTo>
                    <a:pt x="5806" y="1298"/>
                    <a:pt x="5534" y="1244"/>
                    <a:pt x="5258" y="1244"/>
                  </a:cubicBezTo>
                  <a:cubicBezTo>
                    <a:pt x="4977" y="1244"/>
                    <a:pt x="4692" y="1301"/>
                    <a:pt x="4502" y="1491"/>
                  </a:cubicBezTo>
                  <a:cubicBezTo>
                    <a:pt x="4291" y="1702"/>
                    <a:pt x="4480" y="1971"/>
                    <a:pt x="4661" y="2230"/>
                  </a:cubicBezTo>
                  <a:cubicBezTo>
                    <a:pt x="4837" y="2480"/>
                    <a:pt x="5018" y="2738"/>
                    <a:pt x="4922" y="2980"/>
                  </a:cubicBezTo>
                  <a:cubicBezTo>
                    <a:pt x="4830" y="3209"/>
                    <a:pt x="4498" y="3400"/>
                    <a:pt x="4175" y="3585"/>
                  </a:cubicBezTo>
                  <a:cubicBezTo>
                    <a:pt x="3771" y="3818"/>
                    <a:pt x="3353" y="4058"/>
                    <a:pt x="3374" y="4402"/>
                  </a:cubicBezTo>
                  <a:cubicBezTo>
                    <a:pt x="3412" y="5006"/>
                    <a:pt x="3673" y="6011"/>
                    <a:pt x="4027" y="6579"/>
                  </a:cubicBezTo>
                  <a:cubicBezTo>
                    <a:pt x="4339" y="7077"/>
                    <a:pt x="5151" y="7876"/>
                    <a:pt x="5442" y="7910"/>
                  </a:cubicBezTo>
                  <a:cubicBezTo>
                    <a:pt x="5449" y="7911"/>
                    <a:pt x="5456" y="7911"/>
                    <a:pt x="5462" y="7911"/>
                  </a:cubicBezTo>
                  <a:cubicBezTo>
                    <a:pt x="5503" y="7911"/>
                    <a:pt x="5528" y="7895"/>
                    <a:pt x="5543" y="7881"/>
                  </a:cubicBezTo>
                  <a:cubicBezTo>
                    <a:pt x="5588" y="7834"/>
                    <a:pt x="5630" y="7725"/>
                    <a:pt x="5692" y="7561"/>
                  </a:cubicBezTo>
                  <a:cubicBezTo>
                    <a:pt x="5846" y="7155"/>
                    <a:pt x="6103" y="6476"/>
                    <a:pt x="6631" y="6351"/>
                  </a:cubicBezTo>
                  <a:cubicBezTo>
                    <a:pt x="6847" y="6299"/>
                    <a:pt x="7033" y="6281"/>
                    <a:pt x="7188" y="6281"/>
                  </a:cubicBezTo>
                  <a:cubicBezTo>
                    <a:pt x="7482" y="6281"/>
                    <a:pt x="7662" y="6346"/>
                    <a:pt x="7722" y="6372"/>
                  </a:cubicBezTo>
                  <a:cubicBezTo>
                    <a:pt x="7760" y="6616"/>
                    <a:pt x="8040" y="8467"/>
                    <a:pt x="8040" y="9030"/>
                  </a:cubicBezTo>
                  <a:cubicBezTo>
                    <a:pt x="8040" y="9555"/>
                    <a:pt x="7648" y="9660"/>
                    <a:pt x="7014" y="9660"/>
                  </a:cubicBezTo>
                  <a:cubicBezTo>
                    <a:pt x="6476" y="9660"/>
                    <a:pt x="5159" y="9564"/>
                    <a:pt x="5020" y="9554"/>
                  </a:cubicBezTo>
                  <a:cubicBezTo>
                    <a:pt x="4911" y="9489"/>
                    <a:pt x="3950" y="8913"/>
                    <a:pt x="3315" y="8345"/>
                  </a:cubicBezTo>
                  <a:cubicBezTo>
                    <a:pt x="2726" y="7819"/>
                    <a:pt x="2772" y="6778"/>
                    <a:pt x="2789" y="6385"/>
                  </a:cubicBezTo>
                  <a:cubicBezTo>
                    <a:pt x="2791" y="6335"/>
                    <a:pt x="2793" y="6293"/>
                    <a:pt x="2793" y="6265"/>
                  </a:cubicBezTo>
                  <a:cubicBezTo>
                    <a:pt x="2793" y="6013"/>
                    <a:pt x="2620" y="4767"/>
                    <a:pt x="2613" y="4715"/>
                  </a:cubicBezTo>
                  <a:cubicBezTo>
                    <a:pt x="2611" y="4698"/>
                    <a:pt x="2601" y="4684"/>
                    <a:pt x="2587" y="4677"/>
                  </a:cubicBezTo>
                  <a:cubicBezTo>
                    <a:pt x="2579" y="4673"/>
                    <a:pt x="2571" y="4671"/>
                    <a:pt x="2563" y="4671"/>
                  </a:cubicBezTo>
                  <a:cubicBezTo>
                    <a:pt x="2555" y="4671"/>
                    <a:pt x="2548" y="4672"/>
                    <a:pt x="2542" y="4676"/>
                  </a:cubicBezTo>
                  <a:cubicBezTo>
                    <a:pt x="2498" y="4697"/>
                    <a:pt x="1475" y="5195"/>
                    <a:pt x="1401" y="5647"/>
                  </a:cubicBezTo>
                  <a:cubicBezTo>
                    <a:pt x="1274" y="6406"/>
                    <a:pt x="1150" y="6494"/>
                    <a:pt x="1116" y="6503"/>
                  </a:cubicBezTo>
                  <a:cubicBezTo>
                    <a:pt x="1106" y="6505"/>
                    <a:pt x="1095" y="6506"/>
                    <a:pt x="1082" y="6506"/>
                  </a:cubicBezTo>
                  <a:cubicBezTo>
                    <a:pt x="1009" y="6506"/>
                    <a:pt x="874" y="6473"/>
                    <a:pt x="707" y="6414"/>
                  </a:cubicBezTo>
                  <a:cubicBezTo>
                    <a:pt x="519" y="5893"/>
                    <a:pt x="101" y="4636"/>
                    <a:pt x="101" y="3680"/>
                  </a:cubicBezTo>
                  <a:cubicBezTo>
                    <a:pt x="101" y="2691"/>
                    <a:pt x="314" y="1450"/>
                    <a:pt x="1975" y="639"/>
                  </a:cubicBezTo>
                  <a:cubicBezTo>
                    <a:pt x="2748" y="262"/>
                    <a:pt x="3721" y="105"/>
                    <a:pt x="4557" y="105"/>
                  </a:cubicBezTo>
                  <a:close/>
                  <a:moveTo>
                    <a:pt x="4587" y="0"/>
                  </a:moveTo>
                  <a:cubicBezTo>
                    <a:pt x="3712" y="0"/>
                    <a:pt x="2701" y="172"/>
                    <a:pt x="1931" y="548"/>
                  </a:cubicBezTo>
                  <a:cubicBezTo>
                    <a:pt x="219" y="1384"/>
                    <a:pt x="0" y="2661"/>
                    <a:pt x="0" y="3680"/>
                  </a:cubicBezTo>
                  <a:cubicBezTo>
                    <a:pt x="0" y="4665"/>
                    <a:pt x="434" y="5960"/>
                    <a:pt x="620" y="6470"/>
                  </a:cubicBezTo>
                  <a:cubicBezTo>
                    <a:pt x="626" y="6485"/>
                    <a:pt x="637" y="6495"/>
                    <a:pt x="651" y="6501"/>
                  </a:cubicBezTo>
                  <a:cubicBezTo>
                    <a:pt x="845" y="6572"/>
                    <a:pt x="989" y="6607"/>
                    <a:pt x="1082" y="6607"/>
                  </a:cubicBezTo>
                  <a:cubicBezTo>
                    <a:pt x="1104" y="6607"/>
                    <a:pt x="1123" y="6605"/>
                    <a:pt x="1140" y="6601"/>
                  </a:cubicBezTo>
                  <a:cubicBezTo>
                    <a:pt x="1231" y="6578"/>
                    <a:pt x="1368" y="6457"/>
                    <a:pt x="1501" y="5663"/>
                  </a:cubicBezTo>
                  <a:cubicBezTo>
                    <a:pt x="1552" y="5354"/>
                    <a:pt x="2206" y="4960"/>
                    <a:pt x="2523" y="4799"/>
                  </a:cubicBezTo>
                  <a:cubicBezTo>
                    <a:pt x="2559" y="5070"/>
                    <a:pt x="2692" y="6054"/>
                    <a:pt x="2692" y="6265"/>
                  </a:cubicBezTo>
                  <a:cubicBezTo>
                    <a:pt x="2692" y="6292"/>
                    <a:pt x="2691" y="6332"/>
                    <a:pt x="2689" y="6381"/>
                  </a:cubicBezTo>
                  <a:cubicBezTo>
                    <a:pt x="2671" y="6786"/>
                    <a:pt x="2623" y="7862"/>
                    <a:pt x="3248" y="8421"/>
                  </a:cubicBezTo>
                  <a:cubicBezTo>
                    <a:pt x="3926" y="9027"/>
                    <a:pt x="4968" y="9641"/>
                    <a:pt x="4978" y="9647"/>
                  </a:cubicBezTo>
                  <a:cubicBezTo>
                    <a:pt x="4986" y="9651"/>
                    <a:pt x="4993" y="9653"/>
                    <a:pt x="5000" y="9654"/>
                  </a:cubicBezTo>
                  <a:cubicBezTo>
                    <a:pt x="5015" y="9655"/>
                    <a:pt x="6444" y="9762"/>
                    <a:pt x="7014" y="9762"/>
                  </a:cubicBezTo>
                  <a:cubicBezTo>
                    <a:pt x="7560" y="9762"/>
                    <a:pt x="8142" y="9705"/>
                    <a:pt x="8142" y="9030"/>
                  </a:cubicBezTo>
                  <a:cubicBezTo>
                    <a:pt x="8142" y="8422"/>
                    <a:pt x="7831" y="6415"/>
                    <a:pt x="7818" y="6330"/>
                  </a:cubicBezTo>
                  <a:cubicBezTo>
                    <a:pt x="7816" y="6314"/>
                    <a:pt x="7806" y="6300"/>
                    <a:pt x="7792" y="6293"/>
                  </a:cubicBezTo>
                  <a:cubicBezTo>
                    <a:pt x="7781" y="6286"/>
                    <a:pt x="7578" y="6179"/>
                    <a:pt x="7193" y="6179"/>
                  </a:cubicBezTo>
                  <a:cubicBezTo>
                    <a:pt x="7030" y="6179"/>
                    <a:pt x="6835" y="6198"/>
                    <a:pt x="6608" y="6252"/>
                  </a:cubicBezTo>
                  <a:cubicBezTo>
                    <a:pt x="6028" y="6389"/>
                    <a:pt x="5758" y="7100"/>
                    <a:pt x="5597" y="7525"/>
                  </a:cubicBezTo>
                  <a:cubicBezTo>
                    <a:pt x="5548" y="7655"/>
                    <a:pt x="5502" y="7779"/>
                    <a:pt x="5471" y="7808"/>
                  </a:cubicBezTo>
                  <a:cubicBezTo>
                    <a:pt x="5466" y="7811"/>
                    <a:pt x="5460" y="7813"/>
                    <a:pt x="5452" y="7813"/>
                  </a:cubicBezTo>
                  <a:cubicBezTo>
                    <a:pt x="5280" y="7813"/>
                    <a:pt x="4475" y="7103"/>
                    <a:pt x="4114" y="6526"/>
                  </a:cubicBezTo>
                  <a:cubicBezTo>
                    <a:pt x="3767" y="5971"/>
                    <a:pt x="3512" y="4988"/>
                    <a:pt x="3476" y="4396"/>
                  </a:cubicBezTo>
                  <a:cubicBezTo>
                    <a:pt x="3458" y="4113"/>
                    <a:pt x="3848" y="3889"/>
                    <a:pt x="4226" y="3672"/>
                  </a:cubicBezTo>
                  <a:cubicBezTo>
                    <a:pt x="4563" y="3479"/>
                    <a:pt x="4911" y="3278"/>
                    <a:pt x="5015" y="3017"/>
                  </a:cubicBezTo>
                  <a:cubicBezTo>
                    <a:pt x="5132" y="2725"/>
                    <a:pt x="4926" y="2431"/>
                    <a:pt x="4744" y="2172"/>
                  </a:cubicBezTo>
                  <a:cubicBezTo>
                    <a:pt x="4544" y="1887"/>
                    <a:pt x="4433" y="1703"/>
                    <a:pt x="4573" y="1563"/>
                  </a:cubicBezTo>
                  <a:cubicBezTo>
                    <a:pt x="4741" y="1395"/>
                    <a:pt x="4998" y="1344"/>
                    <a:pt x="5257" y="1344"/>
                  </a:cubicBezTo>
                  <a:cubicBezTo>
                    <a:pt x="5523" y="1344"/>
                    <a:pt x="5791" y="1398"/>
                    <a:pt x="5964" y="1432"/>
                  </a:cubicBezTo>
                  <a:cubicBezTo>
                    <a:pt x="6027" y="1445"/>
                    <a:pt x="6091" y="1451"/>
                    <a:pt x="6153" y="1451"/>
                  </a:cubicBezTo>
                  <a:cubicBezTo>
                    <a:pt x="6450" y="1451"/>
                    <a:pt x="6702" y="1327"/>
                    <a:pt x="6714" y="1321"/>
                  </a:cubicBezTo>
                  <a:cubicBezTo>
                    <a:pt x="6723" y="1316"/>
                    <a:pt x="6731" y="1310"/>
                    <a:pt x="6735" y="1300"/>
                  </a:cubicBezTo>
                  <a:cubicBezTo>
                    <a:pt x="6742" y="1289"/>
                    <a:pt x="6891" y="1012"/>
                    <a:pt x="6406" y="452"/>
                  </a:cubicBezTo>
                  <a:cubicBezTo>
                    <a:pt x="6153" y="161"/>
                    <a:pt x="5434" y="0"/>
                    <a:pt x="4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0"/>
            <p:cNvSpPr/>
            <p:nvPr/>
          </p:nvSpPr>
          <p:spPr>
            <a:xfrm>
              <a:off x="5663762" y="3143876"/>
              <a:ext cx="131582" cy="189046"/>
            </a:xfrm>
            <a:custGeom>
              <a:rect b="b" l="l" r="r" t="t"/>
              <a:pathLst>
                <a:path extrusionOk="0" h="2270" w="1580">
                  <a:moveTo>
                    <a:pt x="820" y="0"/>
                  </a:moveTo>
                  <a:cubicBezTo>
                    <a:pt x="810" y="0"/>
                    <a:pt x="800" y="1"/>
                    <a:pt x="790" y="3"/>
                  </a:cubicBezTo>
                  <a:cubicBezTo>
                    <a:pt x="287" y="75"/>
                    <a:pt x="1" y="720"/>
                    <a:pt x="251" y="1546"/>
                  </a:cubicBezTo>
                  <a:cubicBezTo>
                    <a:pt x="432" y="2138"/>
                    <a:pt x="741" y="2269"/>
                    <a:pt x="1008" y="2269"/>
                  </a:cubicBezTo>
                  <a:cubicBezTo>
                    <a:pt x="1113" y="2269"/>
                    <a:pt x="1211" y="2249"/>
                    <a:pt x="1292" y="2228"/>
                  </a:cubicBezTo>
                  <a:lnTo>
                    <a:pt x="1580" y="1654"/>
                  </a:lnTo>
                  <a:cubicBezTo>
                    <a:pt x="1580" y="1654"/>
                    <a:pt x="1304" y="0"/>
                    <a:pt x="8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0"/>
            <p:cNvSpPr/>
            <p:nvPr/>
          </p:nvSpPr>
          <p:spPr>
            <a:xfrm>
              <a:off x="5668093" y="3139628"/>
              <a:ext cx="131832" cy="197374"/>
            </a:xfrm>
            <a:custGeom>
              <a:rect b="b" l="l" r="r" t="t"/>
              <a:pathLst>
                <a:path extrusionOk="0" h="2370" w="1583">
                  <a:moveTo>
                    <a:pt x="768" y="1"/>
                  </a:moveTo>
                  <a:cubicBezTo>
                    <a:pt x="756" y="1"/>
                    <a:pt x="744" y="1"/>
                    <a:pt x="731" y="3"/>
                  </a:cubicBezTo>
                  <a:cubicBezTo>
                    <a:pt x="525" y="34"/>
                    <a:pt x="351" y="150"/>
                    <a:pt x="230" y="341"/>
                  </a:cubicBezTo>
                  <a:cubicBezTo>
                    <a:pt x="29" y="656"/>
                    <a:pt x="1" y="1119"/>
                    <a:pt x="151" y="1612"/>
                  </a:cubicBezTo>
                  <a:cubicBezTo>
                    <a:pt x="337" y="2223"/>
                    <a:pt x="657" y="2369"/>
                    <a:pt x="954" y="2369"/>
                  </a:cubicBezTo>
                  <a:cubicBezTo>
                    <a:pt x="1059" y="2369"/>
                    <a:pt x="1161" y="2352"/>
                    <a:pt x="1253" y="2329"/>
                  </a:cubicBezTo>
                  <a:cubicBezTo>
                    <a:pt x="1280" y="2321"/>
                    <a:pt x="1296" y="2294"/>
                    <a:pt x="1290" y="2267"/>
                  </a:cubicBezTo>
                  <a:cubicBezTo>
                    <a:pt x="1283" y="2243"/>
                    <a:pt x="1263" y="2229"/>
                    <a:pt x="1240" y="2229"/>
                  </a:cubicBezTo>
                  <a:cubicBezTo>
                    <a:pt x="1236" y="2229"/>
                    <a:pt x="1232" y="2229"/>
                    <a:pt x="1228" y="2230"/>
                  </a:cubicBezTo>
                  <a:cubicBezTo>
                    <a:pt x="1141" y="2252"/>
                    <a:pt x="1049" y="2268"/>
                    <a:pt x="957" y="2268"/>
                  </a:cubicBezTo>
                  <a:cubicBezTo>
                    <a:pt x="688" y="2268"/>
                    <a:pt x="414" y="2130"/>
                    <a:pt x="248" y="1582"/>
                  </a:cubicBezTo>
                  <a:cubicBezTo>
                    <a:pt x="106" y="1118"/>
                    <a:pt x="131" y="685"/>
                    <a:pt x="315" y="396"/>
                  </a:cubicBezTo>
                  <a:cubicBezTo>
                    <a:pt x="421" y="230"/>
                    <a:pt x="569" y="129"/>
                    <a:pt x="745" y="104"/>
                  </a:cubicBezTo>
                  <a:cubicBezTo>
                    <a:pt x="753" y="103"/>
                    <a:pt x="761" y="102"/>
                    <a:pt x="769" y="102"/>
                  </a:cubicBezTo>
                  <a:cubicBezTo>
                    <a:pt x="1128" y="102"/>
                    <a:pt x="1401" y="1258"/>
                    <a:pt x="1477" y="1714"/>
                  </a:cubicBezTo>
                  <a:cubicBezTo>
                    <a:pt x="1482" y="1738"/>
                    <a:pt x="1503" y="1755"/>
                    <a:pt x="1527" y="1755"/>
                  </a:cubicBezTo>
                  <a:cubicBezTo>
                    <a:pt x="1530" y="1755"/>
                    <a:pt x="1533" y="1755"/>
                    <a:pt x="1536" y="1755"/>
                  </a:cubicBezTo>
                  <a:cubicBezTo>
                    <a:pt x="1563" y="1750"/>
                    <a:pt x="1582" y="1724"/>
                    <a:pt x="1578" y="1697"/>
                  </a:cubicBezTo>
                  <a:cubicBezTo>
                    <a:pt x="1548" y="1520"/>
                    <a:pt x="1278" y="1"/>
                    <a:pt x="7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0"/>
            <p:cNvSpPr/>
            <p:nvPr/>
          </p:nvSpPr>
          <p:spPr>
            <a:xfrm>
              <a:off x="6083489" y="3387968"/>
              <a:ext cx="95772" cy="38392"/>
            </a:xfrm>
            <a:custGeom>
              <a:rect b="b" l="l" r="r" t="t"/>
              <a:pathLst>
                <a:path extrusionOk="0" h="461" w="1150">
                  <a:moveTo>
                    <a:pt x="57" y="1"/>
                  </a:moveTo>
                  <a:cubicBezTo>
                    <a:pt x="46" y="1"/>
                    <a:pt x="35" y="4"/>
                    <a:pt x="26" y="12"/>
                  </a:cubicBezTo>
                  <a:cubicBezTo>
                    <a:pt x="4" y="30"/>
                    <a:pt x="0" y="61"/>
                    <a:pt x="18" y="83"/>
                  </a:cubicBezTo>
                  <a:cubicBezTo>
                    <a:pt x="30" y="98"/>
                    <a:pt x="329" y="461"/>
                    <a:pt x="1098" y="461"/>
                  </a:cubicBezTo>
                  <a:cubicBezTo>
                    <a:pt x="1126" y="461"/>
                    <a:pt x="1149" y="438"/>
                    <a:pt x="1148" y="411"/>
                  </a:cubicBezTo>
                  <a:cubicBezTo>
                    <a:pt x="1148" y="382"/>
                    <a:pt x="1126" y="359"/>
                    <a:pt x="1098" y="359"/>
                  </a:cubicBezTo>
                  <a:cubicBezTo>
                    <a:pt x="381" y="359"/>
                    <a:pt x="99" y="23"/>
                    <a:pt x="97" y="19"/>
                  </a:cubicBezTo>
                  <a:cubicBezTo>
                    <a:pt x="87" y="7"/>
                    <a:pt x="72" y="1"/>
                    <a:pt x="5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0"/>
            <p:cNvSpPr/>
            <p:nvPr/>
          </p:nvSpPr>
          <p:spPr>
            <a:xfrm>
              <a:off x="6719742" y="3921540"/>
              <a:ext cx="134914" cy="92607"/>
            </a:xfrm>
            <a:custGeom>
              <a:rect b="b" l="l" r="r" t="t"/>
              <a:pathLst>
                <a:path extrusionOk="0" h="1112" w="1620">
                  <a:moveTo>
                    <a:pt x="429" y="1"/>
                  </a:moveTo>
                  <a:cubicBezTo>
                    <a:pt x="380" y="1"/>
                    <a:pt x="338" y="16"/>
                    <a:pt x="304" y="50"/>
                  </a:cubicBezTo>
                  <a:cubicBezTo>
                    <a:pt x="1" y="353"/>
                    <a:pt x="811" y="1112"/>
                    <a:pt x="811" y="1112"/>
                  </a:cubicBezTo>
                  <a:lnTo>
                    <a:pt x="1620" y="961"/>
                  </a:lnTo>
                  <a:cubicBezTo>
                    <a:pt x="1620" y="961"/>
                    <a:pt x="821" y="1"/>
                    <a:pt x="42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0"/>
            <p:cNvSpPr/>
            <p:nvPr/>
          </p:nvSpPr>
          <p:spPr>
            <a:xfrm>
              <a:off x="6735065" y="3917292"/>
              <a:ext cx="124087" cy="101102"/>
            </a:xfrm>
            <a:custGeom>
              <a:rect b="b" l="l" r="r" t="t"/>
              <a:pathLst>
                <a:path extrusionOk="0" h="1214" w="1490">
                  <a:moveTo>
                    <a:pt x="254" y="102"/>
                  </a:moveTo>
                  <a:cubicBezTo>
                    <a:pt x="537" y="116"/>
                    <a:pt x="1088" y="687"/>
                    <a:pt x="1341" y="977"/>
                  </a:cubicBezTo>
                  <a:lnTo>
                    <a:pt x="643" y="1108"/>
                  </a:lnTo>
                  <a:cubicBezTo>
                    <a:pt x="547" y="1015"/>
                    <a:pt x="107" y="570"/>
                    <a:pt x="103" y="278"/>
                  </a:cubicBezTo>
                  <a:cubicBezTo>
                    <a:pt x="102" y="219"/>
                    <a:pt x="120" y="173"/>
                    <a:pt x="157" y="137"/>
                  </a:cubicBezTo>
                  <a:cubicBezTo>
                    <a:pt x="179" y="113"/>
                    <a:pt x="208" y="102"/>
                    <a:pt x="246" y="102"/>
                  </a:cubicBezTo>
                  <a:close/>
                  <a:moveTo>
                    <a:pt x="246" y="1"/>
                  </a:moveTo>
                  <a:cubicBezTo>
                    <a:pt x="181" y="1"/>
                    <a:pt x="126" y="22"/>
                    <a:pt x="84" y="65"/>
                  </a:cubicBezTo>
                  <a:cubicBezTo>
                    <a:pt x="29" y="121"/>
                    <a:pt x="0" y="193"/>
                    <a:pt x="1" y="279"/>
                  </a:cubicBezTo>
                  <a:cubicBezTo>
                    <a:pt x="8" y="649"/>
                    <a:pt x="568" y="1177"/>
                    <a:pt x="592" y="1199"/>
                  </a:cubicBezTo>
                  <a:cubicBezTo>
                    <a:pt x="602" y="1209"/>
                    <a:pt x="614" y="1213"/>
                    <a:pt x="627" y="1213"/>
                  </a:cubicBezTo>
                  <a:lnTo>
                    <a:pt x="636" y="1213"/>
                  </a:lnTo>
                  <a:lnTo>
                    <a:pt x="1445" y="1061"/>
                  </a:lnTo>
                  <a:cubicBezTo>
                    <a:pt x="1463" y="1058"/>
                    <a:pt x="1478" y="1045"/>
                    <a:pt x="1484" y="1028"/>
                  </a:cubicBezTo>
                  <a:cubicBezTo>
                    <a:pt x="1489" y="1012"/>
                    <a:pt x="1486" y="993"/>
                    <a:pt x="1475" y="979"/>
                  </a:cubicBezTo>
                  <a:cubicBezTo>
                    <a:pt x="1442" y="939"/>
                    <a:pt x="671" y="20"/>
                    <a:pt x="259" y="1"/>
                  </a:cubicBezTo>
                  <a:cubicBezTo>
                    <a:pt x="255" y="1"/>
                    <a:pt x="250" y="1"/>
                    <a:pt x="2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0"/>
            <p:cNvSpPr/>
            <p:nvPr/>
          </p:nvSpPr>
          <p:spPr>
            <a:xfrm>
              <a:off x="6791445" y="3880733"/>
              <a:ext cx="81115" cy="129251"/>
            </a:xfrm>
            <a:custGeom>
              <a:rect b="b" l="l" r="r" t="t"/>
              <a:pathLst>
                <a:path extrusionOk="0" h="1552" w="974">
                  <a:moveTo>
                    <a:pt x="232" y="0"/>
                  </a:moveTo>
                  <a:cubicBezTo>
                    <a:pt x="199" y="0"/>
                    <a:pt x="171" y="25"/>
                    <a:pt x="151" y="83"/>
                  </a:cubicBezTo>
                  <a:cubicBezTo>
                    <a:pt x="0" y="539"/>
                    <a:pt x="354" y="1551"/>
                    <a:pt x="354" y="1551"/>
                  </a:cubicBezTo>
                  <a:lnTo>
                    <a:pt x="974" y="1180"/>
                  </a:lnTo>
                  <a:cubicBezTo>
                    <a:pt x="974" y="1180"/>
                    <a:pt x="464" y="0"/>
                    <a:pt x="23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0"/>
            <p:cNvSpPr/>
            <p:nvPr/>
          </p:nvSpPr>
          <p:spPr>
            <a:xfrm>
              <a:off x="6787115" y="3876569"/>
              <a:ext cx="90192" cy="137579"/>
            </a:xfrm>
            <a:custGeom>
              <a:rect b="b" l="l" r="r" t="t"/>
              <a:pathLst>
                <a:path extrusionOk="0" h="1652" w="1083">
                  <a:moveTo>
                    <a:pt x="286" y="101"/>
                  </a:moveTo>
                  <a:cubicBezTo>
                    <a:pt x="405" y="101"/>
                    <a:pt x="724" y="667"/>
                    <a:pt x="962" y="1209"/>
                  </a:cubicBezTo>
                  <a:lnTo>
                    <a:pt x="434" y="1526"/>
                  </a:lnTo>
                  <a:cubicBezTo>
                    <a:pt x="363" y="1304"/>
                    <a:pt x="128" y="523"/>
                    <a:pt x="252" y="150"/>
                  </a:cubicBezTo>
                  <a:cubicBezTo>
                    <a:pt x="262" y="121"/>
                    <a:pt x="275" y="101"/>
                    <a:pt x="284" y="101"/>
                  </a:cubicBezTo>
                  <a:close/>
                  <a:moveTo>
                    <a:pt x="280" y="0"/>
                  </a:moveTo>
                  <a:cubicBezTo>
                    <a:pt x="241" y="1"/>
                    <a:pt x="187" y="23"/>
                    <a:pt x="156" y="118"/>
                  </a:cubicBezTo>
                  <a:cubicBezTo>
                    <a:pt x="1" y="585"/>
                    <a:pt x="344" y="1576"/>
                    <a:pt x="359" y="1618"/>
                  </a:cubicBezTo>
                  <a:cubicBezTo>
                    <a:pt x="364" y="1633"/>
                    <a:pt x="374" y="1643"/>
                    <a:pt x="389" y="1649"/>
                  </a:cubicBezTo>
                  <a:cubicBezTo>
                    <a:pt x="394" y="1651"/>
                    <a:pt x="401" y="1652"/>
                    <a:pt x="406" y="1652"/>
                  </a:cubicBezTo>
                  <a:cubicBezTo>
                    <a:pt x="415" y="1652"/>
                    <a:pt x="425" y="1650"/>
                    <a:pt x="432" y="1644"/>
                  </a:cubicBezTo>
                  <a:lnTo>
                    <a:pt x="1052" y="1273"/>
                  </a:lnTo>
                  <a:cubicBezTo>
                    <a:pt x="1074" y="1260"/>
                    <a:pt x="1083" y="1233"/>
                    <a:pt x="1072" y="1210"/>
                  </a:cubicBezTo>
                  <a:cubicBezTo>
                    <a:pt x="949" y="925"/>
                    <a:pt x="531" y="0"/>
                    <a:pt x="2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0"/>
            <p:cNvSpPr/>
            <p:nvPr/>
          </p:nvSpPr>
          <p:spPr>
            <a:xfrm>
              <a:off x="5076311" y="3829932"/>
              <a:ext cx="1864556" cy="1119783"/>
            </a:xfrm>
            <a:custGeom>
              <a:rect b="b" l="l" r="r" t="t"/>
              <a:pathLst>
                <a:path extrusionOk="0" h="13446" w="22389">
                  <a:moveTo>
                    <a:pt x="19588" y="1"/>
                  </a:moveTo>
                  <a:cubicBezTo>
                    <a:pt x="19560" y="1"/>
                    <a:pt x="19525" y="12"/>
                    <a:pt x="19482" y="37"/>
                  </a:cubicBezTo>
                  <a:cubicBezTo>
                    <a:pt x="19127" y="239"/>
                    <a:pt x="18571" y="643"/>
                    <a:pt x="18571" y="643"/>
                  </a:cubicBezTo>
                  <a:cubicBezTo>
                    <a:pt x="18571" y="643"/>
                    <a:pt x="17863" y="795"/>
                    <a:pt x="17458" y="1351"/>
                  </a:cubicBezTo>
                  <a:cubicBezTo>
                    <a:pt x="17053" y="1909"/>
                    <a:pt x="16496" y="3375"/>
                    <a:pt x="16496" y="3375"/>
                  </a:cubicBezTo>
                  <a:cubicBezTo>
                    <a:pt x="16496" y="3375"/>
                    <a:pt x="12853" y="7322"/>
                    <a:pt x="12600" y="7525"/>
                  </a:cubicBezTo>
                  <a:cubicBezTo>
                    <a:pt x="12347" y="7727"/>
                    <a:pt x="12044" y="8030"/>
                    <a:pt x="12044" y="8030"/>
                  </a:cubicBezTo>
                  <a:lnTo>
                    <a:pt x="7540" y="2617"/>
                  </a:lnTo>
                  <a:cubicBezTo>
                    <a:pt x="7540" y="2617"/>
                    <a:pt x="6073" y="643"/>
                    <a:pt x="4758" y="188"/>
                  </a:cubicBezTo>
                  <a:cubicBezTo>
                    <a:pt x="4503" y="99"/>
                    <a:pt x="4245" y="53"/>
                    <a:pt x="3986" y="53"/>
                  </a:cubicBezTo>
                  <a:cubicBezTo>
                    <a:pt x="2909" y="53"/>
                    <a:pt x="1829" y="860"/>
                    <a:pt x="1014" y="2819"/>
                  </a:cubicBezTo>
                  <a:cubicBezTo>
                    <a:pt x="1" y="5247"/>
                    <a:pt x="709" y="8182"/>
                    <a:pt x="2278" y="8588"/>
                  </a:cubicBezTo>
                  <a:cubicBezTo>
                    <a:pt x="2551" y="8658"/>
                    <a:pt x="2830" y="8687"/>
                    <a:pt x="3104" y="8687"/>
                  </a:cubicBezTo>
                  <a:cubicBezTo>
                    <a:pt x="4409" y="8687"/>
                    <a:pt x="5618" y="8030"/>
                    <a:pt x="5618" y="8030"/>
                  </a:cubicBezTo>
                  <a:cubicBezTo>
                    <a:pt x="5618" y="8030"/>
                    <a:pt x="11437" y="13395"/>
                    <a:pt x="12195" y="13445"/>
                  </a:cubicBezTo>
                  <a:cubicBezTo>
                    <a:pt x="12200" y="13445"/>
                    <a:pt x="12204" y="13445"/>
                    <a:pt x="12209" y="13445"/>
                  </a:cubicBezTo>
                  <a:cubicBezTo>
                    <a:pt x="12984" y="13445"/>
                    <a:pt x="15437" y="9285"/>
                    <a:pt x="16041" y="7424"/>
                  </a:cubicBezTo>
                  <a:cubicBezTo>
                    <a:pt x="16649" y="5552"/>
                    <a:pt x="17357" y="4084"/>
                    <a:pt x="17559" y="3831"/>
                  </a:cubicBezTo>
                  <a:cubicBezTo>
                    <a:pt x="17762" y="3578"/>
                    <a:pt x="19431" y="3275"/>
                    <a:pt x="20240" y="3224"/>
                  </a:cubicBezTo>
                  <a:cubicBezTo>
                    <a:pt x="21051" y="3173"/>
                    <a:pt x="21506" y="2667"/>
                    <a:pt x="21657" y="2364"/>
                  </a:cubicBezTo>
                  <a:cubicBezTo>
                    <a:pt x="21809" y="2060"/>
                    <a:pt x="22315" y="795"/>
                    <a:pt x="22366" y="593"/>
                  </a:cubicBezTo>
                  <a:cubicBezTo>
                    <a:pt x="22388" y="505"/>
                    <a:pt x="22335" y="456"/>
                    <a:pt x="22251" y="456"/>
                  </a:cubicBezTo>
                  <a:cubicBezTo>
                    <a:pt x="22140" y="456"/>
                    <a:pt x="21975" y="543"/>
                    <a:pt x="21860" y="745"/>
                  </a:cubicBezTo>
                  <a:cubicBezTo>
                    <a:pt x="21657" y="1098"/>
                    <a:pt x="21303" y="1706"/>
                    <a:pt x="21151" y="1756"/>
                  </a:cubicBezTo>
                  <a:cubicBezTo>
                    <a:pt x="21000" y="1807"/>
                    <a:pt x="18976" y="1807"/>
                    <a:pt x="18976" y="1807"/>
                  </a:cubicBezTo>
                  <a:lnTo>
                    <a:pt x="18571" y="1301"/>
                  </a:lnTo>
                  <a:cubicBezTo>
                    <a:pt x="18571" y="1301"/>
                    <a:pt x="19330" y="1048"/>
                    <a:pt x="19482" y="795"/>
                  </a:cubicBezTo>
                  <a:cubicBezTo>
                    <a:pt x="19615" y="573"/>
                    <a:pt x="19787" y="1"/>
                    <a:pt x="1958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0"/>
            <p:cNvSpPr/>
            <p:nvPr/>
          </p:nvSpPr>
          <p:spPr>
            <a:xfrm>
              <a:off x="5104210" y="3825685"/>
              <a:ext cx="1840655" cy="1128277"/>
            </a:xfrm>
            <a:custGeom>
              <a:rect b="b" l="l" r="r" t="t"/>
              <a:pathLst>
                <a:path extrusionOk="0" h="13548" w="22102">
                  <a:moveTo>
                    <a:pt x="19252" y="102"/>
                  </a:moveTo>
                  <a:cubicBezTo>
                    <a:pt x="19261" y="102"/>
                    <a:pt x="19267" y="104"/>
                    <a:pt x="19272" y="108"/>
                  </a:cubicBezTo>
                  <a:cubicBezTo>
                    <a:pt x="19344" y="183"/>
                    <a:pt x="19230" y="609"/>
                    <a:pt x="19104" y="820"/>
                  </a:cubicBezTo>
                  <a:cubicBezTo>
                    <a:pt x="18986" y="1014"/>
                    <a:pt x="18426" y="1235"/>
                    <a:pt x="18220" y="1305"/>
                  </a:cubicBezTo>
                  <a:cubicBezTo>
                    <a:pt x="18204" y="1310"/>
                    <a:pt x="18192" y="1323"/>
                    <a:pt x="18188" y="1338"/>
                  </a:cubicBezTo>
                  <a:cubicBezTo>
                    <a:pt x="18182" y="1354"/>
                    <a:pt x="18186" y="1371"/>
                    <a:pt x="18196" y="1383"/>
                  </a:cubicBezTo>
                  <a:lnTo>
                    <a:pt x="18601" y="1890"/>
                  </a:lnTo>
                  <a:cubicBezTo>
                    <a:pt x="18611" y="1902"/>
                    <a:pt x="18625" y="1909"/>
                    <a:pt x="18641" y="1909"/>
                  </a:cubicBezTo>
                  <a:cubicBezTo>
                    <a:pt x="18849" y="1909"/>
                    <a:pt x="20678" y="1907"/>
                    <a:pt x="20832" y="1856"/>
                  </a:cubicBezTo>
                  <a:cubicBezTo>
                    <a:pt x="20958" y="1814"/>
                    <a:pt x="21178" y="1504"/>
                    <a:pt x="21569" y="821"/>
                  </a:cubicBezTo>
                  <a:cubicBezTo>
                    <a:pt x="21674" y="637"/>
                    <a:pt x="21822" y="558"/>
                    <a:pt x="21914" y="558"/>
                  </a:cubicBezTo>
                  <a:cubicBezTo>
                    <a:pt x="21930" y="558"/>
                    <a:pt x="21945" y="560"/>
                    <a:pt x="21957" y="565"/>
                  </a:cubicBezTo>
                  <a:cubicBezTo>
                    <a:pt x="21967" y="569"/>
                    <a:pt x="21995" y="580"/>
                    <a:pt x="21982" y="632"/>
                  </a:cubicBezTo>
                  <a:cubicBezTo>
                    <a:pt x="21933" y="828"/>
                    <a:pt x="21425" y="2096"/>
                    <a:pt x="21277" y="2392"/>
                  </a:cubicBezTo>
                  <a:cubicBezTo>
                    <a:pt x="21238" y="2471"/>
                    <a:pt x="20865" y="3164"/>
                    <a:pt x="19902" y="3224"/>
                  </a:cubicBezTo>
                  <a:cubicBezTo>
                    <a:pt x="19104" y="3274"/>
                    <a:pt x="17407" y="3573"/>
                    <a:pt x="17185" y="3850"/>
                  </a:cubicBezTo>
                  <a:cubicBezTo>
                    <a:pt x="16976" y="4112"/>
                    <a:pt x="16267" y="5582"/>
                    <a:pt x="15658" y="7459"/>
                  </a:cubicBezTo>
                  <a:cubicBezTo>
                    <a:pt x="15014" y="9445"/>
                    <a:pt x="12590" y="13446"/>
                    <a:pt x="11876" y="13446"/>
                  </a:cubicBezTo>
                  <a:cubicBezTo>
                    <a:pt x="11872" y="13446"/>
                    <a:pt x="11868" y="13446"/>
                    <a:pt x="11864" y="13446"/>
                  </a:cubicBezTo>
                  <a:cubicBezTo>
                    <a:pt x="11278" y="13407"/>
                    <a:pt x="7325" y="9896"/>
                    <a:pt x="5318" y="8045"/>
                  </a:cubicBezTo>
                  <a:cubicBezTo>
                    <a:pt x="5307" y="8036"/>
                    <a:pt x="5296" y="8031"/>
                    <a:pt x="5283" y="8031"/>
                  </a:cubicBezTo>
                  <a:cubicBezTo>
                    <a:pt x="5275" y="8031"/>
                    <a:pt x="5266" y="8033"/>
                    <a:pt x="5259" y="8037"/>
                  </a:cubicBezTo>
                  <a:cubicBezTo>
                    <a:pt x="5244" y="8045"/>
                    <a:pt x="4044" y="8686"/>
                    <a:pt x="2764" y="8686"/>
                  </a:cubicBezTo>
                  <a:cubicBezTo>
                    <a:pt x="2494" y="8686"/>
                    <a:pt x="2222" y="8658"/>
                    <a:pt x="1956" y="8589"/>
                  </a:cubicBezTo>
                  <a:cubicBezTo>
                    <a:pt x="1456" y="8460"/>
                    <a:pt x="1029" y="8063"/>
                    <a:pt x="719" y="7442"/>
                  </a:cubicBezTo>
                  <a:cubicBezTo>
                    <a:pt x="103" y="6205"/>
                    <a:pt x="106" y="4375"/>
                    <a:pt x="725" y="2889"/>
                  </a:cubicBezTo>
                  <a:cubicBezTo>
                    <a:pt x="1472" y="1096"/>
                    <a:pt x="2488" y="151"/>
                    <a:pt x="3637" y="151"/>
                  </a:cubicBezTo>
                  <a:cubicBezTo>
                    <a:pt x="3887" y="151"/>
                    <a:pt x="4144" y="196"/>
                    <a:pt x="4406" y="287"/>
                  </a:cubicBezTo>
                  <a:cubicBezTo>
                    <a:pt x="5691" y="732"/>
                    <a:pt x="7150" y="2678"/>
                    <a:pt x="7164" y="2698"/>
                  </a:cubicBezTo>
                  <a:cubicBezTo>
                    <a:pt x="7165" y="2698"/>
                    <a:pt x="7165" y="2699"/>
                    <a:pt x="7167" y="2700"/>
                  </a:cubicBezTo>
                  <a:lnTo>
                    <a:pt x="11669" y="8114"/>
                  </a:lnTo>
                  <a:cubicBezTo>
                    <a:pt x="11679" y="8125"/>
                    <a:pt x="11692" y="8132"/>
                    <a:pt x="11706" y="8133"/>
                  </a:cubicBezTo>
                  <a:cubicBezTo>
                    <a:pt x="11720" y="8133"/>
                    <a:pt x="11734" y="8128"/>
                    <a:pt x="11745" y="8117"/>
                  </a:cubicBezTo>
                  <a:cubicBezTo>
                    <a:pt x="11748" y="8115"/>
                    <a:pt x="12049" y="7814"/>
                    <a:pt x="12297" y="7615"/>
                  </a:cubicBezTo>
                  <a:cubicBezTo>
                    <a:pt x="12550" y="7413"/>
                    <a:pt x="16049" y="3623"/>
                    <a:pt x="16198" y="3461"/>
                  </a:cubicBezTo>
                  <a:cubicBezTo>
                    <a:pt x="16203" y="3456"/>
                    <a:pt x="16207" y="3451"/>
                    <a:pt x="16209" y="3444"/>
                  </a:cubicBezTo>
                  <a:cubicBezTo>
                    <a:pt x="16214" y="3430"/>
                    <a:pt x="16768" y="1977"/>
                    <a:pt x="17164" y="1433"/>
                  </a:cubicBezTo>
                  <a:cubicBezTo>
                    <a:pt x="17552" y="899"/>
                    <a:pt x="18240" y="745"/>
                    <a:pt x="18246" y="743"/>
                  </a:cubicBezTo>
                  <a:cubicBezTo>
                    <a:pt x="18254" y="742"/>
                    <a:pt x="18260" y="739"/>
                    <a:pt x="18265" y="735"/>
                  </a:cubicBezTo>
                  <a:cubicBezTo>
                    <a:pt x="18272" y="732"/>
                    <a:pt x="18824" y="330"/>
                    <a:pt x="19172" y="132"/>
                  </a:cubicBezTo>
                  <a:cubicBezTo>
                    <a:pt x="19206" y="112"/>
                    <a:pt x="19234" y="102"/>
                    <a:pt x="19252" y="102"/>
                  </a:cubicBezTo>
                  <a:close/>
                  <a:moveTo>
                    <a:pt x="19253" y="1"/>
                  </a:moveTo>
                  <a:cubicBezTo>
                    <a:pt x="19219" y="1"/>
                    <a:pt x="19176" y="12"/>
                    <a:pt x="19122" y="43"/>
                  </a:cubicBezTo>
                  <a:cubicBezTo>
                    <a:pt x="18793" y="231"/>
                    <a:pt x="18286" y="595"/>
                    <a:pt x="18215" y="647"/>
                  </a:cubicBezTo>
                  <a:cubicBezTo>
                    <a:pt x="18121" y="669"/>
                    <a:pt x="17471" y="838"/>
                    <a:pt x="17082" y="1373"/>
                  </a:cubicBezTo>
                  <a:cubicBezTo>
                    <a:pt x="16690" y="1911"/>
                    <a:pt x="16170" y="3263"/>
                    <a:pt x="16117" y="3399"/>
                  </a:cubicBezTo>
                  <a:cubicBezTo>
                    <a:pt x="15942" y="3589"/>
                    <a:pt x="12476" y="7343"/>
                    <a:pt x="12234" y="7536"/>
                  </a:cubicBezTo>
                  <a:cubicBezTo>
                    <a:pt x="12035" y="7695"/>
                    <a:pt x="11804" y="7918"/>
                    <a:pt x="11712" y="8007"/>
                  </a:cubicBezTo>
                  <a:lnTo>
                    <a:pt x="7245" y="2636"/>
                  </a:lnTo>
                  <a:cubicBezTo>
                    <a:pt x="7174" y="2541"/>
                    <a:pt x="5749" y="645"/>
                    <a:pt x="4439" y="191"/>
                  </a:cubicBezTo>
                  <a:cubicBezTo>
                    <a:pt x="4174" y="99"/>
                    <a:pt x="3912" y="54"/>
                    <a:pt x="3655" y="54"/>
                  </a:cubicBezTo>
                  <a:cubicBezTo>
                    <a:pt x="2463" y="54"/>
                    <a:pt x="1389" y="1033"/>
                    <a:pt x="631" y="2850"/>
                  </a:cubicBezTo>
                  <a:cubicBezTo>
                    <a:pt x="2" y="4361"/>
                    <a:pt x="1" y="6225"/>
                    <a:pt x="629" y="7487"/>
                  </a:cubicBezTo>
                  <a:cubicBezTo>
                    <a:pt x="952" y="8136"/>
                    <a:pt x="1401" y="8550"/>
                    <a:pt x="1930" y="8688"/>
                  </a:cubicBezTo>
                  <a:cubicBezTo>
                    <a:pt x="2204" y="8758"/>
                    <a:pt x="2485" y="8788"/>
                    <a:pt x="2762" y="8788"/>
                  </a:cubicBezTo>
                  <a:cubicBezTo>
                    <a:pt x="3954" y="8788"/>
                    <a:pt x="5073" y="8246"/>
                    <a:pt x="5275" y="8143"/>
                  </a:cubicBezTo>
                  <a:cubicBezTo>
                    <a:pt x="5752" y="8582"/>
                    <a:pt x="11108" y="13496"/>
                    <a:pt x="11857" y="13546"/>
                  </a:cubicBezTo>
                  <a:cubicBezTo>
                    <a:pt x="11862" y="13546"/>
                    <a:pt x="11868" y="13547"/>
                    <a:pt x="11873" y="13547"/>
                  </a:cubicBezTo>
                  <a:cubicBezTo>
                    <a:pt x="12681" y="13546"/>
                    <a:pt x="15145" y="9369"/>
                    <a:pt x="15754" y="7491"/>
                  </a:cubicBezTo>
                  <a:cubicBezTo>
                    <a:pt x="16350" y="5651"/>
                    <a:pt x="17064" y="4163"/>
                    <a:pt x="17263" y="3913"/>
                  </a:cubicBezTo>
                  <a:cubicBezTo>
                    <a:pt x="17444" y="3689"/>
                    <a:pt x="19068" y="3378"/>
                    <a:pt x="19909" y="3326"/>
                  </a:cubicBezTo>
                  <a:cubicBezTo>
                    <a:pt x="20682" y="3277"/>
                    <a:pt x="21178" y="2817"/>
                    <a:pt x="21368" y="2437"/>
                  </a:cubicBezTo>
                  <a:cubicBezTo>
                    <a:pt x="21522" y="2128"/>
                    <a:pt x="22028" y="863"/>
                    <a:pt x="22080" y="656"/>
                  </a:cubicBezTo>
                  <a:cubicBezTo>
                    <a:pt x="22102" y="571"/>
                    <a:pt x="22068" y="500"/>
                    <a:pt x="21995" y="471"/>
                  </a:cubicBezTo>
                  <a:cubicBezTo>
                    <a:pt x="21971" y="461"/>
                    <a:pt x="21944" y="456"/>
                    <a:pt x="21916" y="456"/>
                  </a:cubicBezTo>
                  <a:cubicBezTo>
                    <a:pt x="21781" y="456"/>
                    <a:pt x="21601" y="560"/>
                    <a:pt x="21481" y="771"/>
                  </a:cubicBezTo>
                  <a:cubicBezTo>
                    <a:pt x="21124" y="1395"/>
                    <a:pt x="20895" y="1728"/>
                    <a:pt x="20801" y="1759"/>
                  </a:cubicBezTo>
                  <a:cubicBezTo>
                    <a:pt x="20696" y="1795"/>
                    <a:pt x="19475" y="1807"/>
                    <a:pt x="18665" y="1807"/>
                  </a:cubicBezTo>
                  <a:lnTo>
                    <a:pt x="18320" y="1376"/>
                  </a:lnTo>
                  <a:cubicBezTo>
                    <a:pt x="18514" y="1307"/>
                    <a:pt x="19057" y="1095"/>
                    <a:pt x="19190" y="872"/>
                  </a:cubicBezTo>
                  <a:cubicBezTo>
                    <a:pt x="19298" y="694"/>
                    <a:pt x="19484" y="180"/>
                    <a:pt x="19344" y="38"/>
                  </a:cubicBezTo>
                  <a:cubicBezTo>
                    <a:pt x="19325" y="18"/>
                    <a:pt x="19296" y="1"/>
                    <a:pt x="192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0"/>
            <p:cNvSpPr/>
            <p:nvPr/>
          </p:nvSpPr>
          <p:spPr>
            <a:xfrm>
              <a:off x="5076394" y="3834346"/>
              <a:ext cx="1307746" cy="1115369"/>
            </a:xfrm>
            <a:custGeom>
              <a:rect b="b" l="l" r="r" t="t"/>
              <a:pathLst>
                <a:path extrusionOk="0" h="13393" w="15703">
                  <a:moveTo>
                    <a:pt x="3985" y="0"/>
                  </a:moveTo>
                  <a:cubicBezTo>
                    <a:pt x="2908" y="0"/>
                    <a:pt x="1828" y="807"/>
                    <a:pt x="1013" y="2766"/>
                  </a:cubicBezTo>
                  <a:cubicBezTo>
                    <a:pt x="1" y="5194"/>
                    <a:pt x="709" y="8129"/>
                    <a:pt x="2277" y="8535"/>
                  </a:cubicBezTo>
                  <a:cubicBezTo>
                    <a:pt x="2550" y="8605"/>
                    <a:pt x="2829" y="8634"/>
                    <a:pt x="3103" y="8634"/>
                  </a:cubicBezTo>
                  <a:cubicBezTo>
                    <a:pt x="4408" y="8634"/>
                    <a:pt x="5617" y="7977"/>
                    <a:pt x="5617" y="7977"/>
                  </a:cubicBezTo>
                  <a:cubicBezTo>
                    <a:pt x="5617" y="7977"/>
                    <a:pt x="11436" y="13342"/>
                    <a:pt x="12194" y="13392"/>
                  </a:cubicBezTo>
                  <a:cubicBezTo>
                    <a:pt x="12199" y="13392"/>
                    <a:pt x="12203" y="13392"/>
                    <a:pt x="12208" y="13392"/>
                  </a:cubicBezTo>
                  <a:cubicBezTo>
                    <a:pt x="12878" y="13392"/>
                    <a:pt x="14803" y="10281"/>
                    <a:pt x="15702" y="8237"/>
                  </a:cubicBezTo>
                  <a:lnTo>
                    <a:pt x="13496" y="6546"/>
                  </a:lnTo>
                  <a:cubicBezTo>
                    <a:pt x="13028" y="7042"/>
                    <a:pt x="12673" y="7414"/>
                    <a:pt x="12599" y="7472"/>
                  </a:cubicBezTo>
                  <a:cubicBezTo>
                    <a:pt x="12346" y="7674"/>
                    <a:pt x="12043" y="7977"/>
                    <a:pt x="12043" y="7977"/>
                  </a:cubicBezTo>
                  <a:lnTo>
                    <a:pt x="7539" y="2564"/>
                  </a:lnTo>
                  <a:cubicBezTo>
                    <a:pt x="7539" y="2564"/>
                    <a:pt x="6072" y="590"/>
                    <a:pt x="4757" y="135"/>
                  </a:cubicBezTo>
                  <a:cubicBezTo>
                    <a:pt x="4502" y="46"/>
                    <a:pt x="4244" y="0"/>
                    <a:pt x="398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0"/>
            <p:cNvSpPr/>
            <p:nvPr/>
          </p:nvSpPr>
          <p:spPr>
            <a:xfrm>
              <a:off x="5104210" y="3830182"/>
              <a:ext cx="1284511" cy="1123780"/>
            </a:xfrm>
            <a:custGeom>
              <a:rect b="b" l="l" r="r" t="t"/>
              <a:pathLst>
                <a:path extrusionOk="0" h="13494" w="15424">
                  <a:moveTo>
                    <a:pt x="3637" y="97"/>
                  </a:moveTo>
                  <a:cubicBezTo>
                    <a:pt x="3887" y="97"/>
                    <a:pt x="4144" y="142"/>
                    <a:pt x="4406" y="233"/>
                  </a:cubicBezTo>
                  <a:cubicBezTo>
                    <a:pt x="5691" y="678"/>
                    <a:pt x="7151" y="2624"/>
                    <a:pt x="7167" y="2646"/>
                  </a:cubicBezTo>
                  <a:lnTo>
                    <a:pt x="11669" y="8060"/>
                  </a:lnTo>
                  <a:cubicBezTo>
                    <a:pt x="11679" y="8071"/>
                    <a:pt x="11692" y="8078"/>
                    <a:pt x="11706" y="8079"/>
                  </a:cubicBezTo>
                  <a:cubicBezTo>
                    <a:pt x="11721" y="8079"/>
                    <a:pt x="11734" y="8074"/>
                    <a:pt x="11745" y="8064"/>
                  </a:cubicBezTo>
                  <a:cubicBezTo>
                    <a:pt x="11748" y="8061"/>
                    <a:pt x="12049" y="7760"/>
                    <a:pt x="12297" y="7561"/>
                  </a:cubicBezTo>
                  <a:cubicBezTo>
                    <a:pt x="12364" y="7508"/>
                    <a:pt x="12649" y="7214"/>
                    <a:pt x="13169" y="6663"/>
                  </a:cubicBezTo>
                  <a:lnTo>
                    <a:pt x="15306" y="8302"/>
                  </a:lnTo>
                  <a:cubicBezTo>
                    <a:pt x="14331" y="10505"/>
                    <a:pt x="12482" y="13392"/>
                    <a:pt x="11878" y="13392"/>
                  </a:cubicBezTo>
                  <a:cubicBezTo>
                    <a:pt x="11873" y="13392"/>
                    <a:pt x="11869" y="13392"/>
                    <a:pt x="11864" y="13392"/>
                  </a:cubicBezTo>
                  <a:cubicBezTo>
                    <a:pt x="11278" y="13353"/>
                    <a:pt x="7325" y="9842"/>
                    <a:pt x="5318" y="7991"/>
                  </a:cubicBezTo>
                  <a:cubicBezTo>
                    <a:pt x="5307" y="7982"/>
                    <a:pt x="5296" y="7977"/>
                    <a:pt x="5283" y="7977"/>
                  </a:cubicBezTo>
                  <a:cubicBezTo>
                    <a:pt x="5275" y="7977"/>
                    <a:pt x="5266" y="7979"/>
                    <a:pt x="5259" y="7983"/>
                  </a:cubicBezTo>
                  <a:cubicBezTo>
                    <a:pt x="5244" y="7991"/>
                    <a:pt x="4044" y="8632"/>
                    <a:pt x="2765" y="8632"/>
                  </a:cubicBezTo>
                  <a:cubicBezTo>
                    <a:pt x="2495" y="8632"/>
                    <a:pt x="2222" y="8604"/>
                    <a:pt x="1956" y="8535"/>
                  </a:cubicBezTo>
                  <a:cubicBezTo>
                    <a:pt x="1456" y="8406"/>
                    <a:pt x="1029" y="8011"/>
                    <a:pt x="719" y="7389"/>
                  </a:cubicBezTo>
                  <a:cubicBezTo>
                    <a:pt x="103" y="6151"/>
                    <a:pt x="106" y="4321"/>
                    <a:pt x="725" y="2835"/>
                  </a:cubicBezTo>
                  <a:cubicBezTo>
                    <a:pt x="1472" y="1042"/>
                    <a:pt x="2488" y="97"/>
                    <a:pt x="3637" y="97"/>
                  </a:cubicBezTo>
                  <a:close/>
                  <a:moveTo>
                    <a:pt x="3655" y="0"/>
                  </a:moveTo>
                  <a:cubicBezTo>
                    <a:pt x="2463" y="0"/>
                    <a:pt x="1389" y="979"/>
                    <a:pt x="631" y="2796"/>
                  </a:cubicBezTo>
                  <a:cubicBezTo>
                    <a:pt x="2" y="4307"/>
                    <a:pt x="1" y="6171"/>
                    <a:pt x="629" y="7433"/>
                  </a:cubicBezTo>
                  <a:cubicBezTo>
                    <a:pt x="951" y="8082"/>
                    <a:pt x="1401" y="8496"/>
                    <a:pt x="1930" y="8634"/>
                  </a:cubicBezTo>
                  <a:cubicBezTo>
                    <a:pt x="2204" y="8704"/>
                    <a:pt x="2485" y="8734"/>
                    <a:pt x="2762" y="8734"/>
                  </a:cubicBezTo>
                  <a:cubicBezTo>
                    <a:pt x="3954" y="8734"/>
                    <a:pt x="5073" y="8192"/>
                    <a:pt x="5275" y="8089"/>
                  </a:cubicBezTo>
                  <a:cubicBezTo>
                    <a:pt x="5752" y="8528"/>
                    <a:pt x="11108" y="13442"/>
                    <a:pt x="11857" y="13492"/>
                  </a:cubicBezTo>
                  <a:cubicBezTo>
                    <a:pt x="11862" y="13492"/>
                    <a:pt x="11868" y="13493"/>
                    <a:pt x="11873" y="13493"/>
                  </a:cubicBezTo>
                  <a:cubicBezTo>
                    <a:pt x="12616" y="13492"/>
                    <a:pt x="14606" y="10144"/>
                    <a:pt x="15414" y="8306"/>
                  </a:cubicBezTo>
                  <a:cubicBezTo>
                    <a:pt x="15424" y="8285"/>
                    <a:pt x="15417" y="8260"/>
                    <a:pt x="15399" y="8247"/>
                  </a:cubicBezTo>
                  <a:lnTo>
                    <a:pt x="13193" y="6555"/>
                  </a:lnTo>
                  <a:cubicBezTo>
                    <a:pt x="13184" y="6548"/>
                    <a:pt x="13173" y="6545"/>
                    <a:pt x="13163" y="6545"/>
                  </a:cubicBezTo>
                  <a:cubicBezTo>
                    <a:pt x="13149" y="6545"/>
                    <a:pt x="13136" y="6550"/>
                    <a:pt x="13126" y="6561"/>
                  </a:cubicBezTo>
                  <a:cubicBezTo>
                    <a:pt x="12468" y="7259"/>
                    <a:pt x="12278" y="7447"/>
                    <a:pt x="12234" y="7483"/>
                  </a:cubicBezTo>
                  <a:cubicBezTo>
                    <a:pt x="12035" y="7641"/>
                    <a:pt x="11804" y="7864"/>
                    <a:pt x="11712" y="7953"/>
                  </a:cubicBezTo>
                  <a:lnTo>
                    <a:pt x="7246" y="2583"/>
                  </a:lnTo>
                  <a:cubicBezTo>
                    <a:pt x="7185" y="2503"/>
                    <a:pt x="5754" y="592"/>
                    <a:pt x="4439" y="137"/>
                  </a:cubicBezTo>
                  <a:cubicBezTo>
                    <a:pt x="4174" y="45"/>
                    <a:pt x="3912" y="0"/>
                    <a:pt x="36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0"/>
            <p:cNvSpPr/>
            <p:nvPr/>
          </p:nvSpPr>
          <p:spPr>
            <a:xfrm>
              <a:off x="5952408" y="4494503"/>
              <a:ext cx="131666" cy="147572"/>
            </a:xfrm>
            <a:custGeom>
              <a:rect b="b" l="l" r="r" t="t"/>
              <a:pathLst>
                <a:path extrusionOk="0" h="1772" w="1581">
                  <a:moveTo>
                    <a:pt x="1525" y="0"/>
                  </a:moveTo>
                  <a:cubicBezTo>
                    <a:pt x="1510" y="0"/>
                    <a:pt x="1496" y="6"/>
                    <a:pt x="1486" y="18"/>
                  </a:cubicBezTo>
                  <a:lnTo>
                    <a:pt x="18" y="1687"/>
                  </a:lnTo>
                  <a:cubicBezTo>
                    <a:pt x="0" y="1708"/>
                    <a:pt x="3" y="1740"/>
                    <a:pt x="24" y="1759"/>
                  </a:cubicBezTo>
                  <a:cubicBezTo>
                    <a:pt x="33" y="1767"/>
                    <a:pt x="45" y="1771"/>
                    <a:pt x="56" y="1771"/>
                  </a:cubicBezTo>
                  <a:cubicBezTo>
                    <a:pt x="71" y="1771"/>
                    <a:pt x="84" y="1765"/>
                    <a:pt x="95" y="1754"/>
                  </a:cubicBezTo>
                  <a:lnTo>
                    <a:pt x="1562" y="84"/>
                  </a:lnTo>
                  <a:cubicBezTo>
                    <a:pt x="1581" y="63"/>
                    <a:pt x="1579" y="31"/>
                    <a:pt x="1558" y="13"/>
                  </a:cubicBezTo>
                  <a:cubicBezTo>
                    <a:pt x="1548" y="4"/>
                    <a:pt x="1536" y="0"/>
                    <a:pt x="15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0"/>
            <p:cNvSpPr/>
            <p:nvPr/>
          </p:nvSpPr>
          <p:spPr>
            <a:xfrm>
              <a:off x="5295502" y="4300628"/>
              <a:ext cx="36393" cy="28898"/>
            </a:xfrm>
            <a:custGeom>
              <a:rect b="b" l="l" r="r" t="t"/>
              <a:pathLst>
                <a:path extrusionOk="0" h="347" w="437">
                  <a:moveTo>
                    <a:pt x="436" y="347"/>
                  </a:moveTo>
                  <a:lnTo>
                    <a:pt x="1" y="1"/>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0"/>
            <p:cNvSpPr/>
            <p:nvPr/>
          </p:nvSpPr>
          <p:spPr>
            <a:xfrm>
              <a:off x="5290755" y="4296381"/>
              <a:ext cx="45804" cy="37476"/>
            </a:xfrm>
            <a:custGeom>
              <a:rect b="b" l="l" r="r" t="t"/>
              <a:pathLst>
                <a:path extrusionOk="0" h="450" w="550">
                  <a:moveTo>
                    <a:pt x="58" y="1"/>
                  </a:moveTo>
                  <a:cubicBezTo>
                    <a:pt x="43" y="1"/>
                    <a:pt x="28" y="7"/>
                    <a:pt x="18" y="20"/>
                  </a:cubicBezTo>
                  <a:cubicBezTo>
                    <a:pt x="1" y="42"/>
                    <a:pt x="4" y="74"/>
                    <a:pt x="26" y="91"/>
                  </a:cubicBezTo>
                  <a:lnTo>
                    <a:pt x="462" y="438"/>
                  </a:lnTo>
                  <a:cubicBezTo>
                    <a:pt x="470" y="445"/>
                    <a:pt x="482" y="449"/>
                    <a:pt x="493" y="449"/>
                  </a:cubicBezTo>
                  <a:cubicBezTo>
                    <a:pt x="508" y="449"/>
                    <a:pt x="522" y="443"/>
                    <a:pt x="532" y="430"/>
                  </a:cubicBezTo>
                  <a:cubicBezTo>
                    <a:pt x="550" y="408"/>
                    <a:pt x="547" y="376"/>
                    <a:pt x="525" y="359"/>
                  </a:cubicBezTo>
                  <a:lnTo>
                    <a:pt x="89" y="12"/>
                  </a:lnTo>
                  <a:cubicBezTo>
                    <a:pt x="80" y="5"/>
                    <a:pt x="69" y="1"/>
                    <a:pt x="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0"/>
            <p:cNvSpPr/>
            <p:nvPr/>
          </p:nvSpPr>
          <p:spPr>
            <a:xfrm>
              <a:off x="5368038" y="4358424"/>
              <a:ext cx="176137" cy="140327"/>
            </a:xfrm>
            <a:custGeom>
              <a:rect b="b" l="l" r="r" t="t"/>
              <a:pathLst>
                <a:path extrusionOk="0" h="1685" w="2115">
                  <a:moveTo>
                    <a:pt x="2115" y="1684"/>
                  </a:moveTo>
                  <a:lnTo>
                    <a:pt x="1" y="0"/>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0"/>
            <p:cNvSpPr/>
            <p:nvPr/>
          </p:nvSpPr>
          <p:spPr>
            <a:xfrm>
              <a:off x="5363291" y="4354177"/>
              <a:ext cx="185631" cy="148821"/>
            </a:xfrm>
            <a:custGeom>
              <a:rect b="b" l="l" r="r" t="t"/>
              <a:pathLst>
                <a:path extrusionOk="0" h="1787" w="2229">
                  <a:moveTo>
                    <a:pt x="58" y="1"/>
                  </a:moveTo>
                  <a:cubicBezTo>
                    <a:pt x="43" y="1"/>
                    <a:pt x="28" y="7"/>
                    <a:pt x="18" y="20"/>
                  </a:cubicBezTo>
                  <a:cubicBezTo>
                    <a:pt x="1" y="42"/>
                    <a:pt x="4" y="73"/>
                    <a:pt x="26" y="91"/>
                  </a:cubicBezTo>
                  <a:lnTo>
                    <a:pt x="2141" y="1775"/>
                  </a:lnTo>
                  <a:cubicBezTo>
                    <a:pt x="2150" y="1783"/>
                    <a:pt x="2160" y="1787"/>
                    <a:pt x="2172" y="1787"/>
                  </a:cubicBezTo>
                  <a:cubicBezTo>
                    <a:pt x="2187" y="1787"/>
                    <a:pt x="2201" y="1779"/>
                    <a:pt x="2212" y="1768"/>
                  </a:cubicBezTo>
                  <a:cubicBezTo>
                    <a:pt x="2229" y="1746"/>
                    <a:pt x="2226" y="1713"/>
                    <a:pt x="2203" y="1697"/>
                  </a:cubicBezTo>
                  <a:lnTo>
                    <a:pt x="89" y="11"/>
                  </a:lnTo>
                  <a:cubicBezTo>
                    <a:pt x="80" y="4"/>
                    <a:pt x="69" y="1"/>
                    <a:pt x="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3" name="Google Shape;853;p10"/>
          <p:cNvGrpSpPr/>
          <p:nvPr/>
        </p:nvGrpSpPr>
        <p:grpSpPr>
          <a:xfrm>
            <a:off x="6839078" y="1642432"/>
            <a:ext cx="686316" cy="540617"/>
            <a:chOff x="7162662" y="1366775"/>
            <a:chExt cx="519897" cy="409496"/>
          </a:xfrm>
        </p:grpSpPr>
        <p:sp>
          <p:nvSpPr>
            <p:cNvPr id="854" name="Google Shape;854;p10"/>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10"/>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0"/>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10"/>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0"/>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0"/>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10"/>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1" name="Google Shape;861;p10"/>
          <p:cNvGrpSpPr/>
          <p:nvPr/>
        </p:nvGrpSpPr>
        <p:grpSpPr>
          <a:xfrm flipH="1">
            <a:off x="7210178" y="1992407"/>
            <a:ext cx="686316" cy="540617"/>
            <a:chOff x="7162662" y="1366775"/>
            <a:chExt cx="519897" cy="409496"/>
          </a:xfrm>
        </p:grpSpPr>
        <p:sp>
          <p:nvSpPr>
            <p:cNvPr id="862" name="Google Shape;862;p10"/>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0"/>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10"/>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0"/>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0"/>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10"/>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10"/>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9" name="Google Shape;869;p10"/>
          <p:cNvGrpSpPr/>
          <p:nvPr/>
        </p:nvGrpSpPr>
        <p:grpSpPr>
          <a:xfrm>
            <a:off x="6081303" y="2149044"/>
            <a:ext cx="686316" cy="540617"/>
            <a:chOff x="7162662" y="1366775"/>
            <a:chExt cx="519897" cy="409496"/>
          </a:xfrm>
        </p:grpSpPr>
        <p:sp>
          <p:nvSpPr>
            <p:cNvPr id="870" name="Google Shape;870;p10"/>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10"/>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10"/>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10"/>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10"/>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0"/>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10"/>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11"/>
          <p:cNvSpPr txBox="1"/>
          <p:nvPr>
            <p:ph type="title"/>
          </p:nvPr>
        </p:nvSpPr>
        <p:spPr>
          <a:xfrm>
            <a:off x="720000" y="292625"/>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Brief History of Thomas-Kilmann Conflict Model</a:t>
            </a:r>
            <a:endParaRPr/>
          </a:p>
        </p:txBody>
      </p:sp>
      <p:sp>
        <p:nvSpPr>
          <p:cNvPr id="882" name="Google Shape;882;p11"/>
          <p:cNvSpPr txBox="1"/>
          <p:nvPr>
            <p:ph idx="1" type="subTitle"/>
          </p:nvPr>
        </p:nvSpPr>
        <p:spPr>
          <a:xfrm>
            <a:off x="720000" y="1389550"/>
            <a:ext cx="4133700" cy="22983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sz="1600"/>
              <a:t>In the early 1970s, Kenneth W. Thomas and Ralph H. Kilmann initially developed as a research tool </a:t>
            </a:r>
            <a:endParaRPr sz="1600"/>
          </a:p>
          <a:p>
            <a:pPr indent="-342900" lvl="0" marL="457200" rtl="0" algn="l">
              <a:lnSpc>
                <a:spcPct val="100000"/>
              </a:lnSpc>
              <a:spcBef>
                <a:spcPts val="0"/>
              </a:spcBef>
              <a:spcAft>
                <a:spcPts val="0"/>
              </a:spcAft>
              <a:buSzPts val="1800"/>
              <a:buChar char="●"/>
            </a:pPr>
            <a:r>
              <a:rPr lang="en" sz="1600"/>
              <a:t>The model is based on theoretical refinements of a model of management styles proposed by Robert Blake and Jane Mouton in the 1960s</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rPr lang="en" sz="1600"/>
              <a:t>Select Reference:</a:t>
            </a:r>
            <a:endParaRPr sz="1600"/>
          </a:p>
          <a:p>
            <a:pPr indent="-330200" lvl="0" marL="457200" rtl="0" algn="l">
              <a:lnSpc>
                <a:spcPct val="100000"/>
              </a:lnSpc>
              <a:spcBef>
                <a:spcPts val="0"/>
              </a:spcBef>
              <a:spcAft>
                <a:spcPts val="0"/>
              </a:spcAft>
              <a:buSzPts val="1600"/>
              <a:buChar char="-"/>
            </a:pPr>
            <a:r>
              <a:rPr lang="en" sz="1600"/>
              <a:t>Kenneth</a:t>
            </a:r>
            <a:r>
              <a:rPr lang="en" sz="1600"/>
              <a:t>, T., &amp; Ralph, K. (1974). Thomas Kilmann Conflict Model</a:t>
            </a:r>
            <a:endParaRPr sz="1600"/>
          </a:p>
        </p:txBody>
      </p:sp>
      <p:grpSp>
        <p:nvGrpSpPr>
          <p:cNvPr id="883" name="Google Shape;883;p11"/>
          <p:cNvGrpSpPr/>
          <p:nvPr/>
        </p:nvGrpSpPr>
        <p:grpSpPr>
          <a:xfrm>
            <a:off x="4919854" y="1759803"/>
            <a:ext cx="3670456" cy="2827428"/>
            <a:chOff x="3489404" y="2194703"/>
            <a:chExt cx="2172510" cy="1656858"/>
          </a:xfrm>
        </p:grpSpPr>
        <p:grpSp>
          <p:nvGrpSpPr>
            <p:cNvPr id="884" name="Google Shape;884;p11"/>
            <p:cNvGrpSpPr/>
            <p:nvPr/>
          </p:nvGrpSpPr>
          <p:grpSpPr>
            <a:xfrm flipH="1">
              <a:off x="3616512" y="2194703"/>
              <a:ext cx="466919" cy="367768"/>
              <a:chOff x="7162662" y="1366775"/>
              <a:chExt cx="519897" cy="409496"/>
            </a:xfrm>
          </p:grpSpPr>
          <p:sp>
            <p:nvSpPr>
              <p:cNvPr id="885" name="Google Shape;885;p11"/>
              <p:cNvSpPr/>
              <p:nvPr/>
            </p:nvSpPr>
            <p:spPr>
              <a:xfrm>
                <a:off x="7183210" y="1392789"/>
                <a:ext cx="495203" cy="379398"/>
              </a:xfrm>
              <a:custGeom>
                <a:rect b="b" l="l" r="r" t="t"/>
                <a:pathLst>
                  <a:path extrusionOk="0" h="6038" w="7881">
                    <a:moveTo>
                      <a:pt x="759" y="1"/>
                    </a:moveTo>
                    <a:cubicBezTo>
                      <a:pt x="339" y="1"/>
                      <a:pt x="0" y="341"/>
                      <a:pt x="0" y="760"/>
                    </a:cubicBezTo>
                    <a:lnTo>
                      <a:pt x="0" y="3994"/>
                    </a:lnTo>
                    <a:cubicBezTo>
                      <a:pt x="0" y="4395"/>
                      <a:pt x="314" y="4724"/>
                      <a:pt x="709" y="4749"/>
                    </a:cubicBezTo>
                    <a:lnTo>
                      <a:pt x="336" y="6038"/>
                    </a:lnTo>
                    <a:lnTo>
                      <a:pt x="2006" y="4751"/>
                    </a:lnTo>
                    <a:lnTo>
                      <a:pt x="7123" y="4751"/>
                    </a:lnTo>
                    <a:cubicBezTo>
                      <a:pt x="7542" y="4751"/>
                      <a:pt x="7881" y="4412"/>
                      <a:pt x="7881" y="3994"/>
                    </a:cubicBezTo>
                    <a:lnTo>
                      <a:pt x="7881" y="760"/>
                    </a:lnTo>
                    <a:cubicBezTo>
                      <a:pt x="7881" y="340"/>
                      <a:pt x="7542" y="1"/>
                      <a:pt x="71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11"/>
              <p:cNvSpPr/>
              <p:nvPr/>
            </p:nvSpPr>
            <p:spPr>
              <a:xfrm>
                <a:off x="7179062" y="1388642"/>
                <a:ext cx="503497" cy="387629"/>
              </a:xfrm>
              <a:custGeom>
                <a:rect b="b" l="l" r="r" t="t"/>
                <a:pathLst>
                  <a:path extrusionOk="0" h="6169" w="8013">
                    <a:moveTo>
                      <a:pt x="7189" y="132"/>
                    </a:moveTo>
                    <a:cubicBezTo>
                      <a:pt x="7571" y="132"/>
                      <a:pt x="7881" y="444"/>
                      <a:pt x="7881" y="826"/>
                    </a:cubicBezTo>
                    <a:lnTo>
                      <a:pt x="7881" y="4060"/>
                    </a:lnTo>
                    <a:cubicBezTo>
                      <a:pt x="7881" y="4442"/>
                      <a:pt x="7571" y="4752"/>
                      <a:pt x="7189" y="4752"/>
                    </a:cubicBezTo>
                    <a:lnTo>
                      <a:pt x="2072" y="4752"/>
                    </a:lnTo>
                    <a:cubicBezTo>
                      <a:pt x="2058" y="4752"/>
                      <a:pt x="2044" y="4757"/>
                      <a:pt x="2033" y="4766"/>
                    </a:cubicBezTo>
                    <a:lnTo>
                      <a:pt x="520" y="5930"/>
                    </a:lnTo>
                    <a:lnTo>
                      <a:pt x="520" y="5930"/>
                    </a:lnTo>
                    <a:lnTo>
                      <a:pt x="838" y="4834"/>
                    </a:lnTo>
                    <a:cubicBezTo>
                      <a:pt x="844" y="4814"/>
                      <a:pt x="840" y="4794"/>
                      <a:pt x="829" y="4777"/>
                    </a:cubicBezTo>
                    <a:cubicBezTo>
                      <a:pt x="817" y="4762"/>
                      <a:pt x="800" y="4751"/>
                      <a:pt x="780" y="4750"/>
                    </a:cubicBezTo>
                    <a:cubicBezTo>
                      <a:pt x="417" y="4726"/>
                      <a:pt x="131" y="4423"/>
                      <a:pt x="131" y="4060"/>
                    </a:cubicBezTo>
                    <a:lnTo>
                      <a:pt x="131" y="826"/>
                    </a:lnTo>
                    <a:cubicBezTo>
                      <a:pt x="131" y="444"/>
                      <a:pt x="443" y="132"/>
                      <a:pt x="825" y="132"/>
                    </a:cubicBezTo>
                    <a:close/>
                    <a:moveTo>
                      <a:pt x="825" y="1"/>
                    </a:moveTo>
                    <a:cubicBezTo>
                      <a:pt x="370" y="1"/>
                      <a:pt x="1" y="371"/>
                      <a:pt x="1" y="826"/>
                    </a:cubicBezTo>
                    <a:lnTo>
                      <a:pt x="1" y="4060"/>
                    </a:lnTo>
                    <a:cubicBezTo>
                      <a:pt x="1" y="4465"/>
                      <a:pt x="298" y="4807"/>
                      <a:pt x="690" y="4872"/>
                    </a:cubicBezTo>
                    <a:lnTo>
                      <a:pt x="339" y="6085"/>
                    </a:lnTo>
                    <a:cubicBezTo>
                      <a:pt x="330" y="6112"/>
                      <a:pt x="341" y="6141"/>
                      <a:pt x="364" y="6157"/>
                    </a:cubicBezTo>
                    <a:cubicBezTo>
                      <a:pt x="376" y="6165"/>
                      <a:pt x="388" y="6169"/>
                      <a:pt x="402" y="6169"/>
                    </a:cubicBezTo>
                    <a:cubicBezTo>
                      <a:pt x="415" y="6169"/>
                      <a:pt x="430" y="6165"/>
                      <a:pt x="442" y="6155"/>
                    </a:cubicBezTo>
                    <a:lnTo>
                      <a:pt x="2094" y="4883"/>
                    </a:lnTo>
                    <a:lnTo>
                      <a:pt x="7189" y="4883"/>
                    </a:lnTo>
                    <a:cubicBezTo>
                      <a:pt x="7643" y="4883"/>
                      <a:pt x="8013" y="4514"/>
                      <a:pt x="8013" y="4060"/>
                    </a:cubicBezTo>
                    <a:lnTo>
                      <a:pt x="8013" y="826"/>
                    </a:lnTo>
                    <a:cubicBezTo>
                      <a:pt x="8013" y="371"/>
                      <a:pt x="7643" y="1"/>
                      <a:pt x="71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11"/>
              <p:cNvSpPr/>
              <p:nvPr/>
            </p:nvSpPr>
            <p:spPr>
              <a:xfrm>
                <a:off x="7166746" y="1370922"/>
                <a:ext cx="495265" cy="379398"/>
              </a:xfrm>
              <a:custGeom>
                <a:rect b="b" l="l" r="r" t="t"/>
                <a:pathLst>
                  <a:path extrusionOk="0" h="6038" w="7882">
                    <a:moveTo>
                      <a:pt x="759" y="1"/>
                    </a:moveTo>
                    <a:cubicBezTo>
                      <a:pt x="340" y="1"/>
                      <a:pt x="1" y="339"/>
                      <a:pt x="1" y="759"/>
                    </a:cubicBezTo>
                    <a:lnTo>
                      <a:pt x="1" y="3993"/>
                    </a:lnTo>
                    <a:cubicBezTo>
                      <a:pt x="1" y="4395"/>
                      <a:pt x="315" y="4724"/>
                      <a:pt x="710" y="4749"/>
                    </a:cubicBezTo>
                    <a:lnTo>
                      <a:pt x="336" y="6037"/>
                    </a:lnTo>
                    <a:lnTo>
                      <a:pt x="336" y="6037"/>
                    </a:lnTo>
                    <a:lnTo>
                      <a:pt x="2007" y="4751"/>
                    </a:lnTo>
                    <a:lnTo>
                      <a:pt x="7124" y="4751"/>
                    </a:lnTo>
                    <a:cubicBezTo>
                      <a:pt x="7542" y="4751"/>
                      <a:pt x="7881" y="4412"/>
                      <a:pt x="7881" y="3993"/>
                    </a:cubicBezTo>
                    <a:lnTo>
                      <a:pt x="7881" y="759"/>
                    </a:lnTo>
                    <a:cubicBezTo>
                      <a:pt x="7881" y="339"/>
                      <a:pt x="7542" y="1"/>
                      <a:pt x="7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11"/>
              <p:cNvSpPr/>
              <p:nvPr/>
            </p:nvSpPr>
            <p:spPr>
              <a:xfrm>
                <a:off x="7162662" y="1366775"/>
                <a:ext cx="503497" cy="394415"/>
              </a:xfrm>
              <a:custGeom>
                <a:rect b="b" l="l" r="r" t="t"/>
                <a:pathLst>
                  <a:path extrusionOk="0" h="6277" w="8013">
                    <a:moveTo>
                      <a:pt x="7189" y="132"/>
                    </a:moveTo>
                    <a:cubicBezTo>
                      <a:pt x="7571" y="132"/>
                      <a:pt x="7881" y="443"/>
                      <a:pt x="7881" y="825"/>
                    </a:cubicBezTo>
                    <a:lnTo>
                      <a:pt x="7881" y="4059"/>
                    </a:lnTo>
                    <a:cubicBezTo>
                      <a:pt x="7881" y="4441"/>
                      <a:pt x="7571" y="4752"/>
                      <a:pt x="7189" y="4752"/>
                    </a:cubicBezTo>
                    <a:lnTo>
                      <a:pt x="2050" y="4752"/>
                    </a:lnTo>
                    <a:lnTo>
                      <a:pt x="520" y="5929"/>
                    </a:lnTo>
                    <a:lnTo>
                      <a:pt x="520" y="5929"/>
                    </a:lnTo>
                    <a:lnTo>
                      <a:pt x="861" y="4755"/>
                    </a:lnTo>
                    <a:lnTo>
                      <a:pt x="779" y="4750"/>
                    </a:lnTo>
                    <a:cubicBezTo>
                      <a:pt x="416" y="4726"/>
                      <a:pt x="131" y="4422"/>
                      <a:pt x="131" y="4059"/>
                    </a:cubicBezTo>
                    <a:lnTo>
                      <a:pt x="131" y="825"/>
                    </a:lnTo>
                    <a:cubicBezTo>
                      <a:pt x="131" y="442"/>
                      <a:pt x="442" y="132"/>
                      <a:pt x="824" y="132"/>
                    </a:cubicBezTo>
                    <a:close/>
                    <a:moveTo>
                      <a:pt x="824" y="0"/>
                    </a:moveTo>
                    <a:cubicBezTo>
                      <a:pt x="370" y="0"/>
                      <a:pt x="1" y="371"/>
                      <a:pt x="1" y="825"/>
                    </a:cubicBezTo>
                    <a:lnTo>
                      <a:pt x="1" y="4059"/>
                    </a:lnTo>
                    <a:cubicBezTo>
                      <a:pt x="1" y="4464"/>
                      <a:pt x="298" y="4806"/>
                      <a:pt x="690" y="4871"/>
                    </a:cubicBezTo>
                    <a:lnTo>
                      <a:pt x="282" y="6276"/>
                    </a:lnTo>
                    <a:lnTo>
                      <a:pt x="2094" y="4883"/>
                    </a:lnTo>
                    <a:lnTo>
                      <a:pt x="7189" y="4883"/>
                    </a:lnTo>
                    <a:cubicBezTo>
                      <a:pt x="7643" y="4883"/>
                      <a:pt x="8012" y="4514"/>
                      <a:pt x="8012" y="4059"/>
                    </a:cubicBezTo>
                    <a:lnTo>
                      <a:pt x="8012" y="825"/>
                    </a:lnTo>
                    <a:cubicBezTo>
                      <a:pt x="8012" y="371"/>
                      <a:pt x="7643" y="0"/>
                      <a:pt x="7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11"/>
              <p:cNvSpPr/>
              <p:nvPr/>
            </p:nvSpPr>
            <p:spPr>
              <a:xfrm>
                <a:off x="7300212" y="1499109"/>
                <a:ext cx="31669" cy="31669"/>
              </a:xfrm>
              <a:custGeom>
                <a:rect b="b" l="l" r="r" t="t"/>
                <a:pathLst>
                  <a:path extrusionOk="0" h="504" w="504">
                    <a:moveTo>
                      <a:pt x="252" y="0"/>
                    </a:moveTo>
                    <a:cubicBezTo>
                      <a:pt x="113" y="0"/>
                      <a:pt x="1" y="113"/>
                      <a:pt x="1" y="252"/>
                    </a:cubicBezTo>
                    <a:cubicBezTo>
                      <a:pt x="1" y="391"/>
                      <a:pt x="113" y="503"/>
                      <a:pt x="252" y="503"/>
                    </a:cubicBezTo>
                    <a:cubicBezTo>
                      <a:pt x="391" y="503"/>
                      <a:pt x="503" y="391"/>
                      <a:pt x="503" y="252"/>
                    </a:cubicBezTo>
                    <a:cubicBezTo>
                      <a:pt x="503" y="113"/>
                      <a:pt x="391"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1"/>
              <p:cNvSpPr/>
              <p:nvPr/>
            </p:nvSpPr>
            <p:spPr>
              <a:xfrm>
                <a:off x="7398551" y="1499109"/>
                <a:ext cx="31669" cy="31669"/>
              </a:xfrm>
              <a:custGeom>
                <a:rect b="b" l="l" r="r" t="t"/>
                <a:pathLst>
                  <a:path extrusionOk="0" h="504" w="504">
                    <a:moveTo>
                      <a:pt x="252" y="0"/>
                    </a:moveTo>
                    <a:cubicBezTo>
                      <a:pt x="114" y="0"/>
                      <a:pt x="0" y="113"/>
                      <a:pt x="0" y="252"/>
                    </a:cubicBezTo>
                    <a:cubicBezTo>
                      <a:pt x="0" y="391"/>
                      <a:pt x="114" y="503"/>
                      <a:pt x="252" y="503"/>
                    </a:cubicBezTo>
                    <a:cubicBezTo>
                      <a:pt x="391" y="503"/>
                      <a:pt x="504" y="391"/>
                      <a:pt x="504" y="252"/>
                    </a:cubicBezTo>
                    <a:cubicBezTo>
                      <a:pt x="504" y="113"/>
                      <a:pt x="392" y="0"/>
                      <a:pt x="2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11"/>
              <p:cNvSpPr/>
              <p:nvPr/>
            </p:nvSpPr>
            <p:spPr>
              <a:xfrm>
                <a:off x="7496890" y="1499109"/>
                <a:ext cx="31669" cy="31669"/>
              </a:xfrm>
              <a:custGeom>
                <a:rect b="b" l="l" r="r" t="t"/>
                <a:pathLst>
                  <a:path extrusionOk="0" h="504" w="504">
                    <a:moveTo>
                      <a:pt x="253" y="0"/>
                    </a:moveTo>
                    <a:cubicBezTo>
                      <a:pt x="113" y="0"/>
                      <a:pt x="1" y="113"/>
                      <a:pt x="1" y="252"/>
                    </a:cubicBezTo>
                    <a:cubicBezTo>
                      <a:pt x="1" y="391"/>
                      <a:pt x="113" y="503"/>
                      <a:pt x="253" y="503"/>
                    </a:cubicBezTo>
                    <a:cubicBezTo>
                      <a:pt x="391" y="503"/>
                      <a:pt x="503" y="391"/>
                      <a:pt x="503" y="252"/>
                    </a:cubicBezTo>
                    <a:cubicBezTo>
                      <a:pt x="503" y="113"/>
                      <a:pt x="391" y="0"/>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2" name="Google Shape;892;p11"/>
            <p:cNvGrpSpPr/>
            <p:nvPr/>
          </p:nvGrpSpPr>
          <p:grpSpPr>
            <a:xfrm>
              <a:off x="3489404" y="2311527"/>
              <a:ext cx="2172510" cy="1540034"/>
              <a:chOff x="3244524" y="2341524"/>
              <a:chExt cx="2511282" cy="1780180"/>
            </a:xfrm>
          </p:grpSpPr>
          <p:sp>
            <p:nvSpPr>
              <p:cNvPr id="893" name="Google Shape;893;p11"/>
              <p:cNvSpPr/>
              <p:nvPr/>
            </p:nvSpPr>
            <p:spPr>
              <a:xfrm>
                <a:off x="5300605" y="2697406"/>
                <a:ext cx="452242" cy="480209"/>
              </a:xfrm>
              <a:custGeom>
                <a:rect b="b" l="l" r="r" t="t"/>
                <a:pathLst>
                  <a:path extrusionOk="0" h="10062" w="9476">
                    <a:moveTo>
                      <a:pt x="1447" y="0"/>
                    </a:moveTo>
                    <a:cubicBezTo>
                      <a:pt x="647" y="0"/>
                      <a:pt x="0" y="648"/>
                      <a:pt x="0" y="1447"/>
                    </a:cubicBezTo>
                    <a:lnTo>
                      <a:pt x="0" y="6441"/>
                    </a:lnTo>
                    <a:cubicBezTo>
                      <a:pt x="0" y="7190"/>
                      <a:pt x="569" y="7806"/>
                      <a:pt x="1298" y="7881"/>
                    </a:cubicBezTo>
                    <a:lnTo>
                      <a:pt x="101" y="10061"/>
                    </a:lnTo>
                    <a:lnTo>
                      <a:pt x="2589" y="7888"/>
                    </a:lnTo>
                    <a:lnTo>
                      <a:pt x="8028" y="7888"/>
                    </a:lnTo>
                    <a:cubicBezTo>
                      <a:pt x="8828" y="7888"/>
                      <a:pt x="9475" y="7241"/>
                      <a:pt x="9475" y="6441"/>
                    </a:cubicBezTo>
                    <a:lnTo>
                      <a:pt x="9475" y="1447"/>
                    </a:lnTo>
                    <a:cubicBezTo>
                      <a:pt x="9475" y="648"/>
                      <a:pt x="8828" y="0"/>
                      <a:pt x="80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11"/>
              <p:cNvSpPr/>
              <p:nvPr/>
            </p:nvSpPr>
            <p:spPr>
              <a:xfrm>
                <a:off x="5297646" y="2694447"/>
                <a:ext cx="458160" cy="486127"/>
              </a:xfrm>
              <a:custGeom>
                <a:rect b="b" l="l" r="r" t="t"/>
                <a:pathLst>
                  <a:path extrusionOk="0" h="10186" w="9600">
                    <a:moveTo>
                      <a:pt x="8090" y="124"/>
                    </a:moveTo>
                    <a:cubicBezTo>
                      <a:pt x="8854" y="124"/>
                      <a:pt x="9476" y="745"/>
                      <a:pt x="9476" y="1509"/>
                    </a:cubicBezTo>
                    <a:lnTo>
                      <a:pt x="9476" y="6503"/>
                    </a:lnTo>
                    <a:cubicBezTo>
                      <a:pt x="9476" y="7267"/>
                      <a:pt x="8854" y="7888"/>
                      <a:pt x="8090" y="7888"/>
                    </a:cubicBezTo>
                    <a:lnTo>
                      <a:pt x="2652" y="7888"/>
                    </a:lnTo>
                    <a:cubicBezTo>
                      <a:pt x="2636" y="7888"/>
                      <a:pt x="2621" y="7893"/>
                      <a:pt x="2610" y="7904"/>
                    </a:cubicBezTo>
                    <a:lnTo>
                      <a:pt x="386" y="9845"/>
                    </a:lnTo>
                    <a:lnTo>
                      <a:pt x="1415" y="7972"/>
                    </a:lnTo>
                    <a:cubicBezTo>
                      <a:pt x="1425" y="7954"/>
                      <a:pt x="1425" y="7932"/>
                      <a:pt x="1416" y="7913"/>
                    </a:cubicBezTo>
                    <a:cubicBezTo>
                      <a:pt x="1406" y="7895"/>
                      <a:pt x="1387" y="7883"/>
                      <a:pt x="1366" y="7881"/>
                    </a:cubicBezTo>
                    <a:cubicBezTo>
                      <a:pt x="658" y="7808"/>
                      <a:pt x="124" y="7217"/>
                      <a:pt x="124" y="6503"/>
                    </a:cubicBezTo>
                    <a:lnTo>
                      <a:pt x="124" y="1509"/>
                    </a:lnTo>
                    <a:cubicBezTo>
                      <a:pt x="124" y="745"/>
                      <a:pt x="745" y="124"/>
                      <a:pt x="1509" y="124"/>
                    </a:cubicBezTo>
                    <a:close/>
                    <a:moveTo>
                      <a:pt x="1509" y="0"/>
                    </a:moveTo>
                    <a:cubicBezTo>
                      <a:pt x="677" y="0"/>
                      <a:pt x="0" y="677"/>
                      <a:pt x="0" y="1509"/>
                    </a:cubicBezTo>
                    <a:lnTo>
                      <a:pt x="0" y="6503"/>
                    </a:lnTo>
                    <a:cubicBezTo>
                      <a:pt x="0" y="7249"/>
                      <a:pt x="536" y="7873"/>
                      <a:pt x="1262" y="7992"/>
                    </a:cubicBezTo>
                    <a:lnTo>
                      <a:pt x="108" y="10094"/>
                    </a:lnTo>
                    <a:cubicBezTo>
                      <a:pt x="93" y="10120"/>
                      <a:pt x="100" y="10153"/>
                      <a:pt x="124" y="10171"/>
                    </a:cubicBezTo>
                    <a:cubicBezTo>
                      <a:pt x="135" y="10181"/>
                      <a:pt x="149" y="10185"/>
                      <a:pt x="163" y="10185"/>
                    </a:cubicBezTo>
                    <a:cubicBezTo>
                      <a:pt x="177" y="10185"/>
                      <a:pt x="192" y="10180"/>
                      <a:pt x="204" y="10170"/>
                    </a:cubicBezTo>
                    <a:lnTo>
                      <a:pt x="2675" y="8012"/>
                    </a:lnTo>
                    <a:lnTo>
                      <a:pt x="8090" y="8012"/>
                    </a:lnTo>
                    <a:cubicBezTo>
                      <a:pt x="8923" y="8012"/>
                      <a:pt x="9599" y="7335"/>
                      <a:pt x="9599" y="6503"/>
                    </a:cubicBezTo>
                    <a:lnTo>
                      <a:pt x="9599" y="1509"/>
                    </a:lnTo>
                    <a:cubicBezTo>
                      <a:pt x="9599" y="677"/>
                      <a:pt x="8923" y="0"/>
                      <a:pt x="80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1"/>
              <p:cNvSpPr/>
              <p:nvPr/>
            </p:nvSpPr>
            <p:spPr>
              <a:xfrm>
                <a:off x="5474321" y="2769480"/>
                <a:ext cx="126519" cy="227628"/>
              </a:xfrm>
              <a:custGeom>
                <a:rect b="b" l="l" r="r" t="t"/>
                <a:pathLst>
                  <a:path extrusionOk="0" h="6227" w="3122">
                    <a:moveTo>
                      <a:pt x="1542" y="0"/>
                    </a:moveTo>
                    <a:cubicBezTo>
                      <a:pt x="1046" y="0"/>
                      <a:pt x="665" y="125"/>
                      <a:pt x="399" y="376"/>
                    </a:cubicBezTo>
                    <a:cubicBezTo>
                      <a:pt x="134" y="626"/>
                      <a:pt x="1" y="972"/>
                      <a:pt x="1" y="1412"/>
                    </a:cubicBezTo>
                    <a:cubicBezTo>
                      <a:pt x="1" y="1523"/>
                      <a:pt x="11" y="1633"/>
                      <a:pt x="31" y="1742"/>
                    </a:cubicBezTo>
                    <a:cubicBezTo>
                      <a:pt x="51" y="1851"/>
                      <a:pt x="79" y="1962"/>
                      <a:pt x="115" y="2073"/>
                    </a:cubicBezTo>
                    <a:lnTo>
                      <a:pt x="1155" y="1838"/>
                    </a:lnTo>
                    <a:cubicBezTo>
                      <a:pt x="1135" y="1766"/>
                      <a:pt x="1115" y="1700"/>
                      <a:pt x="1098" y="1640"/>
                    </a:cubicBezTo>
                    <a:cubicBezTo>
                      <a:pt x="1081" y="1580"/>
                      <a:pt x="1071" y="1508"/>
                      <a:pt x="1071" y="1428"/>
                    </a:cubicBezTo>
                    <a:cubicBezTo>
                      <a:pt x="1071" y="1291"/>
                      <a:pt x="1112" y="1182"/>
                      <a:pt x="1193" y="1101"/>
                    </a:cubicBezTo>
                    <a:cubicBezTo>
                      <a:pt x="1274" y="1020"/>
                      <a:pt x="1383" y="979"/>
                      <a:pt x="1519" y="979"/>
                    </a:cubicBezTo>
                    <a:cubicBezTo>
                      <a:pt x="1677" y="979"/>
                      <a:pt x="1794" y="1029"/>
                      <a:pt x="1873" y="1127"/>
                    </a:cubicBezTo>
                    <a:cubicBezTo>
                      <a:pt x="1950" y="1226"/>
                      <a:pt x="1990" y="1374"/>
                      <a:pt x="1990" y="1571"/>
                    </a:cubicBezTo>
                    <a:cubicBezTo>
                      <a:pt x="1990" y="1845"/>
                      <a:pt x="1936" y="2104"/>
                      <a:pt x="1827" y="2350"/>
                    </a:cubicBezTo>
                    <a:cubicBezTo>
                      <a:pt x="1719" y="2595"/>
                      <a:pt x="1569" y="2827"/>
                      <a:pt x="1383" y="3045"/>
                    </a:cubicBezTo>
                    <a:cubicBezTo>
                      <a:pt x="1196" y="3263"/>
                      <a:pt x="985" y="3465"/>
                      <a:pt x="753" y="3652"/>
                    </a:cubicBezTo>
                    <a:lnTo>
                      <a:pt x="753" y="4624"/>
                    </a:lnTo>
                    <a:lnTo>
                      <a:pt x="1793" y="4624"/>
                    </a:lnTo>
                    <a:lnTo>
                      <a:pt x="1793" y="3880"/>
                    </a:lnTo>
                    <a:cubicBezTo>
                      <a:pt x="2066" y="3667"/>
                      <a:pt x="2303" y="3440"/>
                      <a:pt x="2502" y="3200"/>
                    </a:cubicBezTo>
                    <a:cubicBezTo>
                      <a:pt x="2703" y="2960"/>
                      <a:pt x="2856" y="2702"/>
                      <a:pt x="2962" y="2430"/>
                    </a:cubicBezTo>
                    <a:cubicBezTo>
                      <a:pt x="3068" y="2156"/>
                      <a:pt x="3121" y="1863"/>
                      <a:pt x="3121" y="1549"/>
                    </a:cubicBezTo>
                    <a:cubicBezTo>
                      <a:pt x="3121" y="1053"/>
                      <a:pt x="2984" y="671"/>
                      <a:pt x="2711" y="402"/>
                    </a:cubicBezTo>
                    <a:cubicBezTo>
                      <a:pt x="2437" y="134"/>
                      <a:pt x="2048" y="0"/>
                      <a:pt x="1542" y="0"/>
                    </a:cubicBezTo>
                    <a:close/>
                    <a:moveTo>
                      <a:pt x="714" y="5125"/>
                    </a:moveTo>
                    <a:lnTo>
                      <a:pt x="714" y="6226"/>
                    </a:lnTo>
                    <a:lnTo>
                      <a:pt x="1838" y="6226"/>
                    </a:lnTo>
                    <a:lnTo>
                      <a:pt x="1838" y="51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96" name="Google Shape;896;p11"/>
              <p:cNvSpPr/>
              <p:nvPr/>
            </p:nvSpPr>
            <p:spPr>
              <a:xfrm>
                <a:off x="3537745" y="3746489"/>
                <a:ext cx="952257" cy="372207"/>
              </a:xfrm>
              <a:custGeom>
                <a:rect b="b" l="l" r="r" t="t"/>
                <a:pathLst>
                  <a:path extrusionOk="0" h="7799" w="19953">
                    <a:moveTo>
                      <a:pt x="18027" y="1"/>
                    </a:moveTo>
                    <a:lnTo>
                      <a:pt x="3153" y="107"/>
                    </a:lnTo>
                    <a:cubicBezTo>
                      <a:pt x="2376" y="1415"/>
                      <a:pt x="716" y="5848"/>
                      <a:pt x="0" y="7798"/>
                    </a:cubicBezTo>
                    <a:lnTo>
                      <a:pt x="19952" y="7798"/>
                    </a:lnTo>
                    <a:lnTo>
                      <a:pt x="180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11"/>
              <p:cNvSpPr/>
              <p:nvPr/>
            </p:nvSpPr>
            <p:spPr>
              <a:xfrm>
                <a:off x="3534595" y="3743483"/>
                <a:ext cx="958509" cy="378173"/>
              </a:xfrm>
              <a:custGeom>
                <a:rect b="b" l="l" r="r" t="t"/>
                <a:pathLst>
                  <a:path extrusionOk="0" h="7924" w="20084">
                    <a:moveTo>
                      <a:pt x="18045" y="126"/>
                    </a:moveTo>
                    <a:lnTo>
                      <a:pt x="19940" y="7799"/>
                    </a:lnTo>
                    <a:lnTo>
                      <a:pt x="156" y="7799"/>
                    </a:lnTo>
                    <a:cubicBezTo>
                      <a:pt x="855" y="5894"/>
                      <a:pt x="2481" y="1559"/>
                      <a:pt x="3255" y="232"/>
                    </a:cubicBezTo>
                    <a:lnTo>
                      <a:pt x="18045" y="126"/>
                    </a:lnTo>
                    <a:close/>
                    <a:moveTo>
                      <a:pt x="18093" y="1"/>
                    </a:moveTo>
                    <a:lnTo>
                      <a:pt x="3219" y="107"/>
                    </a:lnTo>
                    <a:cubicBezTo>
                      <a:pt x="3197" y="108"/>
                      <a:pt x="3177" y="119"/>
                      <a:pt x="3166" y="137"/>
                    </a:cubicBezTo>
                    <a:cubicBezTo>
                      <a:pt x="2382" y="1457"/>
                      <a:pt x="696" y="5964"/>
                      <a:pt x="8" y="7840"/>
                    </a:cubicBezTo>
                    <a:cubicBezTo>
                      <a:pt x="0" y="7859"/>
                      <a:pt x="3" y="7880"/>
                      <a:pt x="15" y="7897"/>
                    </a:cubicBezTo>
                    <a:cubicBezTo>
                      <a:pt x="27" y="7914"/>
                      <a:pt x="45" y="7923"/>
                      <a:pt x="66" y="7923"/>
                    </a:cubicBezTo>
                    <a:lnTo>
                      <a:pt x="20018" y="7923"/>
                    </a:lnTo>
                    <a:cubicBezTo>
                      <a:pt x="20038" y="7923"/>
                      <a:pt x="20056" y="7915"/>
                      <a:pt x="20068" y="7900"/>
                    </a:cubicBezTo>
                    <a:cubicBezTo>
                      <a:pt x="20079" y="7884"/>
                      <a:pt x="20083" y="7865"/>
                      <a:pt x="20079" y="7847"/>
                    </a:cubicBezTo>
                    <a:lnTo>
                      <a:pt x="18153" y="48"/>
                    </a:lnTo>
                    <a:cubicBezTo>
                      <a:pt x="18146" y="21"/>
                      <a:pt x="18121" y="1"/>
                      <a:pt x="180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11"/>
              <p:cNvSpPr/>
              <p:nvPr/>
            </p:nvSpPr>
            <p:spPr>
              <a:xfrm>
                <a:off x="4914654" y="3561461"/>
                <a:ext cx="284202" cy="77649"/>
              </a:xfrm>
              <a:custGeom>
                <a:rect b="b" l="l" r="r" t="t"/>
                <a:pathLst>
                  <a:path extrusionOk="0" h="1627" w="5955">
                    <a:moveTo>
                      <a:pt x="684" y="0"/>
                    </a:moveTo>
                    <a:lnTo>
                      <a:pt x="1" y="944"/>
                    </a:lnTo>
                    <a:cubicBezTo>
                      <a:pt x="1" y="944"/>
                      <a:pt x="716" y="1627"/>
                      <a:pt x="1302" y="1627"/>
                    </a:cubicBezTo>
                    <a:cubicBezTo>
                      <a:pt x="1888" y="1627"/>
                      <a:pt x="3579" y="1139"/>
                      <a:pt x="3579" y="1139"/>
                    </a:cubicBezTo>
                    <a:lnTo>
                      <a:pt x="5955" y="1171"/>
                    </a:lnTo>
                    <a:cubicBezTo>
                      <a:pt x="5955" y="1171"/>
                      <a:pt x="4555" y="33"/>
                      <a:pt x="4360" y="33"/>
                    </a:cubicBezTo>
                    <a:cubicBezTo>
                      <a:pt x="4165" y="33"/>
                      <a:pt x="1822" y="196"/>
                      <a:pt x="1822" y="196"/>
                    </a:cubicBezTo>
                    <a:lnTo>
                      <a:pt x="68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1"/>
              <p:cNvSpPr/>
              <p:nvPr/>
            </p:nvSpPr>
            <p:spPr>
              <a:xfrm>
                <a:off x="4911361" y="3558502"/>
                <a:ext cx="290693" cy="83614"/>
              </a:xfrm>
              <a:custGeom>
                <a:rect b="b" l="l" r="r" t="t"/>
                <a:pathLst>
                  <a:path extrusionOk="0" h="1752" w="6091">
                    <a:moveTo>
                      <a:pt x="780" y="131"/>
                    </a:moveTo>
                    <a:lnTo>
                      <a:pt x="1881" y="318"/>
                    </a:lnTo>
                    <a:cubicBezTo>
                      <a:pt x="1886" y="319"/>
                      <a:pt x="1891" y="319"/>
                      <a:pt x="1896" y="319"/>
                    </a:cubicBezTo>
                    <a:cubicBezTo>
                      <a:pt x="1920" y="318"/>
                      <a:pt x="4239" y="157"/>
                      <a:pt x="4429" y="157"/>
                    </a:cubicBezTo>
                    <a:cubicBezTo>
                      <a:pt x="4538" y="163"/>
                      <a:pt x="5209" y="658"/>
                      <a:pt x="5845" y="1169"/>
                    </a:cubicBezTo>
                    <a:lnTo>
                      <a:pt x="3649" y="1139"/>
                    </a:lnTo>
                    <a:cubicBezTo>
                      <a:pt x="3644" y="1139"/>
                      <a:pt x="3638" y="1140"/>
                      <a:pt x="3631" y="1141"/>
                    </a:cubicBezTo>
                    <a:cubicBezTo>
                      <a:pt x="3614" y="1146"/>
                      <a:pt x="1941" y="1627"/>
                      <a:pt x="1371" y="1627"/>
                    </a:cubicBezTo>
                    <a:cubicBezTo>
                      <a:pt x="894" y="1627"/>
                      <a:pt x="309" y="1137"/>
                      <a:pt x="153" y="997"/>
                    </a:cubicBezTo>
                    <a:lnTo>
                      <a:pt x="780" y="131"/>
                    </a:lnTo>
                    <a:close/>
                    <a:moveTo>
                      <a:pt x="752" y="1"/>
                    </a:moveTo>
                    <a:cubicBezTo>
                      <a:pt x="732" y="1"/>
                      <a:pt x="714" y="10"/>
                      <a:pt x="703" y="26"/>
                    </a:cubicBezTo>
                    <a:lnTo>
                      <a:pt x="19" y="969"/>
                    </a:lnTo>
                    <a:cubicBezTo>
                      <a:pt x="1" y="994"/>
                      <a:pt x="5" y="1030"/>
                      <a:pt x="27" y="1051"/>
                    </a:cubicBezTo>
                    <a:cubicBezTo>
                      <a:pt x="57" y="1079"/>
                      <a:pt x="768" y="1752"/>
                      <a:pt x="1371" y="1752"/>
                    </a:cubicBezTo>
                    <a:cubicBezTo>
                      <a:pt x="1943" y="1752"/>
                      <a:pt x="3510" y="1306"/>
                      <a:pt x="3656" y="1264"/>
                    </a:cubicBezTo>
                    <a:lnTo>
                      <a:pt x="6023" y="1295"/>
                    </a:lnTo>
                    <a:cubicBezTo>
                      <a:pt x="6024" y="1295"/>
                      <a:pt x="6024" y="1295"/>
                      <a:pt x="6025" y="1295"/>
                    </a:cubicBezTo>
                    <a:cubicBezTo>
                      <a:pt x="6052" y="1295"/>
                      <a:pt x="6073" y="1279"/>
                      <a:pt x="6081" y="1254"/>
                    </a:cubicBezTo>
                    <a:cubicBezTo>
                      <a:pt x="6091" y="1230"/>
                      <a:pt x="6084" y="1202"/>
                      <a:pt x="6063" y="1185"/>
                    </a:cubicBezTo>
                    <a:cubicBezTo>
                      <a:pt x="5731" y="915"/>
                      <a:pt x="4631" y="33"/>
                      <a:pt x="4430" y="33"/>
                    </a:cubicBezTo>
                    <a:cubicBezTo>
                      <a:pt x="4238" y="33"/>
                      <a:pt x="2066" y="183"/>
                      <a:pt x="1895" y="196"/>
                    </a:cubicBezTo>
                    <a:lnTo>
                      <a:pt x="763" y="2"/>
                    </a:lnTo>
                    <a:cubicBezTo>
                      <a:pt x="760" y="1"/>
                      <a:pt x="756" y="1"/>
                      <a:pt x="752"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1"/>
              <p:cNvSpPr/>
              <p:nvPr/>
            </p:nvSpPr>
            <p:spPr>
              <a:xfrm>
                <a:off x="4945723" y="3591002"/>
                <a:ext cx="169328" cy="49920"/>
              </a:xfrm>
              <a:custGeom>
                <a:rect b="b" l="l" r="r" t="t"/>
                <a:pathLst>
                  <a:path extrusionOk="0" h="1046" w="3548">
                    <a:moveTo>
                      <a:pt x="3416" y="1"/>
                    </a:moveTo>
                    <a:cubicBezTo>
                      <a:pt x="3255" y="1"/>
                      <a:pt x="2984" y="140"/>
                      <a:pt x="2830" y="162"/>
                    </a:cubicBezTo>
                    <a:cubicBezTo>
                      <a:pt x="2785" y="169"/>
                      <a:pt x="2664" y="171"/>
                      <a:pt x="2499" y="171"/>
                    </a:cubicBezTo>
                    <a:cubicBezTo>
                      <a:pt x="1842" y="171"/>
                      <a:pt x="488" y="130"/>
                      <a:pt x="488" y="130"/>
                    </a:cubicBezTo>
                    <a:lnTo>
                      <a:pt x="0" y="780"/>
                    </a:lnTo>
                    <a:cubicBezTo>
                      <a:pt x="0" y="780"/>
                      <a:pt x="261" y="975"/>
                      <a:pt x="651" y="1008"/>
                    </a:cubicBezTo>
                    <a:cubicBezTo>
                      <a:pt x="876" y="1027"/>
                      <a:pt x="1004" y="1045"/>
                      <a:pt x="1147" y="1045"/>
                    </a:cubicBezTo>
                    <a:cubicBezTo>
                      <a:pt x="1252" y="1045"/>
                      <a:pt x="1364" y="1035"/>
                      <a:pt x="1529" y="1008"/>
                    </a:cubicBezTo>
                    <a:cubicBezTo>
                      <a:pt x="1920" y="943"/>
                      <a:pt x="2375" y="813"/>
                      <a:pt x="2375" y="813"/>
                    </a:cubicBezTo>
                    <a:cubicBezTo>
                      <a:pt x="2375" y="813"/>
                      <a:pt x="2635" y="715"/>
                      <a:pt x="2928" y="520"/>
                    </a:cubicBezTo>
                    <a:cubicBezTo>
                      <a:pt x="3222" y="325"/>
                      <a:pt x="3547" y="422"/>
                      <a:pt x="3547" y="130"/>
                    </a:cubicBezTo>
                    <a:cubicBezTo>
                      <a:pt x="3547" y="34"/>
                      <a:pt x="3495" y="1"/>
                      <a:pt x="341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1"/>
              <p:cNvSpPr/>
              <p:nvPr/>
            </p:nvSpPr>
            <p:spPr>
              <a:xfrm>
                <a:off x="4942382" y="3588043"/>
                <a:ext cx="175580" cy="55838"/>
              </a:xfrm>
              <a:custGeom>
                <a:rect b="b" l="l" r="r" t="t"/>
                <a:pathLst>
                  <a:path extrusionOk="0" h="1170" w="3679">
                    <a:moveTo>
                      <a:pt x="3485" y="0"/>
                    </a:moveTo>
                    <a:cubicBezTo>
                      <a:pt x="3384" y="0"/>
                      <a:pt x="3257" y="46"/>
                      <a:pt x="3125" y="93"/>
                    </a:cubicBezTo>
                    <a:cubicBezTo>
                      <a:pt x="3036" y="124"/>
                      <a:pt x="2952" y="154"/>
                      <a:pt x="2892" y="163"/>
                    </a:cubicBezTo>
                    <a:cubicBezTo>
                      <a:pt x="2850" y="169"/>
                      <a:pt x="2739" y="171"/>
                      <a:pt x="2584" y="171"/>
                    </a:cubicBezTo>
                    <a:cubicBezTo>
                      <a:pt x="2082" y="171"/>
                      <a:pt x="1118" y="146"/>
                      <a:pt x="560" y="130"/>
                    </a:cubicBezTo>
                    <a:cubicBezTo>
                      <a:pt x="560" y="130"/>
                      <a:pt x="559" y="130"/>
                      <a:pt x="559" y="130"/>
                    </a:cubicBezTo>
                    <a:cubicBezTo>
                      <a:pt x="527" y="130"/>
                      <a:pt x="497" y="157"/>
                      <a:pt x="496" y="189"/>
                    </a:cubicBezTo>
                    <a:cubicBezTo>
                      <a:pt x="495" y="224"/>
                      <a:pt x="522" y="252"/>
                      <a:pt x="556" y="253"/>
                    </a:cubicBezTo>
                    <a:cubicBezTo>
                      <a:pt x="625" y="256"/>
                      <a:pt x="1920" y="295"/>
                      <a:pt x="2568" y="295"/>
                    </a:cubicBezTo>
                    <a:cubicBezTo>
                      <a:pt x="2737" y="295"/>
                      <a:pt x="2862" y="293"/>
                      <a:pt x="2910" y="286"/>
                    </a:cubicBezTo>
                    <a:cubicBezTo>
                      <a:pt x="2981" y="276"/>
                      <a:pt x="3072" y="244"/>
                      <a:pt x="3166" y="209"/>
                    </a:cubicBezTo>
                    <a:cubicBezTo>
                      <a:pt x="3266" y="174"/>
                      <a:pt x="3406" y="124"/>
                      <a:pt x="3487" y="124"/>
                    </a:cubicBezTo>
                    <a:cubicBezTo>
                      <a:pt x="3508" y="124"/>
                      <a:pt x="3525" y="128"/>
                      <a:pt x="3536" y="136"/>
                    </a:cubicBezTo>
                    <a:cubicBezTo>
                      <a:pt x="3549" y="144"/>
                      <a:pt x="3554" y="163"/>
                      <a:pt x="3554" y="192"/>
                    </a:cubicBezTo>
                    <a:cubicBezTo>
                      <a:pt x="3554" y="319"/>
                      <a:pt x="3486" y="342"/>
                      <a:pt x="3316" y="388"/>
                    </a:cubicBezTo>
                    <a:cubicBezTo>
                      <a:pt x="3213" y="415"/>
                      <a:pt x="3086" y="449"/>
                      <a:pt x="2963" y="531"/>
                    </a:cubicBezTo>
                    <a:cubicBezTo>
                      <a:pt x="2682" y="718"/>
                      <a:pt x="2427" y="815"/>
                      <a:pt x="2428" y="815"/>
                    </a:cubicBezTo>
                    <a:cubicBezTo>
                      <a:pt x="2424" y="816"/>
                      <a:pt x="1972" y="945"/>
                      <a:pt x="1589" y="1009"/>
                    </a:cubicBezTo>
                    <a:cubicBezTo>
                      <a:pt x="1427" y="1036"/>
                      <a:pt x="1319" y="1046"/>
                      <a:pt x="1217" y="1046"/>
                    </a:cubicBezTo>
                    <a:cubicBezTo>
                      <a:pt x="1123" y="1046"/>
                      <a:pt x="1035" y="1037"/>
                      <a:pt x="916" y="1026"/>
                    </a:cubicBezTo>
                    <a:cubicBezTo>
                      <a:pt x="861" y="1021"/>
                      <a:pt x="798" y="1014"/>
                      <a:pt x="726" y="1008"/>
                    </a:cubicBezTo>
                    <a:cubicBezTo>
                      <a:pt x="360" y="978"/>
                      <a:pt x="110" y="795"/>
                      <a:pt x="107" y="793"/>
                    </a:cubicBezTo>
                    <a:cubicBezTo>
                      <a:pt x="96" y="784"/>
                      <a:pt x="83" y="780"/>
                      <a:pt x="70" y="780"/>
                    </a:cubicBezTo>
                    <a:cubicBezTo>
                      <a:pt x="51" y="780"/>
                      <a:pt x="33" y="789"/>
                      <a:pt x="20" y="805"/>
                    </a:cubicBezTo>
                    <a:cubicBezTo>
                      <a:pt x="0" y="833"/>
                      <a:pt x="5" y="872"/>
                      <a:pt x="33" y="893"/>
                    </a:cubicBezTo>
                    <a:cubicBezTo>
                      <a:pt x="44" y="901"/>
                      <a:pt x="312" y="1098"/>
                      <a:pt x="716" y="1132"/>
                    </a:cubicBezTo>
                    <a:cubicBezTo>
                      <a:pt x="787" y="1138"/>
                      <a:pt x="849" y="1144"/>
                      <a:pt x="904" y="1150"/>
                    </a:cubicBezTo>
                    <a:cubicBezTo>
                      <a:pt x="1025" y="1161"/>
                      <a:pt x="1118" y="1170"/>
                      <a:pt x="1217" y="1170"/>
                    </a:cubicBezTo>
                    <a:cubicBezTo>
                      <a:pt x="1324" y="1170"/>
                      <a:pt x="1441" y="1160"/>
                      <a:pt x="1610" y="1132"/>
                    </a:cubicBezTo>
                    <a:cubicBezTo>
                      <a:pt x="1999" y="1067"/>
                      <a:pt x="2458" y="937"/>
                      <a:pt x="2467" y="933"/>
                    </a:cubicBezTo>
                    <a:cubicBezTo>
                      <a:pt x="2478" y="929"/>
                      <a:pt x="2737" y="831"/>
                      <a:pt x="3033" y="634"/>
                    </a:cubicBezTo>
                    <a:cubicBezTo>
                      <a:pt x="3138" y="564"/>
                      <a:pt x="3249" y="534"/>
                      <a:pt x="3349" y="507"/>
                    </a:cubicBezTo>
                    <a:cubicBezTo>
                      <a:pt x="3510" y="464"/>
                      <a:pt x="3678" y="419"/>
                      <a:pt x="3678" y="192"/>
                    </a:cubicBezTo>
                    <a:cubicBezTo>
                      <a:pt x="3678" y="120"/>
                      <a:pt x="3655" y="67"/>
                      <a:pt x="3609" y="34"/>
                    </a:cubicBezTo>
                    <a:cubicBezTo>
                      <a:pt x="3574" y="10"/>
                      <a:pt x="3533" y="0"/>
                      <a:pt x="3485"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1"/>
              <p:cNvSpPr/>
              <p:nvPr/>
            </p:nvSpPr>
            <p:spPr>
              <a:xfrm>
                <a:off x="3633433" y="2799489"/>
                <a:ext cx="1326612" cy="1079635"/>
              </a:xfrm>
              <a:custGeom>
                <a:rect b="b" l="l" r="r" t="t"/>
                <a:pathLst>
                  <a:path extrusionOk="0" h="22622" w="27797">
                    <a:moveTo>
                      <a:pt x="17895" y="0"/>
                    </a:moveTo>
                    <a:cubicBezTo>
                      <a:pt x="15709" y="0"/>
                      <a:pt x="12012" y="303"/>
                      <a:pt x="12012" y="303"/>
                    </a:cubicBezTo>
                    <a:cubicBezTo>
                      <a:pt x="12012" y="303"/>
                      <a:pt x="10349" y="467"/>
                      <a:pt x="8877" y="727"/>
                    </a:cubicBezTo>
                    <a:cubicBezTo>
                      <a:pt x="7405" y="986"/>
                      <a:pt x="4157" y="1006"/>
                      <a:pt x="3986" y="1518"/>
                    </a:cubicBezTo>
                    <a:cubicBezTo>
                      <a:pt x="3816" y="2029"/>
                      <a:pt x="3054" y="13703"/>
                      <a:pt x="3054" y="13703"/>
                    </a:cubicBezTo>
                    <a:lnTo>
                      <a:pt x="1" y="20574"/>
                    </a:lnTo>
                    <a:cubicBezTo>
                      <a:pt x="1" y="20574"/>
                      <a:pt x="2492" y="22621"/>
                      <a:pt x="7644" y="22621"/>
                    </a:cubicBezTo>
                    <a:cubicBezTo>
                      <a:pt x="8017" y="22621"/>
                      <a:pt x="8404" y="22611"/>
                      <a:pt x="8805" y="22588"/>
                    </a:cubicBezTo>
                    <a:cubicBezTo>
                      <a:pt x="14743" y="22246"/>
                      <a:pt x="16824" y="20403"/>
                      <a:pt x="16824" y="20403"/>
                    </a:cubicBezTo>
                    <a:lnTo>
                      <a:pt x="15152" y="14431"/>
                    </a:lnTo>
                    <a:cubicBezTo>
                      <a:pt x="15152" y="14431"/>
                      <a:pt x="17916" y="11974"/>
                      <a:pt x="17984" y="11223"/>
                    </a:cubicBezTo>
                    <a:cubicBezTo>
                      <a:pt x="18052" y="10473"/>
                      <a:pt x="18087" y="9893"/>
                      <a:pt x="18087" y="9893"/>
                    </a:cubicBezTo>
                    <a:cubicBezTo>
                      <a:pt x="18087" y="9893"/>
                      <a:pt x="19793" y="12520"/>
                      <a:pt x="20134" y="12725"/>
                    </a:cubicBezTo>
                    <a:cubicBezTo>
                      <a:pt x="20475" y="12930"/>
                      <a:pt x="26910" y="17440"/>
                      <a:pt x="26910" y="17440"/>
                    </a:cubicBezTo>
                    <a:lnTo>
                      <a:pt x="27796" y="15870"/>
                    </a:lnTo>
                    <a:lnTo>
                      <a:pt x="22353" y="9585"/>
                    </a:lnTo>
                    <a:lnTo>
                      <a:pt x="22123" y="9110"/>
                    </a:lnTo>
                    <a:lnTo>
                      <a:pt x="20509" y="5764"/>
                    </a:lnTo>
                    <a:cubicBezTo>
                      <a:pt x="20509" y="5764"/>
                      <a:pt x="20577" y="2009"/>
                      <a:pt x="20509" y="1464"/>
                    </a:cubicBezTo>
                    <a:cubicBezTo>
                      <a:pt x="20441" y="918"/>
                      <a:pt x="20372" y="406"/>
                      <a:pt x="19315" y="98"/>
                    </a:cubicBezTo>
                    <a:cubicBezTo>
                      <a:pt x="19071" y="28"/>
                      <a:pt x="18551" y="0"/>
                      <a:pt x="1789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1"/>
              <p:cNvSpPr/>
              <p:nvPr/>
            </p:nvSpPr>
            <p:spPr>
              <a:xfrm>
                <a:off x="3630188" y="2796483"/>
                <a:ext cx="1333055" cy="1085601"/>
              </a:xfrm>
              <a:custGeom>
                <a:rect b="b" l="l" r="r" t="t"/>
                <a:pathLst>
                  <a:path extrusionOk="0" h="22747" w="27932">
                    <a:moveTo>
                      <a:pt x="17975" y="126"/>
                    </a:moveTo>
                    <a:cubicBezTo>
                      <a:pt x="18619" y="126"/>
                      <a:pt x="19128" y="152"/>
                      <a:pt x="19366" y="221"/>
                    </a:cubicBezTo>
                    <a:cubicBezTo>
                      <a:pt x="20389" y="519"/>
                      <a:pt x="20448" y="989"/>
                      <a:pt x="20516" y="1535"/>
                    </a:cubicBezTo>
                    <a:cubicBezTo>
                      <a:pt x="20583" y="2070"/>
                      <a:pt x="20516" y="5788"/>
                      <a:pt x="20515" y="5826"/>
                    </a:cubicBezTo>
                    <a:cubicBezTo>
                      <a:pt x="20515" y="5835"/>
                      <a:pt x="20517" y="5845"/>
                      <a:pt x="20521" y="5854"/>
                    </a:cubicBezTo>
                    <a:lnTo>
                      <a:pt x="22364" y="9676"/>
                    </a:lnTo>
                    <a:cubicBezTo>
                      <a:pt x="22367" y="9681"/>
                      <a:pt x="22369" y="9685"/>
                      <a:pt x="22373" y="9689"/>
                    </a:cubicBezTo>
                    <a:lnTo>
                      <a:pt x="27789" y="15940"/>
                    </a:lnTo>
                    <a:lnTo>
                      <a:pt x="26957" y="17412"/>
                    </a:lnTo>
                    <a:cubicBezTo>
                      <a:pt x="26282" y="16940"/>
                      <a:pt x="20560" y="12931"/>
                      <a:pt x="20234" y="12734"/>
                    </a:cubicBezTo>
                    <a:cubicBezTo>
                      <a:pt x="19964" y="12573"/>
                      <a:pt x="18679" y="10649"/>
                      <a:pt x="18206" y="9922"/>
                    </a:cubicBezTo>
                    <a:cubicBezTo>
                      <a:pt x="18195" y="9904"/>
                      <a:pt x="18175" y="9894"/>
                      <a:pt x="18155" y="9894"/>
                    </a:cubicBezTo>
                    <a:cubicBezTo>
                      <a:pt x="18149" y="9894"/>
                      <a:pt x="18144" y="9894"/>
                      <a:pt x="18138" y="9896"/>
                    </a:cubicBezTo>
                    <a:cubicBezTo>
                      <a:pt x="18113" y="9902"/>
                      <a:pt x="18094" y="9925"/>
                      <a:pt x="18092" y="9952"/>
                    </a:cubicBezTo>
                    <a:cubicBezTo>
                      <a:pt x="18092" y="9958"/>
                      <a:pt x="18057" y="10540"/>
                      <a:pt x="17990" y="11281"/>
                    </a:cubicBezTo>
                    <a:cubicBezTo>
                      <a:pt x="17938" y="11855"/>
                      <a:pt x="16128" y="13603"/>
                      <a:pt x="15178" y="14448"/>
                    </a:cubicBezTo>
                    <a:cubicBezTo>
                      <a:pt x="15160" y="14464"/>
                      <a:pt x="15153" y="14488"/>
                      <a:pt x="15160" y="14511"/>
                    </a:cubicBezTo>
                    <a:lnTo>
                      <a:pt x="16821" y="20444"/>
                    </a:lnTo>
                    <a:cubicBezTo>
                      <a:pt x="16546" y="20662"/>
                      <a:pt x="14340" y="22274"/>
                      <a:pt x="8868" y="22588"/>
                    </a:cubicBezTo>
                    <a:cubicBezTo>
                      <a:pt x="8473" y="22610"/>
                      <a:pt x="8092" y="22621"/>
                      <a:pt x="7724" y="22621"/>
                    </a:cubicBezTo>
                    <a:cubicBezTo>
                      <a:pt x="2981" y="22621"/>
                      <a:pt x="474" y="20865"/>
                      <a:pt x="144" y="20617"/>
                    </a:cubicBezTo>
                    <a:lnTo>
                      <a:pt x="3179" y="13792"/>
                    </a:lnTo>
                    <a:cubicBezTo>
                      <a:pt x="3182" y="13785"/>
                      <a:pt x="3183" y="13778"/>
                      <a:pt x="3184" y="13770"/>
                    </a:cubicBezTo>
                    <a:cubicBezTo>
                      <a:pt x="3448" y="9735"/>
                      <a:pt x="3981" y="2000"/>
                      <a:pt x="4114" y="1601"/>
                    </a:cubicBezTo>
                    <a:cubicBezTo>
                      <a:pt x="4214" y="1302"/>
                      <a:pt x="5767" y="1170"/>
                      <a:pt x="7015" y="1063"/>
                    </a:cubicBezTo>
                    <a:cubicBezTo>
                      <a:pt x="7754" y="1000"/>
                      <a:pt x="8451" y="940"/>
                      <a:pt x="8957" y="851"/>
                    </a:cubicBezTo>
                    <a:cubicBezTo>
                      <a:pt x="10409" y="595"/>
                      <a:pt x="12070" y="430"/>
                      <a:pt x="12086" y="429"/>
                    </a:cubicBezTo>
                    <a:cubicBezTo>
                      <a:pt x="12133" y="425"/>
                      <a:pt x="15814" y="126"/>
                      <a:pt x="17975" y="126"/>
                    </a:cubicBezTo>
                    <a:close/>
                    <a:moveTo>
                      <a:pt x="17950" y="1"/>
                    </a:moveTo>
                    <a:cubicBezTo>
                      <a:pt x="15810" y="1"/>
                      <a:pt x="12269" y="288"/>
                      <a:pt x="12074" y="304"/>
                    </a:cubicBezTo>
                    <a:cubicBezTo>
                      <a:pt x="12057" y="306"/>
                      <a:pt x="10392" y="471"/>
                      <a:pt x="8934" y="728"/>
                    </a:cubicBezTo>
                    <a:cubicBezTo>
                      <a:pt x="8435" y="816"/>
                      <a:pt x="7740" y="876"/>
                      <a:pt x="7005" y="939"/>
                    </a:cubicBezTo>
                    <a:cubicBezTo>
                      <a:pt x="5210" y="1092"/>
                      <a:pt x="4113" y="1211"/>
                      <a:pt x="3995" y="1561"/>
                    </a:cubicBezTo>
                    <a:cubicBezTo>
                      <a:pt x="3825" y="2071"/>
                      <a:pt x="3101" y="13135"/>
                      <a:pt x="3060" y="13751"/>
                    </a:cubicBezTo>
                    <a:lnTo>
                      <a:pt x="11" y="20612"/>
                    </a:lnTo>
                    <a:cubicBezTo>
                      <a:pt x="0" y="20637"/>
                      <a:pt x="7" y="20667"/>
                      <a:pt x="29" y="20685"/>
                    </a:cubicBezTo>
                    <a:cubicBezTo>
                      <a:pt x="56" y="20707"/>
                      <a:pt x="2601" y="22746"/>
                      <a:pt x="7725" y="22746"/>
                    </a:cubicBezTo>
                    <a:cubicBezTo>
                      <a:pt x="8095" y="22746"/>
                      <a:pt x="8479" y="22735"/>
                      <a:pt x="8876" y="22713"/>
                    </a:cubicBezTo>
                    <a:cubicBezTo>
                      <a:pt x="14767" y="22374"/>
                      <a:pt x="16913" y="20531"/>
                      <a:pt x="16934" y="20512"/>
                    </a:cubicBezTo>
                    <a:cubicBezTo>
                      <a:pt x="16951" y="20496"/>
                      <a:pt x="16958" y="20472"/>
                      <a:pt x="16951" y="20449"/>
                    </a:cubicBezTo>
                    <a:lnTo>
                      <a:pt x="15290" y="14514"/>
                    </a:lnTo>
                    <a:cubicBezTo>
                      <a:pt x="15603" y="14235"/>
                      <a:pt x="18048" y="12025"/>
                      <a:pt x="18114" y="11292"/>
                    </a:cubicBezTo>
                    <a:cubicBezTo>
                      <a:pt x="18159" y="10800"/>
                      <a:pt x="18190" y="10377"/>
                      <a:pt x="18204" y="10146"/>
                    </a:cubicBezTo>
                    <a:cubicBezTo>
                      <a:pt x="18582" y="10721"/>
                      <a:pt x="19866" y="12659"/>
                      <a:pt x="20170" y="12842"/>
                    </a:cubicBezTo>
                    <a:cubicBezTo>
                      <a:pt x="20505" y="13042"/>
                      <a:pt x="26877" y="17508"/>
                      <a:pt x="26942" y="17553"/>
                    </a:cubicBezTo>
                    <a:cubicBezTo>
                      <a:pt x="26952" y="17561"/>
                      <a:pt x="26964" y="17564"/>
                      <a:pt x="26976" y="17564"/>
                    </a:cubicBezTo>
                    <a:cubicBezTo>
                      <a:pt x="26981" y="17564"/>
                      <a:pt x="26986" y="17564"/>
                      <a:pt x="26991" y="17562"/>
                    </a:cubicBezTo>
                    <a:cubicBezTo>
                      <a:pt x="27008" y="17559"/>
                      <a:pt x="27023" y="17548"/>
                      <a:pt x="27031" y="17533"/>
                    </a:cubicBezTo>
                    <a:lnTo>
                      <a:pt x="27919" y="15963"/>
                    </a:lnTo>
                    <a:cubicBezTo>
                      <a:pt x="27932" y="15940"/>
                      <a:pt x="27928" y="15912"/>
                      <a:pt x="27912" y="15892"/>
                    </a:cubicBezTo>
                    <a:lnTo>
                      <a:pt x="22473" y="9614"/>
                    </a:lnTo>
                    <a:lnTo>
                      <a:pt x="20640" y="5813"/>
                    </a:lnTo>
                    <a:cubicBezTo>
                      <a:pt x="20645" y="5519"/>
                      <a:pt x="20706" y="2051"/>
                      <a:pt x="20639" y="1519"/>
                    </a:cubicBezTo>
                    <a:cubicBezTo>
                      <a:pt x="20572" y="980"/>
                      <a:pt x="20502" y="422"/>
                      <a:pt x="19401" y="102"/>
                    </a:cubicBezTo>
                    <a:cubicBezTo>
                      <a:pt x="19149" y="29"/>
                      <a:pt x="18618" y="1"/>
                      <a:pt x="179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1"/>
              <p:cNvSpPr/>
              <p:nvPr/>
            </p:nvSpPr>
            <p:spPr>
              <a:xfrm>
                <a:off x="4493435" y="3006566"/>
                <a:ext cx="33837" cy="268024"/>
              </a:xfrm>
              <a:custGeom>
                <a:rect b="b" l="l" r="r" t="t"/>
                <a:pathLst>
                  <a:path extrusionOk="0" h="5616" w="709">
                    <a:moveTo>
                      <a:pt x="642" y="0"/>
                    </a:moveTo>
                    <a:cubicBezTo>
                      <a:pt x="610" y="0"/>
                      <a:pt x="584" y="24"/>
                      <a:pt x="581" y="56"/>
                    </a:cubicBezTo>
                    <a:lnTo>
                      <a:pt x="5" y="5548"/>
                    </a:lnTo>
                    <a:cubicBezTo>
                      <a:pt x="1" y="5581"/>
                      <a:pt x="26" y="5612"/>
                      <a:pt x="60" y="5616"/>
                    </a:cubicBezTo>
                    <a:lnTo>
                      <a:pt x="67" y="5616"/>
                    </a:lnTo>
                    <a:cubicBezTo>
                      <a:pt x="97" y="5616"/>
                      <a:pt x="125" y="5592"/>
                      <a:pt x="128" y="5560"/>
                    </a:cubicBezTo>
                    <a:lnTo>
                      <a:pt x="705" y="69"/>
                    </a:lnTo>
                    <a:cubicBezTo>
                      <a:pt x="708" y="35"/>
                      <a:pt x="683" y="5"/>
                      <a:pt x="649" y="1"/>
                    </a:cubicBezTo>
                    <a:cubicBezTo>
                      <a:pt x="647" y="0"/>
                      <a:pt x="644" y="0"/>
                      <a:pt x="6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1"/>
              <p:cNvSpPr/>
              <p:nvPr/>
            </p:nvSpPr>
            <p:spPr>
              <a:xfrm>
                <a:off x="4514004" y="2987858"/>
                <a:ext cx="78126" cy="109767"/>
              </a:xfrm>
              <a:custGeom>
                <a:rect b="b" l="l" r="r" t="t"/>
                <a:pathLst>
                  <a:path extrusionOk="0" h="2300" w="1637">
                    <a:moveTo>
                      <a:pt x="1567" y="0"/>
                    </a:moveTo>
                    <a:cubicBezTo>
                      <a:pt x="1541" y="0"/>
                      <a:pt x="1517" y="16"/>
                      <a:pt x="1508" y="42"/>
                    </a:cubicBezTo>
                    <a:cubicBezTo>
                      <a:pt x="1090" y="1225"/>
                      <a:pt x="38" y="2182"/>
                      <a:pt x="27" y="2191"/>
                    </a:cubicBezTo>
                    <a:cubicBezTo>
                      <a:pt x="2" y="2214"/>
                      <a:pt x="0" y="2253"/>
                      <a:pt x="23" y="2279"/>
                    </a:cubicBezTo>
                    <a:cubicBezTo>
                      <a:pt x="35" y="2293"/>
                      <a:pt x="52" y="2299"/>
                      <a:pt x="69" y="2299"/>
                    </a:cubicBezTo>
                    <a:cubicBezTo>
                      <a:pt x="84" y="2299"/>
                      <a:pt x="99" y="2294"/>
                      <a:pt x="110" y="2284"/>
                    </a:cubicBezTo>
                    <a:cubicBezTo>
                      <a:pt x="122" y="2274"/>
                      <a:pt x="1196" y="1296"/>
                      <a:pt x="1626" y="83"/>
                    </a:cubicBezTo>
                    <a:cubicBezTo>
                      <a:pt x="1636" y="51"/>
                      <a:pt x="1619" y="15"/>
                      <a:pt x="1587" y="3"/>
                    </a:cubicBezTo>
                    <a:cubicBezTo>
                      <a:pt x="1580" y="1"/>
                      <a:pt x="1574" y="0"/>
                      <a:pt x="15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1"/>
              <p:cNvSpPr/>
              <p:nvPr/>
            </p:nvSpPr>
            <p:spPr>
              <a:xfrm>
                <a:off x="4564593" y="3096766"/>
                <a:ext cx="30974" cy="14890"/>
              </a:xfrm>
              <a:custGeom>
                <a:rect b="b" l="l" r="r" t="t"/>
                <a:pathLst>
                  <a:path extrusionOk="0" h="312" w="649">
                    <a:moveTo>
                      <a:pt x="578" y="0"/>
                    </a:moveTo>
                    <a:cubicBezTo>
                      <a:pt x="567" y="0"/>
                      <a:pt x="557" y="3"/>
                      <a:pt x="548" y="8"/>
                    </a:cubicBezTo>
                    <a:cubicBezTo>
                      <a:pt x="450" y="61"/>
                      <a:pt x="284" y="122"/>
                      <a:pt x="53" y="189"/>
                    </a:cubicBezTo>
                    <a:cubicBezTo>
                      <a:pt x="20" y="199"/>
                      <a:pt x="1" y="234"/>
                      <a:pt x="10" y="266"/>
                    </a:cubicBezTo>
                    <a:cubicBezTo>
                      <a:pt x="19" y="293"/>
                      <a:pt x="44" y="311"/>
                      <a:pt x="70" y="311"/>
                    </a:cubicBezTo>
                    <a:cubicBezTo>
                      <a:pt x="77" y="311"/>
                      <a:pt x="82" y="310"/>
                      <a:pt x="88" y="309"/>
                    </a:cubicBezTo>
                    <a:cubicBezTo>
                      <a:pt x="327" y="239"/>
                      <a:pt x="503" y="175"/>
                      <a:pt x="607" y="117"/>
                    </a:cubicBezTo>
                    <a:cubicBezTo>
                      <a:pt x="638" y="100"/>
                      <a:pt x="648" y="63"/>
                      <a:pt x="633" y="33"/>
                    </a:cubicBezTo>
                    <a:cubicBezTo>
                      <a:pt x="621" y="12"/>
                      <a:pt x="600" y="0"/>
                      <a:pt x="5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1"/>
              <p:cNvSpPr/>
              <p:nvPr/>
            </p:nvSpPr>
            <p:spPr>
              <a:xfrm>
                <a:off x="4508945" y="3110654"/>
                <a:ext cx="43621" cy="14222"/>
              </a:xfrm>
              <a:custGeom>
                <a:rect b="b" l="l" r="r" t="t"/>
                <a:pathLst>
                  <a:path extrusionOk="0" h="298" w="914">
                    <a:moveTo>
                      <a:pt x="845" y="0"/>
                    </a:moveTo>
                    <a:cubicBezTo>
                      <a:pt x="840" y="0"/>
                      <a:pt x="835" y="1"/>
                      <a:pt x="830" y="2"/>
                    </a:cubicBezTo>
                    <a:cubicBezTo>
                      <a:pt x="431" y="101"/>
                      <a:pt x="60" y="173"/>
                      <a:pt x="56" y="174"/>
                    </a:cubicBezTo>
                    <a:cubicBezTo>
                      <a:pt x="22" y="181"/>
                      <a:pt x="0" y="213"/>
                      <a:pt x="6" y="247"/>
                    </a:cubicBezTo>
                    <a:cubicBezTo>
                      <a:pt x="13" y="276"/>
                      <a:pt x="39" y="297"/>
                      <a:pt x="68" y="297"/>
                    </a:cubicBezTo>
                    <a:cubicBezTo>
                      <a:pt x="71" y="297"/>
                      <a:pt x="76" y="297"/>
                      <a:pt x="80" y="296"/>
                    </a:cubicBezTo>
                    <a:cubicBezTo>
                      <a:pt x="83" y="295"/>
                      <a:pt x="458" y="222"/>
                      <a:pt x="860" y="123"/>
                    </a:cubicBezTo>
                    <a:cubicBezTo>
                      <a:pt x="893" y="115"/>
                      <a:pt x="913" y="81"/>
                      <a:pt x="905" y="48"/>
                    </a:cubicBezTo>
                    <a:cubicBezTo>
                      <a:pt x="898" y="19"/>
                      <a:pt x="873" y="0"/>
                      <a:pt x="8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11"/>
              <p:cNvSpPr/>
              <p:nvPr/>
            </p:nvSpPr>
            <p:spPr>
              <a:xfrm>
                <a:off x="4074793" y="2805741"/>
                <a:ext cx="428332" cy="632022"/>
              </a:xfrm>
              <a:custGeom>
                <a:rect b="b" l="l" r="r" t="t"/>
                <a:pathLst>
                  <a:path extrusionOk="0" h="13243" w="8975">
                    <a:moveTo>
                      <a:pt x="7473" y="1"/>
                    </a:moveTo>
                    <a:lnTo>
                      <a:pt x="1365" y="36"/>
                    </a:lnTo>
                    <a:lnTo>
                      <a:pt x="137" y="4439"/>
                    </a:lnTo>
                    <a:lnTo>
                      <a:pt x="1467" y="5565"/>
                    </a:lnTo>
                    <a:lnTo>
                      <a:pt x="0" y="6998"/>
                    </a:lnTo>
                    <a:cubicBezTo>
                      <a:pt x="0" y="6998"/>
                      <a:pt x="546" y="9147"/>
                      <a:pt x="1331" y="10820"/>
                    </a:cubicBezTo>
                    <a:cubicBezTo>
                      <a:pt x="2116" y="12491"/>
                      <a:pt x="2627" y="13242"/>
                      <a:pt x="2627" y="13242"/>
                    </a:cubicBezTo>
                    <a:cubicBezTo>
                      <a:pt x="2627" y="13242"/>
                      <a:pt x="5801" y="11741"/>
                      <a:pt x="6620" y="10409"/>
                    </a:cubicBezTo>
                    <a:cubicBezTo>
                      <a:pt x="7439" y="9079"/>
                      <a:pt x="8530" y="6997"/>
                      <a:pt x="8530" y="6997"/>
                    </a:cubicBezTo>
                    <a:lnTo>
                      <a:pt x="7576" y="6042"/>
                    </a:lnTo>
                    <a:lnTo>
                      <a:pt x="8974" y="5291"/>
                    </a:lnTo>
                    <a:cubicBezTo>
                      <a:pt x="8974" y="5291"/>
                      <a:pt x="8514" y="3321"/>
                      <a:pt x="8224" y="2083"/>
                    </a:cubicBezTo>
                    <a:cubicBezTo>
                      <a:pt x="7933" y="845"/>
                      <a:pt x="7473" y="1"/>
                      <a:pt x="7473" y="1"/>
                    </a:cubicBezTo>
                    <a:close/>
                  </a:path>
                </a:pathLst>
              </a:custGeom>
              <a:solidFill>
                <a:srgbClr val="FFCF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11"/>
              <p:cNvSpPr/>
              <p:nvPr/>
            </p:nvSpPr>
            <p:spPr>
              <a:xfrm>
                <a:off x="4071643" y="2802878"/>
                <a:ext cx="434679" cy="637845"/>
              </a:xfrm>
              <a:custGeom>
                <a:rect b="b" l="l" r="r" t="t"/>
                <a:pathLst>
                  <a:path extrusionOk="0" h="13365" w="9108">
                    <a:moveTo>
                      <a:pt x="7502" y="124"/>
                    </a:moveTo>
                    <a:cubicBezTo>
                      <a:pt x="7588" y="291"/>
                      <a:pt x="7976" y="1076"/>
                      <a:pt x="8229" y="2158"/>
                    </a:cubicBezTo>
                    <a:cubicBezTo>
                      <a:pt x="8494" y="3284"/>
                      <a:pt x="8899" y="5015"/>
                      <a:pt x="8970" y="5319"/>
                    </a:cubicBezTo>
                    <a:lnTo>
                      <a:pt x="7612" y="6047"/>
                    </a:lnTo>
                    <a:cubicBezTo>
                      <a:pt x="7595" y="6057"/>
                      <a:pt x="7583" y="6074"/>
                      <a:pt x="7581" y="6093"/>
                    </a:cubicBezTo>
                    <a:cubicBezTo>
                      <a:pt x="7578" y="6112"/>
                      <a:pt x="7584" y="6132"/>
                      <a:pt x="7598" y="6146"/>
                    </a:cubicBezTo>
                    <a:lnTo>
                      <a:pt x="8521" y="7069"/>
                    </a:lnTo>
                    <a:cubicBezTo>
                      <a:pt x="8365" y="7366"/>
                      <a:pt x="7379" y="9226"/>
                      <a:pt x="6633" y="10438"/>
                    </a:cubicBezTo>
                    <a:cubicBezTo>
                      <a:pt x="5888" y="11648"/>
                      <a:pt x="3118" y="13028"/>
                      <a:pt x="2716" y="13223"/>
                    </a:cubicBezTo>
                    <a:cubicBezTo>
                      <a:pt x="2596" y="13038"/>
                      <a:pt x="2122" y="12277"/>
                      <a:pt x="1454" y="10853"/>
                    </a:cubicBezTo>
                    <a:cubicBezTo>
                      <a:pt x="734" y="9320"/>
                      <a:pt x="209" y="7360"/>
                      <a:pt x="136" y="7077"/>
                    </a:cubicBezTo>
                    <a:lnTo>
                      <a:pt x="1576" y="5669"/>
                    </a:lnTo>
                    <a:cubicBezTo>
                      <a:pt x="1589" y="5657"/>
                      <a:pt x="1596" y="5639"/>
                      <a:pt x="1595" y="5622"/>
                    </a:cubicBezTo>
                    <a:cubicBezTo>
                      <a:pt x="1595" y="5605"/>
                      <a:pt x="1587" y="5588"/>
                      <a:pt x="1573" y="5577"/>
                    </a:cubicBezTo>
                    <a:lnTo>
                      <a:pt x="273" y="4477"/>
                    </a:lnTo>
                    <a:lnTo>
                      <a:pt x="1479" y="157"/>
                    </a:lnTo>
                    <a:lnTo>
                      <a:pt x="7502" y="124"/>
                    </a:lnTo>
                    <a:close/>
                    <a:moveTo>
                      <a:pt x="7539" y="0"/>
                    </a:moveTo>
                    <a:lnTo>
                      <a:pt x="1431" y="34"/>
                    </a:lnTo>
                    <a:cubicBezTo>
                      <a:pt x="1403" y="34"/>
                      <a:pt x="1378" y="53"/>
                      <a:pt x="1371" y="80"/>
                    </a:cubicBezTo>
                    <a:lnTo>
                      <a:pt x="143" y="4482"/>
                    </a:lnTo>
                    <a:cubicBezTo>
                      <a:pt x="136" y="4505"/>
                      <a:pt x="144" y="4530"/>
                      <a:pt x="162" y="4546"/>
                    </a:cubicBezTo>
                    <a:lnTo>
                      <a:pt x="1441" y="5628"/>
                    </a:lnTo>
                    <a:lnTo>
                      <a:pt x="22" y="7013"/>
                    </a:lnTo>
                    <a:cubicBezTo>
                      <a:pt x="7" y="7029"/>
                      <a:pt x="0" y="7052"/>
                      <a:pt x="6" y="7073"/>
                    </a:cubicBezTo>
                    <a:cubicBezTo>
                      <a:pt x="11" y="7095"/>
                      <a:pt x="562" y="9248"/>
                      <a:pt x="1340" y="10906"/>
                    </a:cubicBezTo>
                    <a:cubicBezTo>
                      <a:pt x="2119" y="12564"/>
                      <a:pt x="2637" y="13330"/>
                      <a:pt x="2643" y="13337"/>
                    </a:cubicBezTo>
                    <a:cubicBezTo>
                      <a:pt x="2654" y="13355"/>
                      <a:pt x="2674" y="13364"/>
                      <a:pt x="2694" y="13364"/>
                    </a:cubicBezTo>
                    <a:cubicBezTo>
                      <a:pt x="2702" y="13364"/>
                      <a:pt x="2712" y="13362"/>
                      <a:pt x="2720" y="13358"/>
                    </a:cubicBezTo>
                    <a:cubicBezTo>
                      <a:pt x="2850" y="13297"/>
                      <a:pt x="5921" y="11833"/>
                      <a:pt x="6739" y="10503"/>
                    </a:cubicBezTo>
                    <a:cubicBezTo>
                      <a:pt x="7550" y="9185"/>
                      <a:pt x="8642" y="7107"/>
                      <a:pt x="8652" y="7086"/>
                    </a:cubicBezTo>
                    <a:cubicBezTo>
                      <a:pt x="8665" y="7062"/>
                      <a:pt x="8660" y="7033"/>
                      <a:pt x="8642" y="7014"/>
                    </a:cubicBezTo>
                    <a:lnTo>
                      <a:pt x="7745" y="6117"/>
                    </a:lnTo>
                    <a:lnTo>
                      <a:pt x="9071" y="5406"/>
                    </a:lnTo>
                    <a:cubicBezTo>
                      <a:pt x="9095" y="5393"/>
                      <a:pt x="9108" y="5364"/>
                      <a:pt x="9101" y="5337"/>
                    </a:cubicBezTo>
                    <a:cubicBezTo>
                      <a:pt x="9101" y="5337"/>
                      <a:pt x="8641" y="3367"/>
                      <a:pt x="8351" y="2129"/>
                    </a:cubicBezTo>
                    <a:cubicBezTo>
                      <a:pt x="8062" y="897"/>
                      <a:pt x="7599" y="41"/>
                      <a:pt x="7594" y="33"/>
                    </a:cubicBezTo>
                    <a:cubicBezTo>
                      <a:pt x="7583" y="12"/>
                      <a:pt x="7562" y="0"/>
                      <a:pt x="75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1"/>
              <p:cNvSpPr/>
              <p:nvPr/>
            </p:nvSpPr>
            <p:spPr>
              <a:xfrm>
                <a:off x="4176208" y="2834615"/>
                <a:ext cx="238100" cy="564444"/>
              </a:xfrm>
              <a:custGeom>
                <a:rect b="b" l="l" r="r" t="t"/>
                <a:pathLst>
                  <a:path extrusionOk="0" h="11827" w="4989">
                    <a:moveTo>
                      <a:pt x="264" y="0"/>
                    </a:moveTo>
                    <a:cubicBezTo>
                      <a:pt x="264" y="0"/>
                      <a:pt x="234" y="3932"/>
                      <a:pt x="118" y="5312"/>
                    </a:cubicBezTo>
                    <a:cubicBezTo>
                      <a:pt x="0" y="6691"/>
                      <a:pt x="118" y="8746"/>
                      <a:pt x="293" y="9626"/>
                    </a:cubicBezTo>
                    <a:cubicBezTo>
                      <a:pt x="469" y="10506"/>
                      <a:pt x="822" y="11826"/>
                      <a:pt x="822" y="11826"/>
                    </a:cubicBezTo>
                    <a:cubicBezTo>
                      <a:pt x="822" y="11826"/>
                      <a:pt x="3228" y="9860"/>
                      <a:pt x="3550" y="9038"/>
                    </a:cubicBezTo>
                    <a:cubicBezTo>
                      <a:pt x="3873" y="8217"/>
                      <a:pt x="4460" y="4960"/>
                      <a:pt x="4460" y="4960"/>
                    </a:cubicBezTo>
                    <a:lnTo>
                      <a:pt x="4989" y="1204"/>
                    </a:lnTo>
                    <a:lnTo>
                      <a:pt x="26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11"/>
              <p:cNvSpPr/>
              <p:nvPr/>
            </p:nvSpPr>
            <p:spPr>
              <a:xfrm>
                <a:off x="4173201" y="2831608"/>
                <a:ext cx="244257" cy="570409"/>
              </a:xfrm>
              <a:custGeom>
                <a:rect b="b" l="l" r="r" t="t"/>
                <a:pathLst>
                  <a:path extrusionOk="0" h="11952" w="5118">
                    <a:moveTo>
                      <a:pt x="389" y="143"/>
                    </a:moveTo>
                    <a:lnTo>
                      <a:pt x="4983" y="1313"/>
                    </a:lnTo>
                    <a:lnTo>
                      <a:pt x="4462" y="5012"/>
                    </a:lnTo>
                    <a:cubicBezTo>
                      <a:pt x="4457" y="5045"/>
                      <a:pt x="3872" y="8272"/>
                      <a:pt x="3556" y="9079"/>
                    </a:cubicBezTo>
                    <a:cubicBezTo>
                      <a:pt x="3274" y="9796"/>
                      <a:pt x="1328" y="11440"/>
                      <a:pt x="920" y="11779"/>
                    </a:cubicBezTo>
                    <a:cubicBezTo>
                      <a:pt x="837" y="11462"/>
                      <a:pt x="564" y="10410"/>
                      <a:pt x="418" y="9676"/>
                    </a:cubicBezTo>
                    <a:cubicBezTo>
                      <a:pt x="242" y="8799"/>
                      <a:pt x="127" y="6731"/>
                      <a:pt x="243" y="5380"/>
                    </a:cubicBezTo>
                    <a:cubicBezTo>
                      <a:pt x="350" y="4122"/>
                      <a:pt x="383" y="708"/>
                      <a:pt x="389" y="143"/>
                    </a:cubicBezTo>
                    <a:close/>
                    <a:moveTo>
                      <a:pt x="328" y="1"/>
                    </a:moveTo>
                    <a:cubicBezTo>
                      <a:pt x="314" y="1"/>
                      <a:pt x="301" y="5"/>
                      <a:pt x="289" y="14"/>
                    </a:cubicBezTo>
                    <a:cubicBezTo>
                      <a:pt x="274" y="26"/>
                      <a:pt x="265" y="43"/>
                      <a:pt x="265" y="62"/>
                    </a:cubicBezTo>
                    <a:cubicBezTo>
                      <a:pt x="265" y="102"/>
                      <a:pt x="234" y="4008"/>
                      <a:pt x="119" y="5370"/>
                    </a:cubicBezTo>
                    <a:cubicBezTo>
                      <a:pt x="0" y="6753"/>
                      <a:pt x="115" y="8797"/>
                      <a:pt x="295" y="9700"/>
                    </a:cubicBezTo>
                    <a:cubicBezTo>
                      <a:pt x="470" y="10572"/>
                      <a:pt x="821" y="11891"/>
                      <a:pt x="825" y="11905"/>
                    </a:cubicBezTo>
                    <a:cubicBezTo>
                      <a:pt x="830" y="11926"/>
                      <a:pt x="845" y="11942"/>
                      <a:pt x="866" y="11948"/>
                    </a:cubicBezTo>
                    <a:cubicBezTo>
                      <a:pt x="872" y="11950"/>
                      <a:pt x="879" y="11951"/>
                      <a:pt x="885" y="11951"/>
                    </a:cubicBezTo>
                    <a:cubicBezTo>
                      <a:pt x="899" y="11951"/>
                      <a:pt x="913" y="11946"/>
                      <a:pt x="924" y="11937"/>
                    </a:cubicBezTo>
                    <a:cubicBezTo>
                      <a:pt x="1022" y="11857"/>
                      <a:pt x="3347" y="9951"/>
                      <a:pt x="3672" y="9124"/>
                    </a:cubicBezTo>
                    <a:cubicBezTo>
                      <a:pt x="3993" y="8306"/>
                      <a:pt x="4561" y="5166"/>
                      <a:pt x="4585" y="5031"/>
                    </a:cubicBezTo>
                    <a:lnTo>
                      <a:pt x="5113" y="1275"/>
                    </a:lnTo>
                    <a:cubicBezTo>
                      <a:pt x="5118" y="1244"/>
                      <a:pt x="5098" y="1213"/>
                      <a:pt x="5067" y="1206"/>
                    </a:cubicBezTo>
                    <a:lnTo>
                      <a:pt x="342" y="2"/>
                    </a:lnTo>
                    <a:cubicBezTo>
                      <a:pt x="338" y="1"/>
                      <a:pt x="333" y="1"/>
                      <a:pt x="328"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1"/>
              <p:cNvSpPr/>
              <p:nvPr/>
            </p:nvSpPr>
            <p:spPr>
              <a:xfrm>
                <a:off x="4181792" y="2801016"/>
                <a:ext cx="229748" cy="294081"/>
              </a:xfrm>
              <a:custGeom>
                <a:rect b="b" l="l" r="r" t="t"/>
                <a:pathLst>
                  <a:path extrusionOk="0" h="6162" w="4814">
                    <a:moveTo>
                      <a:pt x="264" y="0"/>
                    </a:moveTo>
                    <a:lnTo>
                      <a:pt x="1" y="5517"/>
                    </a:lnTo>
                    <a:lnTo>
                      <a:pt x="2348" y="3991"/>
                    </a:lnTo>
                    <a:lnTo>
                      <a:pt x="4314" y="6162"/>
                    </a:lnTo>
                    <a:lnTo>
                      <a:pt x="4813" y="1644"/>
                    </a:lnTo>
                    <a:lnTo>
                      <a:pt x="26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11"/>
              <p:cNvSpPr/>
              <p:nvPr/>
            </p:nvSpPr>
            <p:spPr>
              <a:xfrm>
                <a:off x="4178785" y="2798010"/>
                <a:ext cx="235857" cy="300095"/>
              </a:xfrm>
              <a:custGeom>
                <a:rect b="b" l="l" r="r" t="t"/>
                <a:pathLst>
                  <a:path extrusionOk="0" h="6288" w="4942">
                    <a:moveTo>
                      <a:pt x="386" y="150"/>
                    </a:moveTo>
                    <a:lnTo>
                      <a:pt x="4809" y="1748"/>
                    </a:lnTo>
                    <a:lnTo>
                      <a:pt x="4330" y="6081"/>
                    </a:lnTo>
                    <a:lnTo>
                      <a:pt x="2457" y="4012"/>
                    </a:lnTo>
                    <a:cubicBezTo>
                      <a:pt x="2445" y="3998"/>
                      <a:pt x="2428" y="3992"/>
                      <a:pt x="2411" y="3992"/>
                    </a:cubicBezTo>
                    <a:cubicBezTo>
                      <a:pt x="2400" y="3992"/>
                      <a:pt x="2387" y="3995"/>
                      <a:pt x="2378" y="4001"/>
                    </a:cubicBezTo>
                    <a:lnTo>
                      <a:pt x="131" y="5462"/>
                    </a:lnTo>
                    <a:lnTo>
                      <a:pt x="131" y="5462"/>
                    </a:lnTo>
                    <a:lnTo>
                      <a:pt x="386" y="150"/>
                    </a:lnTo>
                    <a:close/>
                    <a:moveTo>
                      <a:pt x="328" y="1"/>
                    </a:moveTo>
                    <a:cubicBezTo>
                      <a:pt x="315" y="1"/>
                      <a:pt x="304" y="4"/>
                      <a:pt x="294" y="11"/>
                    </a:cubicBezTo>
                    <a:cubicBezTo>
                      <a:pt x="277" y="22"/>
                      <a:pt x="266" y="40"/>
                      <a:pt x="265" y="60"/>
                    </a:cubicBezTo>
                    <a:lnTo>
                      <a:pt x="2" y="5576"/>
                    </a:lnTo>
                    <a:cubicBezTo>
                      <a:pt x="1" y="5601"/>
                      <a:pt x="12" y="5623"/>
                      <a:pt x="32" y="5633"/>
                    </a:cubicBezTo>
                    <a:cubicBezTo>
                      <a:pt x="42" y="5639"/>
                      <a:pt x="53" y="5642"/>
                      <a:pt x="64" y="5642"/>
                    </a:cubicBezTo>
                    <a:cubicBezTo>
                      <a:pt x="76" y="5642"/>
                      <a:pt x="87" y="5639"/>
                      <a:pt x="97" y="5632"/>
                    </a:cubicBezTo>
                    <a:lnTo>
                      <a:pt x="2401" y="4135"/>
                    </a:lnTo>
                    <a:lnTo>
                      <a:pt x="4332" y="6267"/>
                    </a:lnTo>
                    <a:cubicBezTo>
                      <a:pt x="4343" y="6281"/>
                      <a:pt x="4360" y="6288"/>
                      <a:pt x="4378" y="6288"/>
                    </a:cubicBezTo>
                    <a:cubicBezTo>
                      <a:pt x="4384" y="6288"/>
                      <a:pt x="4390" y="6287"/>
                      <a:pt x="4397" y="6285"/>
                    </a:cubicBezTo>
                    <a:cubicBezTo>
                      <a:pt x="4420" y="6277"/>
                      <a:pt x="4436" y="6256"/>
                      <a:pt x="4440" y="6232"/>
                    </a:cubicBezTo>
                    <a:lnTo>
                      <a:pt x="4938" y="1713"/>
                    </a:lnTo>
                    <a:cubicBezTo>
                      <a:pt x="4941" y="1684"/>
                      <a:pt x="4924" y="1657"/>
                      <a:pt x="4897" y="1648"/>
                    </a:cubicBezTo>
                    <a:lnTo>
                      <a:pt x="349" y="4"/>
                    </a:lnTo>
                    <a:cubicBezTo>
                      <a:pt x="342" y="2"/>
                      <a:pt x="335" y="1"/>
                      <a:pt x="3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1"/>
              <p:cNvSpPr/>
              <p:nvPr/>
            </p:nvSpPr>
            <p:spPr>
              <a:xfrm>
                <a:off x="4235005" y="2890643"/>
                <a:ext cx="131673" cy="212901"/>
              </a:xfrm>
              <a:custGeom>
                <a:rect b="b" l="l" r="r" t="t"/>
                <a:pathLst>
                  <a:path extrusionOk="0" h="4461" w="2759">
                    <a:moveTo>
                      <a:pt x="0" y="1"/>
                    </a:moveTo>
                    <a:lnTo>
                      <a:pt x="969" y="4460"/>
                    </a:lnTo>
                    <a:lnTo>
                      <a:pt x="2759" y="822"/>
                    </a:lnTo>
                    <a:cubicBezTo>
                      <a:pt x="2759" y="822"/>
                      <a:pt x="644" y="738"/>
                      <a:pt x="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11"/>
              <p:cNvSpPr/>
              <p:nvPr/>
            </p:nvSpPr>
            <p:spPr>
              <a:xfrm>
                <a:off x="4231855" y="2887637"/>
                <a:ext cx="137973" cy="218915"/>
              </a:xfrm>
              <a:custGeom>
                <a:rect b="b" l="l" r="r" t="t"/>
                <a:pathLst>
                  <a:path extrusionOk="0" h="4587" w="2891">
                    <a:moveTo>
                      <a:pt x="170" y="247"/>
                    </a:moveTo>
                    <a:lnTo>
                      <a:pt x="170" y="247"/>
                    </a:lnTo>
                    <a:cubicBezTo>
                      <a:pt x="852" y="793"/>
                      <a:pt x="2334" y="918"/>
                      <a:pt x="2727" y="942"/>
                    </a:cubicBezTo>
                    <a:lnTo>
                      <a:pt x="1058" y="4336"/>
                    </a:lnTo>
                    <a:lnTo>
                      <a:pt x="170" y="247"/>
                    </a:lnTo>
                    <a:close/>
                    <a:moveTo>
                      <a:pt x="67" y="1"/>
                    </a:moveTo>
                    <a:cubicBezTo>
                      <a:pt x="58" y="1"/>
                      <a:pt x="48" y="3"/>
                      <a:pt x="39" y="8"/>
                    </a:cubicBezTo>
                    <a:cubicBezTo>
                      <a:pt x="14" y="21"/>
                      <a:pt x="0" y="49"/>
                      <a:pt x="5" y="76"/>
                    </a:cubicBezTo>
                    <a:lnTo>
                      <a:pt x="974" y="4537"/>
                    </a:lnTo>
                    <a:cubicBezTo>
                      <a:pt x="980" y="4562"/>
                      <a:pt x="1001" y="4582"/>
                      <a:pt x="1027" y="4585"/>
                    </a:cubicBezTo>
                    <a:cubicBezTo>
                      <a:pt x="1030" y="4585"/>
                      <a:pt x="1033" y="4586"/>
                      <a:pt x="1035" y="4586"/>
                    </a:cubicBezTo>
                    <a:cubicBezTo>
                      <a:pt x="1059" y="4586"/>
                      <a:pt x="1080" y="4573"/>
                      <a:pt x="1090" y="4551"/>
                    </a:cubicBezTo>
                    <a:lnTo>
                      <a:pt x="2881" y="912"/>
                    </a:lnTo>
                    <a:cubicBezTo>
                      <a:pt x="2890" y="894"/>
                      <a:pt x="2889" y="870"/>
                      <a:pt x="2878" y="853"/>
                    </a:cubicBezTo>
                    <a:cubicBezTo>
                      <a:pt x="2868" y="835"/>
                      <a:pt x="2848" y="823"/>
                      <a:pt x="2827" y="822"/>
                    </a:cubicBezTo>
                    <a:cubicBezTo>
                      <a:pt x="2806" y="822"/>
                      <a:pt x="732" y="731"/>
                      <a:pt x="113" y="23"/>
                    </a:cubicBezTo>
                    <a:cubicBezTo>
                      <a:pt x="101" y="8"/>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11"/>
              <p:cNvSpPr/>
              <p:nvPr/>
            </p:nvSpPr>
            <p:spPr>
              <a:xfrm>
                <a:off x="4086915" y="2344530"/>
                <a:ext cx="499156" cy="359465"/>
              </a:xfrm>
              <a:custGeom>
                <a:rect b="b" l="l" r="r" t="t"/>
                <a:pathLst>
                  <a:path extrusionOk="0" h="7532" w="10459">
                    <a:moveTo>
                      <a:pt x="4468" y="1"/>
                    </a:moveTo>
                    <a:cubicBezTo>
                      <a:pt x="4409" y="1"/>
                      <a:pt x="4377" y="2"/>
                      <a:pt x="4377" y="2"/>
                    </a:cubicBezTo>
                    <a:cubicBezTo>
                      <a:pt x="4377" y="2"/>
                      <a:pt x="3666" y="30"/>
                      <a:pt x="2814" y="399"/>
                    </a:cubicBezTo>
                    <a:cubicBezTo>
                      <a:pt x="1962" y="769"/>
                      <a:pt x="682" y="2900"/>
                      <a:pt x="370" y="3639"/>
                    </a:cubicBezTo>
                    <a:cubicBezTo>
                      <a:pt x="57" y="4377"/>
                      <a:pt x="0" y="4662"/>
                      <a:pt x="313" y="5372"/>
                    </a:cubicBezTo>
                    <a:cubicBezTo>
                      <a:pt x="626" y="6083"/>
                      <a:pt x="1137" y="6878"/>
                      <a:pt x="1137" y="6878"/>
                    </a:cubicBezTo>
                    <a:lnTo>
                      <a:pt x="1596" y="7291"/>
                    </a:lnTo>
                    <a:lnTo>
                      <a:pt x="1762" y="6651"/>
                    </a:lnTo>
                    <a:cubicBezTo>
                      <a:pt x="1762" y="6651"/>
                      <a:pt x="1876" y="6395"/>
                      <a:pt x="2303" y="5998"/>
                    </a:cubicBezTo>
                    <a:cubicBezTo>
                      <a:pt x="2729" y="5600"/>
                      <a:pt x="3950" y="4718"/>
                      <a:pt x="3950" y="4718"/>
                    </a:cubicBezTo>
                    <a:cubicBezTo>
                      <a:pt x="3950" y="4718"/>
                      <a:pt x="4291" y="5088"/>
                      <a:pt x="5343" y="5969"/>
                    </a:cubicBezTo>
                    <a:cubicBezTo>
                      <a:pt x="6394" y="6850"/>
                      <a:pt x="7588" y="7532"/>
                      <a:pt x="7815" y="7532"/>
                    </a:cubicBezTo>
                    <a:cubicBezTo>
                      <a:pt x="8042" y="7532"/>
                      <a:pt x="8387" y="7526"/>
                      <a:pt x="8387" y="7526"/>
                    </a:cubicBezTo>
                    <a:cubicBezTo>
                      <a:pt x="8387" y="7526"/>
                      <a:pt x="8611" y="7447"/>
                      <a:pt x="8895" y="7362"/>
                    </a:cubicBezTo>
                    <a:cubicBezTo>
                      <a:pt x="9179" y="7276"/>
                      <a:pt x="9776" y="6964"/>
                      <a:pt x="10117" y="6282"/>
                    </a:cubicBezTo>
                    <a:cubicBezTo>
                      <a:pt x="10458" y="5600"/>
                      <a:pt x="10430" y="2985"/>
                      <a:pt x="8981" y="1451"/>
                    </a:cubicBezTo>
                    <a:cubicBezTo>
                      <a:pt x="7678" y="70"/>
                      <a:pt x="4996" y="1"/>
                      <a:pt x="44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1"/>
              <p:cNvSpPr/>
              <p:nvPr/>
            </p:nvSpPr>
            <p:spPr>
              <a:xfrm>
                <a:off x="4083431" y="2341524"/>
                <a:ext cx="506505" cy="365430"/>
              </a:xfrm>
              <a:custGeom>
                <a:rect b="b" l="l" r="r" t="t"/>
                <a:pathLst>
                  <a:path extrusionOk="0" h="7657" w="10613">
                    <a:moveTo>
                      <a:pt x="4534" y="126"/>
                    </a:moveTo>
                    <a:cubicBezTo>
                      <a:pt x="5039" y="126"/>
                      <a:pt x="7723" y="196"/>
                      <a:pt x="9007" y="1556"/>
                    </a:cubicBezTo>
                    <a:cubicBezTo>
                      <a:pt x="10410" y="3042"/>
                      <a:pt x="10481" y="5624"/>
                      <a:pt x="10134" y="6317"/>
                    </a:cubicBezTo>
                    <a:cubicBezTo>
                      <a:pt x="9738" y="7109"/>
                      <a:pt x="9029" y="7341"/>
                      <a:pt x="8950" y="7365"/>
                    </a:cubicBezTo>
                    <a:cubicBezTo>
                      <a:pt x="8701" y="7439"/>
                      <a:pt x="8494" y="7511"/>
                      <a:pt x="8448" y="7527"/>
                    </a:cubicBezTo>
                    <a:cubicBezTo>
                      <a:pt x="8389" y="7529"/>
                      <a:pt x="8091" y="7533"/>
                      <a:pt x="7888" y="7533"/>
                    </a:cubicBezTo>
                    <a:cubicBezTo>
                      <a:pt x="7688" y="7533"/>
                      <a:pt x="6524" y="6878"/>
                      <a:pt x="5455" y="5984"/>
                    </a:cubicBezTo>
                    <a:cubicBezTo>
                      <a:pt x="4421" y="5117"/>
                      <a:pt x="4072" y="4743"/>
                      <a:pt x="4069" y="4739"/>
                    </a:cubicBezTo>
                    <a:cubicBezTo>
                      <a:pt x="4057" y="4726"/>
                      <a:pt x="4040" y="4719"/>
                      <a:pt x="4023" y="4719"/>
                    </a:cubicBezTo>
                    <a:cubicBezTo>
                      <a:pt x="4010" y="4719"/>
                      <a:pt x="3998" y="4723"/>
                      <a:pt x="3987" y="4731"/>
                    </a:cubicBezTo>
                    <a:cubicBezTo>
                      <a:pt x="3937" y="4767"/>
                      <a:pt x="2758" y="5619"/>
                      <a:pt x="2333" y="6014"/>
                    </a:cubicBezTo>
                    <a:cubicBezTo>
                      <a:pt x="1902" y="6416"/>
                      <a:pt x="1784" y="6678"/>
                      <a:pt x="1775" y="6697"/>
                    </a:cubicBezTo>
                    <a:lnTo>
                      <a:pt x="1635" y="7239"/>
                    </a:lnTo>
                    <a:lnTo>
                      <a:pt x="1258" y="6900"/>
                    </a:lnTo>
                    <a:cubicBezTo>
                      <a:pt x="1207" y="6820"/>
                      <a:pt x="734" y="6072"/>
                      <a:pt x="443" y="5410"/>
                    </a:cubicBezTo>
                    <a:cubicBezTo>
                      <a:pt x="142" y="4725"/>
                      <a:pt x="188" y="4463"/>
                      <a:pt x="500" y="3726"/>
                    </a:cubicBezTo>
                    <a:cubicBezTo>
                      <a:pt x="843" y="2917"/>
                      <a:pt x="2108" y="867"/>
                      <a:pt x="2912" y="519"/>
                    </a:cubicBezTo>
                    <a:cubicBezTo>
                      <a:pt x="3742" y="159"/>
                      <a:pt x="4445" y="127"/>
                      <a:pt x="4451" y="127"/>
                    </a:cubicBezTo>
                    <a:cubicBezTo>
                      <a:pt x="4454" y="126"/>
                      <a:pt x="4483" y="126"/>
                      <a:pt x="4534" y="126"/>
                    </a:cubicBezTo>
                    <a:close/>
                    <a:moveTo>
                      <a:pt x="4565" y="0"/>
                    </a:moveTo>
                    <a:cubicBezTo>
                      <a:pt x="4501" y="0"/>
                      <a:pt x="4460" y="1"/>
                      <a:pt x="4447" y="2"/>
                    </a:cubicBezTo>
                    <a:cubicBezTo>
                      <a:pt x="4418" y="3"/>
                      <a:pt x="3716" y="35"/>
                      <a:pt x="2861" y="405"/>
                    </a:cubicBezTo>
                    <a:cubicBezTo>
                      <a:pt x="1994" y="781"/>
                      <a:pt x="717" y="2896"/>
                      <a:pt x="385" y="3677"/>
                    </a:cubicBezTo>
                    <a:cubicBezTo>
                      <a:pt x="74" y="4413"/>
                      <a:pt x="1" y="4714"/>
                      <a:pt x="329" y="5460"/>
                    </a:cubicBezTo>
                    <a:cubicBezTo>
                      <a:pt x="640" y="6166"/>
                      <a:pt x="1153" y="6966"/>
                      <a:pt x="1157" y="6974"/>
                    </a:cubicBezTo>
                    <a:cubicBezTo>
                      <a:pt x="1160" y="6979"/>
                      <a:pt x="1165" y="6984"/>
                      <a:pt x="1169" y="6987"/>
                    </a:cubicBezTo>
                    <a:lnTo>
                      <a:pt x="1628" y="7401"/>
                    </a:lnTo>
                    <a:cubicBezTo>
                      <a:pt x="1640" y="7410"/>
                      <a:pt x="1654" y="7416"/>
                      <a:pt x="1669" y="7416"/>
                    </a:cubicBezTo>
                    <a:cubicBezTo>
                      <a:pt x="1675" y="7416"/>
                      <a:pt x="1681" y="7415"/>
                      <a:pt x="1687" y="7413"/>
                    </a:cubicBezTo>
                    <a:cubicBezTo>
                      <a:pt x="1708" y="7407"/>
                      <a:pt x="1724" y="7390"/>
                      <a:pt x="1730" y="7369"/>
                    </a:cubicBezTo>
                    <a:lnTo>
                      <a:pt x="1892" y="6739"/>
                    </a:lnTo>
                    <a:cubicBezTo>
                      <a:pt x="1893" y="6736"/>
                      <a:pt x="2008" y="6488"/>
                      <a:pt x="2418" y="6106"/>
                    </a:cubicBezTo>
                    <a:cubicBezTo>
                      <a:pt x="2791" y="5757"/>
                      <a:pt x="3794" y="5025"/>
                      <a:pt x="4016" y="4863"/>
                    </a:cubicBezTo>
                    <a:cubicBezTo>
                      <a:pt x="4130" y="4980"/>
                      <a:pt x="4513" y="5356"/>
                      <a:pt x="5376" y="6079"/>
                    </a:cubicBezTo>
                    <a:cubicBezTo>
                      <a:pt x="6450" y="6980"/>
                      <a:pt x="7640" y="7657"/>
                      <a:pt x="7888" y="7657"/>
                    </a:cubicBezTo>
                    <a:cubicBezTo>
                      <a:pt x="8115" y="7657"/>
                      <a:pt x="8461" y="7651"/>
                      <a:pt x="8460" y="7651"/>
                    </a:cubicBezTo>
                    <a:cubicBezTo>
                      <a:pt x="8467" y="7651"/>
                      <a:pt x="8473" y="7650"/>
                      <a:pt x="8480" y="7648"/>
                    </a:cubicBezTo>
                    <a:cubicBezTo>
                      <a:pt x="8482" y="7647"/>
                      <a:pt x="8706" y="7567"/>
                      <a:pt x="8985" y="7483"/>
                    </a:cubicBezTo>
                    <a:cubicBezTo>
                      <a:pt x="9070" y="7458"/>
                      <a:pt x="9826" y="7211"/>
                      <a:pt x="10246" y="6372"/>
                    </a:cubicBezTo>
                    <a:cubicBezTo>
                      <a:pt x="10613" y="5636"/>
                      <a:pt x="10561" y="3021"/>
                      <a:pt x="9098" y="1471"/>
                    </a:cubicBezTo>
                    <a:cubicBezTo>
                      <a:pt x="7788" y="84"/>
                      <a:pt x="5162" y="0"/>
                      <a:pt x="45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1"/>
              <p:cNvSpPr/>
              <p:nvPr/>
            </p:nvSpPr>
            <p:spPr>
              <a:xfrm>
                <a:off x="4029979" y="2696929"/>
                <a:ext cx="183121" cy="169233"/>
              </a:xfrm>
              <a:custGeom>
                <a:rect b="b" l="l" r="r" t="t"/>
                <a:pathLst>
                  <a:path extrusionOk="0" h="3546" w="3837">
                    <a:moveTo>
                      <a:pt x="2787" y="1"/>
                    </a:moveTo>
                    <a:cubicBezTo>
                      <a:pt x="2558" y="1"/>
                      <a:pt x="2301" y="63"/>
                      <a:pt x="2301" y="63"/>
                    </a:cubicBezTo>
                    <a:cubicBezTo>
                      <a:pt x="2301" y="63"/>
                      <a:pt x="2153" y="39"/>
                      <a:pt x="1936" y="39"/>
                    </a:cubicBezTo>
                    <a:cubicBezTo>
                      <a:pt x="1576" y="39"/>
                      <a:pt x="1026" y="105"/>
                      <a:pt x="654" y="460"/>
                    </a:cubicBezTo>
                    <a:cubicBezTo>
                      <a:pt x="57" y="1028"/>
                      <a:pt x="0" y="2449"/>
                      <a:pt x="568" y="2876"/>
                    </a:cubicBezTo>
                    <a:cubicBezTo>
                      <a:pt x="1037" y="3227"/>
                      <a:pt x="1998" y="3546"/>
                      <a:pt x="2664" y="3546"/>
                    </a:cubicBezTo>
                    <a:cubicBezTo>
                      <a:pt x="2805" y="3546"/>
                      <a:pt x="2933" y="3532"/>
                      <a:pt x="3040" y="3500"/>
                    </a:cubicBezTo>
                    <a:cubicBezTo>
                      <a:pt x="3653" y="3321"/>
                      <a:pt x="3837" y="2733"/>
                      <a:pt x="3837" y="2136"/>
                    </a:cubicBezTo>
                    <a:cubicBezTo>
                      <a:pt x="3837" y="1540"/>
                      <a:pt x="3240" y="346"/>
                      <a:pt x="3126" y="119"/>
                    </a:cubicBezTo>
                    <a:cubicBezTo>
                      <a:pt x="3081" y="28"/>
                      <a:pt x="2940" y="1"/>
                      <a:pt x="27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1"/>
              <p:cNvSpPr/>
              <p:nvPr/>
            </p:nvSpPr>
            <p:spPr>
              <a:xfrm>
                <a:off x="4033654" y="2693922"/>
                <a:ext cx="182405" cy="175246"/>
              </a:xfrm>
              <a:custGeom>
                <a:rect b="b" l="l" r="r" t="t"/>
                <a:pathLst>
                  <a:path extrusionOk="0" h="3672" w="3822">
                    <a:moveTo>
                      <a:pt x="2708" y="126"/>
                    </a:moveTo>
                    <a:cubicBezTo>
                      <a:pt x="2849" y="126"/>
                      <a:pt x="2963" y="149"/>
                      <a:pt x="2994" y="211"/>
                    </a:cubicBezTo>
                    <a:cubicBezTo>
                      <a:pt x="3447" y="1118"/>
                      <a:pt x="3697" y="1825"/>
                      <a:pt x="3697" y="2200"/>
                    </a:cubicBezTo>
                    <a:cubicBezTo>
                      <a:pt x="3697" y="2694"/>
                      <a:pt x="3567" y="3322"/>
                      <a:pt x="2946" y="3504"/>
                    </a:cubicBezTo>
                    <a:cubicBezTo>
                      <a:pt x="2845" y="3534"/>
                      <a:pt x="2723" y="3548"/>
                      <a:pt x="2588" y="3548"/>
                    </a:cubicBezTo>
                    <a:cubicBezTo>
                      <a:pt x="1938" y="3548"/>
                      <a:pt x="988" y="3233"/>
                      <a:pt x="529" y="2889"/>
                    </a:cubicBezTo>
                    <a:cubicBezTo>
                      <a:pt x="319" y="2732"/>
                      <a:pt x="186" y="2408"/>
                      <a:pt x="161" y="2001"/>
                    </a:cubicBezTo>
                    <a:cubicBezTo>
                      <a:pt x="128" y="1436"/>
                      <a:pt x="313" y="860"/>
                      <a:pt x="620" y="568"/>
                    </a:cubicBezTo>
                    <a:cubicBezTo>
                      <a:pt x="977" y="227"/>
                      <a:pt x="1514" y="164"/>
                      <a:pt x="1865" y="164"/>
                    </a:cubicBezTo>
                    <a:cubicBezTo>
                      <a:pt x="2070" y="164"/>
                      <a:pt x="2211" y="186"/>
                      <a:pt x="2215" y="186"/>
                    </a:cubicBezTo>
                    <a:cubicBezTo>
                      <a:pt x="2219" y="187"/>
                      <a:pt x="2222" y="187"/>
                      <a:pt x="2225" y="187"/>
                    </a:cubicBezTo>
                    <a:cubicBezTo>
                      <a:pt x="2230" y="187"/>
                      <a:pt x="2234" y="187"/>
                      <a:pt x="2239" y="185"/>
                    </a:cubicBezTo>
                    <a:cubicBezTo>
                      <a:pt x="2380" y="152"/>
                      <a:pt x="2559" y="126"/>
                      <a:pt x="2708" y="126"/>
                    </a:cubicBezTo>
                    <a:close/>
                    <a:moveTo>
                      <a:pt x="2702" y="0"/>
                    </a:moveTo>
                    <a:cubicBezTo>
                      <a:pt x="2507" y="0"/>
                      <a:pt x="2301" y="43"/>
                      <a:pt x="2222" y="62"/>
                    </a:cubicBezTo>
                    <a:cubicBezTo>
                      <a:pt x="2180" y="55"/>
                      <a:pt x="2042" y="38"/>
                      <a:pt x="1856" y="38"/>
                    </a:cubicBezTo>
                    <a:cubicBezTo>
                      <a:pt x="1486" y="38"/>
                      <a:pt x="923" y="108"/>
                      <a:pt x="534" y="478"/>
                    </a:cubicBezTo>
                    <a:cubicBezTo>
                      <a:pt x="196" y="799"/>
                      <a:pt x="1" y="1400"/>
                      <a:pt x="38" y="2008"/>
                    </a:cubicBezTo>
                    <a:cubicBezTo>
                      <a:pt x="63" y="2452"/>
                      <a:pt x="215" y="2809"/>
                      <a:pt x="454" y="2988"/>
                    </a:cubicBezTo>
                    <a:cubicBezTo>
                      <a:pt x="932" y="3347"/>
                      <a:pt x="1900" y="3671"/>
                      <a:pt x="2585" y="3671"/>
                    </a:cubicBezTo>
                    <a:cubicBezTo>
                      <a:pt x="2733" y="3671"/>
                      <a:pt x="2868" y="3657"/>
                      <a:pt x="2981" y="3623"/>
                    </a:cubicBezTo>
                    <a:cubicBezTo>
                      <a:pt x="3531" y="3463"/>
                      <a:pt x="3822" y="2970"/>
                      <a:pt x="3822" y="2199"/>
                    </a:cubicBezTo>
                    <a:cubicBezTo>
                      <a:pt x="3822" y="1668"/>
                      <a:pt x="3372" y="690"/>
                      <a:pt x="3105" y="154"/>
                    </a:cubicBezTo>
                    <a:cubicBezTo>
                      <a:pt x="3045" y="35"/>
                      <a:pt x="2878" y="0"/>
                      <a:pt x="27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11"/>
              <p:cNvSpPr/>
              <p:nvPr/>
            </p:nvSpPr>
            <p:spPr>
              <a:xfrm>
                <a:off x="4101280" y="2673162"/>
                <a:ext cx="80560" cy="103659"/>
              </a:xfrm>
              <a:custGeom>
                <a:rect b="b" l="l" r="r" t="t"/>
                <a:pathLst>
                  <a:path extrusionOk="0" h="2172" w="1688">
                    <a:moveTo>
                      <a:pt x="761" y="1"/>
                    </a:moveTo>
                    <a:cubicBezTo>
                      <a:pt x="639" y="1"/>
                      <a:pt x="511" y="75"/>
                      <a:pt x="393" y="287"/>
                    </a:cubicBezTo>
                    <a:cubicBezTo>
                      <a:pt x="1" y="994"/>
                      <a:pt x="589" y="1660"/>
                      <a:pt x="1020" y="1896"/>
                    </a:cubicBezTo>
                    <a:cubicBezTo>
                      <a:pt x="1453" y="2131"/>
                      <a:pt x="1688" y="2171"/>
                      <a:pt x="1688" y="2171"/>
                    </a:cubicBezTo>
                    <a:lnTo>
                      <a:pt x="1295" y="404"/>
                    </a:lnTo>
                    <a:cubicBezTo>
                      <a:pt x="1295" y="404"/>
                      <a:pt x="1046" y="1"/>
                      <a:pt x="76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11"/>
              <p:cNvSpPr/>
              <p:nvPr/>
            </p:nvSpPr>
            <p:spPr>
              <a:xfrm>
                <a:off x="4109107" y="2670251"/>
                <a:ext cx="75835" cy="109529"/>
              </a:xfrm>
              <a:custGeom>
                <a:rect b="b" l="l" r="r" t="t"/>
                <a:pathLst>
                  <a:path extrusionOk="0" h="2295" w="1589">
                    <a:moveTo>
                      <a:pt x="597" y="124"/>
                    </a:moveTo>
                    <a:cubicBezTo>
                      <a:pt x="796" y="124"/>
                      <a:pt x="1002" y="379"/>
                      <a:pt x="1074" y="490"/>
                    </a:cubicBezTo>
                    <a:lnTo>
                      <a:pt x="1442" y="2146"/>
                    </a:lnTo>
                    <a:cubicBezTo>
                      <a:pt x="1337" y="2115"/>
                      <a:pt x="1149" y="2046"/>
                      <a:pt x="887" y="1903"/>
                    </a:cubicBezTo>
                    <a:cubicBezTo>
                      <a:pt x="621" y="1758"/>
                      <a:pt x="306" y="1449"/>
                      <a:pt x="200" y="1083"/>
                    </a:cubicBezTo>
                    <a:cubicBezTo>
                      <a:pt x="129" y="842"/>
                      <a:pt x="158" y="605"/>
                      <a:pt x="284" y="378"/>
                    </a:cubicBezTo>
                    <a:cubicBezTo>
                      <a:pt x="376" y="212"/>
                      <a:pt x="479" y="126"/>
                      <a:pt x="591" y="124"/>
                    </a:cubicBezTo>
                    <a:close/>
                    <a:moveTo>
                      <a:pt x="595" y="0"/>
                    </a:moveTo>
                    <a:cubicBezTo>
                      <a:pt x="593" y="0"/>
                      <a:pt x="590" y="0"/>
                      <a:pt x="588" y="0"/>
                    </a:cubicBezTo>
                    <a:cubicBezTo>
                      <a:pt x="428" y="4"/>
                      <a:pt x="290" y="111"/>
                      <a:pt x="174" y="318"/>
                    </a:cubicBezTo>
                    <a:cubicBezTo>
                      <a:pt x="32" y="574"/>
                      <a:pt x="0" y="843"/>
                      <a:pt x="80" y="1118"/>
                    </a:cubicBezTo>
                    <a:cubicBezTo>
                      <a:pt x="204" y="1545"/>
                      <a:pt x="560" y="1866"/>
                      <a:pt x="827" y="2012"/>
                    </a:cubicBezTo>
                    <a:cubicBezTo>
                      <a:pt x="1263" y="2250"/>
                      <a:pt x="1504" y="2292"/>
                      <a:pt x="1513" y="2293"/>
                    </a:cubicBezTo>
                    <a:cubicBezTo>
                      <a:pt x="1518" y="2294"/>
                      <a:pt x="1521" y="2294"/>
                      <a:pt x="1524" y="2294"/>
                    </a:cubicBezTo>
                    <a:cubicBezTo>
                      <a:pt x="1541" y="2294"/>
                      <a:pt x="1557" y="2287"/>
                      <a:pt x="1569" y="2275"/>
                    </a:cubicBezTo>
                    <a:cubicBezTo>
                      <a:pt x="1584" y="2260"/>
                      <a:pt x="1589" y="2239"/>
                      <a:pt x="1585" y="2219"/>
                    </a:cubicBezTo>
                    <a:lnTo>
                      <a:pt x="1192" y="453"/>
                    </a:lnTo>
                    <a:cubicBezTo>
                      <a:pt x="1190" y="445"/>
                      <a:pt x="1188" y="439"/>
                      <a:pt x="1184" y="434"/>
                    </a:cubicBezTo>
                    <a:cubicBezTo>
                      <a:pt x="1173" y="415"/>
                      <a:pt x="908" y="0"/>
                      <a:pt x="5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1"/>
              <p:cNvSpPr/>
              <p:nvPr/>
            </p:nvSpPr>
            <p:spPr>
              <a:xfrm>
                <a:off x="4468427" y="2696786"/>
                <a:ext cx="61852" cy="102466"/>
              </a:xfrm>
              <a:custGeom>
                <a:rect b="b" l="l" r="r" t="t"/>
                <a:pathLst>
                  <a:path extrusionOk="0" h="2147" w="1296">
                    <a:moveTo>
                      <a:pt x="868" y="1"/>
                    </a:moveTo>
                    <a:cubicBezTo>
                      <a:pt x="642" y="1"/>
                      <a:pt x="393" y="145"/>
                      <a:pt x="393" y="145"/>
                    </a:cubicBezTo>
                    <a:lnTo>
                      <a:pt x="0" y="2146"/>
                    </a:lnTo>
                    <a:cubicBezTo>
                      <a:pt x="0" y="2146"/>
                      <a:pt x="196" y="1990"/>
                      <a:pt x="470" y="1794"/>
                    </a:cubicBezTo>
                    <a:cubicBezTo>
                      <a:pt x="745" y="1598"/>
                      <a:pt x="1295" y="969"/>
                      <a:pt x="1216" y="342"/>
                    </a:cubicBezTo>
                    <a:cubicBezTo>
                      <a:pt x="1183" y="77"/>
                      <a:pt x="1032" y="1"/>
                      <a:pt x="86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1"/>
              <p:cNvSpPr/>
              <p:nvPr/>
            </p:nvSpPr>
            <p:spPr>
              <a:xfrm>
                <a:off x="4465277" y="2693827"/>
                <a:ext cx="68151" cy="108431"/>
              </a:xfrm>
              <a:custGeom>
                <a:rect b="b" l="l" r="r" t="t"/>
                <a:pathLst>
                  <a:path extrusionOk="0" h="2272" w="1428">
                    <a:moveTo>
                      <a:pt x="935" y="125"/>
                    </a:moveTo>
                    <a:cubicBezTo>
                      <a:pt x="986" y="125"/>
                      <a:pt x="1034" y="133"/>
                      <a:pt x="1075" y="154"/>
                    </a:cubicBezTo>
                    <a:cubicBezTo>
                      <a:pt x="1156" y="195"/>
                      <a:pt x="1205" y="279"/>
                      <a:pt x="1220" y="411"/>
                    </a:cubicBezTo>
                    <a:cubicBezTo>
                      <a:pt x="1296" y="1015"/>
                      <a:pt x="758" y="1622"/>
                      <a:pt x="501" y="1806"/>
                    </a:cubicBezTo>
                    <a:cubicBezTo>
                      <a:pt x="362" y="1904"/>
                      <a:pt x="244" y="1993"/>
                      <a:pt x="159" y="2058"/>
                    </a:cubicBezTo>
                    <a:lnTo>
                      <a:pt x="514" y="248"/>
                    </a:lnTo>
                    <a:cubicBezTo>
                      <a:pt x="605" y="200"/>
                      <a:pt x="783" y="125"/>
                      <a:pt x="935" y="125"/>
                    </a:cubicBezTo>
                    <a:close/>
                    <a:moveTo>
                      <a:pt x="934" y="1"/>
                    </a:moveTo>
                    <a:cubicBezTo>
                      <a:pt x="695" y="1"/>
                      <a:pt x="441" y="145"/>
                      <a:pt x="427" y="153"/>
                    </a:cubicBezTo>
                    <a:cubicBezTo>
                      <a:pt x="411" y="162"/>
                      <a:pt x="401" y="178"/>
                      <a:pt x="398" y="195"/>
                    </a:cubicBezTo>
                    <a:lnTo>
                      <a:pt x="5" y="2197"/>
                    </a:lnTo>
                    <a:cubicBezTo>
                      <a:pt x="0" y="2222"/>
                      <a:pt x="12" y="2248"/>
                      <a:pt x="34" y="2262"/>
                    </a:cubicBezTo>
                    <a:cubicBezTo>
                      <a:pt x="44" y="2268"/>
                      <a:pt x="55" y="2271"/>
                      <a:pt x="66" y="2271"/>
                    </a:cubicBezTo>
                    <a:cubicBezTo>
                      <a:pt x="80" y="2271"/>
                      <a:pt x="93" y="2266"/>
                      <a:pt x="105" y="2258"/>
                    </a:cubicBezTo>
                    <a:cubicBezTo>
                      <a:pt x="107" y="2256"/>
                      <a:pt x="303" y="2099"/>
                      <a:pt x="573" y="1906"/>
                    </a:cubicBezTo>
                    <a:cubicBezTo>
                      <a:pt x="849" y="1709"/>
                      <a:pt x="1427" y="1055"/>
                      <a:pt x="1344" y="395"/>
                    </a:cubicBezTo>
                    <a:cubicBezTo>
                      <a:pt x="1322" y="221"/>
                      <a:pt x="1250" y="101"/>
                      <a:pt x="1130" y="43"/>
                    </a:cubicBezTo>
                    <a:cubicBezTo>
                      <a:pt x="1070" y="13"/>
                      <a:pt x="1003" y="1"/>
                      <a:pt x="9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1"/>
              <p:cNvSpPr/>
              <p:nvPr/>
            </p:nvSpPr>
            <p:spPr>
              <a:xfrm>
                <a:off x="4159361" y="2516387"/>
                <a:ext cx="327823" cy="442124"/>
              </a:xfrm>
              <a:custGeom>
                <a:rect b="b" l="l" r="r" t="t"/>
                <a:pathLst>
                  <a:path extrusionOk="0" h="9264" w="6869">
                    <a:moveTo>
                      <a:pt x="2473" y="1"/>
                    </a:moveTo>
                    <a:cubicBezTo>
                      <a:pt x="2473" y="1"/>
                      <a:pt x="2459" y="9"/>
                      <a:pt x="2448" y="34"/>
                    </a:cubicBezTo>
                    <a:lnTo>
                      <a:pt x="2448" y="34"/>
                    </a:lnTo>
                    <a:cubicBezTo>
                      <a:pt x="2464" y="12"/>
                      <a:pt x="2473" y="1"/>
                      <a:pt x="2473" y="1"/>
                    </a:cubicBezTo>
                    <a:close/>
                    <a:moveTo>
                      <a:pt x="2448" y="34"/>
                    </a:moveTo>
                    <a:lnTo>
                      <a:pt x="2448" y="34"/>
                    </a:lnTo>
                    <a:cubicBezTo>
                      <a:pt x="2234" y="308"/>
                      <a:pt x="729" y="2224"/>
                      <a:pt x="1" y="2552"/>
                    </a:cubicBezTo>
                    <a:cubicBezTo>
                      <a:pt x="1" y="2552"/>
                      <a:pt x="471" y="6319"/>
                      <a:pt x="942" y="7104"/>
                    </a:cubicBezTo>
                    <a:cubicBezTo>
                      <a:pt x="1413" y="7889"/>
                      <a:pt x="2277" y="9263"/>
                      <a:pt x="3375" y="9263"/>
                    </a:cubicBezTo>
                    <a:cubicBezTo>
                      <a:pt x="4474" y="9263"/>
                      <a:pt x="5691" y="8046"/>
                      <a:pt x="6162" y="6908"/>
                    </a:cubicBezTo>
                    <a:cubicBezTo>
                      <a:pt x="6633" y="5770"/>
                      <a:pt x="6869" y="3925"/>
                      <a:pt x="6869" y="3925"/>
                    </a:cubicBezTo>
                    <a:cubicBezTo>
                      <a:pt x="6869" y="3925"/>
                      <a:pt x="5024" y="3179"/>
                      <a:pt x="3572" y="1688"/>
                    </a:cubicBezTo>
                    <a:cubicBezTo>
                      <a:pt x="2411" y="497"/>
                      <a:pt x="2404" y="132"/>
                      <a:pt x="2448" y="3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1"/>
              <p:cNvSpPr/>
              <p:nvPr/>
            </p:nvSpPr>
            <p:spPr>
              <a:xfrm>
                <a:off x="4156211" y="2513428"/>
                <a:ext cx="334075" cy="448042"/>
              </a:xfrm>
              <a:custGeom>
                <a:rect b="b" l="l" r="r" t="t"/>
                <a:pathLst>
                  <a:path extrusionOk="0" h="9388" w="7000">
                    <a:moveTo>
                      <a:pt x="2454" y="273"/>
                    </a:moveTo>
                    <a:cubicBezTo>
                      <a:pt x="2533" y="584"/>
                      <a:pt x="2921" y="1104"/>
                      <a:pt x="3594" y="1793"/>
                    </a:cubicBezTo>
                    <a:cubicBezTo>
                      <a:pt x="4913" y="3149"/>
                      <a:pt x="6575" y="3900"/>
                      <a:pt x="6866" y="4026"/>
                    </a:cubicBezTo>
                    <a:cubicBezTo>
                      <a:pt x="6827" y="4320"/>
                      <a:pt x="6592" y="5929"/>
                      <a:pt x="6171" y="6947"/>
                    </a:cubicBezTo>
                    <a:cubicBezTo>
                      <a:pt x="5708" y="8065"/>
                      <a:pt x="4500" y="9262"/>
                      <a:pt x="3441" y="9262"/>
                    </a:cubicBezTo>
                    <a:cubicBezTo>
                      <a:pt x="2339" y="9262"/>
                      <a:pt x="1443" y="7771"/>
                      <a:pt x="1062" y="7134"/>
                    </a:cubicBezTo>
                    <a:cubicBezTo>
                      <a:pt x="630" y="6414"/>
                      <a:pt x="188" y="3076"/>
                      <a:pt x="134" y="2651"/>
                    </a:cubicBezTo>
                    <a:cubicBezTo>
                      <a:pt x="813" y="2305"/>
                      <a:pt x="2044" y="791"/>
                      <a:pt x="2454" y="273"/>
                    </a:cubicBezTo>
                    <a:close/>
                    <a:moveTo>
                      <a:pt x="2538" y="1"/>
                    </a:moveTo>
                    <a:cubicBezTo>
                      <a:pt x="2528" y="1"/>
                      <a:pt x="2518" y="3"/>
                      <a:pt x="2509" y="8"/>
                    </a:cubicBezTo>
                    <a:cubicBezTo>
                      <a:pt x="2502" y="11"/>
                      <a:pt x="2478" y="27"/>
                      <a:pt x="2460" y="62"/>
                    </a:cubicBezTo>
                    <a:cubicBezTo>
                      <a:pt x="2235" y="352"/>
                      <a:pt x="747" y="2239"/>
                      <a:pt x="41" y="2557"/>
                    </a:cubicBezTo>
                    <a:cubicBezTo>
                      <a:pt x="15" y="2569"/>
                      <a:pt x="1" y="2594"/>
                      <a:pt x="5" y="2621"/>
                    </a:cubicBezTo>
                    <a:cubicBezTo>
                      <a:pt x="24" y="2775"/>
                      <a:pt x="482" y="6411"/>
                      <a:pt x="955" y="7198"/>
                    </a:cubicBezTo>
                    <a:cubicBezTo>
                      <a:pt x="1382" y="7909"/>
                      <a:pt x="2268" y="9387"/>
                      <a:pt x="3441" y="9387"/>
                    </a:cubicBezTo>
                    <a:cubicBezTo>
                      <a:pt x="4586" y="9387"/>
                      <a:pt x="5809" y="8145"/>
                      <a:pt x="6285" y="6994"/>
                    </a:cubicBezTo>
                    <a:cubicBezTo>
                      <a:pt x="6754" y="5860"/>
                      <a:pt x="6993" y="4014"/>
                      <a:pt x="6997" y="3995"/>
                    </a:cubicBezTo>
                    <a:cubicBezTo>
                      <a:pt x="7000" y="3967"/>
                      <a:pt x="6984" y="3940"/>
                      <a:pt x="6958" y="3930"/>
                    </a:cubicBezTo>
                    <a:cubicBezTo>
                      <a:pt x="6939" y="3922"/>
                      <a:pt x="5108" y="3171"/>
                      <a:pt x="3682" y="1707"/>
                    </a:cubicBezTo>
                    <a:cubicBezTo>
                      <a:pt x="2553" y="547"/>
                      <a:pt x="2548" y="200"/>
                      <a:pt x="2564" y="131"/>
                    </a:cubicBezTo>
                    <a:cubicBezTo>
                      <a:pt x="2577" y="115"/>
                      <a:pt x="2584" y="105"/>
                      <a:pt x="2588" y="101"/>
                    </a:cubicBezTo>
                    <a:cubicBezTo>
                      <a:pt x="2606" y="78"/>
                      <a:pt x="2605" y="44"/>
                      <a:pt x="2586" y="22"/>
                    </a:cubicBezTo>
                    <a:cubicBezTo>
                      <a:pt x="2574" y="8"/>
                      <a:pt x="2556" y="1"/>
                      <a:pt x="25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1"/>
              <p:cNvSpPr/>
              <p:nvPr/>
            </p:nvSpPr>
            <p:spPr>
              <a:xfrm>
                <a:off x="4297859" y="2799966"/>
                <a:ext cx="70442" cy="18804"/>
              </a:xfrm>
              <a:custGeom>
                <a:rect b="b" l="l" r="r" t="t"/>
                <a:pathLst>
                  <a:path extrusionOk="0" h="394" w="1476">
                    <a:moveTo>
                      <a:pt x="71" y="1"/>
                    </a:moveTo>
                    <a:cubicBezTo>
                      <a:pt x="52" y="1"/>
                      <a:pt x="34" y="9"/>
                      <a:pt x="22" y="24"/>
                    </a:cubicBezTo>
                    <a:cubicBezTo>
                      <a:pt x="0" y="51"/>
                      <a:pt x="4" y="90"/>
                      <a:pt x="32" y="111"/>
                    </a:cubicBezTo>
                    <a:cubicBezTo>
                      <a:pt x="37" y="116"/>
                      <a:pt x="392" y="394"/>
                      <a:pt x="827" y="394"/>
                    </a:cubicBezTo>
                    <a:cubicBezTo>
                      <a:pt x="1025" y="394"/>
                      <a:pt x="1239" y="336"/>
                      <a:pt x="1445" y="168"/>
                    </a:cubicBezTo>
                    <a:cubicBezTo>
                      <a:pt x="1472" y="146"/>
                      <a:pt x="1476" y="107"/>
                      <a:pt x="1455" y="80"/>
                    </a:cubicBezTo>
                    <a:cubicBezTo>
                      <a:pt x="1442" y="65"/>
                      <a:pt x="1424" y="57"/>
                      <a:pt x="1406" y="57"/>
                    </a:cubicBezTo>
                    <a:cubicBezTo>
                      <a:pt x="1392" y="57"/>
                      <a:pt x="1378" y="62"/>
                      <a:pt x="1366" y="72"/>
                    </a:cubicBezTo>
                    <a:cubicBezTo>
                      <a:pt x="1184" y="221"/>
                      <a:pt x="995" y="272"/>
                      <a:pt x="820" y="272"/>
                    </a:cubicBezTo>
                    <a:cubicBezTo>
                      <a:pt x="439" y="272"/>
                      <a:pt x="128" y="29"/>
                      <a:pt x="109" y="14"/>
                    </a:cubicBezTo>
                    <a:cubicBezTo>
                      <a:pt x="98" y="5"/>
                      <a:pt x="84"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1"/>
              <p:cNvSpPr/>
              <p:nvPr/>
            </p:nvSpPr>
            <p:spPr>
              <a:xfrm>
                <a:off x="4277575" y="2837955"/>
                <a:ext cx="112440" cy="26678"/>
              </a:xfrm>
              <a:custGeom>
                <a:rect b="b" l="l" r="r" t="t"/>
                <a:pathLst>
                  <a:path extrusionOk="0" h="559" w="2356">
                    <a:moveTo>
                      <a:pt x="2286" y="0"/>
                    </a:moveTo>
                    <a:cubicBezTo>
                      <a:pt x="2272" y="0"/>
                      <a:pt x="2259" y="5"/>
                      <a:pt x="2248" y="13"/>
                    </a:cubicBezTo>
                    <a:cubicBezTo>
                      <a:pt x="1833" y="334"/>
                      <a:pt x="1452" y="440"/>
                      <a:pt x="1131" y="440"/>
                    </a:cubicBezTo>
                    <a:cubicBezTo>
                      <a:pt x="530" y="440"/>
                      <a:pt x="137" y="70"/>
                      <a:pt x="112" y="46"/>
                    </a:cubicBezTo>
                    <a:cubicBezTo>
                      <a:pt x="100" y="34"/>
                      <a:pt x="85" y="29"/>
                      <a:pt x="69" y="29"/>
                    </a:cubicBezTo>
                    <a:cubicBezTo>
                      <a:pt x="53" y="29"/>
                      <a:pt x="37" y="35"/>
                      <a:pt x="24" y="48"/>
                    </a:cubicBezTo>
                    <a:cubicBezTo>
                      <a:pt x="0" y="72"/>
                      <a:pt x="1" y="112"/>
                      <a:pt x="25" y="136"/>
                    </a:cubicBezTo>
                    <a:cubicBezTo>
                      <a:pt x="33" y="142"/>
                      <a:pt x="473" y="559"/>
                      <a:pt x="1141" y="559"/>
                    </a:cubicBezTo>
                    <a:cubicBezTo>
                      <a:pt x="1485" y="559"/>
                      <a:pt x="1889" y="448"/>
                      <a:pt x="2323" y="112"/>
                    </a:cubicBezTo>
                    <a:cubicBezTo>
                      <a:pt x="2351" y="91"/>
                      <a:pt x="2356" y="52"/>
                      <a:pt x="2335" y="25"/>
                    </a:cubicBezTo>
                    <a:cubicBezTo>
                      <a:pt x="2323" y="9"/>
                      <a:pt x="2304" y="0"/>
                      <a:pt x="22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1"/>
              <p:cNvSpPr/>
              <p:nvPr/>
            </p:nvSpPr>
            <p:spPr>
              <a:xfrm>
                <a:off x="4245409" y="2697693"/>
                <a:ext cx="27537" cy="33455"/>
              </a:xfrm>
              <a:custGeom>
                <a:rect b="b" l="l" r="r" t="t"/>
                <a:pathLst>
                  <a:path extrusionOk="0" h="701" w="577">
                    <a:moveTo>
                      <a:pt x="288" y="0"/>
                    </a:moveTo>
                    <a:cubicBezTo>
                      <a:pt x="130" y="0"/>
                      <a:pt x="1" y="157"/>
                      <a:pt x="1" y="350"/>
                    </a:cubicBezTo>
                    <a:cubicBezTo>
                      <a:pt x="1" y="543"/>
                      <a:pt x="130" y="700"/>
                      <a:pt x="288" y="700"/>
                    </a:cubicBezTo>
                    <a:cubicBezTo>
                      <a:pt x="448" y="700"/>
                      <a:pt x="577" y="543"/>
                      <a:pt x="577" y="350"/>
                    </a:cubicBezTo>
                    <a:cubicBezTo>
                      <a:pt x="577" y="157"/>
                      <a:pt x="448" y="0"/>
                      <a:pt x="2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1"/>
              <p:cNvSpPr/>
              <p:nvPr/>
            </p:nvSpPr>
            <p:spPr>
              <a:xfrm>
                <a:off x="4385147" y="2706235"/>
                <a:ext cx="27490" cy="33408"/>
              </a:xfrm>
              <a:custGeom>
                <a:rect b="b" l="l" r="r" t="t"/>
                <a:pathLst>
                  <a:path extrusionOk="0" h="700" w="576">
                    <a:moveTo>
                      <a:pt x="288" y="1"/>
                    </a:moveTo>
                    <a:cubicBezTo>
                      <a:pt x="128" y="1"/>
                      <a:pt x="0" y="157"/>
                      <a:pt x="0" y="350"/>
                    </a:cubicBezTo>
                    <a:cubicBezTo>
                      <a:pt x="0" y="543"/>
                      <a:pt x="128" y="700"/>
                      <a:pt x="288" y="700"/>
                    </a:cubicBezTo>
                    <a:cubicBezTo>
                      <a:pt x="446" y="700"/>
                      <a:pt x="575" y="543"/>
                      <a:pt x="575" y="350"/>
                    </a:cubicBezTo>
                    <a:cubicBezTo>
                      <a:pt x="575" y="157"/>
                      <a:pt x="446"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11"/>
              <p:cNvSpPr/>
              <p:nvPr/>
            </p:nvSpPr>
            <p:spPr>
              <a:xfrm>
                <a:off x="4224601" y="2653500"/>
                <a:ext cx="74546" cy="14127"/>
              </a:xfrm>
              <a:custGeom>
                <a:rect b="b" l="l" r="r" t="t"/>
                <a:pathLst>
                  <a:path extrusionOk="0" h="296" w="1562">
                    <a:moveTo>
                      <a:pt x="806" y="1"/>
                    </a:moveTo>
                    <a:cubicBezTo>
                      <a:pt x="331" y="1"/>
                      <a:pt x="54" y="171"/>
                      <a:pt x="38" y="180"/>
                    </a:cubicBezTo>
                    <a:cubicBezTo>
                      <a:pt x="8" y="199"/>
                      <a:pt x="0" y="237"/>
                      <a:pt x="18" y="266"/>
                    </a:cubicBezTo>
                    <a:cubicBezTo>
                      <a:pt x="30" y="285"/>
                      <a:pt x="50" y="296"/>
                      <a:pt x="71" y="296"/>
                    </a:cubicBezTo>
                    <a:cubicBezTo>
                      <a:pt x="83" y="296"/>
                      <a:pt x="93" y="293"/>
                      <a:pt x="104" y="286"/>
                    </a:cubicBezTo>
                    <a:cubicBezTo>
                      <a:pt x="108" y="284"/>
                      <a:pt x="367" y="127"/>
                      <a:pt x="811" y="127"/>
                    </a:cubicBezTo>
                    <a:cubicBezTo>
                      <a:pt x="1000" y="127"/>
                      <a:pt x="1222" y="155"/>
                      <a:pt x="1472" y="236"/>
                    </a:cubicBezTo>
                    <a:cubicBezTo>
                      <a:pt x="1479" y="238"/>
                      <a:pt x="1485" y="239"/>
                      <a:pt x="1491" y="239"/>
                    </a:cubicBezTo>
                    <a:cubicBezTo>
                      <a:pt x="1518" y="239"/>
                      <a:pt x="1542" y="222"/>
                      <a:pt x="1551" y="195"/>
                    </a:cubicBezTo>
                    <a:cubicBezTo>
                      <a:pt x="1561" y="163"/>
                      <a:pt x="1544" y="128"/>
                      <a:pt x="1511" y="117"/>
                    </a:cubicBezTo>
                    <a:cubicBezTo>
                      <a:pt x="1244" y="31"/>
                      <a:pt x="1007" y="1"/>
                      <a:pt x="8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11"/>
              <p:cNvSpPr/>
              <p:nvPr/>
            </p:nvSpPr>
            <p:spPr>
              <a:xfrm>
                <a:off x="4375221" y="2663903"/>
                <a:ext cx="85380" cy="30830"/>
              </a:xfrm>
              <a:custGeom>
                <a:rect b="b" l="l" r="r" t="t"/>
                <a:pathLst>
                  <a:path extrusionOk="0" h="646" w="1789">
                    <a:moveTo>
                      <a:pt x="410" y="0"/>
                    </a:moveTo>
                    <a:cubicBezTo>
                      <a:pt x="144" y="0"/>
                      <a:pt x="34" y="105"/>
                      <a:pt x="26" y="113"/>
                    </a:cubicBezTo>
                    <a:cubicBezTo>
                      <a:pt x="0" y="138"/>
                      <a:pt x="0" y="178"/>
                      <a:pt x="26" y="202"/>
                    </a:cubicBezTo>
                    <a:cubicBezTo>
                      <a:pt x="38" y="214"/>
                      <a:pt x="53" y="220"/>
                      <a:pt x="69" y="220"/>
                    </a:cubicBezTo>
                    <a:cubicBezTo>
                      <a:pt x="85" y="220"/>
                      <a:pt x="101" y="214"/>
                      <a:pt x="113" y="202"/>
                    </a:cubicBezTo>
                    <a:cubicBezTo>
                      <a:pt x="115" y="200"/>
                      <a:pt x="201" y="125"/>
                      <a:pt x="411" y="125"/>
                    </a:cubicBezTo>
                    <a:cubicBezTo>
                      <a:pt x="652" y="125"/>
                      <a:pt x="1056" y="222"/>
                      <a:pt x="1682" y="636"/>
                    </a:cubicBezTo>
                    <a:cubicBezTo>
                      <a:pt x="1694" y="642"/>
                      <a:pt x="1706" y="646"/>
                      <a:pt x="1717" y="646"/>
                    </a:cubicBezTo>
                    <a:cubicBezTo>
                      <a:pt x="1737" y="646"/>
                      <a:pt x="1757" y="636"/>
                      <a:pt x="1770" y="618"/>
                    </a:cubicBezTo>
                    <a:cubicBezTo>
                      <a:pt x="1788" y="589"/>
                      <a:pt x="1780" y="551"/>
                      <a:pt x="1752" y="532"/>
                    </a:cubicBezTo>
                    <a:cubicBezTo>
                      <a:pt x="1108" y="108"/>
                      <a:pt x="679"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1"/>
              <p:cNvSpPr/>
              <p:nvPr/>
            </p:nvSpPr>
            <p:spPr>
              <a:xfrm>
                <a:off x="4198352" y="2672017"/>
                <a:ext cx="132389" cy="88530"/>
              </a:xfrm>
              <a:custGeom>
                <a:rect b="b" l="l" r="r" t="t"/>
                <a:pathLst>
                  <a:path extrusionOk="0" h="1855" w="2774">
                    <a:moveTo>
                      <a:pt x="625" y="124"/>
                    </a:moveTo>
                    <a:cubicBezTo>
                      <a:pt x="633" y="124"/>
                      <a:pt x="641" y="125"/>
                      <a:pt x="650" y="125"/>
                    </a:cubicBezTo>
                    <a:lnTo>
                      <a:pt x="2206" y="208"/>
                    </a:lnTo>
                    <a:cubicBezTo>
                      <a:pt x="2455" y="222"/>
                      <a:pt x="2646" y="435"/>
                      <a:pt x="2633" y="683"/>
                    </a:cubicBezTo>
                    <a:lnTo>
                      <a:pt x="2599" y="1303"/>
                    </a:lnTo>
                    <a:cubicBezTo>
                      <a:pt x="2586" y="1543"/>
                      <a:pt x="2389" y="1730"/>
                      <a:pt x="2153" y="1730"/>
                    </a:cubicBezTo>
                    <a:cubicBezTo>
                      <a:pt x="2144" y="1730"/>
                      <a:pt x="2135" y="1730"/>
                      <a:pt x="2125" y="1729"/>
                    </a:cubicBezTo>
                    <a:lnTo>
                      <a:pt x="568" y="1647"/>
                    </a:lnTo>
                    <a:cubicBezTo>
                      <a:pt x="319" y="1634"/>
                      <a:pt x="128" y="1421"/>
                      <a:pt x="141" y="1172"/>
                    </a:cubicBezTo>
                    <a:lnTo>
                      <a:pt x="174" y="552"/>
                    </a:lnTo>
                    <a:cubicBezTo>
                      <a:pt x="187" y="311"/>
                      <a:pt x="387" y="124"/>
                      <a:pt x="625" y="124"/>
                    </a:cubicBezTo>
                    <a:close/>
                    <a:moveTo>
                      <a:pt x="625" y="0"/>
                    </a:moveTo>
                    <a:cubicBezTo>
                      <a:pt x="322" y="0"/>
                      <a:pt x="67" y="238"/>
                      <a:pt x="51" y="545"/>
                    </a:cubicBezTo>
                    <a:lnTo>
                      <a:pt x="17" y="1165"/>
                    </a:lnTo>
                    <a:cubicBezTo>
                      <a:pt x="0" y="1482"/>
                      <a:pt x="245" y="1754"/>
                      <a:pt x="560" y="1770"/>
                    </a:cubicBezTo>
                    <a:lnTo>
                      <a:pt x="2118" y="1854"/>
                    </a:lnTo>
                    <a:lnTo>
                      <a:pt x="2149" y="1854"/>
                    </a:lnTo>
                    <a:cubicBezTo>
                      <a:pt x="2452" y="1854"/>
                      <a:pt x="2707" y="1616"/>
                      <a:pt x="2723" y="1310"/>
                    </a:cubicBezTo>
                    <a:lnTo>
                      <a:pt x="2757" y="690"/>
                    </a:lnTo>
                    <a:cubicBezTo>
                      <a:pt x="2774" y="373"/>
                      <a:pt x="2529" y="101"/>
                      <a:pt x="2212" y="84"/>
                    </a:cubicBezTo>
                    <a:lnTo>
                      <a:pt x="656" y="1"/>
                    </a:lnTo>
                    <a:cubicBezTo>
                      <a:pt x="646" y="1"/>
                      <a:pt x="635"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1"/>
              <p:cNvSpPr/>
              <p:nvPr/>
            </p:nvSpPr>
            <p:spPr>
              <a:xfrm>
                <a:off x="4346777" y="2680893"/>
                <a:ext cx="131530" cy="88578"/>
              </a:xfrm>
              <a:custGeom>
                <a:rect b="b" l="l" r="r" t="t"/>
                <a:pathLst>
                  <a:path extrusionOk="0" h="1856" w="2756">
                    <a:moveTo>
                      <a:pt x="614" y="124"/>
                    </a:moveTo>
                    <a:cubicBezTo>
                      <a:pt x="623" y="124"/>
                      <a:pt x="632" y="124"/>
                      <a:pt x="640" y="125"/>
                    </a:cubicBezTo>
                    <a:lnTo>
                      <a:pt x="2197" y="209"/>
                    </a:lnTo>
                    <a:cubicBezTo>
                      <a:pt x="2317" y="215"/>
                      <a:pt x="2429" y="267"/>
                      <a:pt x="2508" y="358"/>
                    </a:cubicBezTo>
                    <a:cubicBezTo>
                      <a:pt x="2589" y="447"/>
                      <a:pt x="2630" y="562"/>
                      <a:pt x="2624" y="683"/>
                    </a:cubicBezTo>
                    <a:lnTo>
                      <a:pt x="2590" y="1303"/>
                    </a:lnTo>
                    <a:cubicBezTo>
                      <a:pt x="2578" y="1543"/>
                      <a:pt x="2381" y="1731"/>
                      <a:pt x="2143" y="1731"/>
                    </a:cubicBezTo>
                    <a:cubicBezTo>
                      <a:pt x="2134" y="1731"/>
                      <a:pt x="2125" y="1731"/>
                      <a:pt x="2116" y="1730"/>
                    </a:cubicBezTo>
                    <a:lnTo>
                      <a:pt x="559" y="1646"/>
                    </a:lnTo>
                    <a:cubicBezTo>
                      <a:pt x="439" y="1640"/>
                      <a:pt x="328" y="1588"/>
                      <a:pt x="247" y="1497"/>
                    </a:cubicBezTo>
                    <a:cubicBezTo>
                      <a:pt x="167" y="1408"/>
                      <a:pt x="126" y="1293"/>
                      <a:pt x="133" y="1172"/>
                    </a:cubicBezTo>
                    <a:lnTo>
                      <a:pt x="165" y="552"/>
                    </a:lnTo>
                    <a:cubicBezTo>
                      <a:pt x="178" y="312"/>
                      <a:pt x="376" y="124"/>
                      <a:pt x="614" y="124"/>
                    </a:cubicBezTo>
                    <a:close/>
                    <a:moveTo>
                      <a:pt x="614" y="0"/>
                    </a:moveTo>
                    <a:cubicBezTo>
                      <a:pt x="312" y="0"/>
                      <a:pt x="58" y="240"/>
                      <a:pt x="41" y="546"/>
                    </a:cubicBezTo>
                    <a:lnTo>
                      <a:pt x="9" y="1166"/>
                    </a:lnTo>
                    <a:cubicBezTo>
                      <a:pt x="0" y="1319"/>
                      <a:pt x="52" y="1467"/>
                      <a:pt x="155" y="1581"/>
                    </a:cubicBezTo>
                    <a:cubicBezTo>
                      <a:pt x="257" y="1696"/>
                      <a:pt x="399" y="1763"/>
                      <a:pt x="552" y="1771"/>
                    </a:cubicBezTo>
                    <a:lnTo>
                      <a:pt x="2110" y="1854"/>
                    </a:lnTo>
                    <a:cubicBezTo>
                      <a:pt x="2120" y="1855"/>
                      <a:pt x="2129" y="1855"/>
                      <a:pt x="2140" y="1855"/>
                    </a:cubicBezTo>
                    <a:cubicBezTo>
                      <a:pt x="2443" y="1855"/>
                      <a:pt x="2698" y="1617"/>
                      <a:pt x="2715" y="1311"/>
                    </a:cubicBezTo>
                    <a:lnTo>
                      <a:pt x="2748" y="690"/>
                    </a:lnTo>
                    <a:cubicBezTo>
                      <a:pt x="2756" y="536"/>
                      <a:pt x="2703" y="389"/>
                      <a:pt x="2602" y="275"/>
                    </a:cubicBezTo>
                    <a:cubicBezTo>
                      <a:pt x="2499" y="160"/>
                      <a:pt x="2357" y="92"/>
                      <a:pt x="2204" y="84"/>
                    </a:cubicBezTo>
                    <a:lnTo>
                      <a:pt x="647" y="1"/>
                    </a:lnTo>
                    <a:cubicBezTo>
                      <a:pt x="636" y="0"/>
                      <a:pt x="625" y="0"/>
                      <a:pt x="6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11"/>
              <p:cNvSpPr/>
              <p:nvPr/>
            </p:nvSpPr>
            <p:spPr>
              <a:xfrm>
                <a:off x="4323678" y="2695163"/>
                <a:ext cx="33121" cy="7827"/>
              </a:xfrm>
              <a:custGeom>
                <a:rect b="b" l="l" r="r" t="t"/>
                <a:pathLst>
                  <a:path extrusionOk="0" h="164" w="694">
                    <a:moveTo>
                      <a:pt x="67" y="1"/>
                    </a:moveTo>
                    <a:cubicBezTo>
                      <a:pt x="33" y="1"/>
                      <a:pt x="5" y="26"/>
                      <a:pt x="3" y="59"/>
                    </a:cubicBezTo>
                    <a:cubicBezTo>
                      <a:pt x="1" y="93"/>
                      <a:pt x="26" y="123"/>
                      <a:pt x="60" y="125"/>
                    </a:cubicBezTo>
                    <a:lnTo>
                      <a:pt x="625" y="163"/>
                    </a:lnTo>
                    <a:cubicBezTo>
                      <a:pt x="627" y="164"/>
                      <a:pt x="628" y="164"/>
                      <a:pt x="629" y="164"/>
                    </a:cubicBezTo>
                    <a:cubicBezTo>
                      <a:pt x="662" y="164"/>
                      <a:pt x="689" y="138"/>
                      <a:pt x="691" y="105"/>
                    </a:cubicBezTo>
                    <a:cubicBezTo>
                      <a:pt x="693" y="71"/>
                      <a:pt x="668" y="41"/>
                      <a:pt x="633" y="39"/>
                    </a:cubicBezTo>
                    <a:lnTo>
                      <a:pt x="69" y="1"/>
                    </a:lnTo>
                    <a:cubicBezTo>
                      <a:pt x="68" y="1"/>
                      <a:pt x="67"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11"/>
              <p:cNvSpPr/>
              <p:nvPr/>
            </p:nvSpPr>
            <p:spPr>
              <a:xfrm>
                <a:off x="4158120" y="2681418"/>
                <a:ext cx="48966" cy="18995"/>
              </a:xfrm>
              <a:custGeom>
                <a:rect b="b" l="l" r="r" t="t"/>
                <a:pathLst>
                  <a:path extrusionOk="0" h="398" w="1026">
                    <a:moveTo>
                      <a:pt x="69" y="1"/>
                    </a:moveTo>
                    <a:cubicBezTo>
                      <a:pt x="43" y="1"/>
                      <a:pt x="19" y="18"/>
                      <a:pt x="10" y="45"/>
                    </a:cubicBezTo>
                    <a:cubicBezTo>
                      <a:pt x="1" y="77"/>
                      <a:pt x="18" y="112"/>
                      <a:pt x="52" y="122"/>
                    </a:cubicBezTo>
                    <a:lnTo>
                      <a:pt x="938" y="394"/>
                    </a:lnTo>
                    <a:cubicBezTo>
                      <a:pt x="944" y="396"/>
                      <a:pt x="950" y="397"/>
                      <a:pt x="956" y="397"/>
                    </a:cubicBezTo>
                    <a:cubicBezTo>
                      <a:pt x="983" y="397"/>
                      <a:pt x="1007" y="379"/>
                      <a:pt x="1015" y="353"/>
                    </a:cubicBezTo>
                    <a:cubicBezTo>
                      <a:pt x="1026" y="320"/>
                      <a:pt x="1007" y="285"/>
                      <a:pt x="974" y="275"/>
                    </a:cubicBezTo>
                    <a:lnTo>
                      <a:pt x="88" y="4"/>
                    </a:lnTo>
                    <a:cubicBezTo>
                      <a:pt x="82" y="2"/>
                      <a:pt x="75"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11"/>
              <p:cNvSpPr/>
              <p:nvPr/>
            </p:nvSpPr>
            <p:spPr>
              <a:xfrm>
                <a:off x="4471625" y="2700747"/>
                <a:ext cx="18899" cy="15129"/>
              </a:xfrm>
              <a:custGeom>
                <a:rect b="b" l="l" r="r" t="t"/>
                <a:pathLst>
                  <a:path extrusionOk="0" h="317" w="396">
                    <a:moveTo>
                      <a:pt x="326" y="0"/>
                    </a:moveTo>
                    <a:cubicBezTo>
                      <a:pt x="312" y="0"/>
                      <a:pt x="299" y="4"/>
                      <a:pt x="288" y="13"/>
                    </a:cubicBezTo>
                    <a:lnTo>
                      <a:pt x="33" y="204"/>
                    </a:lnTo>
                    <a:cubicBezTo>
                      <a:pt x="6" y="225"/>
                      <a:pt x="0" y="264"/>
                      <a:pt x="21" y="291"/>
                    </a:cubicBezTo>
                    <a:cubicBezTo>
                      <a:pt x="33" y="308"/>
                      <a:pt x="52" y="316"/>
                      <a:pt x="71" y="316"/>
                    </a:cubicBezTo>
                    <a:cubicBezTo>
                      <a:pt x="83" y="316"/>
                      <a:pt x="97" y="312"/>
                      <a:pt x="108" y="304"/>
                    </a:cubicBezTo>
                    <a:lnTo>
                      <a:pt x="362" y="112"/>
                    </a:lnTo>
                    <a:cubicBezTo>
                      <a:pt x="391" y="92"/>
                      <a:pt x="396" y="53"/>
                      <a:pt x="375" y="25"/>
                    </a:cubicBezTo>
                    <a:cubicBezTo>
                      <a:pt x="363" y="9"/>
                      <a:pt x="344" y="0"/>
                      <a:pt x="326"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1"/>
              <p:cNvSpPr/>
              <p:nvPr/>
            </p:nvSpPr>
            <p:spPr>
              <a:xfrm>
                <a:off x="3249201" y="2970868"/>
                <a:ext cx="306204" cy="293031"/>
              </a:xfrm>
              <a:custGeom>
                <a:rect b="b" l="l" r="r" t="t"/>
                <a:pathLst>
                  <a:path extrusionOk="0" h="6140" w="6416">
                    <a:moveTo>
                      <a:pt x="3414" y="1"/>
                    </a:moveTo>
                    <a:cubicBezTo>
                      <a:pt x="3225" y="1"/>
                      <a:pt x="3032" y="217"/>
                      <a:pt x="3105" y="611"/>
                    </a:cubicBezTo>
                    <a:cubicBezTo>
                      <a:pt x="3208" y="1157"/>
                      <a:pt x="3446" y="1328"/>
                      <a:pt x="3549" y="1533"/>
                    </a:cubicBezTo>
                    <a:cubicBezTo>
                      <a:pt x="3651" y="1737"/>
                      <a:pt x="3890" y="2283"/>
                      <a:pt x="3890" y="2283"/>
                    </a:cubicBezTo>
                    <a:cubicBezTo>
                      <a:pt x="3890" y="2283"/>
                      <a:pt x="1672" y="1908"/>
                      <a:pt x="1535" y="1874"/>
                    </a:cubicBezTo>
                    <a:cubicBezTo>
                      <a:pt x="1399" y="1840"/>
                      <a:pt x="990" y="1396"/>
                      <a:pt x="887" y="1123"/>
                    </a:cubicBezTo>
                    <a:cubicBezTo>
                      <a:pt x="799" y="887"/>
                      <a:pt x="812" y="34"/>
                      <a:pt x="550" y="34"/>
                    </a:cubicBezTo>
                    <a:cubicBezTo>
                      <a:pt x="510" y="34"/>
                      <a:pt x="464" y="54"/>
                      <a:pt x="409" y="99"/>
                    </a:cubicBezTo>
                    <a:cubicBezTo>
                      <a:pt x="0" y="440"/>
                      <a:pt x="239" y="1157"/>
                      <a:pt x="308" y="1328"/>
                    </a:cubicBezTo>
                    <a:cubicBezTo>
                      <a:pt x="376" y="1499"/>
                      <a:pt x="308" y="2693"/>
                      <a:pt x="478" y="3307"/>
                    </a:cubicBezTo>
                    <a:cubicBezTo>
                      <a:pt x="649" y="3922"/>
                      <a:pt x="1229" y="4536"/>
                      <a:pt x="2082" y="4945"/>
                    </a:cubicBezTo>
                    <a:cubicBezTo>
                      <a:pt x="2935" y="5354"/>
                      <a:pt x="4607" y="5491"/>
                      <a:pt x="4607" y="5491"/>
                    </a:cubicBezTo>
                    <a:lnTo>
                      <a:pt x="5255" y="6139"/>
                    </a:lnTo>
                    <a:lnTo>
                      <a:pt x="6416" y="4707"/>
                    </a:lnTo>
                    <a:lnTo>
                      <a:pt x="6075" y="3716"/>
                    </a:lnTo>
                    <a:cubicBezTo>
                      <a:pt x="6075" y="3716"/>
                      <a:pt x="5802" y="2761"/>
                      <a:pt x="5494" y="2351"/>
                    </a:cubicBezTo>
                    <a:cubicBezTo>
                      <a:pt x="5187" y="1942"/>
                      <a:pt x="4607" y="1805"/>
                      <a:pt x="4367" y="1498"/>
                    </a:cubicBezTo>
                    <a:cubicBezTo>
                      <a:pt x="4129" y="1192"/>
                      <a:pt x="3822" y="338"/>
                      <a:pt x="3617" y="99"/>
                    </a:cubicBezTo>
                    <a:cubicBezTo>
                      <a:pt x="3560" y="33"/>
                      <a:pt x="3488" y="1"/>
                      <a:pt x="34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1"/>
              <p:cNvSpPr/>
              <p:nvPr/>
            </p:nvSpPr>
            <p:spPr>
              <a:xfrm>
                <a:off x="3244524" y="2967909"/>
                <a:ext cx="313983" cy="298997"/>
              </a:xfrm>
              <a:custGeom>
                <a:rect b="b" l="l" r="r" t="t"/>
                <a:pathLst>
                  <a:path extrusionOk="0" h="6265" w="6579">
                    <a:moveTo>
                      <a:pt x="3512" y="125"/>
                    </a:moveTo>
                    <a:cubicBezTo>
                      <a:pt x="3570" y="125"/>
                      <a:pt x="3625" y="152"/>
                      <a:pt x="3668" y="202"/>
                    </a:cubicBezTo>
                    <a:cubicBezTo>
                      <a:pt x="3764" y="314"/>
                      <a:pt x="3895" y="590"/>
                      <a:pt x="4019" y="857"/>
                    </a:cubicBezTo>
                    <a:cubicBezTo>
                      <a:pt x="4154" y="1143"/>
                      <a:pt x="4292" y="1438"/>
                      <a:pt x="4417" y="1599"/>
                    </a:cubicBezTo>
                    <a:cubicBezTo>
                      <a:pt x="4535" y="1750"/>
                      <a:pt x="4723" y="1858"/>
                      <a:pt x="4922" y="1973"/>
                    </a:cubicBezTo>
                    <a:cubicBezTo>
                      <a:pt x="5150" y="2105"/>
                      <a:pt x="5385" y="2240"/>
                      <a:pt x="5542" y="2451"/>
                    </a:cubicBezTo>
                    <a:cubicBezTo>
                      <a:pt x="5839" y="2846"/>
                      <a:pt x="6110" y="3787"/>
                      <a:pt x="6114" y="3799"/>
                    </a:cubicBezTo>
                    <a:lnTo>
                      <a:pt x="6443" y="4756"/>
                    </a:lnTo>
                    <a:lnTo>
                      <a:pt x="5349" y="6109"/>
                    </a:lnTo>
                    <a:lnTo>
                      <a:pt x="4749" y="5510"/>
                    </a:lnTo>
                    <a:cubicBezTo>
                      <a:pt x="4738" y="5499"/>
                      <a:pt x="4725" y="5493"/>
                      <a:pt x="4710" y="5491"/>
                    </a:cubicBezTo>
                    <a:cubicBezTo>
                      <a:pt x="4693" y="5490"/>
                      <a:pt x="3039" y="5351"/>
                      <a:pt x="2206" y="4951"/>
                    </a:cubicBezTo>
                    <a:cubicBezTo>
                      <a:pt x="1393" y="4560"/>
                      <a:pt x="805" y="3963"/>
                      <a:pt x="635" y="3352"/>
                    </a:cubicBezTo>
                    <a:cubicBezTo>
                      <a:pt x="534" y="2986"/>
                      <a:pt x="519" y="2394"/>
                      <a:pt x="507" y="1963"/>
                    </a:cubicBezTo>
                    <a:cubicBezTo>
                      <a:pt x="499" y="1622"/>
                      <a:pt x="493" y="1440"/>
                      <a:pt x="463" y="1367"/>
                    </a:cubicBezTo>
                    <a:cubicBezTo>
                      <a:pt x="430" y="1283"/>
                      <a:pt x="148" y="542"/>
                      <a:pt x="547" y="209"/>
                    </a:cubicBezTo>
                    <a:cubicBezTo>
                      <a:pt x="577" y="184"/>
                      <a:pt x="616" y="158"/>
                      <a:pt x="649" y="158"/>
                    </a:cubicBezTo>
                    <a:cubicBezTo>
                      <a:pt x="655" y="158"/>
                      <a:pt x="662" y="159"/>
                      <a:pt x="668" y="161"/>
                    </a:cubicBezTo>
                    <a:cubicBezTo>
                      <a:pt x="778" y="205"/>
                      <a:pt x="825" y="577"/>
                      <a:pt x="858" y="823"/>
                    </a:cubicBezTo>
                    <a:cubicBezTo>
                      <a:pt x="878" y="985"/>
                      <a:pt x="897" y="1125"/>
                      <a:pt x="927" y="1206"/>
                    </a:cubicBezTo>
                    <a:cubicBezTo>
                      <a:pt x="1027" y="1474"/>
                      <a:pt x="1448" y="1953"/>
                      <a:pt x="1619" y="1995"/>
                    </a:cubicBezTo>
                    <a:cubicBezTo>
                      <a:pt x="1756" y="2030"/>
                      <a:pt x="3887" y="2391"/>
                      <a:pt x="3978" y="2407"/>
                    </a:cubicBezTo>
                    <a:cubicBezTo>
                      <a:pt x="3981" y="2407"/>
                      <a:pt x="3984" y="2407"/>
                      <a:pt x="3987" y="2407"/>
                    </a:cubicBezTo>
                    <a:cubicBezTo>
                      <a:pt x="4007" y="2407"/>
                      <a:pt x="4026" y="2399"/>
                      <a:pt x="4037" y="2384"/>
                    </a:cubicBezTo>
                    <a:cubicBezTo>
                      <a:pt x="4052" y="2366"/>
                      <a:pt x="4054" y="2341"/>
                      <a:pt x="4046" y="2321"/>
                    </a:cubicBezTo>
                    <a:cubicBezTo>
                      <a:pt x="4035" y="2298"/>
                      <a:pt x="3804" y="1771"/>
                      <a:pt x="3703" y="1566"/>
                    </a:cubicBezTo>
                    <a:cubicBezTo>
                      <a:pt x="3671" y="1504"/>
                      <a:pt x="3629" y="1446"/>
                      <a:pt x="3584" y="1383"/>
                    </a:cubicBezTo>
                    <a:cubicBezTo>
                      <a:pt x="3473" y="1229"/>
                      <a:pt x="3335" y="1040"/>
                      <a:pt x="3265" y="662"/>
                    </a:cubicBezTo>
                    <a:cubicBezTo>
                      <a:pt x="3209" y="364"/>
                      <a:pt x="3316" y="198"/>
                      <a:pt x="3426" y="145"/>
                    </a:cubicBezTo>
                    <a:cubicBezTo>
                      <a:pt x="3454" y="132"/>
                      <a:pt x="3483" y="125"/>
                      <a:pt x="3512" y="125"/>
                    </a:cubicBezTo>
                    <a:close/>
                    <a:moveTo>
                      <a:pt x="3512" y="1"/>
                    </a:moveTo>
                    <a:cubicBezTo>
                      <a:pt x="3465" y="1"/>
                      <a:pt x="3417" y="11"/>
                      <a:pt x="3372" y="33"/>
                    </a:cubicBezTo>
                    <a:cubicBezTo>
                      <a:pt x="3223" y="105"/>
                      <a:pt x="3074" y="319"/>
                      <a:pt x="3142" y="685"/>
                    </a:cubicBezTo>
                    <a:cubicBezTo>
                      <a:pt x="3218" y="1090"/>
                      <a:pt x="3371" y="1302"/>
                      <a:pt x="3483" y="1456"/>
                    </a:cubicBezTo>
                    <a:cubicBezTo>
                      <a:pt x="3527" y="1517"/>
                      <a:pt x="3565" y="1569"/>
                      <a:pt x="3591" y="1623"/>
                    </a:cubicBezTo>
                    <a:cubicBezTo>
                      <a:pt x="3665" y="1769"/>
                      <a:pt x="3811" y="2096"/>
                      <a:pt x="3885" y="2265"/>
                    </a:cubicBezTo>
                    <a:cubicBezTo>
                      <a:pt x="3095" y="2131"/>
                      <a:pt x="1750" y="1901"/>
                      <a:pt x="1649" y="1876"/>
                    </a:cubicBezTo>
                    <a:cubicBezTo>
                      <a:pt x="1546" y="1850"/>
                      <a:pt x="1146" y="1438"/>
                      <a:pt x="1044" y="1163"/>
                    </a:cubicBezTo>
                    <a:cubicBezTo>
                      <a:pt x="1017" y="1094"/>
                      <a:pt x="999" y="956"/>
                      <a:pt x="981" y="809"/>
                    </a:cubicBezTo>
                    <a:cubicBezTo>
                      <a:pt x="937" y="468"/>
                      <a:pt x="891" y="116"/>
                      <a:pt x="713" y="46"/>
                    </a:cubicBezTo>
                    <a:cubicBezTo>
                      <a:pt x="692" y="38"/>
                      <a:pt x="671" y="34"/>
                      <a:pt x="649" y="34"/>
                    </a:cubicBezTo>
                    <a:cubicBezTo>
                      <a:pt x="593" y="34"/>
                      <a:pt x="532" y="60"/>
                      <a:pt x="467" y="114"/>
                    </a:cubicBezTo>
                    <a:cubicBezTo>
                      <a:pt x="1" y="502"/>
                      <a:pt x="311" y="1321"/>
                      <a:pt x="348" y="1413"/>
                    </a:cubicBezTo>
                    <a:cubicBezTo>
                      <a:pt x="370" y="1470"/>
                      <a:pt x="376" y="1710"/>
                      <a:pt x="382" y="1966"/>
                    </a:cubicBezTo>
                    <a:cubicBezTo>
                      <a:pt x="394" y="2404"/>
                      <a:pt x="410" y="3005"/>
                      <a:pt x="516" y="3386"/>
                    </a:cubicBezTo>
                    <a:cubicBezTo>
                      <a:pt x="695" y="4030"/>
                      <a:pt x="1307" y="4658"/>
                      <a:pt x="2153" y="5064"/>
                    </a:cubicBezTo>
                    <a:cubicBezTo>
                      <a:pt x="2963" y="5452"/>
                      <a:pt x="4465" y="5595"/>
                      <a:pt x="4677" y="5614"/>
                    </a:cubicBezTo>
                    <a:lnTo>
                      <a:pt x="5309" y="6245"/>
                    </a:lnTo>
                    <a:cubicBezTo>
                      <a:pt x="5322" y="6257"/>
                      <a:pt x="5337" y="6264"/>
                      <a:pt x="5353" y="6264"/>
                    </a:cubicBezTo>
                    <a:lnTo>
                      <a:pt x="5356" y="6264"/>
                    </a:lnTo>
                    <a:cubicBezTo>
                      <a:pt x="5374" y="6263"/>
                      <a:pt x="5391" y="6255"/>
                      <a:pt x="5401" y="6241"/>
                    </a:cubicBezTo>
                    <a:lnTo>
                      <a:pt x="6562" y="4808"/>
                    </a:lnTo>
                    <a:cubicBezTo>
                      <a:pt x="6576" y="4791"/>
                      <a:pt x="6579" y="4769"/>
                      <a:pt x="6573" y="4748"/>
                    </a:cubicBezTo>
                    <a:lnTo>
                      <a:pt x="6233" y="3761"/>
                    </a:lnTo>
                    <a:cubicBezTo>
                      <a:pt x="6221" y="3723"/>
                      <a:pt x="5952" y="2791"/>
                      <a:pt x="5642" y="2376"/>
                    </a:cubicBezTo>
                    <a:cubicBezTo>
                      <a:pt x="5469" y="2146"/>
                      <a:pt x="5212" y="1998"/>
                      <a:pt x="4984" y="1866"/>
                    </a:cubicBezTo>
                    <a:cubicBezTo>
                      <a:pt x="4796" y="1757"/>
                      <a:pt x="4618" y="1654"/>
                      <a:pt x="4515" y="1522"/>
                    </a:cubicBezTo>
                    <a:cubicBezTo>
                      <a:pt x="4399" y="1373"/>
                      <a:pt x="4263" y="1085"/>
                      <a:pt x="4132" y="804"/>
                    </a:cubicBezTo>
                    <a:cubicBezTo>
                      <a:pt x="3997" y="518"/>
                      <a:pt x="3869" y="246"/>
                      <a:pt x="3762" y="121"/>
                    </a:cubicBezTo>
                    <a:cubicBezTo>
                      <a:pt x="3695" y="43"/>
                      <a:pt x="3604" y="1"/>
                      <a:pt x="35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1"/>
              <p:cNvSpPr/>
              <p:nvPr/>
            </p:nvSpPr>
            <p:spPr>
              <a:xfrm>
                <a:off x="3472267" y="3180809"/>
                <a:ext cx="120601" cy="112440"/>
              </a:xfrm>
              <a:custGeom>
                <a:rect b="b" l="l" r="r" t="t"/>
                <a:pathLst>
                  <a:path extrusionOk="0" h="2356" w="2527">
                    <a:moveTo>
                      <a:pt x="1742" y="0"/>
                    </a:moveTo>
                    <a:lnTo>
                      <a:pt x="1" y="1672"/>
                    </a:lnTo>
                    <a:lnTo>
                      <a:pt x="854" y="2355"/>
                    </a:lnTo>
                    <a:lnTo>
                      <a:pt x="2527" y="785"/>
                    </a:lnTo>
                    <a:lnTo>
                      <a:pt x="174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1"/>
              <p:cNvSpPr/>
              <p:nvPr/>
            </p:nvSpPr>
            <p:spPr>
              <a:xfrm>
                <a:off x="3469308" y="3177850"/>
                <a:ext cx="126519" cy="118358"/>
              </a:xfrm>
              <a:custGeom>
                <a:rect b="b" l="l" r="r" t="t"/>
                <a:pathLst>
                  <a:path extrusionOk="0" h="2480" w="2651">
                    <a:moveTo>
                      <a:pt x="1803" y="149"/>
                    </a:moveTo>
                    <a:lnTo>
                      <a:pt x="2499" y="845"/>
                    </a:lnTo>
                    <a:lnTo>
                      <a:pt x="913" y="2334"/>
                    </a:lnTo>
                    <a:lnTo>
                      <a:pt x="157" y="1730"/>
                    </a:lnTo>
                    <a:lnTo>
                      <a:pt x="1803" y="149"/>
                    </a:lnTo>
                    <a:close/>
                    <a:moveTo>
                      <a:pt x="1804" y="0"/>
                    </a:moveTo>
                    <a:cubicBezTo>
                      <a:pt x="1788" y="0"/>
                      <a:pt x="1773" y="6"/>
                      <a:pt x="1761" y="17"/>
                    </a:cubicBezTo>
                    <a:lnTo>
                      <a:pt x="20" y="1690"/>
                    </a:lnTo>
                    <a:cubicBezTo>
                      <a:pt x="7" y="1701"/>
                      <a:pt x="1" y="1719"/>
                      <a:pt x="1" y="1737"/>
                    </a:cubicBezTo>
                    <a:cubicBezTo>
                      <a:pt x="2" y="1755"/>
                      <a:pt x="10" y="1772"/>
                      <a:pt x="24" y="1783"/>
                    </a:cubicBezTo>
                    <a:lnTo>
                      <a:pt x="877" y="2465"/>
                    </a:lnTo>
                    <a:cubicBezTo>
                      <a:pt x="889" y="2475"/>
                      <a:pt x="902" y="2479"/>
                      <a:pt x="916" y="2479"/>
                    </a:cubicBezTo>
                    <a:cubicBezTo>
                      <a:pt x="932" y="2479"/>
                      <a:pt x="947" y="2474"/>
                      <a:pt x="959" y="2462"/>
                    </a:cubicBezTo>
                    <a:lnTo>
                      <a:pt x="2631" y="892"/>
                    </a:lnTo>
                    <a:cubicBezTo>
                      <a:pt x="2643" y="881"/>
                      <a:pt x="2651" y="865"/>
                      <a:pt x="2651" y="848"/>
                    </a:cubicBezTo>
                    <a:cubicBezTo>
                      <a:pt x="2651" y="832"/>
                      <a:pt x="2644" y="815"/>
                      <a:pt x="2633" y="803"/>
                    </a:cubicBezTo>
                    <a:lnTo>
                      <a:pt x="1848" y="18"/>
                    </a:lnTo>
                    <a:cubicBezTo>
                      <a:pt x="1836" y="6"/>
                      <a:pt x="1820" y="0"/>
                      <a:pt x="180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1"/>
              <p:cNvSpPr/>
              <p:nvPr/>
            </p:nvSpPr>
            <p:spPr>
              <a:xfrm>
                <a:off x="3480428" y="2844541"/>
                <a:ext cx="490279" cy="791280"/>
              </a:xfrm>
              <a:custGeom>
                <a:rect b="b" l="l" r="r" t="t"/>
                <a:pathLst>
                  <a:path extrusionOk="0" h="16580" w="10273">
                    <a:moveTo>
                      <a:pt x="10251" y="0"/>
                    </a:moveTo>
                    <a:cubicBezTo>
                      <a:pt x="10251" y="0"/>
                      <a:pt x="7815" y="85"/>
                      <a:pt x="7235" y="358"/>
                    </a:cubicBezTo>
                    <a:cubicBezTo>
                      <a:pt x="6656" y="631"/>
                      <a:pt x="6588" y="1040"/>
                      <a:pt x="6553" y="1211"/>
                    </a:cubicBezTo>
                    <a:cubicBezTo>
                      <a:pt x="6519" y="1381"/>
                      <a:pt x="5495" y="10492"/>
                      <a:pt x="5495" y="10492"/>
                    </a:cubicBezTo>
                    <a:lnTo>
                      <a:pt x="2151" y="7319"/>
                    </a:lnTo>
                    <a:lnTo>
                      <a:pt x="1" y="9401"/>
                    </a:lnTo>
                    <a:cubicBezTo>
                      <a:pt x="1" y="9401"/>
                      <a:pt x="2970" y="13291"/>
                      <a:pt x="3653" y="14349"/>
                    </a:cubicBezTo>
                    <a:cubicBezTo>
                      <a:pt x="4335" y="15406"/>
                      <a:pt x="4950" y="16397"/>
                      <a:pt x="5530" y="16499"/>
                    </a:cubicBezTo>
                    <a:cubicBezTo>
                      <a:pt x="5803" y="16547"/>
                      <a:pt x="5994" y="16580"/>
                      <a:pt x="6194" y="16580"/>
                    </a:cubicBezTo>
                    <a:cubicBezTo>
                      <a:pt x="6417" y="16580"/>
                      <a:pt x="6653" y="16539"/>
                      <a:pt x="7030" y="16431"/>
                    </a:cubicBezTo>
                    <a:cubicBezTo>
                      <a:pt x="7747" y="16226"/>
                      <a:pt x="8669" y="14627"/>
                      <a:pt x="8703" y="14490"/>
                    </a:cubicBezTo>
                    <a:cubicBezTo>
                      <a:pt x="8738" y="14354"/>
                      <a:pt x="10273" y="5749"/>
                      <a:pt x="10273" y="5749"/>
                    </a:cubicBezTo>
                    <a:lnTo>
                      <a:pt x="1025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1"/>
              <p:cNvSpPr/>
              <p:nvPr/>
            </p:nvSpPr>
            <p:spPr>
              <a:xfrm>
                <a:off x="3477182" y="2841535"/>
                <a:ext cx="496770" cy="797294"/>
              </a:xfrm>
              <a:custGeom>
                <a:rect b="b" l="l" r="r" t="t"/>
                <a:pathLst>
                  <a:path extrusionOk="0" h="16706" w="10409">
                    <a:moveTo>
                      <a:pt x="10322" y="1"/>
                    </a:moveTo>
                    <a:cubicBezTo>
                      <a:pt x="10320" y="1"/>
                      <a:pt x="10318" y="1"/>
                      <a:pt x="10316" y="1"/>
                    </a:cubicBezTo>
                    <a:cubicBezTo>
                      <a:pt x="10216" y="4"/>
                      <a:pt x="7862" y="89"/>
                      <a:pt x="7277" y="364"/>
                    </a:cubicBezTo>
                    <a:cubicBezTo>
                      <a:pt x="6683" y="643"/>
                      <a:pt x="6598" y="1067"/>
                      <a:pt x="6562" y="1249"/>
                    </a:cubicBezTo>
                    <a:lnTo>
                      <a:pt x="6560" y="1261"/>
                    </a:lnTo>
                    <a:cubicBezTo>
                      <a:pt x="6528" y="1424"/>
                      <a:pt x="5643" y="9288"/>
                      <a:pt x="5515" y="10424"/>
                    </a:cubicBezTo>
                    <a:lnTo>
                      <a:pt x="2262" y="7337"/>
                    </a:lnTo>
                    <a:cubicBezTo>
                      <a:pt x="2250" y="7326"/>
                      <a:pt x="2234" y="7320"/>
                      <a:pt x="2219" y="7320"/>
                    </a:cubicBezTo>
                    <a:cubicBezTo>
                      <a:pt x="2203" y="7320"/>
                      <a:pt x="2188" y="7326"/>
                      <a:pt x="2176" y="7337"/>
                    </a:cubicBezTo>
                    <a:lnTo>
                      <a:pt x="26" y="9419"/>
                    </a:lnTo>
                    <a:cubicBezTo>
                      <a:pt x="3" y="9441"/>
                      <a:pt x="1" y="9477"/>
                      <a:pt x="20" y="9501"/>
                    </a:cubicBezTo>
                    <a:cubicBezTo>
                      <a:pt x="49" y="9541"/>
                      <a:pt x="2994" y="13402"/>
                      <a:pt x="3668" y="14445"/>
                    </a:cubicBezTo>
                    <a:lnTo>
                      <a:pt x="3756" y="14582"/>
                    </a:lnTo>
                    <a:cubicBezTo>
                      <a:pt x="4426" y="15623"/>
                      <a:pt x="5005" y="16520"/>
                      <a:pt x="5586" y="16623"/>
                    </a:cubicBezTo>
                    <a:cubicBezTo>
                      <a:pt x="5860" y="16672"/>
                      <a:pt x="6053" y="16706"/>
                      <a:pt x="6259" y="16706"/>
                    </a:cubicBezTo>
                    <a:cubicBezTo>
                      <a:pt x="6487" y="16706"/>
                      <a:pt x="6730" y="16664"/>
                      <a:pt x="7116" y="16553"/>
                    </a:cubicBezTo>
                    <a:cubicBezTo>
                      <a:pt x="7870" y="16338"/>
                      <a:pt x="8799" y="14695"/>
                      <a:pt x="8832" y="14568"/>
                    </a:cubicBezTo>
                    <a:cubicBezTo>
                      <a:pt x="8866" y="14432"/>
                      <a:pt x="10339" y="6174"/>
                      <a:pt x="10402" y="5823"/>
                    </a:cubicBezTo>
                    <a:cubicBezTo>
                      <a:pt x="10408" y="5789"/>
                      <a:pt x="10386" y="5757"/>
                      <a:pt x="10351" y="5751"/>
                    </a:cubicBezTo>
                    <a:cubicBezTo>
                      <a:pt x="10348" y="5750"/>
                      <a:pt x="10344" y="5749"/>
                      <a:pt x="10340" y="5749"/>
                    </a:cubicBezTo>
                    <a:cubicBezTo>
                      <a:pt x="10311" y="5749"/>
                      <a:pt x="10285" y="5771"/>
                      <a:pt x="10280" y="5801"/>
                    </a:cubicBezTo>
                    <a:cubicBezTo>
                      <a:pt x="9749" y="8773"/>
                      <a:pt x="8740" y="14423"/>
                      <a:pt x="8711" y="14538"/>
                    </a:cubicBezTo>
                    <a:cubicBezTo>
                      <a:pt x="8681" y="14655"/>
                      <a:pt x="7772" y="16237"/>
                      <a:pt x="7082" y="16434"/>
                    </a:cubicBezTo>
                    <a:cubicBezTo>
                      <a:pt x="6709" y="16540"/>
                      <a:pt x="6479" y="16581"/>
                      <a:pt x="6261" y="16581"/>
                    </a:cubicBezTo>
                    <a:cubicBezTo>
                      <a:pt x="6065" y="16581"/>
                      <a:pt x="5879" y="16548"/>
                      <a:pt x="5608" y="16500"/>
                    </a:cubicBezTo>
                    <a:cubicBezTo>
                      <a:pt x="5080" y="16408"/>
                      <a:pt x="4488" y="15488"/>
                      <a:pt x="3860" y="14515"/>
                    </a:cubicBezTo>
                    <a:lnTo>
                      <a:pt x="3773" y="14378"/>
                    </a:lnTo>
                    <a:cubicBezTo>
                      <a:pt x="3136" y="13391"/>
                      <a:pt x="482" y="9903"/>
                      <a:pt x="152" y="9469"/>
                    </a:cubicBezTo>
                    <a:lnTo>
                      <a:pt x="2219" y="7468"/>
                    </a:lnTo>
                    <a:lnTo>
                      <a:pt x="5520" y="10601"/>
                    </a:lnTo>
                    <a:cubicBezTo>
                      <a:pt x="5533" y="10612"/>
                      <a:pt x="5548" y="10617"/>
                      <a:pt x="5564" y="10617"/>
                    </a:cubicBezTo>
                    <a:cubicBezTo>
                      <a:pt x="5571" y="10617"/>
                      <a:pt x="5578" y="10616"/>
                      <a:pt x="5584" y="10614"/>
                    </a:cubicBezTo>
                    <a:cubicBezTo>
                      <a:pt x="5606" y="10606"/>
                      <a:pt x="5622" y="10586"/>
                      <a:pt x="5625" y="10563"/>
                    </a:cubicBezTo>
                    <a:cubicBezTo>
                      <a:pt x="5979" y="7414"/>
                      <a:pt x="6656" y="1422"/>
                      <a:pt x="6682" y="1286"/>
                    </a:cubicBezTo>
                    <a:lnTo>
                      <a:pt x="6685" y="1273"/>
                    </a:lnTo>
                    <a:cubicBezTo>
                      <a:pt x="6720" y="1097"/>
                      <a:pt x="6792" y="729"/>
                      <a:pt x="7330" y="477"/>
                    </a:cubicBezTo>
                    <a:cubicBezTo>
                      <a:pt x="7892" y="212"/>
                      <a:pt x="10296" y="126"/>
                      <a:pt x="10321" y="125"/>
                    </a:cubicBezTo>
                    <a:cubicBezTo>
                      <a:pt x="10355" y="124"/>
                      <a:pt x="10382" y="96"/>
                      <a:pt x="10381" y="61"/>
                    </a:cubicBezTo>
                    <a:cubicBezTo>
                      <a:pt x="10380" y="29"/>
                      <a:pt x="10355" y="1"/>
                      <a:pt x="103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1"/>
              <p:cNvSpPr/>
              <p:nvPr/>
            </p:nvSpPr>
            <p:spPr>
              <a:xfrm>
                <a:off x="3821612" y="3389986"/>
                <a:ext cx="28540" cy="18565"/>
              </a:xfrm>
              <a:custGeom>
                <a:rect b="b" l="l" r="r" t="t"/>
                <a:pathLst>
                  <a:path extrusionOk="0" h="389" w="598">
                    <a:moveTo>
                      <a:pt x="71" y="1"/>
                    </a:moveTo>
                    <a:cubicBezTo>
                      <a:pt x="50" y="1"/>
                      <a:pt x="29" y="12"/>
                      <a:pt x="17" y="32"/>
                    </a:cubicBezTo>
                    <a:cubicBezTo>
                      <a:pt x="0" y="61"/>
                      <a:pt x="9" y="99"/>
                      <a:pt x="40" y="117"/>
                    </a:cubicBezTo>
                    <a:lnTo>
                      <a:pt x="494" y="380"/>
                    </a:lnTo>
                    <a:cubicBezTo>
                      <a:pt x="505" y="386"/>
                      <a:pt x="515" y="389"/>
                      <a:pt x="526" y="389"/>
                    </a:cubicBezTo>
                    <a:cubicBezTo>
                      <a:pt x="547" y="389"/>
                      <a:pt x="568" y="377"/>
                      <a:pt x="579" y="357"/>
                    </a:cubicBezTo>
                    <a:cubicBezTo>
                      <a:pt x="597" y="328"/>
                      <a:pt x="587" y="290"/>
                      <a:pt x="557" y="272"/>
                    </a:cubicBezTo>
                    <a:lnTo>
                      <a:pt x="102" y="9"/>
                    </a:lnTo>
                    <a:cubicBezTo>
                      <a:pt x="92" y="3"/>
                      <a:pt x="81"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1"/>
              <p:cNvSpPr/>
              <p:nvPr/>
            </p:nvSpPr>
            <p:spPr>
              <a:xfrm>
                <a:off x="3739239" y="3342309"/>
                <a:ext cx="75835" cy="45911"/>
              </a:xfrm>
              <a:custGeom>
                <a:rect b="b" l="l" r="r" t="t"/>
                <a:pathLst>
                  <a:path extrusionOk="0" h="962" w="1589">
                    <a:moveTo>
                      <a:pt x="72" y="1"/>
                    </a:moveTo>
                    <a:cubicBezTo>
                      <a:pt x="51" y="1"/>
                      <a:pt x="30" y="12"/>
                      <a:pt x="19" y="32"/>
                    </a:cubicBezTo>
                    <a:cubicBezTo>
                      <a:pt x="1" y="61"/>
                      <a:pt x="11" y="99"/>
                      <a:pt x="41" y="117"/>
                    </a:cubicBezTo>
                    <a:lnTo>
                      <a:pt x="1487" y="953"/>
                    </a:lnTo>
                    <a:cubicBezTo>
                      <a:pt x="1496" y="960"/>
                      <a:pt x="1507" y="962"/>
                      <a:pt x="1517" y="962"/>
                    </a:cubicBezTo>
                    <a:cubicBezTo>
                      <a:pt x="1539" y="962"/>
                      <a:pt x="1560" y="951"/>
                      <a:pt x="1571" y="931"/>
                    </a:cubicBezTo>
                    <a:cubicBezTo>
                      <a:pt x="1589" y="902"/>
                      <a:pt x="1578" y="863"/>
                      <a:pt x="1549" y="846"/>
                    </a:cubicBezTo>
                    <a:lnTo>
                      <a:pt x="103" y="9"/>
                    </a:lnTo>
                    <a:cubicBezTo>
                      <a:pt x="93" y="3"/>
                      <a:pt x="82" y="1"/>
                      <a:pt x="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1"/>
              <p:cNvSpPr/>
              <p:nvPr/>
            </p:nvSpPr>
            <p:spPr>
              <a:xfrm>
                <a:off x="3967794" y="3557786"/>
                <a:ext cx="42332" cy="19949"/>
              </a:xfrm>
              <a:custGeom>
                <a:rect b="b" l="l" r="r" t="t"/>
                <a:pathLst>
                  <a:path extrusionOk="0" h="418" w="887">
                    <a:moveTo>
                      <a:pt x="816" y="1"/>
                    </a:moveTo>
                    <a:cubicBezTo>
                      <a:pt x="808" y="1"/>
                      <a:pt x="800" y="2"/>
                      <a:pt x="792" y="5"/>
                    </a:cubicBezTo>
                    <a:cubicBezTo>
                      <a:pt x="506" y="124"/>
                      <a:pt x="256" y="221"/>
                      <a:pt x="49" y="297"/>
                    </a:cubicBezTo>
                    <a:cubicBezTo>
                      <a:pt x="17" y="308"/>
                      <a:pt x="0" y="344"/>
                      <a:pt x="13" y="376"/>
                    </a:cubicBezTo>
                    <a:cubicBezTo>
                      <a:pt x="21" y="402"/>
                      <a:pt x="45" y="417"/>
                      <a:pt x="70" y="417"/>
                    </a:cubicBezTo>
                    <a:cubicBezTo>
                      <a:pt x="78" y="417"/>
                      <a:pt x="85" y="416"/>
                      <a:pt x="91" y="413"/>
                    </a:cubicBezTo>
                    <a:cubicBezTo>
                      <a:pt x="300" y="338"/>
                      <a:pt x="552" y="239"/>
                      <a:pt x="839" y="120"/>
                    </a:cubicBezTo>
                    <a:cubicBezTo>
                      <a:pt x="872" y="108"/>
                      <a:pt x="887" y="71"/>
                      <a:pt x="874" y="40"/>
                    </a:cubicBezTo>
                    <a:cubicBezTo>
                      <a:pt x="864" y="15"/>
                      <a:pt x="841" y="1"/>
                      <a:pt x="8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1"/>
              <p:cNvSpPr/>
              <p:nvPr/>
            </p:nvSpPr>
            <p:spPr>
              <a:xfrm>
                <a:off x="4043437" y="3447972"/>
                <a:ext cx="206458" cy="98695"/>
              </a:xfrm>
              <a:custGeom>
                <a:rect b="b" l="l" r="r" t="t"/>
                <a:pathLst>
                  <a:path extrusionOk="0" h="2068" w="4326">
                    <a:moveTo>
                      <a:pt x="4255" y="0"/>
                    </a:moveTo>
                    <a:cubicBezTo>
                      <a:pt x="4246" y="0"/>
                      <a:pt x="4236" y="2"/>
                      <a:pt x="4227" y="7"/>
                    </a:cubicBezTo>
                    <a:cubicBezTo>
                      <a:pt x="4204" y="17"/>
                      <a:pt x="1902" y="1138"/>
                      <a:pt x="47" y="1949"/>
                    </a:cubicBezTo>
                    <a:cubicBezTo>
                      <a:pt x="15" y="1963"/>
                      <a:pt x="1" y="2000"/>
                      <a:pt x="14" y="2031"/>
                    </a:cubicBezTo>
                    <a:cubicBezTo>
                      <a:pt x="25" y="2054"/>
                      <a:pt x="48" y="2068"/>
                      <a:pt x="72" y="2068"/>
                    </a:cubicBezTo>
                    <a:cubicBezTo>
                      <a:pt x="80" y="2068"/>
                      <a:pt x="89" y="2067"/>
                      <a:pt x="96" y="2063"/>
                    </a:cubicBezTo>
                    <a:cubicBezTo>
                      <a:pt x="1954" y="1250"/>
                      <a:pt x="4259" y="130"/>
                      <a:pt x="4282" y="118"/>
                    </a:cubicBezTo>
                    <a:cubicBezTo>
                      <a:pt x="4313" y="103"/>
                      <a:pt x="4326" y="66"/>
                      <a:pt x="4311" y="35"/>
                    </a:cubicBezTo>
                    <a:cubicBezTo>
                      <a:pt x="4300" y="13"/>
                      <a:pt x="4278" y="0"/>
                      <a:pt x="4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1"/>
              <p:cNvSpPr/>
              <p:nvPr/>
            </p:nvSpPr>
            <p:spPr>
              <a:xfrm>
                <a:off x="4159743" y="3455512"/>
                <a:ext cx="145752" cy="79271"/>
              </a:xfrm>
              <a:custGeom>
                <a:rect b="b" l="l" r="r" t="t"/>
                <a:pathLst>
                  <a:path extrusionOk="0" h="1661" w="3054">
                    <a:moveTo>
                      <a:pt x="2983" y="1"/>
                    </a:moveTo>
                    <a:cubicBezTo>
                      <a:pt x="2973" y="1"/>
                      <a:pt x="2963" y="3"/>
                      <a:pt x="2953" y="8"/>
                    </a:cubicBezTo>
                    <a:lnTo>
                      <a:pt x="42" y="1543"/>
                    </a:lnTo>
                    <a:cubicBezTo>
                      <a:pt x="12" y="1559"/>
                      <a:pt x="0" y="1597"/>
                      <a:pt x="16" y="1628"/>
                    </a:cubicBezTo>
                    <a:cubicBezTo>
                      <a:pt x="27" y="1649"/>
                      <a:pt x="49" y="1660"/>
                      <a:pt x="71" y="1660"/>
                    </a:cubicBezTo>
                    <a:cubicBezTo>
                      <a:pt x="81" y="1660"/>
                      <a:pt x="91" y="1658"/>
                      <a:pt x="100" y="1653"/>
                    </a:cubicBezTo>
                    <a:lnTo>
                      <a:pt x="3012" y="118"/>
                    </a:lnTo>
                    <a:cubicBezTo>
                      <a:pt x="3042" y="102"/>
                      <a:pt x="3054" y="64"/>
                      <a:pt x="3038" y="34"/>
                    </a:cubicBezTo>
                    <a:cubicBezTo>
                      <a:pt x="3026" y="13"/>
                      <a:pt x="3005" y="1"/>
                      <a:pt x="29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11"/>
              <p:cNvSpPr/>
              <p:nvPr/>
            </p:nvSpPr>
            <p:spPr>
              <a:xfrm>
                <a:off x="4882774" y="3595345"/>
                <a:ext cx="776724" cy="523352"/>
              </a:xfrm>
              <a:custGeom>
                <a:rect b="b" l="l" r="r" t="t"/>
                <a:pathLst>
                  <a:path extrusionOk="0" h="10966" w="16275">
                    <a:moveTo>
                      <a:pt x="2607" y="1"/>
                    </a:moveTo>
                    <a:cubicBezTo>
                      <a:pt x="2199" y="1"/>
                      <a:pt x="1852" y="294"/>
                      <a:pt x="1782" y="694"/>
                    </a:cubicBezTo>
                    <a:lnTo>
                      <a:pt x="0" y="10965"/>
                    </a:lnTo>
                    <a:lnTo>
                      <a:pt x="14772" y="10965"/>
                    </a:lnTo>
                    <a:cubicBezTo>
                      <a:pt x="14772" y="10965"/>
                      <a:pt x="14872" y="9914"/>
                      <a:pt x="14972" y="8160"/>
                    </a:cubicBezTo>
                    <a:cubicBezTo>
                      <a:pt x="15072" y="6408"/>
                      <a:pt x="15874" y="1750"/>
                      <a:pt x="16074" y="899"/>
                    </a:cubicBezTo>
                    <a:cubicBezTo>
                      <a:pt x="16275" y="47"/>
                      <a:pt x="15724" y="47"/>
                      <a:pt x="15724" y="47"/>
                    </a:cubicBezTo>
                    <a:lnTo>
                      <a:pt x="11917" y="47"/>
                    </a:lnTo>
                    <a:lnTo>
                      <a:pt x="2611" y="1"/>
                    </a:lnTo>
                    <a:cubicBezTo>
                      <a:pt x="2610" y="1"/>
                      <a:pt x="2608" y="1"/>
                      <a:pt x="260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1"/>
              <p:cNvSpPr/>
              <p:nvPr/>
            </p:nvSpPr>
            <p:spPr>
              <a:xfrm>
                <a:off x="4879672" y="3592386"/>
                <a:ext cx="776915" cy="529318"/>
              </a:xfrm>
              <a:custGeom>
                <a:rect b="b" l="l" r="r" t="t"/>
                <a:pathLst>
                  <a:path extrusionOk="0" h="11091" w="16279">
                    <a:moveTo>
                      <a:pt x="2676" y="126"/>
                    </a:moveTo>
                    <a:lnTo>
                      <a:pt x="11982" y="172"/>
                    </a:lnTo>
                    <a:lnTo>
                      <a:pt x="15789" y="172"/>
                    </a:lnTo>
                    <a:cubicBezTo>
                      <a:pt x="15790" y="172"/>
                      <a:pt x="15930" y="173"/>
                      <a:pt x="16028" y="296"/>
                    </a:cubicBezTo>
                    <a:cubicBezTo>
                      <a:pt x="16131" y="426"/>
                      <a:pt x="16148" y="650"/>
                      <a:pt x="16078" y="946"/>
                    </a:cubicBezTo>
                    <a:cubicBezTo>
                      <a:pt x="15875" y="1811"/>
                      <a:pt x="15075" y="6461"/>
                      <a:pt x="14974" y="8219"/>
                    </a:cubicBezTo>
                    <a:cubicBezTo>
                      <a:pt x="14888" y="9726"/>
                      <a:pt x="14801" y="10725"/>
                      <a:pt x="14780" y="10965"/>
                    </a:cubicBezTo>
                    <a:lnTo>
                      <a:pt x="139" y="10965"/>
                    </a:lnTo>
                    <a:lnTo>
                      <a:pt x="1908" y="768"/>
                    </a:lnTo>
                    <a:cubicBezTo>
                      <a:pt x="1973" y="394"/>
                      <a:pt x="2294" y="126"/>
                      <a:pt x="2672" y="126"/>
                    </a:cubicBezTo>
                    <a:close/>
                    <a:moveTo>
                      <a:pt x="2672" y="1"/>
                    </a:moveTo>
                    <a:cubicBezTo>
                      <a:pt x="2233" y="1"/>
                      <a:pt x="1861" y="314"/>
                      <a:pt x="1786" y="746"/>
                    </a:cubicBezTo>
                    <a:lnTo>
                      <a:pt x="3" y="11017"/>
                    </a:lnTo>
                    <a:cubicBezTo>
                      <a:pt x="0" y="11035"/>
                      <a:pt x="6" y="11054"/>
                      <a:pt x="17" y="11067"/>
                    </a:cubicBezTo>
                    <a:cubicBezTo>
                      <a:pt x="29" y="11082"/>
                      <a:pt x="47" y="11090"/>
                      <a:pt x="65" y="11090"/>
                    </a:cubicBezTo>
                    <a:lnTo>
                      <a:pt x="14837" y="11090"/>
                    </a:lnTo>
                    <a:cubicBezTo>
                      <a:pt x="14868" y="11090"/>
                      <a:pt x="14896" y="11065"/>
                      <a:pt x="14899" y="11034"/>
                    </a:cubicBezTo>
                    <a:cubicBezTo>
                      <a:pt x="14900" y="11023"/>
                      <a:pt x="15000" y="9960"/>
                      <a:pt x="15099" y="8227"/>
                    </a:cubicBezTo>
                    <a:cubicBezTo>
                      <a:pt x="15199" y="6473"/>
                      <a:pt x="15996" y="1837"/>
                      <a:pt x="16199" y="975"/>
                    </a:cubicBezTo>
                    <a:cubicBezTo>
                      <a:pt x="16279" y="636"/>
                      <a:pt x="16253" y="382"/>
                      <a:pt x="16124" y="218"/>
                    </a:cubicBezTo>
                    <a:cubicBezTo>
                      <a:pt x="15991" y="49"/>
                      <a:pt x="15796" y="47"/>
                      <a:pt x="15789" y="47"/>
                    </a:cubicBezTo>
                    <a:lnTo>
                      <a:pt x="11982" y="47"/>
                    </a:lnTo>
                    <a:lnTo>
                      <a:pt x="267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1"/>
              <p:cNvSpPr/>
              <p:nvPr/>
            </p:nvSpPr>
            <p:spPr>
              <a:xfrm>
                <a:off x="3941020" y="3235263"/>
                <a:ext cx="1502478" cy="882913"/>
              </a:xfrm>
              <a:custGeom>
                <a:rect b="b" l="l" r="r" t="t"/>
                <a:pathLst>
                  <a:path extrusionOk="0" h="18500" w="31482">
                    <a:moveTo>
                      <a:pt x="25965" y="0"/>
                    </a:moveTo>
                    <a:lnTo>
                      <a:pt x="19754" y="924"/>
                    </a:lnTo>
                    <a:cubicBezTo>
                      <a:pt x="19754" y="924"/>
                      <a:pt x="15430" y="2135"/>
                      <a:pt x="15361" y="2550"/>
                    </a:cubicBezTo>
                    <a:cubicBezTo>
                      <a:pt x="15292" y="2965"/>
                      <a:pt x="13457" y="13102"/>
                      <a:pt x="13457" y="13102"/>
                    </a:cubicBezTo>
                    <a:cubicBezTo>
                      <a:pt x="13457" y="13102"/>
                      <a:pt x="4394" y="10749"/>
                      <a:pt x="3875" y="10749"/>
                    </a:cubicBezTo>
                    <a:cubicBezTo>
                      <a:pt x="3356" y="10749"/>
                      <a:pt x="1350" y="12444"/>
                      <a:pt x="1073" y="12652"/>
                    </a:cubicBezTo>
                    <a:cubicBezTo>
                      <a:pt x="796" y="12860"/>
                      <a:pt x="416" y="13033"/>
                      <a:pt x="382" y="13447"/>
                    </a:cubicBezTo>
                    <a:cubicBezTo>
                      <a:pt x="347" y="13863"/>
                      <a:pt x="1" y="14520"/>
                      <a:pt x="382" y="14831"/>
                    </a:cubicBezTo>
                    <a:cubicBezTo>
                      <a:pt x="681" y="15077"/>
                      <a:pt x="894" y="15300"/>
                      <a:pt x="1039" y="15300"/>
                    </a:cubicBezTo>
                    <a:cubicBezTo>
                      <a:pt x="1079" y="15300"/>
                      <a:pt x="1113" y="15283"/>
                      <a:pt x="1142" y="15247"/>
                    </a:cubicBezTo>
                    <a:cubicBezTo>
                      <a:pt x="1281" y="15074"/>
                      <a:pt x="1108" y="14485"/>
                      <a:pt x="1073" y="14381"/>
                    </a:cubicBezTo>
                    <a:cubicBezTo>
                      <a:pt x="1038" y="14277"/>
                      <a:pt x="3253" y="13136"/>
                      <a:pt x="3253" y="13136"/>
                    </a:cubicBezTo>
                    <a:lnTo>
                      <a:pt x="4152" y="12929"/>
                    </a:lnTo>
                    <a:lnTo>
                      <a:pt x="4152" y="12929"/>
                    </a:lnTo>
                    <a:cubicBezTo>
                      <a:pt x="4152" y="12929"/>
                      <a:pt x="3702" y="13343"/>
                      <a:pt x="3114" y="13690"/>
                    </a:cubicBezTo>
                    <a:cubicBezTo>
                      <a:pt x="2525" y="14035"/>
                      <a:pt x="2319" y="14624"/>
                      <a:pt x="2629" y="14658"/>
                    </a:cubicBezTo>
                    <a:cubicBezTo>
                      <a:pt x="2661" y="14662"/>
                      <a:pt x="2689" y="14663"/>
                      <a:pt x="2716" y="14663"/>
                    </a:cubicBezTo>
                    <a:cubicBezTo>
                      <a:pt x="2957" y="14663"/>
                      <a:pt x="3066" y="14526"/>
                      <a:pt x="3875" y="14277"/>
                    </a:cubicBezTo>
                    <a:cubicBezTo>
                      <a:pt x="4774" y="14001"/>
                      <a:pt x="5536" y="13101"/>
                      <a:pt x="5536" y="13101"/>
                    </a:cubicBezTo>
                    <a:cubicBezTo>
                      <a:pt x="5536" y="13101"/>
                      <a:pt x="14288" y="17184"/>
                      <a:pt x="14772" y="17184"/>
                    </a:cubicBezTo>
                    <a:cubicBezTo>
                      <a:pt x="14904" y="17184"/>
                      <a:pt x="14995" y="17192"/>
                      <a:pt x="15066" y="17192"/>
                    </a:cubicBezTo>
                    <a:cubicBezTo>
                      <a:pt x="15255" y="17192"/>
                      <a:pt x="15301" y="17137"/>
                      <a:pt x="15603" y="16734"/>
                    </a:cubicBezTo>
                    <a:cubicBezTo>
                      <a:pt x="16018" y="16181"/>
                      <a:pt x="17367" y="12236"/>
                      <a:pt x="17367" y="12236"/>
                    </a:cubicBezTo>
                    <a:lnTo>
                      <a:pt x="17886" y="17356"/>
                    </a:lnTo>
                    <a:lnTo>
                      <a:pt x="17886" y="18500"/>
                    </a:lnTo>
                    <a:lnTo>
                      <a:pt x="31482" y="18500"/>
                    </a:lnTo>
                    <a:cubicBezTo>
                      <a:pt x="31482" y="18500"/>
                      <a:pt x="31412" y="3761"/>
                      <a:pt x="31343" y="3553"/>
                    </a:cubicBezTo>
                    <a:cubicBezTo>
                      <a:pt x="31274" y="3345"/>
                      <a:pt x="25965" y="0"/>
                      <a:pt x="259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11"/>
              <p:cNvSpPr/>
              <p:nvPr/>
            </p:nvSpPr>
            <p:spPr>
              <a:xfrm>
                <a:off x="3942786" y="3232304"/>
                <a:ext cx="1503672" cy="888878"/>
              </a:xfrm>
              <a:custGeom>
                <a:rect b="b" l="l" r="r" t="t"/>
                <a:pathLst>
                  <a:path extrusionOk="0" h="18625" w="31507">
                    <a:moveTo>
                      <a:pt x="25915" y="127"/>
                    </a:moveTo>
                    <a:cubicBezTo>
                      <a:pt x="27999" y="1441"/>
                      <a:pt x="31125" y="3452"/>
                      <a:pt x="31246" y="3632"/>
                    </a:cubicBezTo>
                    <a:cubicBezTo>
                      <a:pt x="31300" y="3893"/>
                      <a:pt x="31359" y="13434"/>
                      <a:pt x="31382" y="18500"/>
                    </a:cubicBezTo>
                    <a:lnTo>
                      <a:pt x="17911" y="18500"/>
                    </a:lnTo>
                    <a:lnTo>
                      <a:pt x="17910" y="17413"/>
                    </a:lnTo>
                    <a:lnTo>
                      <a:pt x="17392" y="12293"/>
                    </a:lnTo>
                    <a:cubicBezTo>
                      <a:pt x="17389" y="12264"/>
                      <a:pt x="17366" y="12241"/>
                      <a:pt x="17338" y="12237"/>
                    </a:cubicBezTo>
                    <a:cubicBezTo>
                      <a:pt x="17335" y="12237"/>
                      <a:pt x="17332" y="12237"/>
                      <a:pt x="17329" y="12237"/>
                    </a:cubicBezTo>
                    <a:cubicBezTo>
                      <a:pt x="17302" y="12237"/>
                      <a:pt x="17280" y="12254"/>
                      <a:pt x="17271" y="12278"/>
                    </a:cubicBezTo>
                    <a:cubicBezTo>
                      <a:pt x="17258" y="12318"/>
                      <a:pt x="15921" y="16220"/>
                      <a:pt x="15516" y="16759"/>
                    </a:cubicBezTo>
                    <a:cubicBezTo>
                      <a:pt x="15230" y="17140"/>
                      <a:pt x="15192" y="17191"/>
                      <a:pt x="15020" y="17191"/>
                    </a:cubicBezTo>
                    <a:cubicBezTo>
                      <a:pt x="14993" y="17191"/>
                      <a:pt x="14964" y="17190"/>
                      <a:pt x="14929" y="17188"/>
                    </a:cubicBezTo>
                    <a:cubicBezTo>
                      <a:pt x="14876" y="17186"/>
                      <a:pt x="14813" y="17184"/>
                      <a:pt x="14735" y="17184"/>
                    </a:cubicBezTo>
                    <a:cubicBezTo>
                      <a:pt x="14349" y="17184"/>
                      <a:pt x="7955" y="14241"/>
                      <a:pt x="5525" y="13107"/>
                    </a:cubicBezTo>
                    <a:cubicBezTo>
                      <a:pt x="5517" y="13104"/>
                      <a:pt x="5508" y="13102"/>
                      <a:pt x="5499" y="13102"/>
                    </a:cubicBezTo>
                    <a:cubicBezTo>
                      <a:pt x="5481" y="13102"/>
                      <a:pt x="5464" y="13109"/>
                      <a:pt x="5452" y="13123"/>
                    </a:cubicBezTo>
                    <a:cubicBezTo>
                      <a:pt x="5443" y="13133"/>
                      <a:pt x="4691" y="14012"/>
                      <a:pt x="3820" y="14281"/>
                    </a:cubicBezTo>
                    <a:cubicBezTo>
                      <a:pt x="3429" y="14401"/>
                      <a:pt x="3195" y="14497"/>
                      <a:pt x="3040" y="14561"/>
                    </a:cubicBezTo>
                    <a:cubicBezTo>
                      <a:pt x="2873" y="14630"/>
                      <a:pt x="2793" y="14663"/>
                      <a:pt x="2680" y="14663"/>
                    </a:cubicBezTo>
                    <a:cubicBezTo>
                      <a:pt x="2655" y="14663"/>
                      <a:pt x="2629" y="14661"/>
                      <a:pt x="2600" y="14658"/>
                    </a:cubicBezTo>
                    <a:cubicBezTo>
                      <a:pt x="2550" y="14653"/>
                      <a:pt x="2524" y="14631"/>
                      <a:pt x="2515" y="14587"/>
                    </a:cubicBezTo>
                    <a:cubicBezTo>
                      <a:pt x="2481" y="14430"/>
                      <a:pt x="2673" y="14061"/>
                      <a:pt x="3109" y="13805"/>
                    </a:cubicBezTo>
                    <a:cubicBezTo>
                      <a:pt x="3696" y="13460"/>
                      <a:pt x="4153" y="13040"/>
                      <a:pt x="4157" y="13036"/>
                    </a:cubicBezTo>
                    <a:cubicBezTo>
                      <a:pt x="4178" y="13017"/>
                      <a:pt x="4183" y="12987"/>
                      <a:pt x="4169" y="12961"/>
                    </a:cubicBezTo>
                    <a:cubicBezTo>
                      <a:pt x="4159" y="12941"/>
                      <a:pt x="4138" y="12928"/>
                      <a:pt x="4115" y="12928"/>
                    </a:cubicBezTo>
                    <a:cubicBezTo>
                      <a:pt x="4111" y="12928"/>
                      <a:pt x="4106" y="12929"/>
                      <a:pt x="4101" y="12930"/>
                    </a:cubicBezTo>
                    <a:lnTo>
                      <a:pt x="3202" y="13138"/>
                    </a:lnTo>
                    <a:cubicBezTo>
                      <a:pt x="3197" y="13139"/>
                      <a:pt x="3191" y="13141"/>
                      <a:pt x="3187" y="13143"/>
                    </a:cubicBezTo>
                    <a:cubicBezTo>
                      <a:pt x="926" y="14309"/>
                      <a:pt x="957" y="14405"/>
                      <a:pt x="977" y="14463"/>
                    </a:cubicBezTo>
                    <a:cubicBezTo>
                      <a:pt x="1063" y="14721"/>
                      <a:pt x="1147" y="15156"/>
                      <a:pt x="1057" y="15269"/>
                    </a:cubicBezTo>
                    <a:cubicBezTo>
                      <a:pt x="1037" y="15294"/>
                      <a:pt x="1021" y="15298"/>
                      <a:pt x="1009" y="15299"/>
                    </a:cubicBezTo>
                    <a:cubicBezTo>
                      <a:pt x="1007" y="15300"/>
                      <a:pt x="1005" y="15300"/>
                      <a:pt x="1004" y="15300"/>
                    </a:cubicBezTo>
                    <a:cubicBezTo>
                      <a:pt x="917" y="15300"/>
                      <a:pt x="764" y="15169"/>
                      <a:pt x="587" y="15017"/>
                    </a:cubicBezTo>
                    <a:cubicBezTo>
                      <a:pt x="524" y="14963"/>
                      <a:pt x="456" y="14905"/>
                      <a:pt x="383" y="14845"/>
                    </a:cubicBezTo>
                    <a:cubicBezTo>
                      <a:pt x="141" y="14647"/>
                      <a:pt x="234" y="14276"/>
                      <a:pt x="325" y="13920"/>
                    </a:cubicBezTo>
                    <a:cubicBezTo>
                      <a:pt x="361" y="13774"/>
                      <a:pt x="396" y="13636"/>
                      <a:pt x="405" y="13514"/>
                    </a:cubicBezTo>
                    <a:cubicBezTo>
                      <a:pt x="432" y="13204"/>
                      <a:pt x="677" y="13037"/>
                      <a:pt x="913" y="12875"/>
                    </a:cubicBezTo>
                    <a:cubicBezTo>
                      <a:pt x="969" y="12839"/>
                      <a:pt x="1022" y="12802"/>
                      <a:pt x="1073" y="12763"/>
                    </a:cubicBezTo>
                    <a:cubicBezTo>
                      <a:pt x="1118" y="12730"/>
                      <a:pt x="1207" y="12658"/>
                      <a:pt x="1329" y="12561"/>
                    </a:cubicBezTo>
                    <a:cubicBezTo>
                      <a:pt x="1902" y="12099"/>
                      <a:pt x="3424" y="10873"/>
                      <a:pt x="3838" y="10873"/>
                    </a:cubicBezTo>
                    <a:cubicBezTo>
                      <a:pt x="4243" y="10873"/>
                      <a:pt x="10273" y="12411"/>
                      <a:pt x="13406" y="13224"/>
                    </a:cubicBezTo>
                    <a:cubicBezTo>
                      <a:pt x="13411" y="13225"/>
                      <a:pt x="13415" y="13226"/>
                      <a:pt x="13420" y="13226"/>
                    </a:cubicBezTo>
                    <a:cubicBezTo>
                      <a:pt x="13432" y="13226"/>
                      <a:pt x="13444" y="13222"/>
                      <a:pt x="13454" y="13215"/>
                    </a:cubicBezTo>
                    <a:cubicBezTo>
                      <a:pt x="13469" y="13207"/>
                      <a:pt x="13479" y="13191"/>
                      <a:pt x="13482" y="13175"/>
                    </a:cubicBezTo>
                    <a:cubicBezTo>
                      <a:pt x="13500" y="13073"/>
                      <a:pt x="15316" y="3033"/>
                      <a:pt x="15385" y="2622"/>
                    </a:cubicBezTo>
                    <a:cubicBezTo>
                      <a:pt x="15425" y="2387"/>
                      <a:pt x="17624" y="1637"/>
                      <a:pt x="19730" y="1047"/>
                    </a:cubicBezTo>
                    <a:lnTo>
                      <a:pt x="25915" y="127"/>
                    </a:lnTo>
                    <a:close/>
                    <a:moveTo>
                      <a:pt x="25928" y="1"/>
                    </a:moveTo>
                    <a:cubicBezTo>
                      <a:pt x="25925" y="1"/>
                      <a:pt x="25922" y="1"/>
                      <a:pt x="25919" y="1"/>
                    </a:cubicBezTo>
                    <a:lnTo>
                      <a:pt x="19708" y="925"/>
                    </a:lnTo>
                    <a:cubicBezTo>
                      <a:pt x="19705" y="926"/>
                      <a:pt x="19703" y="926"/>
                      <a:pt x="19700" y="927"/>
                    </a:cubicBezTo>
                    <a:cubicBezTo>
                      <a:pt x="18971" y="1130"/>
                      <a:pt x="15334" y="2170"/>
                      <a:pt x="15262" y="2602"/>
                    </a:cubicBezTo>
                    <a:cubicBezTo>
                      <a:pt x="15197" y="2995"/>
                      <a:pt x="13529" y="12211"/>
                      <a:pt x="13371" y="13086"/>
                    </a:cubicBezTo>
                    <a:cubicBezTo>
                      <a:pt x="12491" y="12859"/>
                      <a:pt x="4341" y="10749"/>
                      <a:pt x="3838" y="10749"/>
                    </a:cubicBezTo>
                    <a:cubicBezTo>
                      <a:pt x="3435" y="10749"/>
                      <a:pt x="2304" y="11616"/>
                      <a:pt x="1250" y="12464"/>
                    </a:cubicBezTo>
                    <a:cubicBezTo>
                      <a:pt x="1131" y="12560"/>
                      <a:pt x="1042" y="12631"/>
                      <a:pt x="998" y="12665"/>
                    </a:cubicBezTo>
                    <a:cubicBezTo>
                      <a:pt x="949" y="12701"/>
                      <a:pt x="897" y="12737"/>
                      <a:pt x="843" y="12774"/>
                    </a:cubicBezTo>
                    <a:cubicBezTo>
                      <a:pt x="594" y="12943"/>
                      <a:pt x="313" y="13135"/>
                      <a:pt x="282" y="13504"/>
                    </a:cubicBezTo>
                    <a:cubicBezTo>
                      <a:pt x="272" y="13616"/>
                      <a:pt x="239" y="13748"/>
                      <a:pt x="204" y="13889"/>
                    </a:cubicBezTo>
                    <a:cubicBezTo>
                      <a:pt x="108" y="14266"/>
                      <a:pt x="0" y="14693"/>
                      <a:pt x="305" y="14942"/>
                    </a:cubicBezTo>
                    <a:cubicBezTo>
                      <a:pt x="376" y="15000"/>
                      <a:pt x="443" y="15058"/>
                      <a:pt x="505" y="15112"/>
                    </a:cubicBezTo>
                    <a:cubicBezTo>
                      <a:pt x="714" y="15291"/>
                      <a:pt x="869" y="15424"/>
                      <a:pt x="1001" y="15424"/>
                    </a:cubicBezTo>
                    <a:cubicBezTo>
                      <a:pt x="1008" y="15424"/>
                      <a:pt x="1014" y="15424"/>
                      <a:pt x="1020" y="15423"/>
                    </a:cubicBezTo>
                    <a:cubicBezTo>
                      <a:pt x="1073" y="15418"/>
                      <a:pt x="1117" y="15393"/>
                      <a:pt x="1154" y="15348"/>
                    </a:cubicBezTo>
                    <a:cubicBezTo>
                      <a:pt x="1310" y="15151"/>
                      <a:pt x="1145" y="14584"/>
                      <a:pt x="1103" y="14451"/>
                    </a:cubicBezTo>
                    <a:cubicBezTo>
                      <a:pt x="1255" y="14305"/>
                      <a:pt x="2474" y="13651"/>
                      <a:pt x="3237" y="13257"/>
                    </a:cubicBezTo>
                    <a:lnTo>
                      <a:pt x="3883" y="13108"/>
                    </a:lnTo>
                    <a:lnTo>
                      <a:pt x="3883" y="13108"/>
                    </a:lnTo>
                    <a:cubicBezTo>
                      <a:pt x="3698" y="13260"/>
                      <a:pt x="3395" y="13492"/>
                      <a:pt x="3046" y="13698"/>
                    </a:cubicBezTo>
                    <a:cubicBezTo>
                      <a:pt x="2580" y="13972"/>
                      <a:pt x="2345" y="14386"/>
                      <a:pt x="2393" y="14613"/>
                    </a:cubicBezTo>
                    <a:cubicBezTo>
                      <a:pt x="2413" y="14709"/>
                      <a:pt x="2484" y="14771"/>
                      <a:pt x="2586" y="14782"/>
                    </a:cubicBezTo>
                    <a:cubicBezTo>
                      <a:pt x="2620" y="14786"/>
                      <a:pt x="2651" y="14788"/>
                      <a:pt x="2680" y="14788"/>
                    </a:cubicBezTo>
                    <a:cubicBezTo>
                      <a:pt x="2816" y="14788"/>
                      <a:pt x="2913" y="14748"/>
                      <a:pt x="3088" y="14676"/>
                    </a:cubicBezTo>
                    <a:cubicBezTo>
                      <a:pt x="3249" y="14609"/>
                      <a:pt x="3471" y="14518"/>
                      <a:pt x="3857" y="14399"/>
                    </a:cubicBezTo>
                    <a:cubicBezTo>
                      <a:pt x="4671" y="14148"/>
                      <a:pt x="5360" y="13414"/>
                      <a:pt x="5515" y="13240"/>
                    </a:cubicBezTo>
                    <a:cubicBezTo>
                      <a:pt x="6251" y="13583"/>
                      <a:pt x="14256" y="17308"/>
                      <a:pt x="14735" y="17308"/>
                    </a:cubicBezTo>
                    <a:cubicBezTo>
                      <a:pt x="14811" y="17308"/>
                      <a:pt x="14873" y="17311"/>
                      <a:pt x="14924" y="17313"/>
                    </a:cubicBezTo>
                    <a:cubicBezTo>
                      <a:pt x="14959" y="17315"/>
                      <a:pt x="14990" y="17316"/>
                      <a:pt x="15019" y="17316"/>
                    </a:cubicBezTo>
                    <a:cubicBezTo>
                      <a:pt x="15255" y="17316"/>
                      <a:pt x="15305" y="17248"/>
                      <a:pt x="15616" y="16834"/>
                    </a:cubicBezTo>
                    <a:cubicBezTo>
                      <a:pt x="15972" y="16357"/>
                      <a:pt x="16983" y="13489"/>
                      <a:pt x="17297" y="12586"/>
                    </a:cubicBezTo>
                    <a:lnTo>
                      <a:pt x="17787" y="17419"/>
                    </a:lnTo>
                    <a:lnTo>
                      <a:pt x="17787" y="18562"/>
                    </a:lnTo>
                    <a:cubicBezTo>
                      <a:pt x="17787" y="18596"/>
                      <a:pt x="17815" y="18625"/>
                      <a:pt x="17849" y="18625"/>
                    </a:cubicBezTo>
                    <a:lnTo>
                      <a:pt x="31445" y="18625"/>
                    </a:lnTo>
                    <a:cubicBezTo>
                      <a:pt x="31462" y="18625"/>
                      <a:pt x="31477" y="18617"/>
                      <a:pt x="31489" y="18606"/>
                    </a:cubicBezTo>
                    <a:cubicBezTo>
                      <a:pt x="31500" y="18594"/>
                      <a:pt x="31507" y="18579"/>
                      <a:pt x="31507" y="18562"/>
                    </a:cubicBezTo>
                    <a:cubicBezTo>
                      <a:pt x="31499" y="17052"/>
                      <a:pt x="31435" y="3807"/>
                      <a:pt x="31365" y="3596"/>
                    </a:cubicBezTo>
                    <a:cubicBezTo>
                      <a:pt x="31295" y="3384"/>
                      <a:pt x="27211" y="798"/>
                      <a:pt x="25961" y="10"/>
                    </a:cubicBezTo>
                    <a:cubicBezTo>
                      <a:pt x="25951" y="4"/>
                      <a:pt x="25940" y="1"/>
                      <a:pt x="259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1"/>
              <p:cNvSpPr/>
              <p:nvPr/>
            </p:nvSpPr>
            <p:spPr>
              <a:xfrm>
                <a:off x="4690968" y="3719620"/>
                <a:ext cx="21047" cy="24292"/>
              </a:xfrm>
              <a:custGeom>
                <a:rect b="b" l="l" r="r" t="t"/>
                <a:pathLst>
                  <a:path extrusionOk="0" h="509" w="441">
                    <a:moveTo>
                      <a:pt x="70" y="0"/>
                    </a:moveTo>
                    <a:cubicBezTo>
                      <a:pt x="57" y="0"/>
                      <a:pt x="43" y="5"/>
                      <a:pt x="32" y="14"/>
                    </a:cubicBezTo>
                    <a:cubicBezTo>
                      <a:pt x="5" y="35"/>
                      <a:pt x="0" y="74"/>
                      <a:pt x="21" y="101"/>
                    </a:cubicBezTo>
                    <a:lnTo>
                      <a:pt x="322" y="485"/>
                    </a:lnTo>
                    <a:cubicBezTo>
                      <a:pt x="334" y="501"/>
                      <a:pt x="352" y="508"/>
                      <a:pt x="371" y="508"/>
                    </a:cubicBezTo>
                    <a:cubicBezTo>
                      <a:pt x="383" y="508"/>
                      <a:pt x="397" y="504"/>
                      <a:pt x="409" y="495"/>
                    </a:cubicBezTo>
                    <a:cubicBezTo>
                      <a:pt x="436" y="474"/>
                      <a:pt x="440" y="435"/>
                      <a:pt x="419" y="408"/>
                    </a:cubicBezTo>
                    <a:lnTo>
                      <a:pt x="119" y="24"/>
                    </a:lnTo>
                    <a:cubicBezTo>
                      <a:pt x="107" y="9"/>
                      <a:pt x="89" y="0"/>
                      <a:pt x="70"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1"/>
              <p:cNvSpPr/>
              <p:nvPr/>
            </p:nvSpPr>
            <p:spPr>
              <a:xfrm>
                <a:off x="4717837" y="3754030"/>
                <a:ext cx="55409" cy="68247"/>
              </a:xfrm>
              <a:custGeom>
                <a:rect b="b" l="l" r="r" t="t"/>
                <a:pathLst>
                  <a:path extrusionOk="0" h="1430" w="1161">
                    <a:moveTo>
                      <a:pt x="71" y="0"/>
                    </a:moveTo>
                    <a:cubicBezTo>
                      <a:pt x="58" y="0"/>
                      <a:pt x="44" y="5"/>
                      <a:pt x="32" y="14"/>
                    </a:cubicBezTo>
                    <a:cubicBezTo>
                      <a:pt x="5" y="35"/>
                      <a:pt x="1" y="74"/>
                      <a:pt x="22" y="101"/>
                    </a:cubicBezTo>
                    <a:lnTo>
                      <a:pt x="1041" y="1405"/>
                    </a:lnTo>
                    <a:cubicBezTo>
                      <a:pt x="1053" y="1421"/>
                      <a:pt x="1071" y="1429"/>
                      <a:pt x="1090" y="1429"/>
                    </a:cubicBezTo>
                    <a:cubicBezTo>
                      <a:pt x="1104" y="1429"/>
                      <a:pt x="1117" y="1425"/>
                      <a:pt x="1128" y="1416"/>
                    </a:cubicBezTo>
                    <a:cubicBezTo>
                      <a:pt x="1155" y="1395"/>
                      <a:pt x="1160" y="1356"/>
                      <a:pt x="1138" y="1329"/>
                    </a:cubicBezTo>
                    <a:lnTo>
                      <a:pt x="120" y="24"/>
                    </a:lnTo>
                    <a:cubicBezTo>
                      <a:pt x="107" y="9"/>
                      <a:pt x="89" y="0"/>
                      <a:pt x="7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1"/>
              <p:cNvSpPr/>
              <p:nvPr/>
            </p:nvSpPr>
            <p:spPr>
              <a:xfrm>
                <a:off x="4696790" y="3590716"/>
                <a:ext cx="14127" cy="30019"/>
              </a:xfrm>
              <a:custGeom>
                <a:rect b="b" l="l" r="r" t="t"/>
                <a:pathLst>
                  <a:path extrusionOk="0" h="629" w="296">
                    <a:moveTo>
                      <a:pt x="69" y="1"/>
                    </a:moveTo>
                    <a:cubicBezTo>
                      <a:pt x="63" y="1"/>
                      <a:pt x="57" y="2"/>
                      <a:pt x="52" y="3"/>
                    </a:cubicBezTo>
                    <a:cubicBezTo>
                      <a:pt x="18" y="14"/>
                      <a:pt x="0" y="48"/>
                      <a:pt x="11" y="81"/>
                    </a:cubicBezTo>
                    <a:lnTo>
                      <a:pt x="166" y="585"/>
                    </a:lnTo>
                    <a:cubicBezTo>
                      <a:pt x="174" y="611"/>
                      <a:pt x="199" y="629"/>
                      <a:pt x="226" y="629"/>
                    </a:cubicBezTo>
                    <a:cubicBezTo>
                      <a:pt x="231" y="629"/>
                      <a:pt x="237" y="628"/>
                      <a:pt x="244" y="626"/>
                    </a:cubicBezTo>
                    <a:cubicBezTo>
                      <a:pt x="276" y="615"/>
                      <a:pt x="295" y="580"/>
                      <a:pt x="285" y="548"/>
                    </a:cubicBezTo>
                    <a:lnTo>
                      <a:pt x="129" y="44"/>
                    </a:lnTo>
                    <a:cubicBezTo>
                      <a:pt x="121" y="18"/>
                      <a:pt x="96" y="1"/>
                      <a:pt x="69"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1"/>
              <p:cNvSpPr/>
              <p:nvPr/>
            </p:nvSpPr>
            <p:spPr>
              <a:xfrm>
                <a:off x="4711967" y="3594629"/>
                <a:ext cx="61088" cy="227648"/>
              </a:xfrm>
              <a:custGeom>
                <a:rect b="b" l="l" r="r" t="t"/>
                <a:pathLst>
                  <a:path extrusionOk="0" h="4770" w="1280">
                    <a:moveTo>
                      <a:pt x="520" y="1"/>
                    </a:moveTo>
                    <a:cubicBezTo>
                      <a:pt x="517" y="1"/>
                      <a:pt x="515" y="1"/>
                      <a:pt x="512" y="1"/>
                    </a:cubicBezTo>
                    <a:cubicBezTo>
                      <a:pt x="478" y="6"/>
                      <a:pt x="454" y="38"/>
                      <a:pt x="460" y="71"/>
                    </a:cubicBezTo>
                    <a:lnTo>
                      <a:pt x="1031" y="3909"/>
                    </a:lnTo>
                    <a:lnTo>
                      <a:pt x="129" y="990"/>
                    </a:lnTo>
                    <a:cubicBezTo>
                      <a:pt x="121" y="963"/>
                      <a:pt x="96" y="946"/>
                      <a:pt x="69" y="946"/>
                    </a:cubicBezTo>
                    <a:cubicBezTo>
                      <a:pt x="63" y="946"/>
                      <a:pt x="57" y="947"/>
                      <a:pt x="52" y="949"/>
                    </a:cubicBezTo>
                    <a:cubicBezTo>
                      <a:pt x="18" y="959"/>
                      <a:pt x="0" y="994"/>
                      <a:pt x="10" y="1026"/>
                    </a:cubicBezTo>
                    <a:lnTo>
                      <a:pt x="1153" y="4725"/>
                    </a:lnTo>
                    <a:cubicBezTo>
                      <a:pt x="1162" y="4751"/>
                      <a:pt x="1186" y="4769"/>
                      <a:pt x="1213" y="4769"/>
                    </a:cubicBezTo>
                    <a:cubicBezTo>
                      <a:pt x="1217" y="4769"/>
                      <a:pt x="1223" y="4768"/>
                      <a:pt x="1227" y="4767"/>
                    </a:cubicBezTo>
                    <a:cubicBezTo>
                      <a:pt x="1258" y="4761"/>
                      <a:pt x="1279" y="4730"/>
                      <a:pt x="1274" y="4698"/>
                    </a:cubicBezTo>
                    <a:lnTo>
                      <a:pt x="583" y="54"/>
                    </a:lnTo>
                    <a:cubicBezTo>
                      <a:pt x="578" y="23"/>
                      <a:pt x="551" y="1"/>
                      <a:pt x="52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1"/>
              <p:cNvSpPr/>
              <p:nvPr/>
            </p:nvSpPr>
            <p:spPr>
              <a:xfrm>
                <a:off x="4883776" y="3235311"/>
                <a:ext cx="348727" cy="342904"/>
              </a:xfrm>
              <a:custGeom>
                <a:rect b="b" l="l" r="r" t="t"/>
                <a:pathLst>
                  <a:path extrusionOk="0" h="7185" w="7307">
                    <a:moveTo>
                      <a:pt x="6211" y="0"/>
                    </a:moveTo>
                    <a:lnTo>
                      <a:pt x="0" y="923"/>
                    </a:lnTo>
                    <a:lnTo>
                      <a:pt x="2906" y="7185"/>
                    </a:lnTo>
                    <a:lnTo>
                      <a:pt x="7307" y="695"/>
                    </a:lnTo>
                    <a:cubicBezTo>
                      <a:pt x="6665" y="285"/>
                      <a:pt x="6211" y="0"/>
                      <a:pt x="621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1"/>
              <p:cNvSpPr/>
              <p:nvPr/>
            </p:nvSpPr>
            <p:spPr>
              <a:xfrm>
                <a:off x="4880674" y="3232304"/>
                <a:ext cx="354883" cy="348870"/>
              </a:xfrm>
              <a:custGeom>
                <a:rect b="b" l="l" r="r" t="t"/>
                <a:pathLst>
                  <a:path extrusionOk="0" h="7310" w="7436">
                    <a:moveTo>
                      <a:pt x="6263" y="127"/>
                    </a:moveTo>
                    <a:cubicBezTo>
                      <a:pt x="6353" y="185"/>
                      <a:pt x="6748" y="433"/>
                      <a:pt x="7285" y="776"/>
                    </a:cubicBezTo>
                    <a:lnTo>
                      <a:pt x="2981" y="7122"/>
                    </a:lnTo>
                    <a:lnTo>
                      <a:pt x="157" y="1036"/>
                    </a:lnTo>
                    <a:lnTo>
                      <a:pt x="6263" y="127"/>
                    </a:lnTo>
                    <a:close/>
                    <a:moveTo>
                      <a:pt x="6276" y="1"/>
                    </a:moveTo>
                    <a:cubicBezTo>
                      <a:pt x="6273" y="1"/>
                      <a:pt x="6270" y="1"/>
                      <a:pt x="6267" y="1"/>
                    </a:cubicBezTo>
                    <a:lnTo>
                      <a:pt x="56" y="925"/>
                    </a:lnTo>
                    <a:cubicBezTo>
                      <a:pt x="37" y="928"/>
                      <a:pt x="19" y="940"/>
                      <a:pt x="11" y="957"/>
                    </a:cubicBezTo>
                    <a:cubicBezTo>
                      <a:pt x="1" y="974"/>
                      <a:pt x="0" y="995"/>
                      <a:pt x="9" y="1013"/>
                    </a:cubicBezTo>
                    <a:lnTo>
                      <a:pt x="2914" y="7274"/>
                    </a:lnTo>
                    <a:cubicBezTo>
                      <a:pt x="2924" y="7294"/>
                      <a:pt x="2944" y="7309"/>
                      <a:pt x="2966" y="7310"/>
                    </a:cubicBezTo>
                    <a:lnTo>
                      <a:pt x="2971" y="7310"/>
                    </a:lnTo>
                    <a:cubicBezTo>
                      <a:pt x="2992" y="7310"/>
                      <a:pt x="3011" y="7300"/>
                      <a:pt x="3022" y="7284"/>
                    </a:cubicBezTo>
                    <a:lnTo>
                      <a:pt x="7423" y="792"/>
                    </a:lnTo>
                    <a:cubicBezTo>
                      <a:pt x="7433" y="779"/>
                      <a:pt x="7436" y="761"/>
                      <a:pt x="7433" y="745"/>
                    </a:cubicBezTo>
                    <a:cubicBezTo>
                      <a:pt x="7430" y="728"/>
                      <a:pt x="7419" y="714"/>
                      <a:pt x="7405" y="705"/>
                    </a:cubicBezTo>
                    <a:cubicBezTo>
                      <a:pt x="6762" y="296"/>
                      <a:pt x="6309" y="11"/>
                      <a:pt x="6309" y="11"/>
                    </a:cubicBezTo>
                    <a:cubicBezTo>
                      <a:pt x="6299" y="4"/>
                      <a:pt x="6287" y="1"/>
                      <a:pt x="6276"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1"/>
              <p:cNvSpPr/>
              <p:nvPr/>
            </p:nvSpPr>
            <p:spPr>
              <a:xfrm>
                <a:off x="4773246" y="2789515"/>
                <a:ext cx="484504" cy="709337"/>
              </a:xfrm>
              <a:custGeom>
                <a:rect b="b" l="l" r="r" t="t"/>
                <a:pathLst>
                  <a:path extrusionOk="0" h="14863" w="10152">
                    <a:moveTo>
                      <a:pt x="5312" y="1"/>
                    </a:moveTo>
                    <a:cubicBezTo>
                      <a:pt x="4326" y="1"/>
                      <a:pt x="3404" y="359"/>
                      <a:pt x="2431" y="775"/>
                    </a:cubicBezTo>
                    <a:cubicBezTo>
                      <a:pt x="2310" y="828"/>
                      <a:pt x="2165" y="912"/>
                      <a:pt x="2007" y="1020"/>
                    </a:cubicBezTo>
                    <a:cubicBezTo>
                      <a:pt x="1180" y="1590"/>
                      <a:pt x="1" y="2835"/>
                      <a:pt x="266" y="3632"/>
                    </a:cubicBezTo>
                    <a:cubicBezTo>
                      <a:pt x="545" y="4468"/>
                      <a:pt x="963" y="4653"/>
                      <a:pt x="963" y="4653"/>
                    </a:cubicBezTo>
                    <a:cubicBezTo>
                      <a:pt x="963" y="4653"/>
                      <a:pt x="591" y="5813"/>
                      <a:pt x="917" y="6185"/>
                    </a:cubicBezTo>
                    <a:cubicBezTo>
                      <a:pt x="1241" y="6556"/>
                      <a:pt x="1380" y="6928"/>
                      <a:pt x="1380" y="6928"/>
                    </a:cubicBezTo>
                    <a:cubicBezTo>
                      <a:pt x="1380" y="6928"/>
                      <a:pt x="684" y="8876"/>
                      <a:pt x="1009" y="9108"/>
                    </a:cubicBezTo>
                    <a:lnTo>
                      <a:pt x="1334" y="9340"/>
                    </a:lnTo>
                    <a:cubicBezTo>
                      <a:pt x="1334" y="9340"/>
                      <a:pt x="1890" y="11568"/>
                      <a:pt x="2308" y="11707"/>
                    </a:cubicBezTo>
                    <a:cubicBezTo>
                      <a:pt x="2374" y="11729"/>
                      <a:pt x="2461" y="11739"/>
                      <a:pt x="2561" y="11739"/>
                    </a:cubicBezTo>
                    <a:cubicBezTo>
                      <a:pt x="3091" y="11739"/>
                      <a:pt x="3980" y="11475"/>
                      <a:pt x="3980" y="11475"/>
                    </a:cubicBezTo>
                    <a:lnTo>
                      <a:pt x="5232" y="14863"/>
                    </a:lnTo>
                    <a:lnTo>
                      <a:pt x="8527" y="9340"/>
                    </a:lnTo>
                    <a:lnTo>
                      <a:pt x="8202" y="8227"/>
                    </a:lnTo>
                    <a:cubicBezTo>
                      <a:pt x="8202" y="8227"/>
                      <a:pt x="10152" y="5024"/>
                      <a:pt x="9363" y="2750"/>
                    </a:cubicBezTo>
                    <a:cubicBezTo>
                      <a:pt x="8909" y="1444"/>
                      <a:pt x="7733" y="541"/>
                      <a:pt x="6436" y="163"/>
                    </a:cubicBezTo>
                    <a:cubicBezTo>
                      <a:pt x="6049" y="50"/>
                      <a:pt x="5676" y="1"/>
                      <a:pt x="5312"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1"/>
              <p:cNvSpPr/>
              <p:nvPr/>
            </p:nvSpPr>
            <p:spPr>
              <a:xfrm>
                <a:off x="4770143" y="2786604"/>
                <a:ext cx="488704" cy="715255"/>
              </a:xfrm>
              <a:custGeom>
                <a:rect b="b" l="l" r="r" t="t"/>
                <a:pathLst>
                  <a:path extrusionOk="0" h="14987" w="10240">
                    <a:moveTo>
                      <a:pt x="5382" y="125"/>
                    </a:moveTo>
                    <a:cubicBezTo>
                      <a:pt x="5741" y="125"/>
                      <a:pt x="6106" y="173"/>
                      <a:pt x="6483" y="283"/>
                    </a:cubicBezTo>
                    <a:cubicBezTo>
                      <a:pt x="7878" y="690"/>
                      <a:pt x="8957" y="1643"/>
                      <a:pt x="9369" y="2832"/>
                    </a:cubicBezTo>
                    <a:cubicBezTo>
                      <a:pt x="10139" y="5052"/>
                      <a:pt x="8234" y="8224"/>
                      <a:pt x="8215" y="8255"/>
                    </a:cubicBezTo>
                    <a:cubicBezTo>
                      <a:pt x="8205" y="8270"/>
                      <a:pt x="8203" y="8289"/>
                      <a:pt x="8207" y="8306"/>
                    </a:cubicBezTo>
                    <a:lnTo>
                      <a:pt x="8525" y="9393"/>
                    </a:lnTo>
                    <a:lnTo>
                      <a:pt x="5310" y="14781"/>
                    </a:lnTo>
                    <a:lnTo>
                      <a:pt x="4102" y="11514"/>
                    </a:lnTo>
                    <a:cubicBezTo>
                      <a:pt x="4093" y="11490"/>
                      <a:pt x="4070" y="11475"/>
                      <a:pt x="4045" y="11475"/>
                    </a:cubicBezTo>
                    <a:cubicBezTo>
                      <a:pt x="4038" y="11475"/>
                      <a:pt x="4032" y="11475"/>
                      <a:pt x="4027" y="11477"/>
                    </a:cubicBezTo>
                    <a:cubicBezTo>
                      <a:pt x="4016" y="11479"/>
                      <a:pt x="3134" y="11738"/>
                      <a:pt x="2625" y="11738"/>
                    </a:cubicBezTo>
                    <a:cubicBezTo>
                      <a:pt x="2533" y="11738"/>
                      <a:pt x="2453" y="11729"/>
                      <a:pt x="2393" y="11710"/>
                    </a:cubicBezTo>
                    <a:cubicBezTo>
                      <a:pt x="2113" y="11616"/>
                      <a:pt x="1671" y="10235"/>
                      <a:pt x="1459" y="9386"/>
                    </a:cubicBezTo>
                    <a:cubicBezTo>
                      <a:pt x="1456" y="9372"/>
                      <a:pt x="1447" y="9359"/>
                      <a:pt x="1435" y="9351"/>
                    </a:cubicBezTo>
                    <a:lnTo>
                      <a:pt x="1110" y="9119"/>
                    </a:lnTo>
                    <a:cubicBezTo>
                      <a:pt x="912" y="8977"/>
                      <a:pt x="1221" y="7800"/>
                      <a:pt x="1504" y="7009"/>
                    </a:cubicBezTo>
                    <a:cubicBezTo>
                      <a:pt x="1508" y="6995"/>
                      <a:pt x="1508" y="6980"/>
                      <a:pt x="1503" y="6967"/>
                    </a:cubicBezTo>
                    <a:cubicBezTo>
                      <a:pt x="1498" y="6951"/>
                      <a:pt x="1356" y="6580"/>
                      <a:pt x="1028" y="6205"/>
                    </a:cubicBezTo>
                    <a:cubicBezTo>
                      <a:pt x="780" y="5922"/>
                      <a:pt x="987" y="5046"/>
                      <a:pt x="1087" y="4734"/>
                    </a:cubicBezTo>
                    <a:cubicBezTo>
                      <a:pt x="1096" y="4703"/>
                      <a:pt x="1081" y="4671"/>
                      <a:pt x="1053" y="4658"/>
                    </a:cubicBezTo>
                    <a:cubicBezTo>
                      <a:pt x="1049" y="4656"/>
                      <a:pt x="655" y="4467"/>
                      <a:pt x="391" y="3674"/>
                    </a:cubicBezTo>
                    <a:cubicBezTo>
                      <a:pt x="149" y="2952"/>
                      <a:pt x="1232" y="1734"/>
                      <a:pt x="2106" y="1132"/>
                    </a:cubicBezTo>
                    <a:cubicBezTo>
                      <a:pt x="2262" y="1026"/>
                      <a:pt x="2404" y="943"/>
                      <a:pt x="2520" y="894"/>
                    </a:cubicBezTo>
                    <a:cubicBezTo>
                      <a:pt x="3499" y="475"/>
                      <a:pt x="4416" y="125"/>
                      <a:pt x="5382" y="125"/>
                    </a:cubicBezTo>
                    <a:close/>
                    <a:moveTo>
                      <a:pt x="5381" y="0"/>
                    </a:moveTo>
                    <a:cubicBezTo>
                      <a:pt x="4394" y="0"/>
                      <a:pt x="3464" y="354"/>
                      <a:pt x="2471" y="780"/>
                    </a:cubicBezTo>
                    <a:cubicBezTo>
                      <a:pt x="2349" y="832"/>
                      <a:pt x="2198" y="919"/>
                      <a:pt x="2036" y="1030"/>
                    </a:cubicBezTo>
                    <a:cubicBezTo>
                      <a:pt x="1164" y="1631"/>
                      <a:pt x="0" y="2897"/>
                      <a:pt x="272" y="3713"/>
                    </a:cubicBezTo>
                    <a:cubicBezTo>
                      <a:pt x="504" y="4406"/>
                      <a:pt x="830" y="4667"/>
                      <a:pt x="953" y="4744"/>
                    </a:cubicBezTo>
                    <a:cubicBezTo>
                      <a:pt x="885" y="4975"/>
                      <a:pt x="626" y="5934"/>
                      <a:pt x="934" y="6287"/>
                    </a:cubicBezTo>
                    <a:cubicBezTo>
                      <a:pt x="1205" y="6595"/>
                      <a:pt x="1345" y="6908"/>
                      <a:pt x="1379" y="6990"/>
                    </a:cubicBezTo>
                    <a:cubicBezTo>
                      <a:pt x="1245" y="7368"/>
                      <a:pt x="699" y="8978"/>
                      <a:pt x="1038" y="9221"/>
                    </a:cubicBezTo>
                    <a:lnTo>
                      <a:pt x="1345" y="9439"/>
                    </a:lnTo>
                    <a:cubicBezTo>
                      <a:pt x="1424" y="9755"/>
                      <a:pt x="1928" y="11685"/>
                      <a:pt x="2354" y="11827"/>
                    </a:cubicBezTo>
                    <a:cubicBezTo>
                      <a:pt x="2426" y="11851"/>
                      <a:pt x="2520" y="11861"/>
                      <a:pt x="2626" y="11861"/>
                    </a:cubicBezTo>
                    <a:cubicBezTo>
                      <a:pt x="3091" y="11861"/>
                      <a:pt x="3800" y="11670"/>
                      <a:pt x="4006" y="11612"/>
                    </a:cubicBezTo>
                    <a:lnTo>
                      <a:pt x="5239" y="14946"/>
                    </a:lnTo>
                    <a:cubicBezTo>
                      <a:pt x="5247" y="14968"/>
                      <a:pt x="5268" y="14983"/>
                      <a:pt x="5291" y="14986"/>
                    </a:cubicBezTo>
                    <a:cubicBezTo>
                      <a:pt x="5293" y="14987"/>
                      <a:pt x="5295" y="14987"/>
                      <a:pt x="5297" y="14987"/>
                    </a:cubicBezTo>
                    <a:cubicBezTo>
                      <a:pt x="5318" y="14987"/>
                      <a:pt x="5339" y="14975"/>
                      <a:pt x="5351" y="14956"/>
                    </a:cubicBezTo>
                    <a:lnTo>
                      <a:pt x="8646" y="9434"/>
                    </a:lnTo>
                    <a:cubicBezTo>
                      <a:pt x="8654" y="9419"/>
                      <a:pt x="8656" y="9401"/>
                      <a:pt x="8652" y="9384"/>
                    </a:cubicBezTo>
                    <a:lnTo>
                      <a:pt x="8334" y="8296"/>
                    </a:lnTo>
                    <a:cubicBezTo>
                      <a:pt x="8511" y="7997"/>
                      <a:pt x="10240" y="4963"/>
                      <a:pt x="9486" y="2791"/>
                    </a:cubicBezTo>
                    <a:cubicBezTo>
                      <a:pt x="9060" y="1565"/>
                      <a:pt x="7951" y="582"/>
                      <a:pt x="6518" y="164"/>
                    </a:cubicBezTo>
                    <a:cubicBezTo>
                      <a:pt x="6127" y="50"/>
                      <a:pt x="5750" y="0"/>
                      <a:pt x="53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11"/>
              <p:cNvSpPr/>
              <p:nvPr/>
            </p:nvSpPr>
            <p:spPr>
              <a:xfrm>
                <a:off x="4773246" y="2789562"/>
                <a:ext cx="481641" cy="413871"/>
              </a:xfrm>
              <a:custGeom>
                <a:rect b="b" l="l" r="r" t="t"/>
                <a:pathLst>
                  <a:path extrusionOk="0" h="8672" w="10092">
                    <a:moveTo>
                      <a:pt x="5312" y="0"/>
                    </a:moveTo>
                    <a:cubicBezTo>
                      <a:pt x="4327" y="0"/>
                      <a:pt x="3404" y="358"/>
                      <a:pt x="2431" y="774"/>
                    </a:cubicBezTo>
                    <a:cubicBezTo>
                      <a:pt x="2310" y="826"/>
                      <a:pt x="2165" y="911"/>
                      <a:pt x="2007" y="1019"/>
                    </a:cubicBezTo>
                    <a:cubicBezTo>
                      <a:pt x="1180" y="1589"/>
                      <a:pt x="1" y="2834"/>
                      <a:pt x="266" y="3631"/>
                    </a:cubicBezTo>
                    <a:cubicBezTo>
                      <a:pt x="545" y="4467"/>
                      <a:pt x="963" y="4652"/>
                      <a:pt x="963" y="4652"/>
                    </a:cubicBezTo>
                    <a:cubicBezTo>
                      <a:pt x="963" y="4652"/>
                      <a:pt x="1005" y="4659"/>
                      <a:pt x="1075" y="4659"/>
                    </a:cubicBezTo>
                    <a:cubicBezTo>
                      <a:pt x="1231" y="4659"/>
                      <a:pt x="1523" y="4622"/>
                      <a:pt x="1762" y="4382"/>
                    </a:cubicBezTo>
                    <a:cubicBezTo>
                      <a:pt x="2082" y="4062"/>
                      <a:pt x="2875" y="3506"/>
                      <a:pt x="3567" y="3506"/>
                    </a:cubicBezTo>
                    <a:cubicBezTo>
                      <a:pt x="3623" y="3506"/>
                      <a:pt x="3679" y="3509"/>
                      <a:pt x="3734" y="3517"/>
                    </a:cubicBezTo>
                    <a:cubicBezTo>
                      <a:pt x="4461" y="3621"/>
                      <a:pt x="4461" y="4486"/>
                      <a:pt x="4219" y="4901"/>
                    </a:cubicBezTo>
                    <a:cubicBezTo>
                      <a:pt x="3976" y="5316"/>
                      <a:pt x="3907" y="5801"/>
                      <a:pt x="4530" y="5939"/>
                    </a:cubicBezTo>
                    <a:cubicBezTo>
                      <a:pt x="5153" y="6078"/>
                      <a:pt x="5326" y="6078"/>
                      <a:pt x="5326" y="6561"/>
                    </a:cubicBezTo>
                    <a:cubicBezTo>
                      <a:pt x="5326" y="7008"/>
                      <a:pt x="5297" y="7365"/>
                      <a:pt x="5588" y="7365"/>
                    </a:cubicBezTo>
                    <a:cubicBezTo>
                      <a:pt x="5613" y="7365"/>
                      <a:pt x="5641" y="7362"/>
                      <a:pt x="5671" y="7357"/>
                    </a:cubicBezTo>
                    <a:cubicBezTo>
                      <a:pt x="6052" y="7288"/>
                      <a:pt x="6087" y="7115"/>
                      <a:pt x="6260" y="6735"/>
                    </a:cubicBezTo>
                    <a:cubicBezTo>
                      <a:pt x="6356" y="6522"/>
                      <a:pt x="6635" y="6246"/>
                      <a:pt x="6935" y="6246"/>
                    </a:cubicBezTo>
                    <a:cubicBezTo>
                      <a:pt x="7173" y="6246"/>
                      <a:pt x="7425" y="6421"/>
                      <a:pt x="7609" y="6942"/>
                    </a:cubicBezTo>
                    <a:cubicBezTo>
                      <a:pt x="8024" y="8119"/>
                      <a:pt x="7194" y="8672"/>
                      <a:pt x="7194" y="8672"/>
                    </a:cubicBezTo>
                    <a:cubicBezTo>
                      <a:pt x="7194" y="8672"/>
                      <a:pt x="7730" y="8486"/>
                      <a:pt x="8235" y="8171"/>
                    </a:cubicBezTo>
                    <a:cubicBezTo>
                      <a:pt x="8482" y="7746"/>
                      <a:pt x="10092" y="4852"/>
                      <a:pt x="9363" y="2749"/>
                    </a:cubicBezTo>
                    <a:cubicBezTo>
                      <a:pt x="8909" y="1444"/>
                      <a:pt x="7733" y="540"/>
                      <a:pt x="6436" y="162"/>
                    </a:cubicBezTo>
                    <a:cubicBezTo>
                      <a:pt x="6049" y="49"/>
                      <a:pt x="5676" y="0"/>
                      <a:pt x="53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11"/>
              <p:cNvSpPr/>
              <p:nvPr/>
            </p:nvSpPr>
            <p:spPr>
              <a:xfrm>
                <a:off x="4770143" y="2786604"/>
                <a:ext cx="487559" cy="419837"/>
              </a:xfrm>
              <a:custGeom>
                <a:rect b="b" l="l" r="r" t="t"/>
                <a:pathLst>
                  <a:path extrusionOk="0" h="8797" w="10216">
                    <a:moveTo>
                      <a:pt x="5382" y="125"/>
                    </a:moveTo>
                    <a:cubicBezTo>
                      <a:pt x="5741" y="125"/>
                      <a:pt x="6106" y="173"/>
                      <a:pt x="6483" y="283"/>
                    </a:cubicBezTo>
                    <a:cubicBezTo>
                      <a:pt x="7878" y="690"/>
                      <a:pt x="8957" y="1643"/>
                      <a:pt x="9369" y="2832"/>
                    </a:cubicBezTo>
                    <a:cubicBezTo>
                      <a:pt x="10087" y="4901"/>
                      <a:pt x="8478" y="7801"/>
                      <a:pt x="8253" y="8188"/>
                    </a:cubicBezTo>
                    <a:cubicBezTo>
                      <a:pt x="7991" y="8351"/>
                      <a:pt x="7720" y="8479"/>
                      <a:pt x="7524" y="8563"/>
                    </a:cubicBezTo>
                    <a:cubicBezTo>
                      <a:pt x="7746" y="8290"/>
                      <a:pt x="8009" y="7767"/>
                      <a:pt x="7733" y="6983"/>
                    </a:cubicBezTo>
                    <a:cubicBezTo>
                      <a:pt x="7523" y="6392"/>
                      <a:pt x="7231" y="6256"/>
                      <a:pt x="7024" y="6247"/>
                    </a:cubicBezTo>
                    <a:lnTo>
                      <a:pt x="7000" y="6247"/>
                    </a:lnTo>
                    <a:cubicBezTo>
                      <a:pt x="6664" y="6247"/>
                      <a:pt x="6366" y="6556"/>
                      <a:pt x="6268" y="6771"/>
                    </a:cubicBezTo>
                    <a:cubicBezTo>
                      <a:pt x="6249" y="6812"/>
                      <a:pt x="6232" y="6850"/>
                      <a:pt x="6217" y="6887"/>
                    </a:cubicBezTo>
                    <a:cubicBezTo>
                      <a:pt x="6087" y="7181"/>
                      <a:pt x="6033" y="7302"/>
                      <a:pt x="5726" y="7359"/>
                    </a:cubicBezTo>
                    <a:cubicBezTo>
                      <a:pt x="5699" y="7364"/>
                      <a:pt x="5676" y="7366"/>
                      <a:pt x="5654" y="7366"/>
                    </a:cubicBezTo>
                    <a:cubicBezTo>
                      <a:pt x="5608" y="7366"/>
                      <a:pt x="5572" y="7355"/>
                      <a:pt x="5545" y="7333"/>
                    </a:cubicBezTo>
                    <a:cubicBezTo>
                      <a:pt x="5450" y="7252"/>
                      <a:pt x="5451" y="7013"/>
                      <a:pt x="5453" y="6737"/>
                    </a:cubicBezTo>
                    <a:lnTo>
                      <a:pt x="5453" y="6623"/>
                    </a:lnTo>
                    <a:cubicBezTo>
                      <a:pt x="5453" y="6124"/>
                      <a:pt x="5258" y="6082"/>
                      <a:pt x="4736" y="5969"/>
                    </a:cubicBezTo>
                    <a:lnTo>
                      <a:pt x="4608" y="5940"/>
                    </a:lnTo>
                    <a:cubicBezTo>
                      <a:pt x="4397" y="5894"/>
                      <a:pt x="4262" y="5803"/>
                      <a:pt x="4204" y="5671"/>
                    </a:cubicBezTo>
                    <a:cubicBezTo>
                      <a:pt x="4132" y="5506"/>
                      <a:pt x="4179" y="5266"/>
                      <a:pt x="4337" y="4995"/>
                    </a:cubicBezTo>
                    <a:cubicBezTo>
                      <a:pt x="4493" y="4728"/>
                      <a:pt x="4562" y="4278"/>
                      <a:pt x="4395" y="3933"/>
                    </a:cubicBezTo>
                    <a:cubicBezTo>
                      <a:pt x="4283" y="3700"/>
                      <a:pt x="4079" y="3557"/>
                      <a:pt x="3808" y="3518"/>
                    </a:cubicBezTo>
                    <a:cubicBezTo>
                      <a:pt x="3751" y="3510"/>
                      <a:pt x="3693" y="3506"/>
                      <a:pt x="3633" y="3506"/>
                    </a:cubicBezTo>
                    <a:cubicBezTo>
                      <a:pt x="2941" y="3506"/>
                      <a:pt x="2149" y="4036"/>
                      <a:pt x="1783" y="4401"/>
                    </a:cubicBezTo>
                    <a:cubicBezTo>
                      <a:pt x="1559" y="4625"/>
                      <a:pt x="1282" y="4659"/>
                      <a:pt x="1137" y="4659"/>
                    </a:cubicBezTo>
                    <a:cubicBezTo>
                      <a:pt x="1093" y="4659"/>
                      <a:pt x="1061" y="4656"/>
                      <a:pt x="1047" y="4654"/>
                    </a:cubicBezTo>
                    <a:cubicBezTo>
                      <a:pt x="992" y="4626"/>
                      <a:pt x="635" y="4409"/>
                      <a:pt x="391" y="3674"/>
                    </a:cubicBezTo>
                    <a:cubicBezTo>
                      <a:pt x="149" y="2952"/>
                      <a:pt x="1232" y="1735"/>
                      <a:pt x="2106" y="1132"/>
                    </a:cubicBezTo>
                    <a:cubicBezTo>
                      <a:pt x="2262" y="1026"/>
                      <a:pt x="2404" y="943"/>
                      <a:pt x="2520" y="894"/>
                    </a:cubicBezTo>
                    <a:cubicBezTo>
                      <a:pt x="3499" y="475"/>
                      <a:pt x="4416" y="125"/>
                      <a:pt x="5382" y="125"/>
                    </a:cubicBezTo>
                    <a:close/>
                    <a:moveTo>
                      <a:pt x="5381" y="0"/>
                    </a:moveTo>
                    <a:cubicBezTo>
                      <a:pt x="4394" y="0"/>
                      <a:pt x="3464" y="354"/>
                      <a:pt x="2471" y="780"/>
                    </a:cubicBezTo>
                    <a:cubicBezTo>
                      <a:pt x="2349" y="832"/>
                      <a:pt x="2198" y="919"/>
                      <a:pt x="2036" y="1030"/>
                    </a:cubicBezTo>
                    <a:cubicBezTo>
                      <a:pt x="1164" y="1630"/>
                      <a:pt x="0" y="2897"/>
                      <a:pt x="272" y="3713"/>
                    </a:cubicBezTo>
                    <a:cubicBezTo>
                      <a:pt x="557" y="4565"/>
                      <a:pt x="985" y="4763"/>
                      <a:pt x="1003" y="4771"/>
                    </a:cubicBezTo>
                    <a:cubicBezTo>
                      <a:pt x="1007" y="4773"/>
                      <a:pt x="1012" y="4775"/>
                      <a:pt x="1017" y="4776"/>
                    </a:cubicBezTo>
                    <a:cubicBezTo>
                      <a:pt x="1023" y="4776"/>
                      <a:pt x="1069" y="4784"/>
                      <a:pt x="1140" y="4784"/>
                    </a:cubicBezTo>
                    <a:cubicBezTo>
                      <a:pt x="1308" y="4784"/>
                      <a:pt x="1616" y="4744"/>
                      <a:pt x="1871" y="4488"/>
                    </a:cubicBezTo>
                    <a:cubicBezTo>
                      <a:pt x="2168" y="4191"/>
                      <a:pt x="2955" y="3630"/>
                      <a:pt x="3633" y="3630"/>
                    </a:cubicBezTo>
                    <a:cubicBezTo>
                      <a:pt x="3686" y="3630"/>
                      <a:pt x="3739" y="3634"/>
                      <a:pt x="3791" y="3641"/>
                    </a:cubicBezTo>
                    <a:cubicBezTo>
                      <a:pt x="4023" y="3674"/>
                      <a:pt x="4188" y="3790"/>
                      <a:pt x="4283" y="3986"/>
                    </a:cubicBezTo>
                    <a:cubicBezTo>
                      <a:pt x="4430" y="4291"/>
                      <a:pt x="4365" y="4700"/>
                      <a:pt x="4230" y="4932"/>
                    </a:cubicBezTo>
                    <a:cubicBezTo>
                      <a:pt x="4103" y="5149"/>
                      <a:pt x="3976" y="5462"/>
                      <a:pt x="4090" y="5721"/>
                    </a:cubicBezTo>
                    <a:cubicBezTo>
                      <a:pt x="4164" y="5891"/>
                      <a:pt x="4330" y="6005"/>
                      <a:pt x="4582" y="6062"/>
                    </a:cubicBezTo>
                    <a:lnTo>
                      <a:pt x="4710" y="6089"/>
                    </a:lnTo>
                    <a:cubicBezTo>
                      <a:pt x="5222" y="6202"/>
                      <a:pt x="5329" y="6225"/>
                      <a:pt x="5329" y="6623"/>
                    </a:cubicBezTo>
                    <a:lnTo>
                      <a:pt x="5328" y="6736"/>
                    </a:lnTo>
                    <a:cubicBezTo>
                      <a:pt x="5327" y="7056"/>
                      <a:pt x="5325" y="7310"/>
                      <a:pt x="5465" y="7427"/>
                    </a:cubicBezTo>
                    <a:cubicBezTo>
                      <a:pt x="5516" y="7469"/>
                      <a:pt x="5578" y="7490"/>
                      <a:pt x="5654" y="7490"/>
                    </a:cubicBezTo>
                    <a:cubicBezTo>
                      <a:pt x="5683" y="7490"/>
                      <a:pt x="5714" y="7487"/>
                      <a:pt x="5748" y="7481"/>
                    </a:cubicBezTo>
                    <a:cubicBezTo>
                      <a:pt x="6120" y="7413"/>
                      <a:pt x="6195" y="7244"/>
                      <a:pt x="6331" y="6936"/>
                    </a:cubicBezTo>
                    <a:cubicBezTo>
                      <a:pt x="6347" y="6900"/>
                      <a:pt x="6364" y="6863"/>
                      <a:pt x="6381" y="6823"/>
                    </a:cubicBezTo>
                    <a:cubicBezTo>
                      <a:pt x="6469" y="6629"/>
                      <a:pt x="6733" y="6370"/>
                      <a:pt x="7004" y="6370"/>
                    </a:cubicBezTo>
                    <a:cubicBezTo>
                      <a:pt x="7009" y="6370"/>
                      <a:pt x="7014" y="6370"/>
                      <a:pt x="7018" y="6371"/>
                    </a:cubicBezTo>
                    <a:cubicBezTo>
                      <a:pt x="7262" y="6382"/>
                      <a:pt x="7469" y="6608"/>
                      <a:pt x="7615" y="7025"/>
                    </a:cubicBezTo>
                    <a:cubicBezTo>
                      <a:pt x="8009" y="8140"/>
                      <a:pt x="7257" y="8661"/>
                      <a:pt x="7224" y="8682"/>
                    </a:cubicBezTo>
                    <a:cubicBezTo>
                      <a:pt x="7199" y="8700"/>
                      <a:pt x="7189" y="8734"/>
                      <a:pt x="7203" y="8762"/>
                    </a:cubicBezTo>
                    <a:cubicBezTo>
                      <a:pt x="7215" y="8783"/>
                      <a:pt x="7236" y="8797"/>
                      <a:pt x="7259" y="8797"/>
                    </a:cubicBezTo>
                    <a:cubicBezTo>
                      <a:pt x="7266" y="8797"/>
                      <a:pt x="7272" y="8796"/>
                      <a:pt x="7280" y="8792"/>
                    </a:cubicBezTo>
                    <a:cubicBezTo>
                      <a:pt x="7285" y="8790"/>
                      <a:pt x="7828" y="8601"/>
                      <a:pt x="8333" y="8286"/>
                    </a:cubicBezTo>
                    <a:cubicBezTo>
                      <a:pt x="8342" y="8280"/>
                      <a:pt x="8349" y="8273"/>
                      <a:pt x="8353" y="8264"/>
                    </a:cubicBezTo>
                    <a:cubicBezTo>
                      <a:pt x="8671" y="7719"/>
                      <a:pt x="10216" y="4893"/>
                      <a:pt x="9486" y="2791"/>
                    </a:cubicBezTo>
                    <a:cubicBezTo>
                      <a:pt x="9060" y="1564"/>
                      <a:pt x="7951" y="582"/>
                      <a:pt x="6518" y="164"/>
                    </a:cubicBezTo>
                    <a:cubicBezTo>
                      <a:pt x="6127" y="50"/>
                      <a:pt x="5750" y="0"/>
                      <a:pt x="53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1"/>
              <p:cNvSpPr/>
              <p:nvPr/>
            </p:nvSpPr>
            <p:spPr>
              <a:xfrm>
                <a:off x="4855619" y="3098389"/>
                <a:ext cx="86048" cy="15558"/>
              </a:xfrm>
              <a:custGeom>
                <a:rect b="b" l="l" r="r" t="t"/>
                <a:pathLst>
                  <a:path extrusionOk="0" h="326" w="1803">
                    <a:moveTo>
                      <a:pt x="1007" y="0"/>
                    </a:moveTo>
                    <a:cubicBezTo>
                      <a:pt x="515" y="0"/>
                      <a:pt x="73" y="194"/>
                      <a:pt x="46" y="207"/>
                    </a:cubicBezTo>
                    <a:cubicBezTo>
                      <a:pt x="14" y="222"/>
                      <a:pt x="1" y="258"/>
                      <a:pt x="14" y="289"/>
                    </a:cubicBezTo>
                    <a:cubicBezTo>
                      <a:pt x="24" y="312"/>
                      <a:pt x="48" y="326"/>
                      <a:pt x="71" y="326"/>
                    </a:cubicBezTo>
                    <a:cubicBezTo>
                      <a:pt x="80" y="326"/>
                      <a:pt x="88" y="324"/>
                      <a:pt x="96" y="320"/>
                    </a:cubicBezTo>
                    <a:cubicBezTo>
                      <a:pt x="103" y="317"/>
                      <a:pt x="538" y="127"/>
                      <a:pt x="1011" y="127"/>
                    </a:cubicBezTo>
                    <a:cubicBezTo>
                      <a:pt x="1246" y="127"/>
                      <a:pt x="1490" y="174"/>
                      <a:pt x="1696" y="315"/>
                    </a:cubicBezTo>
                    <a:cubicBezTo>
                      <a:pt x="1707" y="322"/>
                      <a:pt x="1719" y="325"/>
                      <a:pt x="1732" y="325"/>
                    </a:cubicBezTo>
                    <a:cubicBezTo>
                      <a:pt x="1752" y="325"/>
                      <a:pt x="1771" y="316"/>
                      <a:pt x="1782" y="299"/>
                    </a:cubicBezTo>
                    <a:cubicBezTo>
                      <a:pt x="1802" y="271"/>
                      <a:pt x="1795" y="232"/>
                      <a:pt x="1767" y="212"/>
                    </a:cubicBezTo>
                    <a:cubicBezTo>
                      <a:pt x="1534" y="53"/>
                      <a:pt x="1264" y="0"/>
                      <a:pt x="10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1"/>
              <p:cNvSpPr/>
              <p:nvPr/>
            </p:nvSpPr>
            <p:spPr>
              <a:xfrm>
                <a:off x="4853996" y="3240083"/>
                <a:ext cx="90868" cy="27776"/>
              </a:xfrm>
              <a:custGeom>
                <a:rect b="b" l="l" r="r" t="t"/>
                <a:pathLst>
                  <a:path extrusionOk="0" h="582" w="1904">
                    <a:moveTo>
                      <a:pt x="1835" y="0"/>
                    </a:moveTo>
                    <a:cubicBezTo>
                      <a:pt x="1818" y="0"/>
                      <a:pt x="1801" y="7"/>
                      <a:pt x="1789" y="21"/>
                    </a:cubicBezTo>
                    <a:cubicBezTo>
                      <a:pt x="1474" y="367"/>
                      <a:pt x="1072" y="457"/>
                      <a:pt x="738" y="457"/>
                    </a:cubicBezTo>
                    <a:cubicBezTo>
                      <a:pt x="378" y="457"/>
                      <a:pt x="98" y="352"/>
                      <a:pt x="93" y="350"/>
                    </a:cubicBezTo>
                    <a:cubicBezTo>
                      <a:pt x="86" y="347"/>
                      <a:pt x="78" y="346"/>
                      <a:pt x="70" y="346"/>
                    </a:cubicBezTo>
                    <a:cubicBezTo>
                      <a:pt x="46" y="346"/>
                      <a:pt x="22" y="361"/>
                      <a:pt x="13" y="386"/>
                    </a:cubicBezTo>
                    <a:cubicBezTo>
                      <a:pt x="0" y="417"/>
                      <a:pt x="16" y="454"/>
                      <a:pt x="48" y="467"/>
                    </a:cubicBezTo>
                    <a:cubicBezTo>
                      <a:pt x="54" y="469"/>
                      <a:pt x="353" y="581"/>
                      <a:pt x="739" y="581"/>
                    </a:cubicBezTo>
                    <a:cubicBezTo>
                      <a:pt x="1100" y="581"/>
                      <a:pt x="1536" y="482"/>
                      <a:pt x="1880" y="105"/>
                    </a:cubicBezTo>
                    <a:cubicBezTo>
                      <a:pt x="1904" y="78"/>
                      <a:pt x="1902" y="40"/>
                      <a:pt x="1876" y="17"/>
                    </a:cubicBezTo>
                    <a:cubicBezTo>
                      <a:pt x="1864" y="6"/>
                      <a:pt x="1850" y="0"/>
                      <a:pt x="18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1"/>
              <p:cNvSpPr/>
              <p:nvPr/>
            </p:nvSpPr>
            <p:spPr>
              <a:xfrm>
                <a:off x="4833713" y="3232304"/>
                <a:ext cx="33455" cy="10452"/>
              </a:xfrm>
              <a:custGeom>
                <a:rect b="b" l="l" r="r" t="t"/>
                <a:pathLst>
                  <a:path extrusionOk="0" h="219" w="701">
                    <a:moveTo>
                      <a:pt x="66" y="0"/>
                    </a:moveTo>
                    <a:cubicBezTo>
                      <a:pt x="36" y="0"/>
                      <a:pt x="10" y="23"/>
                      <a:pt x="5" y="53"/>
                    </a:cubicBezTo>
                    <a:cubicBezTo>
                      <a:pt x="0" y="86"/>
                      <a:pt x="23" y="119"/>
                      <a:pt x="57" y="124"/>
                    </a:cubicBezTo>
                    <a:lnTo>
                      <a:pt x="623" y="217"/>
                    </a:lnTo>
                    <a:cubicBezTo>
                      <a:pt x="628" y="218"/>
                      <a:pt x="631" y="218"/>
                      <a:pt x="634" y="218"/>
                    </a:cubicBezTo>
                    <a:cubicBezTo>
                      <a:pt x="664" y="218"/>
                      <a:pt x="691" y="196"/>
                      <a:pt x="695" y="166"/>
                    </a:cubicBezTo>
                    <a:cubicBezTo>
                      <a:pt x="701" y="132"/>
                      <a:pt x="678" y="101"/>
                      <a:pt x="644" y="95"/>
                    </a:cubicBezTo>
                    <a:lnTo>
                      <a:pt x="77" y="1"/>
                    </a:lnTo>
                    <a:cubicBezTo>
                      <a:pt x="73" y="0"/>
                      <a:pt x="69"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11"/>
              <p:cNvSpPr/>
              <p:nvPr/>
            </p:nvSpPr>
            <p:spPr>
              <a:xfrm>
                <a:off x="4895278" y="3131557"/>
                <a:ext cx="23194" cy="33837"/>
              </a:xfrm>
              <a:custGeom>
                <a:rect b="b" l="l" r="r" t="t"/>
                <a:pathLst>
                  <a:path extrusionOk="0" h="709" w="486">
                    <a:moveTo>
                      <a:pt x="243" y="1"/>
                    </a:moveTo>
                    <a:cubicBezTo>
                      <a:pt x="109" y="1"/>
                      <a:pt x="1" y="159"/>
                      <a:pt x="1" y="355"/>
                    </a:cubicBezTo>
                    <a:cubicBezTo>
                      <a:pt x="1" y="550"/>
                      <a:pt x="109" y="708"/>
                      <a:pt x="243" y="708"/>
                    </a:cubicBezTo>
                    <a:cubicBezTo>
                      <a:pt x="377" y="708"/>
                      <a:pt x="486" y="550"/>
                      <a:pt x="486" y="355"/>
                    </a:cubicBezTo>
                    <a:cubicBezTo>
                      <a:pt x="486" y="159"/>
                      <a:pt x="377" y="1"/>
                      <a:pt x="2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11"/>
              <p:cNvSpPr/>
              <p:nvPr/>
            </p:nvSpPr>
            <p:spPr>
              <a:xfrm>
                <a:off x="4963143" y="3282653"/>
                <a:ext cx="102275" cy="107381"/>
              </a:xfrm>
              <a:custGeom>
                <a:rect b="b" l="l" r="r" t="t"/>
                <a:pathLst>
                  <a:path extrusionOk="0" h="2250" w="2143">
                    <a:moveTo>
                      <a:pt x="2142" y="1"/>
                    </a:moveTo>
                    <a:cubicBezTo>
                      <a:pt x="2142" y="1"/>
                      <a:pt x="1934" y="174"/>
                      <a:pt x="1589" y="415"/>
                    </a:cubicBezTo>
                    <a:cubicBezTo>
                      <a:pt x="1243" y="658"/>
                      <a:pt x="1" y="1142"/>
                      <a:pt x="1" y="1142"/>
                    </a:cubicBezTo>
                    <a:lnTo>
                      <a:pt x="448" y="2249"/>
                    </a:lnTo>
                    <a:lnTo>
                      <a:pt x="214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1"/>
              <p:cNvSpPr/>
              <p:nvPr/>
            </p:nvSpPr>
            <p:spPr>
              <a:xfrm>
                <a:off x="3941020" y="3748255"/>
                <a:ext cx="340041" cy="217244"/>
              </a:xfrm>
              <a:custGeom>
                <a:rect b="b" l="l" r="r" t="t"/>
                <a:pathLst>
                  <a:path extrusionOk="0" h="4552" w="7125">
                    <a:moveTo>
                      <a:pt x="3875" y="0"/>
                    </a:moveTo>
                    <a:cubicBezTo>
                      <a:pt x="3356" y="0"/>
                      <a:pt x="1349" y="1695"/>
                      <a:pt x="1073" y="1903"/>
                    </a:cubicBezTo>
                    <a:cubicBezTo>
                      <a:pt x="796" y="2111"/>
                      <a:pt x="416" y="2284"/>
                      <a:pt x="382" y="2698"/>
                    </a:cubicBezTo>
                    <a:cubicBezTo>
                      <a:pt x="347" y="3114"/>
                      <a:pt x="1" y="3771"/>
                      <a:pt x="382" y="4082"/>
                    </a:cubicBezTo>
                    <a:cubicBezTo>
                      <a:pt x="680" y="4327"/>
                      <a:pt x="894" y="4551"/>
                      <a:pt x="1039" y="4551"/>
                    </a:cubicBezTo>
                    <a:cubicBezTo>
                      <a:pt x="1079" y="4551"/>
                      <a:pt x="1113" y="4535"/>
                      <a:pt x="1142" y="4498"/>
                    </a:cubicBezTo>
                    <a:cubicBezTo>
                      <a:pt x="1281" y="4325"/>
                      <a:pt x="1108" y="3736"/>
                      <a:pt x="1073" y="3632"/>
                    </a:cubicBezTo>
                    <a:cubicBezTo>
                      <a:pt x="1038" y="3529"/>
                      <a:pt x="3253" y="2387"/>
                      <a:pt x="3253" y="2387"/>
                    </a:cubicBezTo>
                    <a:lnTo>
                      <a:pt x="4152" y="2180"/>
                    </a:lnTo>
                    <a:lnTo>
                      <a:pt x="4152" y="2180"/>
                    </a:lnTo>
                    <a:cubicBezTo>
                      <a:pt x="4152" y="2180"/>
                      <a:pt x="3702" y="2594"/>
                      <a:pt x="3114" y="2941"/>
                    </a:cubicBezTo>
                    <a:cubicBezTo>
                      <a:pt x="2525" y="3287"/>
                      <a:pt x="2319" y="3875"/>
                      <a:pt x="2629" y="3909"/>
                    </a:cubicBezTo>
                    <a:cubicBezTo>
                      <a:pt x="2661" y="3913"/>
                      <a:pt x="2689" y="3914"/>
                      <a:pt x="2716" y="3914"/>
                    </a:cubicBezTo>
                    <a:cubicBezTo>
                      <a:pt x="2957" y="3914"/>
                      <a:pt x="3066" y="3777"/>
                      <a:pt x="3875" y="3529"/>
                    </a:cubicBezTo>
                    <a:cubicBezTo>
                      <a:pt x="4774" y="3252"/>
                      <a:pt x="5536" y="2353"/>
                      <a:pt x="5536" y="2353"/>
                    </a:cubicBezTo>
                    <a:cubicBezTo>
                      <a:pt x="5536" y="2353"/>
                      <a:pt x="5940" y="2541"/>
                      <a:pt x="6578" y="2837"/>
                    </a:cubicBezTo>
                    <a:cubicBezTo>
                      <a:pt x="7125" y="1998"/>
                      <a:pt x="7045" y="1144"/>
                      <a:pt x="6944" y="697"/>
                    </a:cubicBezTo>
                    <a:cubicBezTo>
                      <a:pt x="5361" y="306"/>
                      <a:pt x="4063" y="0"/>
                      <a:pt x="3875"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11"/>
              <p:cNvSpPr/>
              <p:nvPr/>
            </p:nvSpPr>
            <p:spPr>
              <a:xfrm>
                <a:off x="3942786" y="3745296"/>
                <a:ext cx="341425" cy="223162"/>
              </a:xfrm>
              <a:custGeom>
                <a:rect b="b" l="l" r="r" t="t"/>
                <a:pathLst>
                  <a:path extrusionOk="0" h="4676" w="7154">
                    <a:moveTo>
                      <a:pt x="3838" y="124"/>
                    </a:moveTo>
                    <a:cubicBezTo>
                      <a:pt x="3947" y="124"/>
                      <a:pt x="4560" y="244"/>
                      <a:pt x="6855" y="811"/>
                    </a:cubicBezTo>
                    <a:cubicBezTo>
                      <a:pt x="6945" y="1241"/>
                      <a:pt x="7007" y="2035"/>
                      <a:pt x="6518" y="2819"/>
                    </a:cubicBezTo>
                    <a:cubicBezTo>
                      <a:pt x="5908" y="2537"/>
                      <a:pt x="5525" y="2358"/>
                      <a:pt x="5525" y="2358"/>
                    </a:cubicBezTo>
                    <a:cubicBezTo>
                      <a:pt x="5517" y="2355"/>
                      <a:pt x="5508" y="2353"/>
                      <a:pt x="5499" y="2353"/>
                    </a:cubicBezTo>
                    <a:cubicBezTo>
                      <a:pt x="5481" y="2353"/>
                      <a:pt x="5464" y="2360"/>
                      <a:pt x="5452" y="2375"/>
                    </a:cubicBezTo>
                    <a:cubicBezTo>
                      <a:pt x="5443" y="2384"/>
                      <a:pt x="4692" y="3263"/>
                      <a:pt x="3820" y="3532"/>
                    </a:cubicBezTo>
                    <a:cubicBezTo>
                      <a:pt x="3429" y="3652"/>
                      <a:pt x="3195" y="3749"/>
                      <a:pt x="3040" y="3812"/>
                    </a:cubicBezTo>
                    <a:cubicBezTo>
                      <a:pt x="2873" y="3881"/>
                      <a:pt x="2793" y="3914"/>
                      <a:pt x="2680" y="3914"/>
                    </a:cubicBezTo>
                    <a:cubicBezTo>
                      <a:pt x="2655" y="3914"/>
                      <a:pt x="2629" y="3912"/>
                      <a:pt x="2600" y="3909"/>
                    </a:cubicBezTo>
                    <a:cubicBezTo>
                      <a:pt x="2550" y="3904"/>
                      <a:pt x="2524" y="3882"/>
                      <a:pt x="2515" y="3838"/>
                    </a:cubicBezTo>
                    <a:cubicBezTo>
                      <a:pt x="2481" y="3682"/>
                      <a:pt x="2673" y="3312"/>
                      <a:pt x="3109" y="3056"/>
                    </a:cubicBezTo>
                    <a:cubicBezTo>
                      <a:pt x="3696" y="2711"/>
                      <a:pt x="4153" y="2291"/>
                      <a:pt x="4157" y="2287"/>
                    </a:cubicBezTo>
                    <a:cubicBezTo>
                      <a:pt x="4178" y="2268"/>
                      <a:pt x="4183" y="2238"/>
                      <a:pt x="4169" y="2212"/>
                    </a:cubicBezTo>
                    <a:cubicBezTo>
                      <a:pt x="4159" y="2192"/>
                      <a:pt x="4138" y="2179"/>
                      <a:pt x="4115" y="2179"/>
                    </a:cubicBezTo>
                    <a:cubicBezTo>
                      <a:pt x="4111" y="2179"/>
                      <a:pt x="4106" y="2180"/>
                      <a:pt x="4101" y="2181"/>
                    </a:cubicBezTo>
                    <a:lnTo>
                      <a:pt x="3202" y="2389"/>
                    </a:lnTo>
                    <a:cubicBezTo>
                      <a:pt x="3197" y="2390"/>
                      <a:pt x="3191" y="2392"/>
                      <a:pt x="3187" y="2394"/>
                    </a:cubicBezTo>
                    <a:cubicBezTo>
                      <a:pt x="926" y="3560"/>
                      <a:pt x="957" y="3656"/>
                      <a:pt x="977" y="3714"/>
                    </a:cubicBezTo>
                    <a:cubicBezTo>
                      <a:pt x="1063" y="3972"/>
                      <a:pt x="1147" y="4407"/>
                      <a:pt x="1057" y="4521"/>
                    </a:cubicBezTo>
                    <a:cubicBezTo>
                      <a:pt x="1037" y="4545"/>
                      <a:pt x="1021" y="4549"/>
                      <a:pt x="1009" y="4550"/>
                    </a:cubicBezTo>
                    <a:cubicBezTo>
                      <a:pt x="1007" y="4551"/>
                      <a:pt x="1004" y="4551"/>
                      <a:pt x="1002" y="4551"/>
                    </a:cubicBezTo>
                    <a:cubicBezTo>
                      <a:pt x="916" y="4551"/>
                      <a:pt x="763" y="4419"/>
                      <a:pt x="587" y="4268"/>
                    </a:cubicBezTo>
                    <a:cubicBezTo>
                      <a:pt x="524" y="4214"/>
                      <a:pt x="456" y="4156"/>
                      <a:pt x="383" y="4096"/>
                    </a:cubicBezTo>
                    <a:cubicBezTo>
                      <a:pt x="141" y="3898"/>
                      <a:pt x="234" y="3528"/>
                      <a:pt x="325" y="3171"/>
                    </a:cubicBezTo>
                    <a:cubicBezTo>
                      <a:pt x="361" y="3025"/>
                      <a:pt x="396" y="2887"/>
                      <a:pt x="405" y="2765"/>
                    </a:cubicBezTo>
                    <a:cubicBezTo>
                      <a:pt x="432" y="2455"/>
                      <a:pt x="677" y="2288"/>
                      <a:pt x="913" y="2127"/>
                    </a:cubicBezTo>
                    <a:cubicBezTo>
                      <a:pt x="969" y="2090"/>
                      <a:pt x="1022" y="2053"/>
                      <a:pt x="1073" y="2015"/>
                    </a:cubicBezTo>
                    <a:cubicBezTo>
                      <a:pt x="1118" y="1982"/>
                      <a:pt x="1207" y="1909"/>
                      <a:pt x="1329" y="1812"/>
                    </a:cubicBezTo>
                    <a:cubicBezTo>
                      <a:pt x="1902" y="1350"/>
                      <a:pt x="3424" y="124"/>
                      <a:pt x="3838" y="124"/>
                    </a:cubicBezTo>
                    <a:close/>
                    <a:moveTo>
                      <a:pt x="3838" y="0"/>
                    </a:moveTo>
                    <a:cubicBezTo>
                      <a:pt x="3435" y="0"/>
                      <a:pt x="2304" y="867"/>
                      <a:pt x="1250" y="1715"/>
                    </a:cubicBezTo>
                    <a:cubicBezTo>
                      <a:pt x="1131" y="1811"/>
                      <a:pt x="1042" y="1882"/>
                      <a:pt x="998" y="1916"/>
                    </a:cubicBezTo>
                    <a:cubicBezTo>
                      <a:pt x="949" y="1952"/>
                      <a:pt x="897" y="1988"/>
                      <a:pt x="843" y="2025"/>
                    </a:cubicBezTo>
                    <a:cubicBezTo>
                      <a:pt x="594" y="2194"/>
                      <a:pt x="313" y="2386"/>
                      <a:pt x="282" y="2755"/>
                    </a:cubicBezTo>
                    <a:cubicBezTo>
                      <a:pt x="273" y="2867"/>
                      <a:pt x="240" y="2999"/>
                      <a:pt x="204" y="3140"/>
                    </a:cubicBezTo>
                    <a:cubicBezTo>
                      <a:pt x="108" y="3517"/>
                      <a:pt x="0" y="3944"/>
                      <a:pt x="305" y="4193"/>
                    </a:cubicBezTo>
                    <a:cubicBezTo>
                      <a:pt x="376" y="4251"/>
                      <a:pt x="443" y="4309"/>
                      <a:pt x="505" y="4363"/>
                    </a:cubicBezTo>
                    <a:cubicBezTo>
                      <a:pt x="715" y="4543"/>
                      <a:pt x="869" y="4675"/>
                      <a:pt x="1003" y="4675"/>
                    </a:cubicBezTo>
                    <a:cubicBezTo>
                      <a:pt x="1009" y="4675"/>
                      <a:pt x="1014" y="4675"/>
                      <a:pt x="1020" y="4674"/>
                    </a:cubicBezTo>
                    <a:cubicBezTo>
                      <a:pt x="1073" y="4669"/>
                      <a:pt x="1117" y="4644"/>
                      <a:pt x="1154" y="4599"/>
                    </a:cubicBezTo>
                    <a:cubicBezTo>
                      <a:pt x="1310" y="4402"/>
                      <a:pt x="1145" y="3835"/>
                      <a:pt x="1103" y="3702"/>
                    </a:cubicBezTo>
                    <a:cubicBezTo>
                      <a:pt x="1256" y="3556"/>
                      <a:pt x="2474" y="2902"/>
                      <a:pt x="3237" y="2508"/>
                    </a:cubicBezTo>
                    <a:lnTo>
                      <a:pt x="3883" y="2359"/>
                    </a:lnTo>
                    <a:lnTo>
                      <a:pt x="3883" y="2359"/>
                    </a:lnTo>
                    <a:cubicBezTo>
                      <a:pt x="3698" y="2511"/>
                      <a:pt x="3395" y="2743"/>
                      <a:pt x="3046" y="2949"/>
                    </a:cubicBezTo>
                    <a:cubicBezTo>
                      <a:pt x="2580" y="3223"/>
                      <a:pt x="2345" y="3636"/>
                      <a:pt x="2393" y="3864"/>
                    </a:cubicBezTo>
                    <a:cubicBezTo>
                      <a:pt x="2414" y="3960"/>
                      <a:pt x="2484" y="4022"/>
                      <a:pt x="2586" y="4033"/>
                    </a:cubicBezTo>
                    <a:cubicBezTo>
                      <a:pt x="2620" y="4037"/>
                      <a:pt x="2651" y="4039"/>
                      <a:pt x="2680" y="4039"/>
                    </a:cubicBezTo>
                    <a:cubicBezTo>
                      <a:pt x="2816" y="4039"/>
                      <a:pt x="2913" y="3999"/>
                      <a:pt x="3089" y="3927"/>
                    </a:cubicBezTo>
                    <a:cubicBezTo>
                      <a:pt x="3249" y="3860"/>
                      <a:pt x="3471" y="3769"/>
                      <a:pt x="3857" y="3650"/>
                    </a:cubicBezTo>
                    <a:cubicBezTo>
                      <a:pt x="4671" y="3399"/>
                      <a:pt x="5360" y="2665"/>
                      <a:pt x="5515" y="2491"/>
                    </a:cubicBezTo>
                    <a:cubicBezTo>
                      <a:pt x="5634" y="2546"/>
                      <a:pt x="5997" y="2715"/>
                      <a:pt x="6515" y="2954"/>
                    </a:cubicBezTo>
                    <a:cubicBezTo>
                      <a:pt x="6523" y="2958"/>
                      <a:pt x="6532" y="2960"/>
                      <a:pt x="6540" y="2960"/>
                    </a:cubicBezTo>
                    <a:cubicBezTo>
                      <a:pt x="6561" y="2960"/>
                      <a:pt x="6581" y="2950"/>
                      <a:pt x="6592" y="2932"/>
                    </a:cubicBezTo>
                    <a:cubicBezTo>
                      <a:pt x="7154" y="2072"/>
                      <a:pt x="7069" y="1193"/>
                      <a:pt x="6967" y="746"/>
                    </a:cubicBezTo>
                    <a:cubicBezTo>
                      <a:pt x="6962" y="722"/>
                      <a:pt x="6945" y="705"/>
                      <a:pt x="6922" y="698"/>
                    </a:cubicBezTo>
                    <a:cubicBezTo>
                      <a:pt x="5018" y="228"/>
                      <a:pt x="4010" y="0"/>
                      <a:pt x="3838"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1"/>
              <p:cNvSpPr/>
              <p:nvPr/>
            </p:nvSpPr>
            <p:spPr>
              <a:xfrm>
                <a:off x="4205177" y="3817599"/>
                <a:ext cx="18183" cy="43000"/>
              </a:xfrm>
              <a:custGeom>
                <a:rect b="b" l="l" r="r" t="t"/>
                <a:pathLst>
                  <a:path extrusionOk="0" h="901" w="381">
                    <a:moveTo>
                      <a:pt x="1" y="900"/>
                    </a:moveTo>
                    <a:lnTo>
                      <a:pt x="381" y="1"/>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1"/>
              <p:cNvSpPr/>
              <p:nvPr/>
            </p:nvSpPr>
            <p:spPr>
              <a:xfrm>
                <a:off x="4201788" y="3814592"/>
                <a:ext cx="25008" cy="48918"/>
              </a:xfrm>
              <a:custGeom>
                <a:rect b="b" l="l" r="r" t="t"/>
                <a:pathLst>
                  <a:path extrusionOk="0" h="1025" w="524">
                    <a:moveTo>
                      <a:pt x="452" y="1"/>
                    </a:moveTo>
                    <a:cubicBezTo>
                      <a:pt x="428" y="1"/>
                      <a:pt x="405" y="15"/>
                      <a:pt x="395" y="40"/>
                    </a:cubicBezTo>
                    <a:lnTo>
                      <a:pt x="14" y="939"/>
                    </a:lnTo>
                    <a:cubicBezTo>
                      <a:pt x="1" y="970"/>
                      <a:pt x="16" y="1006"/>
                      <a:pt x="48" y="1020"/>
                    </a:cubicBezTo>
                    <a:cubicBezTo>
                      <a:pt x="55" y="1023"/>
                      <a:pt x="64" y="1025"/>
                      <a:pt x="72" y="1025"/>
                    </a:cubicBezTo>
                    <a:cubicBezTo>
                      <a:pt x="96" y="1025"/>
                      <a:pt x="119" y="1010"/>
                      <a:pt x="129" y="987"/>
                    </a:cubicBezTo>
                    <a:lnTo>
                      <a:pt x="509" y="88"/>
                    </a:lnTo>
                    <a:cubicBezTo>
                      <a:pt x="523" y="55"/>
                      <a:pt x="508" y="20"/>
                      <a:pt x="476" y="6"/>
                    </a:cubicBezTo>
                    <a:cubicBezTo>
                      <a:pt x="468" y="3"/>
                      <a:pt x="460" y="1"/>
                      <a:pt x="4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1"/>
              <p:cNvSpPr/>
              <p:nvPr/>
            </p:nvSpPr>
            <p:spPr>
              <a:xfrm>
                <a:off x="3881603" y="3842368"/>
                <a:ext cx="214667" cy="103754"/>
              </a:xfrm>
              <a:custGeom>
                <a:rect b="b" l="l" r="r" t="t"/>
                <a:pathLst>
                  <a:path extrusionOk="0" h="2174" w="4498">
                    <a:moveTo>
                      <a:pt x="3391" y="0"/>
                    </a:moveTo>
                    <a:cubicBezTo>
                      <a:pt x="3391" y="0"/>
                      <a:pt x="1695" y="1073"/>
                      <a:pt x="1384" y="1280"/>
                    </a:cubicBezTo>
                    <a:cubicBezTo>
                      <a:pt x="1073" y="1488"/>
                      <a:pt x="0" y="1729"/>
                      <a:pt x="104" y="1937"/>
                    </a:cubicBezTo>
                    <a:cubicBezTo>
                      <a:pt x="175" y="2080"/>
                      <a:pt x="312" y="2173"/>
                      <a:pt x="547" y="2173"/>
                    </a:cubicBezTo>
                    <a:cubicBezTo>
                      <a:pt x="654" y="2173"/>
                      <a:pt x="782" y="2154"/>
                      <a:pt x="934" y="2110"/>
                    </a:cubicBezTo>
                    <a:cubicBezTo>
                      <a:pt x="1419" y="1972"/>
                      <a:pt x="2006" y="1833"/>
                      <a:pt x="2560" y="1592"/>
                    </a:cubicBezTo>
                    <a:cubicBezTo>
                      <a:pt x="3113" y="1350"/>
                      <a:pt x="4498" y="416"/>
                      <a:pt x="4498" y="416"/>
                    </a:cubicBezTo>
                    <a:lnTo>
                      <a:pt x="3391" y="0"/>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11"/>
              <p:cNvSpPr/>
              <p:nvPr/>
            </p:nvSpPr>
            <p:spPr>
              <a:xfrm>
                <a:off x="3883034" y="3839409"/>
                <a:ext cx="216576" cy="109720"/>
              </a:xfrm>
              <a:custGeom>
                <a:rect b="b" l="l" r="r" t="t"/>
                <a:pathLst>
                  <a:path extrusionOk="0" h="2299" w="4538">
                    <a:moveTo>
                      <a:pt x="3360" y="0"/>
                    </a:moveTo>
                    <a:cubicBezTo>
                      <a:pt x="3349" y="0"/>
                      <a:pt x="3337" y="3"/>
                      <a:pt x="3327" y="10"/>
                    </a:cubicBezTo>
                    <a:cubicBezTo>
                      <a:pt x="3310" y="20"/>
                      <a:pt x="1628" y="1085"/>
                      <a:pt x="1320" y="1291"/>
                    </a:cubicBezTo>
                    <a:cubicBezTo>
                      <a:pt x="1207" y="1365"/>
                      <a:pt x="975" y="1450"/>
                      <a:pt x="752" y="1532"/>
                    </a:cubicBezTo>
                    <a:cubicBezTo>
                      <a:pt x="327" y="1689"/>
                      <a:pt x="66" y="1792"/>
                      <a:pt x="14" y="1923"/>
                    </a:cubicBezTo>
                    <a:cubicBezTo>
                      <a:pt x="1" y="1957"/>
                      <a:pt x="2" y="1994"/>
                      <a:pt x="18" y="2028"/>
                    </a:cubicBezTo>
                    <a:cubicBezTo>
                      <a:pt x="109" y="2208"/>
                      <a:pt x="274" y="2298"/>
                      <a:pt x="515" y="2298"/>
                    </a:cubicBezTo>
                    <a:cubicBezTo>
                      <a:pt x="632" y="2298"/>
                      <a:pt x="768" y="2276"/>
                      <a:pt x="921" y="2232"/>
                    </a:cubicBezTo>
                    <a:cubicBezTo>
                      <a:pt x="1018" y="2205"/>
                      <a:pt x="1119" y="2178"/>
                      <a:pt x="1223" y="2149"/>
                    </a:cubicBezTo>
                    <a:cubicBezTo>
                      <a:pt x="1639" y="2035"/>
                      <a:pt x="2109" y="1906"/>
                      <a:pt x="2555" y="1711"/>
                    </a:cubicBezTo>
                    <a:cubicBezTo>
                      <a:pt x="3108" y="1469"/>
                      <a:pt x="4446" y="568"/>
                      <a:pt x="4502" y="529"/>
                    </a:cubicBezTo>
                    <a:cubicBezTo>
                      <a:pt x="4531" y="510"/>
                      <a:pt x="4538" y="471"/>
                      <a:pt x="4519" y="443"/>
                    </a:cubicBezTo>
                    <a:cubicBezTo>
                      <a:pt x="4507" y="425"/>
                      <a:pt x="4488" y="416"/>
                      <a:pt x="4468" y="416"/>
                    </a:cubicBezTo>
                    <a:cubicBezTo>
                      <a:pt x="4456" y="416"/>
                      <a:pt x="4444" y="419"/>
                      <a:pt x="4433" y="426"/>
                    </a:cubicBezTo>
                    <a:cubicBezTo>
                      <a:pt x="4419" y="436"/>
                      <a:pt x="3048" y="1360"/>
                      <a:pt x="2505" y="1597"/>
                    </a:cubicBezTo>
                    <a:cubicBezTo>
                      <a:pt x="2067" y="1788"/>
                      <a:pt x="1601" y="1916"/>
                      <a:pt x="1190" y="2029"/>
                    </a:cubicBezTo>
                    <a:cubicBezTo>
                      <a:pt x="1086" y="2057"/>
                      <a:pt x="985" y="2085"/>
                      <a:pt x="887" y="2113"/>
                    </a:cubicBezTo>
                    <a:cubicBezTo>
                      <a:pt x="746" y="2153"/>
                      <a:pt x="623" y="2173"/>
                      <a:pt x="518" y="2173"/>
                    </a:cubicBezTo>
                    <a:cubicBezTo>
                      <a:pt x="327" y="2173"/>
                      <a:pt x="197" y="2106"/>
                      <a:pt x="130" y="1971"/>
                    </a:cubicBezTo>
                    <a:cubicBezTo>
                      <a:pt x="133" y="1892"/>
                      <a:pt x="563" y="1735"/>
                      <a:pt x="795" y="1650"/>
                    </a:cubicBezTo>
                    <a:cubicBezTo>
                      <a:pt x="1036" y="1561"/>
                      <a:pt x="1264" y="1478"/>
                      <a:pt x="1389" y="1394"/>
                    </a:cubicBezTo>
                    <a:cubicBezTo>
                      <a:pt x="1695" y="1189"/>
                      <a:pt x="3376" y="126"/>
                      <a:pt x="3394" y="115"/>
                    </a:cubicBezTo>
                    <a:cubicBezTo>
                      <a:pt x="3422" y="97"/>
                      <a:pt x="3431" y="58"/>
                      <a:pt x="3413" y="30"/>
                    </a:cubicBezTo>
                    <a:cubicBezTo>
                      <a:pt x="3401" y="11"/>
                      <a:pt x="3381" y="0"/>
                      <a:pt x="33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1"/>
              <p:cNvSpPr/>
              <p:nvPr/>
            </p:nvSpPr>
            <p:spPr>
              <a:xfrm>
                <a:off x="4845740" y="3352045"/>
                <a:ext cx="690199" cy="763266"/>
              </a:xfrm>
              <a:custGeom>
                <a:rect b="b" l="l" r="r" t="t"/>
                <a:pathLst>
                  <a:path extrusionOk="0" h="15993" w="14462">
                    <a:moveTo>
                      <a:pt x="10795" y="0"/>
                    </a:moveTo>
                    <a:lnTo>
                      <a:pt x="8857" y="5430"/>
                    </a:lnTo>
                    <a:lnTo>
                      <a:pt x="10034" y="12800"/>
                    </a:lnTo>
                    <a:cubicBezTo>
                      <a:pt x="10034" y="12800"/>
                      <a:pt x="7059" y="13422"/>
                      <a:pt x="5744" y="13630"/>
                    </a:cubicBezTo>
                    <a:cubicBezTo>
                      <a:pt x="5350" y="13692"/>
                      <a:pt x="4999" y="13714"/>
                      <a:pt x="4701" y="13714"/>
                    </a:cubicBezTo>
                    <a:cubicBezTo>
                      <a:pt x="4006" y="13714"/>
                      <a:pt x="3599" y="13595"/>
                      <a:pt x="3599" y="13595"/>
                    </a:cubicBezTo>
                    <a:cubicBezTo>
                      <a:pt x="3599" y="13595"/>
                      <a:pt x="2734" y="12350"/>
                      <a:pt x="2215" y="12142"/>
                    </a:cubicBezTo>
                    <a:cubicBezTo>
                      <a:pt x="2085" y="12090"/>
                      <a:pt x="1967" y="12071"/>
                      <a:pt x="1861" y="12071"/>
                    </a:cubicBezTo>
                    <a:cubicBezTo>
                      <a:pt x="1545" y="12071"/>
                      <a:pt x="1350" y="12246"/>
                      <a:pt x="1350" y="12246"/>
                    </a:cubicBezTo>
                    <a:cubicBezTo>
                      <a:pt x="1350" y="12246"/>
                      <a:pt x="1120" y="12230"/>
                      <a:pt x="925" y="12230"/>
                    </a:cubicBezTo>
                    <a:cubicBezTo>
                      <a:pt x="828" y="12230"/>
                      <a:pt x="740" y="12234"/>
                      <a:pt x="694" y="12246"/>
                    </a:cubicBezTo>
                    <a:cubicBezTo>
                      <a:pt x="555" y="12280"/>
                      <a:pt x="278" y="12280"/>
                      <a:pt x="139" y="12627"/>
                    </a:cubicBezTo>
                    <a:cubicBezTo>
                      <a:pt x="1" y="12973"/>
                      <a:pt x="139" y="13561"/>
                      <a:pt x="139" y="13768"/>
                    </a:cubicBezTo>
                    <a:cubicBezTo>
                      <a:pt x="139" y="13976"/>
                      <a:pt x="70" y="14425"/>
                      <a:pt x="105" y="14979"/>
                    </a:cubicBezTo>
                    <a:cubicBezTo>
                      <a:pt x="139" y="15532"/>
                      <a:pt x="486" y="15463"/>
                      <a:pt x="936" y="15671"/>
                    </a:cubicBezTo>
                    <a:cubicBezTo>
                      <a:pt x="1385" y="15879"/>
                      <a:pt x="2146" y="15948"/>
                      <a:pt x="2457" y="15948"/>
                    </a:cubicBezTo>
                    <a:cubicBezTo>
                      <a:pt x="2707" y="15948"/>
                      <a:pt x="9820" y="15992"/>
                      <a:pt x="12743" y="15992"/>
                    </a:cubicBezTo>
                    <a:cubicBezTo>
                      <a:pt x="13474" y="15992"/>
                      <a:pt x="13943" y="15989"/>
                      <a:pt x="13978" y="15982"/>
                    </a:cubicBezTo>
                    <a:cubicBezTo>
                      <a:pt x="14150" y="15948"/>
                      <a:pt x="14462" y="15809"/>
                      <a:pt x="14427" y="15428"/>
                    </a:cubicBezTo>
                    <a:cubicBezTo>
                      <a:pt x="14393" y="15049"/>
                      <a:pt x="13770" y="2213"/>
                      <a:pt x="13459" y="1625"/>
                    </a:cubicBezTo>
                    <a:cubicBezTo>
                      <a:pt x="13147" y="1038"/>
                      <a:pt x="10795" y="0"/>
                      <a:pt x="107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1"/>
              <p:cNvSpPr/>
              <p:nvPr/>
            </p:nvSpPr>
            <p:spPr>
              <a:xfrm>
                <a:off x="4844546" y="3349086"/>
                <a:ext cx="694351" cy="769136"/>
              </a:xfrm>
              <a:custGeom>
                <a:rect b="b" l="l" r="r" t="t"/>
                <a:pathLst>
                  <a:path extrusionOk="0" h="16116" w="14549">
                    <a:moveTo>
                      <a:pt x="10820" y="0"/>
                    </a:moveTo>
                    <a:cubicBezTo>
                      <a:pt x="10796" y="0"/>
                      <a:pt x="10774" y="14"/>
                      <a:pt x="10763" y="37"/>
                    </a:cubicBezTo>
                    <a:cubicBezTo>
                      <a:pt x="10749" y="68"/>
                      <a:pt x="10764" y="105"/>
                      <a:pt x="10795" y="119"/>
                    </a:cubicBezTo>
                    <a:cubicBezTo>
                      <a:pt x="10818" y="129"/>
                      <a:pt x="13131" y="1154"/>
                      <a:pt x="13429" y="1717"/>
                    </a:cubicBezTo>
                    <a:cubicBezTo>
                      <a:pt x="13677" y="2185"/>
                      <a:pt x="14142" y="10893"/>
                      <a:pt x="14317" y="14171"/>
                    </a:cubicBezTo>
                    <a:cubicBezTo>
                      <a:pt x="14359" y="14953"/>
                      <a:pt x="14384" y="15425"/>
                      <a:pt x="14390" y="15497"/>
                    </a:cubicBezTo>
                    <a:cubicBezTo>
                      <a:pt x="14424" y="15867"/>
                      <a:pt x="14092" y="15963"/>
                      <a:pt x="13992" y="15984"/>
                    </a:cubicBezTo>
                    <a:cubicBezTo>
                      <a:pt x="13946" y="15990"/>
                      <a:pt x="13507" y="15992"/>
                      <a:pt x="12828" y="15992"/>
                    </a:cubicBezTo>
                    <a:cubicBezTo>
                      <a:pt x="10541" y="15992"/>
                      <a:pt x="5524" y="15965"/>
                      <a:pt x="3576" y="15953"/>
                    </a:cubicBezTo>
                    <a:cubicBezTo>
                      <a:pt x="2945" y="15950"/>
                      <a:pt x="2539" y="15948"/>
                      <a:pt x="2482" y="15948"/>
                    </a:cubicBezTo>
                    <a:cubicBezTo>
                      <a:pt x="2187" y="15948"/>
                      <a:pt x="1430" y="15882"/>
                      <a:pt x="986" y="15677"/>
                    </a:cubicBezTo>
                    <a:cubicBezTo>
                      <a:pt x="871" y="15623"/>
                      <a:pt x="760" y="15587"/>
                      <a:pt x="664" y="15555"/>
                    </a:cubicBezTo>
                    <a:cubicBezTo>
                      <a:pt x="374" y="15462"/>
                      <a:pt x="215" y="15410"/>
                      <a:pt x="192" y="15037"/>
                    </a:cubicBezTo>
                    <a:cubicBezTo>
                      <a:pt x="169" y="14661"/>
                      <a:pt x="194" y="14335"/>
                      <a:pt x="212" y="14096"/>
                    </a:cubicBezTo>
                    <a:cubicBezTo>
                      <a:pt x="220" y="13986"/>
                      <a:pt x="226" y="13898"/>
                      <a:pt x="226" y="13830"/>
                    </a:cubicBezTo>
                    <a:cubicBezTo>
                      <a:pt x="226" y="13771"/>
                      <a:pt x="216" y="13683"/>
                      <a:pt x="204" y="13582"/>
                    </a:cubicBezTo>
                    <a:cubicBezTo>
                      <a:pt x="172" y="13315"/>
                      <a:pt x="128" y="12949"/>
                      <a:pt x="222" y="12712"/>
                    </a:cubicBezTo>
                    <a:cubicBezTo>
                      <a:pt x="328" y="12446"/>
                      <a:pt x="522" y="12410"/>
                      <a:pt x="664" y="12383"/>
                    </a:cubicBezTo>
                    <a:cubicBezTo>
                      <a:pt x="689" y="12378"/>
                      <a:pt x="712" y="12374"/>
                      <a:pt x="733" y="12369"/>
                    </a:cubicBezTo>
                    <a:cubicBezTo>
                      <a:pt x="773" y="12359"/>
                      <a:pt x="853" y="12355"/>
                      <a:pt x="945" y="12355"/>
                    </a:cubicBezTo>
                    <a:cubicBezTo>
                      <a:pt x="1098" y="12355"/>
                      <a:pt x="1283" y="12365"/>
                      <a:pt x="1371" y="12371"/>
                    </a:cubicBezTo>
                    <a:cubicBezTo>
                      <a:pt x="1388" y="12371"/>
                      <a:pt x="1405" y="12366"/>
                      <a:pt x="1416" y="12355"/>
                    </a:cubicBezTo>
                    <a:cubicBezTo>
                      <a:pt x="1426" y="12346"/>
                      <a:pt x="1601" y="12195"/>
                      <a:pt x="1884" y="12195"/>
                    </a:cubicBezTo>
                    <a:cubicBezTo>
                      <a:pt x="1983" y="12195"/>
                      <a:pt x="2094" y="12214"/>
                      <a:pt x="2217" y="12263"/>
                    </a:cubicBezTo>
                    <a:cubicBezTo>
                      <a:pt x="2712" y="12461"/>
                      <a:pt x="3564" y="13680"/>
                      <a:pt x="3573" y="13693"/>
                    </a:cubicBezTo>
                    <a:cubicBezTo>
                      <a:pt x="3581" y="13704"/>
                      <a:pt x="3593" y="13713"/>
                      <a:pt x="3606" y="13717"/>
                    </a:cubicBezTo>
                    <a:cubicBezTo>
                      <a:pt x="3630" y="13724"/>
                      <a:pt x="4036" y="13839"/>
                      <a:pt x="4721" y="13839"/>
                    </a:cubicBezTo>
                    <a:cubicBezTo>
                      <a:pt x="5022" y="13839"/>
                      <a:pt x="5378" y="13817"/>
                      <a:pt x="5778" y="13754"/>
                    </a:cubicBezTo>
                    <a:cubicBezTo>
                      <a:pt x="7080" y="13548"/>
                      <a:pt x="10042" y="12929"/>
                      <a:pt x="10071" y="12923"/>
                    </a:cubicBezTo>
                    <a:cubicBezTo>
                      <a:pt x="10104" y="12915"/>
                      <a:pt x="10125" y="12885"/>
                      <a:pt x="10119" y="12852"/>
                    </a:cubicBezTo>
                    <a:lnTo>
                      <a:pt x="8944" y="5483"/>
                    </a:lnTo>
                    <a:cubicBezTo>
                      <a:pt x="8939" y="5453"/>
                      <a:pt x="8912" y="5431"/>
                      <a:pt x="8882" y="5431"/>
                    </a:cubicBezTo>
                    <a:cubicBezTo>
                      <a:pt x="8879" y="5431"/>
                      <a:pt x="8876" y="5431"/>
                      <a:pt x="8873" y="5432"/>
                    </a:cubicBezTo>
                    <a:cubicBezTo>
                      <a:pt x="8839" y="5437"/>
                      <a:pt x="8816" y="5469"/>
                      <a:pt x="8821" y="5503"/>
                    </a:cubicBezTo>
                    <a:lnTo>
                      <a:pt x="9988" y="12814"/>
                    </a:lnTo>
                    <a:cubicBezTo>
                      <a:pt x="9565" y="12901"/>
                      <a:pt x="6957" y="13442"/>
                      <a:pt x="5760" y="13631"/>
                    </a:cubicBezTo>
                    <a:cubicBezTo>
                      <a:pt x="5372" y="13692"/>
                      <a:pt x="5026" y="13713"/>
                      <a:pt x="4731" y="13713"/>
                    </a:cubicBezTo>
                    <a:cubicBezTo>
                      <a:pt x="4136" y="13713"/>
                      <a:pt x="3752" y="13626"/>
                      <a:pt x="3662" y="13604"/>
                    </a:cubicBezTo>
                    <a:cubicBezTo>
                      <a:pt x="3546" y="13440"/>
                      <a:pt x="2765" y="12348"/>
                      <a:pt x="2263" y="12147"/>
                    </a:cubicBezTo>
                    <a:cubicBezTo>
                      <a:pt x="2124" y="12091"/>
                      <a:pt x="1997" y="12070"/>
                      <a:pt x="1884" y="12070"/>
                    </a:cubicBezTo>
                    <a:cubicBezTo>
                      <a:pt x="1607" y="12070"/>
                      <a:pt x="1417" y="12197"/>
                      <a:pt x="1355" y="12245"/>
                    </a:cubicBezTo>
                    <a:cubicBezTo>
                      <a:pt x="1287" y="12240"/>
                      <a:pt x="1112" y="12231"/>
                      <a:pt x="956" y="12231"/>
                    </a:cubicBezTo>
                    <a:cubicBezTo>
                      <a:pt x="851" y="12231"/>
                      <a:pt x="755" y="12235"/>
                      <a:pt x="703" y="12248"/>
                    </a:cubicBezTo>
                    <a:cubicBezTo>
                      <a:pt x="685" y="12252"/>
                      <a:pt x="664" y="12256"/>
                      <a:pt x="641" y="12261"/>
                    </a:cubicBezTo>
                    <a:cubicBezTo>
                      <a:pt x="491" y="12289"/>
                      <a:pt x="239" y="12336"/>
                      <a:pt x="107" y="12666"/>
                    </a:cubicBezTo>
                    <a:cubicBezTo>
                      <a:pt x="1" y="12932"/>
                      <a:pt x="47" y="13316"/>
                      <a:pt x="81" y="13596"/>
                    </a:cubicBezTo>
                    <a:cubicBezTo>
                      <a:pt x="92" y="13694"/>
                      <a:pt x="103" y="13778"/>
                      <a:pt x="103" y="13830"/>
                    </a:cubicBezTo>
                    <a:cubicBezTo>
                      <a:pt x="103" y="13892"/>
                      <a:pt x="96" y="13978"/>
                      <a:pt x="88" y="14086"/>
                    </a:cubicBezTo>
                    <a:cubicBezTo>
                      <a:pt x="69" y="14329"/>
                      <a:pt x="44" y="14660"/>
                      <a:pt x="68" y="15046"/>
                    </a:cubicBezTo>
                    <a:cubicBezTo>
                      <a:pt x="96" y="15502"/>
                      <a:pt x="330" y="15578"/>
                      <a:pt x="625" y="15674"/>
                    </a:cubicBezTo>
                    <a:cubicBezTo>
                      <a:pt x="719" y="15705"/>
                      <a:pt x="824" y="15739"/>
                      <a:pt x="935" y="15789"/>
                    </a:cubicBezTo>
                    <a:cubicBezTo>
                      <a:pt x="1396" y="16003"/>
                      <a:pt x="2177" y="16072"/>
                      <a:pt x="2482" y="16072"/>
                    </a:cubicBezTo>
                    <a:cubicBezTo>
                      <a:pt x="2539" y="16072"/>
                      <a:pt x="2945" y="16074"/>
                      <a:pt x="3575" y="16078"/>
                    </a:cubicBezTo>
                    <a:cubicBezTo>
                      <a:pt x="7168" y="16098"/>
                      <a:pt x="10826" y="16116"/>
                      <a:pt x="12712" y="16116"/>
                    </a:cubicBezTo>
                    <a:cubicBezTo>
                      <a:pt x="13498" y="16116"/>
                      <a:pt x="13977" y="16113"/>
                      <a:pt x="14015" y="16105"/>
                    </a:cubicBezTo>
                    <a:cubicBezTo>
                      <a:pt x="14279" y="16053"/>
                      <a:pt x="14549" y="15862"/>
                      <a:pt x="14514" y="15485"/>
                    </a:cubicBezTo>
                    <a:cubicBezTo>
                      <a:pt x="14508" y="15417"/>
                      <a:pt x="14482" y="14919"/>
                      <a:pt x="14441" y="14165"/>
                    </a:cubicBezTo>
                    <a:cubicBezTo>
                      <a:pt x="14143" y="8571"/>
                      <a:pt x="13770" y="2095"/>
                      <a:pt x="13539" y="1659"/>
                    </a:cubicBezTo>
                    <a:cubicBezTo>
                      <a:pt x="13221" y="1059"/>
                      <a:pt x="10942" y="47"/>
                      <a:pt x="10845" y="5"/>
                    </a:cubicBezTo>
                    <a:cubicBezTo>
                      <a:pt x="10837" y="2"/>
                      <a:pt x="10828" y="0"/>
                      <a:pt x="108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1"/>
              <p:cNvSpPr/>
              <p:nvPr/>
            </p:nvSpPr>
            <p:spPr>
              <a:xfrm>
                <a:off x="5321413" y="3959914"/>
                <a:ext cx="14604" cy="65431"/>
              </a:xfrm>
              <a:custGeom>
                <a:rect b="b" l="l" r="r" t="t"/>
                <a:pathLst>
                  <a:path extrusionOk="0" h="1371" w="306">
                    <a:moveTo>
                      <a:pt x="67" y="0"/>
                    </a:moveTo>
                    <a:cubicBezTo>
                      <a:pt x="64" y="0"/>
                      <a:pt x="61" y="0"/>
                      <a:pt x="58" y="1"/>
                    </a:cubicBezTo>
                    <a:cubicBezTo>
                      <a:pt x="25" y="6"/>
                      <a:pt x="1" y="38"/>
                      <a:pt x="5" y="71"/>
                    </a:cubicBezTo>
                    <a:lnTo>
                      <a:pt x="178" y="1317"/>
                    </a:lnTo>
                    <a:cubicBezTo>
                      <a:pt x="182" y="1347"/>
                      <a:pt x="209" y="1370"/>
                      <a:pt x="240" y="1370"/>
                    </a:cubicBezTo>
                    <a:cubicBezTo>
                      <a:pt x="243" y="1370"/>
                      <a:pt x="245" y="1370"/>
                      <a:pt x="248" y="1369"/>
                    </a:cubicBezTo>
                    <a:cubicBezTo>
                      <a:pt x="283" y="1365"/>
                      <a:pt x="306" y="1334"/>
                      <a:pt x="302" y="1299"/>
                    </a:cubicBezTo>
                    <a:lnTo>
                      <a:pt x="129" y="54"/>
                    </a:lnTo>
                    <a:cubicBezTo>
                      <a:pt x="124" y="23"/>
                      <a:pt x="97"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1"/>
              <p:cNvSpPr/>
              <p:nvPr/>
            </p:nvSpPr>
            <p:spPr>
              <a:xfrm>
                <a:off x="4845740" y="3928081"/>
                <a:ext cx="219917" cy="185603"/>
              </a:xfrm>
              <a:custGeom>
                <a:rect b="b" l="l" r="r" t="t"/>
                <a:pathLst>
                  <a:path extrusionOk="0" h="3889" w="4608">
                    <a:moveTo>
                      <a:pt x="1861" y="1"/>
                    </a:moveTo>
                    <a:cubicBezTo>
                      <a:pt x="1545" y="1"/>
                      <a:pt x="1350" y="176"/>
                      <a:pt x="1350" y="176"/>
                    </a:cubicBezTo>
                    <a:cubicBezTo>
                      <a:pt x="1350" y="176"/>
                      <a:pt x="1120" y="160"/>
                      <a:pt x="925" y="160"/>
                    </a:cubicBezTo>
                    <a:cubicBezTo>
                      <a:pt x="828" y="160"/>
                      <a:pt x="740" y="164"/>
                      <a:pt x="694" y="176"/>
                    </a:cubicBezTo>
                    <a:cubicBezTo>
                      <a:pt x="555" y="210"/>
                      <a:pt x="278" y="210"/>
                      <a:pt x="139" y="557"/>
                    </a:cubicBezTo>
                    <a:cubicBezTo>
                      <a:pt x="1" y="902"/>
                      <a:pt x="139" y="1491"/>
                      <a:pt x="139" y="1698"/>
                    </a:cubicBezTo>
                    <a:cubicBezTo>
                      <a:pt x="139" y="1906"/>
                      <a:pt x="70" y="2355"/>
                      <a:pt x="105" y="2909"/>
                    </a:cubicBezTo>
                    <a:cubicBezTo>
                      <a:pt x="139" y="3462"/>
                      <a:pt x="486" y="3393"/>
                      <a:pt x="935" y="3601"/>
                    </a:cubicBezTo>
                    <a:cubicBezTo>
                      <a:pt x="1385" y="3809"/>
                      <a:pt x="2146" y="3878"/>
                      <a:pt x="2457" y="3878"/>
                    </a:cubicBezTo>
                    <a:cubicBezTo>
                      <a:pt x="2536" y="3878"/>
                      <a:pt x="3297" y="3882"/>
                      <a:pt x="4393" y="3888"/>
                    </a:cubicBezTo>
                    <a:cubicBezTo>
                      <a:pt x="4031" y="2686"/>
                      <a:pt x="4321" y="1999"/>
                      <a:pt x="4608" y="1643"/>
                    </a:cubicBezTo>
                    <a:cubicBezTo>
                      <a:pt x="3971" y="1632"/>
                      <a:pt x="3599" y="1525"/>
                      <a:pt x="3599" y="1525"/>
                    </a:cubicBezTo>
                    <a:cubicBezTo>
                      <a:pt x="3599" y="1525"/>
                      <a:pt x="2734" y="280"/>
                      <a:pt x="2215" y="72"/>
                    </a:cubicBezTo>
                    <a:cubicBezTo>
                      <a:pt x="2085" y="20"/>
                      <a:pt x="1967" y="1"/>
                      <a:pt x="1861"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1"/>
              <p:cNvSpPr/>
              <p:nvPr/>
            </p:nvSpPr>
            <p:spPr>
              <a:xfrm>
                <a:off x="4844499" y="3925122"/>
                <a:ext cx="224307" cy="191520"/>
              </a:xfrm>
              <a:custGeom>
                <a:rect b="b" l="l" r="r" t="t"/>
                <a:pathLst>
                  <a:path extrusionOk="0" h="4013" w="4700">
                    <a:moveTo>
                      <a:pt x="1886" y="124"/>
                    </a:moveTo>
                    <a:cubicBezTo>
                      <a:pt x="1984" y="124"/>
                      <a:pt x="2096" y="143"/>
                      <a:pt x="2219" y="192"/>
                    </a:cubicBezTo>
                    <a:cubicBezTo>
                      <a:pt x="2714" y="390"/>
                      <a:pt x="3565" y="1610"/>
                      <a:pt x="3575" y="1623"/>
                    </a:cubicBezTo>
                    <a:cubicBezTo>
                      <a:pt x="3582" y="1634"/>
                      <a:pt x="3595" y="1643"/>
                      <a:pt x="3608" y="1647"/>
                    </a:cubicBezTo>
                    <a:cubicBezTo>
                      <a:pt x="3623" y="1651"/>
                      <a:pt x="3948" y="1744"/>
                      <a:pt x="4513" y="1764"/>
                    </a:cubicBezTo>
                    <a:cubicBezTo>
                      <a:pt x="4245" y="2152"/>
                      <a:pt x="4033" y="2817"/>
                      <a:pt x="4337" y="3887"/>
                    </a:cubicBezTo>
                    <a:lnTo>
                      <a:pt x="3723" y="3884"/>
                    </a:lnTo>
                    <a:cubicBezTo>
                      <a:pt x="3010" y="3880"/>
                      <a:pt x="2544" y="3878"/>
                      <a:pt x="2483" y="3878"/>
                    </a:cubicBezTo>
                    <a:cubicBezTo>
                      <a:pt x="2188" y="3878"/>
                      <a:pt x="1431" y="3812"/>
                      <a:pt x="988" y="3606"/>
                    </a:cubicBezTo>
                    <a:cubicBezTo>
                      <a:pt x="872" y="3553"/>
                      <a:pt x="761" y="3517"/>
                      <a:pt x="665" y="3485"/>
                    </a:cubicBezTo>
                    <a:cubicBezTo>
                      <a:pt x="375" y="3391"/>
                      <a:pt x="217" y="3340"/>
                      <a:pt x="194" y="2967"/>
                    </a:cubicBezTo>
                    <a:cubicBezTo>
                      <a:pt x="170" y="2590"/>
                      <a:pt x="195" y="2264"/>
                      <a:pt x="213" y="2026"/>
                    </a:cubicBezTo>
                    <a:cubicBezTo>
                      <a:pt x="221" y="1915"/>
                      <a:pt x="228" y="1828"/>
                      <a:pt x="228" y="1760"/>
                    </a:cubicBezTo>
                    <a:cubicBezTo>
                      <a:pt x="228" y="1701"/>
                      <a:pt x="217" y="1612"/>
                      <a:pt x="205" y="1512"/>
                    </a:cubicBezTo>
                    <a:cubicBezTo>
                      <a:pt x="173" y="1245"/>
                      <a:pt x="129" y="879"/>
                      <a:pt x="223" y="642"/>
                    </a:cubicBezTo>
                    <a:cubicBezTo>
                      <a:pt x="330" y="376"/>
                      <a:pt x="523" y="340"/>
                      <a:pt x="665" y="312"/>
                    </a:cubicBezTo>
                    <a:cubicBezTo>
                      <a:pt x="690" y="308"/>
                      <a:pt x="714" y="304"/>
                      <a:pt x="734" y="299"/>
                    </a:cubicBezTo>
                    <a:cubicBezTo>
                      <a:pt x="774" y="288"/>
                      <a:pt x="856" y="285"/>
                      <a:pt x="948" y="285"/>
                    </a:cubicBezTo>
                    <a:cubicBezTo>
                      <a:pt x="1100" y="285"/>
                      <a:pt x="1284" y="294"/>
                      <a:pt x="1372" y="300"/>
                    </a:cubicBezTo>
                    <a:cubicBezTo>
                      <a:pt x="1374" y="300"/>
                      <a:pt x="1375" y="300"/>
                      <a:pt x="1376" y="300"/>
                    </a:cubicBezTo>
                    <a:cubicBezTo>
                      <a:pt x="1392" y="300"/>
                      <a:pt x="1407" y="295"/>
                      <a:pt x="1418" y="284"/>
                    </a:cubicBezTo>
                    <a:cubicBezTo>
                      <a:pt x="1428" y="275"/>
                      <a:pt x="1602" y="124"/>
                      <a:pt x="1886" y="124"/>
                    </a:cubicBezTo>
                    <a:close/>
                    <a:moveTo>
                      <a:pt x="1886" y="0"/>
                    </a:moveTo>
                    <a:cubicBezTo>
                      <a:pt x="1608" y="0"/>
                      <a:pt x="1417" y="127"/>
                      <a:pt x="1355" y="175"/>
                    </a:cubicBezTo>
                    <a:cubicBezTo>
                      <a:pt x="1287" y="170"/>
                      <a:pt x="1113" y="161"/>
                      <a:pt x="957" y="161"/>
                    </a:cubicBezTo>
                    <a:cubicBezTo>
                      <a:pt x="852" y="161"/>
                      <a:pt x="756" y="165"/>
                      <a:pt x="704" y="178"/>
                    </a:cubicBezTo>
                    <a:cubicBezTo>
                      <a:pt x="686" y="182"/>
                      <a:pt x="665" y="186"/>
                      <a:pt x="642" y="191"/>
                    </a:cubicBezTo>
                    <a:cubicBezTo>
                      <a:pt x="492" y="219"/>
                      <a:pt x="240" y="266"/>
                      <a:pt x="108" y="596"/>
                    </a:cubicBezTo>
                    <a:cubicBezTo>
                      <a:pt x="1" y="862"/>
                      <a:pt x="48" y="1246"/>
                      <a:pt x="82" y="1526"/>
                    </a:cubicBezTo>
                    <a:cubicBezTo>
                      <a:pt x="93" y="1624"/>
                      <a:pt x="104" y="1707"/>
                      <a:pt x="104" y="1760"/>
                    </a:cubicBezTo>
                    <a:cubicBezTo>
                      <a:pt x="104" y="1822"/>
                      <a:pt x="97" y="1908"/>
                      <a:pt x="89" y="2016"/>
                    </a:cubicBezTo>
                    <a:cubicBezTo>
                      <a:pt x="70" y="2259"/>
                      <a:pt x="45" y="2589"/>
                      <a:pt x="69" y="2974"/>
                    </a:cubicBezTo>
                    <a:cubicBezTo>
                      <a:pt x="97" y="3432"/>
                      <a:pt x="330" y="3508"/>
                      <a:pt x="626" y="3604"/>
                    </a:cubicBezTo>
                    <a:cubicBezTo>
                      <a:pt x="720" y="3635"/>
                      <a:pt x="825" y="3669"/>
                      <a:pt x="936" y="3719"/>
                    </a:cubicBezTo>
                    <a:cubicBezTo>
                      <a:pt x="1397" y="3933"/>
                      <a:pt x="2178" y="4002"/>
                      <a:pt x="2483" y="4002"/>
                    </a:cubicBezTo>
                    <a:cubicBezTo>
                      <a:pt x="2544" y="4002"/>
                      <a:pt x="3009" y="4005"/>
                      <a:pt x="3722" y="4008"/>
                    </a:cubicBezTo>
                    <a:lnTo>
                      <a:pt x="4419" y="4012"/>
                    </a:lnTo>
                    <a:cubicBezTo>
                      <a:pt x="4439" y="4012"/>
                      <a:pt x="4457" y="4003"/>
                      <a:pt x="4469" y="3987"/>
                    </a:cubicBezTo>
                    <a:cubicBezTo>
                      <a:pt x="4481" y="3971"/>
                      <a:pt x="4485" y="3951"/>
                      <a:pt x="4479" y="3933"/>
                    </a:cubicBezTo>
                    <a:cubicBezTo>
                      <a:pt x="4128" y="2768"/>
                      <a:pt x="4395" y="2099"/>
                      <a:pt x="4682" y="1744"/>
                    </a:cubicBezTo>
                    <a:cubicBezTo>
                      <a:pt x="4698" y="1726"/>
                      <a:pt x="4700" y="1700"/>
                      <a:pt x="4690" y="1679"/>
                    </a:cubicBezTo>
                    <a:cubicBezTo>
                      <a:pt x="4680" y="1657"/>
                      <a:pt x="4659" y="1643"/>
                      <a:pt x="4635" y="1643"/>
                    </a:cubicBezTo>
                    <a:cubicBezTo>
                      <a:pt x="4097" y="1634"/>
                      <a:pt x="3749" y="1555"/>
                      <a:pt x="3663" y="1533"/>
                    </a:cubicBezTo>
                    <a:cubicBezTo>
                      <a:pt x="3547" y="1369"/>
                      <a:pt x="2765" y="277"/>
                      <a:pt x="2264" y="76"/>
                    </a:cubicBezTo>
                    <a:cubicBezTo>
                      <a:pt x="2125" y="21"/>
                      <a:pt x="1998" y="0"/>
                      <a:pt x="18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1"/>
              <p:cNvSpPr/>
              <p:nvPr/>
            </p:nvSpPr>
            <p:spPr>
              <a:xfrm>
                <a:off x="3255691" y="3595202"/>
                <a:ext cx="815763" cy="492283"/>
              </a:xfrm>
              <a:custGeom>
                <a:rect b="b" l="l" r="r" t="t"/>
                <a:pathLst>
                  <a:path extrusionOk="0" h="10315" w="17093">
                    <a:moveTo>
                      <a:pt x="1" y="1"/>
                    </a:moveTo>
                    <a:lnTo>
                      <a:pt x="2509" y="10315"/>
                    </a:lnTo>
                    <a:lnTo>
                      <a:pt x="17092" y="10315"/>
                    </a:lnTo>
                    <a:lnTo>
                      <a:pt x="1458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1"/>
              <p:cNvSpPr/>
              <p:nvPr/>
            </p:nvSpPr>
            <p:spPr>
              <a:xfrm>
                <a:off x="3252589" y="3592243"/>
                <a:ext cx="821968" cy="498201"/>
              </a:xfrm>
              <a:custGeom>
                <a:rect b="b" l="l" r="r" t="t"/>
                <a:pathLst>
                  <a:path extrusionOk="0" h="10439" w="17223">
                    <a:moveTo>
                      <a:pt x="14599" y="125"/>
                    </a:moveTo>
                    <a:lnTo>
                      <a:pt x="17078" y="10315"/>
                    </a:lnTo>
                    <a:lnTo>
                      <a:pt x="2624" y="10315"/>
                    </a:lnTo>
                    <a:lnTo>
                      <a:pt x="144" y="125"/>
                    </a:lnTo>
                    <a:close/>
                    <a:moveTo>
                      <a:pt x="66" y="1"/>
                    </a:moveTo>
                    <a:cubicBezTo>
                      <a:pt x="47" y="1"/>
                      <a:pt x="29" y="9"/>
                      <a:pt x="16" y="24"/>
                    </a:cubicBezTo>
                    <a:cubicBezTo>
                      <a:pt x="5" y="39"/>
                      <a:pt x="0" y="58"/>
                      <a:pt x="5" y="77"/>
                    </a:cubicBezTo>
                    <a:lnTo>
                      <a:pt x="2514" y="10391"/>
                    </a:lnTo>
                    <a:cubicBezTo>
                      <a:pt x="2521" y="10419"/>
                      <a:pt x="2546" y="10438"/>
                      <a:pt x="2574" y="10438"/>
                    </a:cubicBezTo>
                    <a:lnTo>
                      <a:pt x="17157" y="10438"/>
                    </a:lnTo>
                    <a:cubicBezTo>
                      <a:pt x="17176" y="10438"/>
                      <a:pt x="17195" y="10430"/>
                      <a:pt x="17206" y="10415"/>
                    </a:cubicBezTo>
                    <a:cubicBezTo>
                      <a:pt x="17218" y="10400"/>
                      <a:pt x="17222" y="10381"/>
                      <a:pt x="17218" y="10362"/>
                    </a:cubicBezTo>
                    <a:lnTo>
                      <a:pt x="14708" y="48"/>
                    </a:lnTo>
                    <a:cubicBezTo>
                      <a:pt x="14702" y="20"/>
                      <a:pt x="14676" y="1"/>
                      <a:pt x="146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1"/>
              <p:cNvSpPr/>
              <p:nvPr/>
            </p:nvSpPr>
            <p:spPr>
              <a:xfrm>
                <a:off x="3545811" y="3823230"/>
                <a:ext cx="200827" cy="55170"/>
              </a:xfrm>
              <a:custGeom>
                <a:rect b="b" l="l" r="r" t="t"/>
                <a:pathLst>
                  <a:path extrusionOk="0" h="1156" w="4208">
                    <a:moveTo>
                      <a:pt x="2103" y="0"/>
                    </a:moveTo>
                    <a:cubicBezTo>
                      <a:pt x="942" y="0"/>
                      <a:pt x="0" y="258"/>
                      <a:pt x="0" y="577"/>
                    </a:cubicBezTo>
                    <a:cubicBezTo>
                      <a:pt x="0" y="896"/>
                      <a:pt x="942" y="1156"/>
                      <a:pt x="2103" y="1156"/>
                    </a:cubicBezTo>
                    <a:cubicBezTo>
                      <a:pt x="3265" y="1156"/>
                      <a:pt x="4207" y="896"/>
                      <a:pt x="4207" y="577"/>
                    </a:cubicBezTo>
                    <a:cubicBezTo>
                      <a:pt x="4207" y="258"/>
                      <a:pt x="3266" y="0"/>
                      <a:pt x="210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1"/>
              <p:cNvSpPr/>
              <p:nvPr/>
            </p:nvSpPr>
            <p:spPr>
              <a:xfrm>
                <a:off x="3542852" y="3820271"/>
                <a:ext cx="206745" cy="61088"/>
              </a:xfrm>
              <a:custGeom>
                <a:rect b="b" l="l" r="r" t="t"/>
                <a:pathLst>
                  <a:path extrusionOk="0" h="1280" w="4332">
                    <a:moveTo>
                      <a:pt x="2165" y="124"/>
                    </a:moveTo>
                    <a:cubicBezTo>
                      <a:pt x="3369" y="124"/>
                      <a:pt x="4207" y="396"/>
                      <a:pt x="4207" y="639"/>
                    </a:cubicBezTo>
                    <a:cubicBezTo>
                      <a:pt x="4207" y="884"/>
                      <a:pt x="3369" y="1155"/>
                      <a:pt x="2165" y="1155"/>
                    </a:cubicBezTo>
                    <a:cubicBezTo>
                      <a:pt x="963" y="1155"/>
                      <a:pt x="124" y="884"/>
                      <a:pt x="124" y="639"/>
                    </a:cubicBezTo>
                    <a:cubicBezTo>
                      <a:pt x="124" y="396"/>
                      <a:pt x="963" y="124"/>
                      <a:pt x="2165" y="124"/>
                    </a:cubicBezTo>
                    <a:close/>
                    <a:moveTo>
                      <a:pt x="2165" y="0"/>
                    </a:moveTo>
                    <a:cubicBezTo>
                      <a:pt x="1116" y="0"/>
                      <a:pt x="0" y="224"/>
                      <a:pt x="0" y="639"/>
                    </a:cubicBezTo>
                    <a:cubicBezTo>
                      <a:pt x="0" y="1055"/>
                      <a:pt x="1116" y="1279"/>
                      <a:pt x="2165" y="1279"/>
                    </a:cubicBezTo>
                    <a:cubicBezTo>
                      <a:pt x="3216" y="1279"/>
                      <a:pt x="4331" y="1055"/>
                      <a:pt x="4331" y="639"/>
                    </a:cubicBezTo>
                    <a:cubicBezTo>
                      <a:pt x="4331" y="224"/>
                      <a:pt x="3216" y="0"/>
                      <a:pt x="2165"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1"/>
              <p:cNvSpPr/>
              <p:nvPr/>
            </p:nvSpPr>
            <p:spPr>
              <a:xfrm>
                <a:off x="3375433" y="4087434"/>
                <a:ext cx="1140246" cy="31260"/>
              </a:xfrm>
              <a:custGeom>
                <a:rect b="b" l="l" r="r" t="t"/>
                <a:pathLst>
                  <a:path extrusionOk="0" h="655" w="23892">
                    <a:moveTo>
                      <a:pt x="0" y="1"/>
                    </a:moveTo>
                    <a:lnTo>
                      <a:pt x="0" y="654"/>
                    </a:lnTo>
                    <a:lnTo>
                      <a:pt x="23892" y="654"/>
                    </a:lnTo>
                    <a:lnTo>
                      <a:pt x="23892" y="1"/>
                    </a:lnTo>
                    <a:close/>
                  </a:path>
                </a:pathLst>
              </a:custGeom>
              <a:solidFill>
                <a:srgbClr val="C2C2C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1"/>
              <p:cNvSpPr/>
              <p:nvPr/>
            </p:nvSpPr>
            <p:spPr>
              <a:xfrm>
                <a:off x="3372474" y="4084475"/>
                <a:ext cx="1146211" cy="37225"/>
              </a:xfrm>
              <a:custGeom>
                <a:rect b="b" l="l" r="r" t="t"/>
                <a:pathLst>
                  <a:path extrusionOk="0" h="780" w="24017">
                    <a:moveTo>
                      <a:pt x="23892" y="124"/>
                    </a:moveTo>
                    <a:lnTo>
                      <a:pt x="23892" y="654"/>
                    </a:lnTo>
                    <a:lnTo>
                      <a:pt x="124" y="654"/>
                    </a:lnTo>
                    <a:lnTo>
                      <a:pt x="124" y="124"/>
                    </a:lnTo>
                    <a:close/>
                    <a:moveTo>
                      <a:pt x="62" y="1"/>
                    </a:moveTo>
                    <a:cubicBezTo>
                      <a:pt x="29" y="1"/>
                      <a:pt x="1" y="28"/>
                      <a:pt x="1" y="63"/>
                    </a:cubicBezTo>
                    <a:lnTo>
                      <a:pt x="1" y="716"/>
                    </a:lnTo>
                    <a:cubicBezTo>
                      <a:pt x="1" y="751"/>
                      <a:pt x="28" y="779"/>
                      <a:pt x="62" y="779"/>
                    </a:cubicBezTo>
                    <a:lnTo>
                      <a:pt x="23955" y="779"/>
                    </a:lnTo>
                    <a:cubicBezTo>
                      <a:pt x="23988" y="779"/>
                      <a:pt x="24017" y="751"/>
                      <a:pt x="24017" y="716"/>
                    </a:cubicBezTo>
                    <a:lnTo>
                      <a:pt x="24017" y="63"/>
                    </a:lnTo>
                    <a:cubicBezTo>
                      <a:pt x="24017" y="28"/>
                      <a:pt x="23988" y="1"/>
                      <a:pt x="23954"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1"/>
              <p:cNvSpPr/>
              <p:nvPr/>
            </p:nvSpPr>
            <p:spPr>
              <a:xfrm>
                <a:off x="4081140" y="4087434"/>
                <a:ext cx="434584" cy="31260"/>
              </a:xfrm>
              <a:custGeom>
                <a:rect b="b" l="l" r="r" t="t"/>
                <a:pathLst>
                  <a:path extrusionOk="0" h="655" w="9106">
                    <a:moveTo>
                      <a:pt x="1" y="1"/>
                    </a:moveTo>
                    <a:lnTo>
                      <a:pt x="1" y="654"/>
                    </a:lnTo>
                    <a:lnTo>
                      <a:pt x="9106" y="654"/>
                    </a:lnTo>
                    <a:lnTo>
                      <a:pt x="910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1"/>
              <p:cNvSpPr/>
              <p:nvPr/>
            </p:nvSpPr>
            <p:spPr>
              <a:xfrm>
                <a:off x="4078181" y="4084475"/>
                <a:ext cx="440502" cy="37225"/>
              </a:xfrm>
              <a:custGeom>
                <a:rect b="b" l="l" r="r" t="t"/>
                <a:pathLst>
                  <a:path extrusionOk="0" h="780" w="9230">
                    <a:moveTo>
                      <a:pt x="9105" y="124"/>
                    </a:moveTo>
                    <a:lnTo>
                      <a:pt x="9105" y="654"/>
                    </a:lnTo>
                    <a:lnTo>
                      <a:pt x="125" y="654"/>
                    </a:lnTo>
                    <a:lnTo>
                      <a:pt x="125" y="124"/>
                    </a:lnTo>
                    <a:close/>
                    <a:moveTo>
                      <a:pt x="63" y="1"/>
                    </a:moveTo>
                    <a:cubicBezTo>
                      <a:pt x="28" y="1"/>
                      <a:pt x="1" y="28"/>
                      <a:pt x="1" y="63"/>
                    </a:cubicBezTo>
                    <a:lnTo>
                      <a:pt x="1" y="716"/>
                    </a:lnTo>
                    <a:cubicBezTo>
                      <a:pt x="1" y="751"/>
                      <a:pt x="28" y="779"/>
                      <a:pt x="63" y="779"/>
                    </a:cubicBezTo>
                    <a:lnTo>
                      <a:pt x="9168" y="779"/>
                    </a:lnTo>
                    <a:cubicBezTo>
                      <a:pt x="9201" y="779"/>
                      <a:pt x="9230" y="751"/>
                      <a:pt x="9230" y="716"/>
                    </a:cubicBezTo>
                    <a:lnTo>
                      <a:pt x="9230" y="63"/>
                    </a:lnTo>
                    <a:cubicBezTo>
                      <a:pt x="9230" y="28"/>
                      <a:pt x="9201" y="1"/>
                      <a:pt x="9168"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1"/>
              <p:cNvSpPr/>
              <p:nvPr/>
            </p:nvSpPr>
            <p:spPr>
              <a:xfrm>
                <a:off x="4114834" y="4096358"/>
                <a:ext cx="37607" cy="6872"/>
              </a:xfrm>
              <a:custGeom>
                <a:rect b="b" l="l" r="r" t="t"/>
                <a:pathLst>
                  <a:path extrusionOk="0" h="144" w="788">
                    <a:moveTo>
                      <a:pt x="1" y="0"/>
                    </a:moveTo>
                    <a:lnTo>
                      <a:pt x="1" y="143"/>
                    </a:lnTo>
                    <a:lnTo>
                      <a:pt x="788" y="143"/>
                    </a:lnTo>
                    <a:lnTo>
                      <a:pt x="78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1"/>
              <p:cNvSpPr/>
              <p:nvPr/>
            </p:nvSpPr>
            <p:spPr>
              <a:xfrm>
                <a:off x="4111923" y="4093352"/>
                <a:ext cx="43525" cy="12790"/>
              </a:xfrm>
              <a:custGeom>
                <a:rect b="b" l="l" r="r" t="t"/>
                <a:pathLst>
                  <a:path extrusionOk="0" h="268" w="912">
                    <a:moveTo>
                      <a:pt x="787" y="125"/>
                    </a:moveTo>
                    <a:lnTo>
                      <a:pt x="787" y="144"/>
                    </a:lnTo>
                    <a:lnTo>
                      <a:pt x="124" y="144"/>
                    </a:lnTo>
                    <a:lnTo>
                      <a:pt x="124" y="125"/>
                    </a:lnTo>
                    <a:close/>
                    <a:moveTo>
                      <a:pt x="62" y="0"/>
                    </a:moveTo>
                    <a:cubicBezTo>
                      <a:pt x="27" y="0"/>
                      <a:pt x="0" y="29"/>
                      <a:pt x="0" y="63"/>
                    </a:cubicBezTo>
                    <a:lnTo>
                      <a:pt x="0" y="206"/>
                    </a:lnTo>
                    <a:cubicBezTo>
                      <a:pt x="0" y="241"/>
                      <a:pt x="27" y="268"/>
                      <a:pt x="62" y="268"/>
                    </a:cubicBezTo>
                    <a:lnTo>
                      <a:pt x="850" y="268"/>
                    </a:lnTo>
                    <a:cubicBezTo>
                      <a:pt x="884" y="268"/>
                      <a:pt x="912" y="241"/>
                      <a:pt x="912" y="206"/>
                    </a:cubicBezTo>
                    <a:lnTo>
                      <a:pt x="912" y="63"/>
                    </a:lnTo>
                    <a:cubicBezTo>
                      <a:pt x="912" y="29"/>
                      <a:pt x="884" y="0"/>
                      <a:pt x="850"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1"/>
              <p:cNvSpPr/>
              <p:nvPr/>
            </p:nvSpPr>
            <p:spPr>
              <a:xfrm>
                <a:off x="4210570" y="4096358"/>
                <a:ext cx="37607" cy="6872"/>
              </a:xfrm>
              <a:custGeom>
                <a:rect b="b" l="l" r="r" t="t"/>
                <a:pathLst>
                  <a:path extrusionOk="0" h="144" w="788">
                    <a:moveTo>
                      <a:pt x="0" y="0"/>
                    </a:moveTo>
                    <a:lnTo>
                      <a:pt x="0" y="143"/>
                    </a:lnTo>
                    <a:lnTo>
                      <a:pt x="787" y="143"/>
                    </a:lnTo>
                    <a:lnTo>
                      <a:pt x="78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1"/>
              <p:cNvSpPr/>
              <p:nvPr/>
            </p:nvSpPr>
            <p:spPr>
              <a:xfrm>
                <a:off x="4207563" y="4093352"/>
                <a:ext cx="43621" cy="12790"/>
              </a:xfrm>
              <a:custGeom>
                <a:rect b="b" l="l" r="r" t="t"/>
                <a:pathLst>
                  <a:path extrusionOk="0" h="268" w="914">
                    <a:moveTo>
                      <a:pt x="788" y="125"/>
                    </a:moveTo>
                    <a:lnTo>
                      <a:pt x="788" y="144"/>
                    </a:lnTo>
                    <a:lnTo>
                      <a:pt x="125" y="144"/>
                    </a:lnTo>
                    <a:lnTo>
                      <a:pt x="125" y="125"/>
                    </a:lnTo>
                    <a:close/>
                    <a:moveTo>
                      <a:pt x="63" y="0"/>
                    </a:moveTo>
                    <a:cubicBezTo>
                      <a:pt x="29" y="0"/>
                      <a:pt x="0" y="29"/>
                      <a:pt x="0" y="63"/>
                    </a:cubicBezTo>
                    <a:lnTo>
                      <a:pt x="0" y="206"/>
                    </a:lnTo>
                    <a:cubicBezTo>
                      <a:pt x="0" y="241"/>
                      <a:pt x="29" y="268"/>
                      <a:pt x="63" y="268"/>
                    </a:cubicBezTo>
                    <a:lnTo>
                      <a:pt x="850" y="268"/>
                    </a:lnTo>
                    <a:cubicBezTo>
                      <a:pt x="885" y="268"/>
                      <a:pt x="913" y="241"/>
                      <a:pt x="913" y="206"/>
                    </a:cubicBezTo>
                    <a:lnTo>
                      <a:pt x="913" y="63"/>
                    </a:lnTo>
                    <a:cubicBezTo>
                      <a:pt x="913" y="29"/>
                      <a:pt x="885" y="0"/>
                      <a:pt x="850" y="0"/>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pic>
        <p:nvPicPr>
          <p:cNvPr id="994" name="Google Shape;994;p12"/>
          <p:cNvPicPr preferRelativeResize="0"/>
          <p:nvPr/>
        </p:nvPicPr>
        <p:blipFill rotWithShape="1">
          <a:blip r:embed="rId3">
            <a:alphaModFix/>
          </a:blip>
          <a:srcRect b="0" l="0" r="0" t="0"/>
          <a:stretch/>
        </p:blipFill>
        <p:spPr>
          <a:xfrm>
            <a:off x="1204403" y="190550"/>
            <a:ext cx="6988099" cy="46587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5"/>
          <p:cNvSpPr txBox="1"/>
          <p:nvPr>
            <p:ph type="title"/>
          </p:nvPr>
        </p:nvSpPr>
        <p:spPr>
          <a:xfrm>
            <a:off x="720000" y="7341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Examples</a:t>
            </a:r>
            <a:endParaRPr>
              <a:solidFill>
                <a:schemeClr val="accent1"/>
              </a:solidFill>
            </a:endParaRPr>
          </a:p>
        </p:txBody>
      </p:sp>
      <p:sp>
        <p:nvSpPr>
          <p:cNvPr id="1000" name="Google Shape;1000;p15"/>
          <p:cNvSpPr txBox="1"/>
          <p:nvPr>
            <p:ph idx="1" type="subTitle"/>
          </p:nvPr>
        </p:nvSpPr>
        <p:spPr>
          <a:xfrm>
            <a:off x="201050" y="2902550"/>
            <a:ext cx="3038700" cy="48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200"/>
              <a:t>T</a:t>
            </a:r>
            <a:r>
              <a:rPr lang="en" sz="1200"/>
              <a:t>he issue is super minor or low priority</a:t>
            </a:r>
            <a:endParaRPr sz="1200"/>
          </a:p>
        </p:txBody>
      </p:sp>
      <p:sp>
        <p:nvSpPr>
          <p:cNvPr id="1001" name="Google Shape;1001;p15"/>
          <p:cNvSpPr txBox="1"/>
          <p:nvPr>
            <p:ph idx="3" type="subTitle"/>
          </p:nvPr>
        </p:nvSpPr>
        <p:spPr>
          <a:xfrm>
            <a:off x="6030875" y="2892000"/>
            <a:ext cx="2733900" cy="48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200"/>
              <a:t>If a person introduces a new idea that affects multiple stakeholders, that employee will collaborate with the stakeholders to evaluate the effects of the changes</a:t>
            </a:r>
            <a:endParaRPr sz="1200"/>
          </a:p>
        </p:txBody>
      </p:sp>
      <p:sp>
        <p:nvSpPr>
          <p:cNvPr id="1002" name="Google Shape;1002;p15"/>
          <p:cNvSpPr txBox="1"/>
          <p:nvPr>
            <p:ph idx="4" type="subTitle"/>
          </p:nvPr>
        </p:nvSpPr>
        <p:spPr>
          <a:xfrm>
            <a:off x="3375600" y="2892000"/>
            <a:ext cx="2369400" cy="48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200"/>
              <a:t>If an agreement on one idea cannot be decided, the parties involved might decide to take some parts from each idea to compromise </a:t>
            </a:r>
            <a:endParaRPr sz="1200"/>
          </a:p>
          <a:p>
            <a:pPr indent="0" lvl="0" marL="0" rtl="0" algn="ctr">
              <a:lnSpc>
                <a:spcPct val="100000"/>
              </a:lnSpc>
              <a:spcBef>
                <a:spcPts val="0"/>
              </a:spcBef>
              <a:spcAft>
                <a:spcPts val="0"/>
              </a:spcAft>
              <a:buSzPts val="1400"/>
              <a:buNone/>
            </a:pPr>
            <a:r>
              <a:t/>
            </a:r>
            <a:endParaRPr/>
          </a:p>
        </p:txBody>
      </p:sp>
      <p:sp>
        <p:nvSpPr>
          <p:cNvPr id="1003" name="Google Shape;1003;p15"/>
          <p:cNvSpPr txBox="1"/>
          <p:nvPr>
            <p:ph idx="6" type="subTitle"/>
          </p:nvPr>
        </p:nvSpPr>
        <p:spPr>
          <a:xfrm>
            <a:off x="643800" y="2432625"/>
            <a:ext cx="23694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Avoiding</a:t>
            </a:r>
            <a:endParaRPr/>
          </a:p>
        </p:txBody>
      </p:sp>
      <p:sp>
        <p:nvSpPr>
          <p:cNvPr id="1004" name="Google Shape;1004;p15"/>
          <p:cNvSpPr txBox="1"/>
          <p:nvPr>
            <p:ph idx="9" type="subTitle"/>
          </p:nvPr>
        </p:nvSpPr>
        <p:spPr>
          <a:xfrm>
            <a:off x="6030875" y="2443200"/>
            <a:ext cx="26655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Collaborating</a:t>
            </a:r>
            <a:endParaRPr/>
          </a:p>
        </p:txBody>
      </p:sp>
      <p:sp>
        <p:nvSpPr>
          <p:cNvPr id="1005" name="Google Shape;1005;p15"/>
          <p:cNvSpPr txBox="1"/>
          <p:nvPr>
            <p:ph idx="13" type="subTitle"/>
          </p:nvPr>
        </p:nvSpPr>
        <p:spPr>
          <a:xfrm>
            <a:off x="3379200" y="2443208"/>
            <a:ext cx="2365800" cy="4482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1860000" dist="28575">
              <a:srgbClr val="000000"/>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Compromising</a:t>
            </a:r>
            <a:endParaRPr/>
          </a:p>
        </p:txBody>
      </p:sp>
      <p:sp>
        <p:nvSpPr>
          <p:cNvPr id="1006" name="Google Shape;1006;p15"/>
          <p:cNvSpPr/>
          <p:nvPr/>
        </p:nvSpPr>
        <p:spPr>
          <a:xfrm>
            <a:off x="1542450" y="1756125"/>
            <a:ext cx="575700" cy="484800"/>
          </a:xfrm>
          <a:prstGeom prst="wedgeRectCallout">
            <a:avLst>
              <a:gd fmla="val -20833" name="adj1"/>
              <a:gd fmla="val 62500" name="adj2"/>
            </a:avLst>
          </a:prstGeom>
          <a:solidFill>
            <a:schemeClr val="accent2"/>
          </a:solidFill>
          <a:ln cap="flat" cmpd="sng" w="9525">
            <a:solidFill>
              <a:schemeClr val="dk1"/>
            </a:solidFill>
            <a:prstDash val="solid"/>
            <a:round/>
            <a:headEnd len="sm" w="sm" type="none"/>
            <a:tailEnd len="sm" w="sm" type="none"/>
          </a:ln>
          <a:effectLst>
            <a:outerShdw rotWithShape="0" algn="bl" dir="1020000" dist="28575">
              <a:srgbClr val="000000"/>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5"/>
          <p:cNvSpPr/>
          <p:nvPr/>
        </p:nvSpPr>
        <p:spPr>
          <a:xfrm>
            <a:off x="7080125" y="1766700"/>
            <a:ext cx="575700" cy="484800"/>
          </a:xfrm>
          <a:prstGeom prst="wedgeRectCallout">
            <a:avLst>
              <a:gd fmla="val -20833" name="adj1"/>
              <a:gd fmla="val 62500" name="adj2"/>
            </a:avLst>
          </a:prstGeom>
          <a:solidFill>
            <a:schemeClr val="accent2"/>
          </a:solidFill>
          <a:ln cap="flat" cmpd="sng" w="9525">
            <a:solidFill>
              <a:schemeClr val="dk1"/>
            </a:solidFill>
            <a:prstDash val="solid"/>
            <a:round/>
            <a:headEnd len="sm" w="sm" type="none"/>
            <a:tailEnd len="sm" w="sm" type="none"/>
          </a:ln>
          <a:effectLst>
            <a:outerShdw rotWithShape="0" algn="bl" dir="1020000" dist="28575">
              <a:srgbClr val="000000"/>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5"/>
          <p:cNvSpPr/>
          <p:nvPr/>
        </p:nvSpPr>
        <p:spPr>
          <a:xfrm>
            <a:off x="4274250" y="1766700"/>
            <a:ext cx="575700" cy="484800"/>
          </a:xfrm>
          <a:prstGeom prst="wedgeRectCallout">
            <a:avLst>
              <a:gd fmla="val -20833" name="adj1"/>
              <a:gd fmla="val 62500" name="adj2"/>
            </a:avLst>
          </a:prstGeom>
          <a:solidFill>
            <a:schemeClr val="accent2"/>
          </a:solidFill>
          <a:ln cap="flat" cmpd="sng" w="9525">
            <a:solidFill>
              <a:schemeClr val="dk1"/>
            </a:solidFill>
            <a:prstDash val="solid"/>
            <a:round/>
            <a:headEnd len="sm" w="sm" type="none"/>
            <a:tailEnd len="sm" w="sm" type="none"/>
          </a:ln>
          <a:effectLst>
            <a:outerShdw rotWithShape="0" algn="bl" dir="1020000" dist="28575">
              <a:srgbClr val="000000"/>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09" name="Google Shape;1009;p15"/>
          <p:cNvGrpSpPr/>
          <p:nvPr/>
        </p:nvGrpSpPr>
        <p:grpSpPr>
          <a:xfrm>
            <a:off x="7187458" y="1820709"/>
            <a:ext cx="361034" cy="355633"/>
            <a:chOff x="-46404975" y="1966100"/>
            <a:chExt cx="302475" cy="297950"/>
          </a:xfrm>
        </p:grpSpPr>
        <p:sp>
          <p:nvSpPr>
            <p:cNvPr id="1010" name="Google Shape;1010;p15"/>
            <p:cNvSpPr/>
            <p:nvPr/>
          </p:nvSpPr>
          <p:spPr>
            <a:xfrm>
              <a:off x="-46349850" y="1966100"/>
              <a:ext cx="38625" cy="86850"/>
            </a:xfrm>
            <a:custGeom>
              <a:rect b="b" l="l" r="r" t="t"/>
              <a:pathLst>
                <a:path extrusionOk="0" h="3474" w="1545">
                  <a:moveTo>
                    <a:pt x="784" y="0"/>
                  </a:moveTo>
                  <a:cubicBezTo>
                    <a:pt x="686" y="0"/>
                    <a:pt x="583" y="24"/>
                    <a:pt x="505" y="71"/>
                  </a:cubicBezTo>
                  <a:cubicBezTo>
                    <a:pt x="1" y="607"/>
                    <a:pt x="1" y="1458"/>
                    <a:pt x="505" y="1962"/>
                  </a:cubicBezTo>
                  <a:cubicBezTo>
                    <a:pt x="757" y="2214"/>
                    <a:pt x="757" y="2655"/>
                    <a:pt x="505" y="2875"/>
                  </a:cubicBezTo>
                  <a:cubicBezTo>
                    <a:pt x="379" y="3001"/>
                    <a:pt x="379" y="3222"/>
                    <a:pt x="505" y="3379"/>
                  </a:cubicBezTo>
                  <a:cubicBezTo>
                    <a:pt x="568" y="3442"/>
                    <a:pt x="654" y="3474"/>
                    <a:pt x="749" y="3474"/>
                  </a:cubicBezTo>
                  <a:cubicBezTo>
                    <a:pt x="843" y="3474"/>
                    <a:pt x="946" y="3442"/>
                    <a:pt x="1040" y="3379"/>
                  </a:cubicBezTo>
                  <a:cubicBezTo>
                    <a:pt x="1544" y="2875"/>
                    <a:pt x="1544" y="2025"/>
                    <a:pt x="1040" y="1489"/>
                  </a:cubicBezTo>
                  <a:cubicBezTo>
                    <a:pt x="788" y="1269"/>
                    <a:pt x="788" y="827"/>
                    <a:pt x="1040" y="607"/>
                  </a:cubicBezTo>
                  <a:cubicBezTo>
                    <a:pt x="1135" y="481"/>
                    <a:pt x="1135" y="229"/>
                    <a:pt x="1040" y="71"/>
                  </a:cubicBezTo>
                  <a:cubicBezTo>
                    <a:pt x="977" y="24"/>
                    <a:pt x="883" y="0"/>
                    <a:pt x="7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5"/>
            <p:cNvSpPr/>
            <p:nvPr/>
          </p:nvSpPr>
          <p:spPr>
            <a:xfrm>
              <a:off x="-46297875" y="1966100"/>
              <a:ext cx="38625" cy="86850"/>
            </a:xfrm>
            <a:custGeom>
              <a:rect b="b" l="l" r="r" t="t"/>
              <a:pathLst>
                <a:path extrusionOk="0" h="3474" w="1545">
                  <a:moveTo>
                    <a:pt x="800" y="0"/>
                  </a:moveTo>
                  <a:cubicBezTo>
                    <a:pt x="710" y="0"/>
                    <a:pt x="615" y="24"/>
                    <a:pt x="537" y="71"/>
                  </a:cubicBezTo>
                  <a:cubicBezTo>
                    <a:pt x="1" y="607"/>
                    <a:pt x="1" y="1458"/>
                    <a:pt x="537" y="1962"/>
                  </a:cubicBezTo>
                  <a:cubicBezTo>
                    <a:pt x="757" y="2214"/>
                    <a:pt x="757" y="2655"/>
                    <a:pt x="537" y="2875"/>
                  </a:cubicBezTo>
                  <a:cubicBezTo>
                    <a:pt x="410" y="3001"/>
                    <a:pt x="410" y="3222"/>
                    <a:pt x="537" y="3379"/>
                  </a:cubicBezTo>
                  <a:cubicBezTo>
                    <a:pt x="584" y="3442"/>
                    <a:pt x="670" y="3474"/>
                    <a:pt x="765" y="3474"/>
                  </a:cubicBezTo>
                  <a:cubicBezTo>
                    <a:pt x="859" y="3474"/>
                    <a:pt x="962" y="3442"/>
                    <a:pt x="1041" y="3379"/>
                  </a:cubicBezTo>
                  <a:cubicBezTo>
                    <a:pt x="1545" y="2875"/>
                    <a:pt x="1545" y="2025"/>
                    <a:pt x="1041" y="1489"/>
                  </a:cubicBezTo>
                  <a:cubicBezTo>
                    <a:pt x="789" y="1269"/>
                    <a:pt x="789" y="827"/>
                    <a:pt x="1041" y="607"/>
                  </a:cubicBezTo>
                  <a:cubicBezTo>
                    <a:pt x="1167" y="481"/>
                    <a:pt x="1167" y="229"/>
                    <a:pt x="1041" y="71"/>
                  </a:cubicBezTo>
                  <a:cubicBezTo>
                    <a:pt x="978" y="24"/>
                    <a:pt x="891" y="0"/>
                    <a:pt x="8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5"/>
            <p:cNvSpPr/>
            <p:nvPr/>
          </p:nvSpPr>
          <p:spPr>
            <a:xfrm>
              <a:off x="-46244300" y="1966100"/>
              <a:ext cx="38600" cy="86850"/>
            </a:xfrm>
            <a:custGeom>
              <a:rect b="b" l="l" r="r" t="t"/>
              <a:pathLst>
                <a:path extrusionOk="0" h="3474" w="1544">
                  <a:moveTo>
                    <a:pt x="768" y="0"/>
                  </a:moveTo>
                  <a:cubicBezTo>
                    <a:pt x="678" y="0"/>
                    <a:pt x="583" y="24"/>
                    <a:pt x="504" y="71"/>
                  </a:cubicBezTo>
                  <a:cubicBezTo>
                    <a:pt x="0" y="607"/>
                    <a:pt x="0" y="1458"/>
                    <a:pt x="504" y="1962"/>
                  </a:cubicBezTo>
                  <a:cubicBezTo>
                    <a:pt x="756" y="2214"/>
                    <a:pt x="756" y="2655"/>
                    <a:pt x="504" y="2875"/>
                  </a:cubicBezTo>
                  <a:cubicBezTo>
                    <a:pt x="378" y="3001"/>
                    <a:pt x="378" y="3222"/>
                    <a:pt x="504" y="3379"/>
                  </a:cubicBezTo>
                  <a:cubicBezTo>
                    <a:pt x="567" y="3442"/>
                    <a:pt x="654" y="3474"/>
                    <a:pt x="745" y="3474"/>
                  </a:cubicBezTo>
                  <a:cubicBezTo>
                    <a:pt x="835" y="3474"/>
                    <a:pt x="930" y="3442"/>
                    <a:pt x="1008" y="3379"/>
                  </a:cubicBezTo>
                  <a:cubicBezTo>
                    <a:pt x="1544" y="2875"/>
                    <a:pt x="1544" y="2025"/>
                    <a:pt x="1008" y="1489"/>
                  </a:cubicBezTo>
                  <a:cubicBezTo>
                    <a:pt x="788" y="1269"/>
                    <a:pt x="788" y="827"/>
                    <a:pt x="1008" y="607"/>
                  </a:cubicBezTo>
                  <a:cubicBezTo>
                    <a:pt x="1134" y="481"/>
                    <a:pt x="1134" y="229"/>
                    <a:pt x="1008" y="71"/>
                  </a:cubicBezTo>
                  <a:cubicBezTo>
                    <a:pt x="945" y="24"/>
                    <a:pt x="859"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5"/>
            <p:cNvSpPr/>
            <p:nvPr/>
          </p:nvSpPr>
          <p:spPr>
            <a:xfrm>
              <a:off x="-46404975" y="2070250"/>
              <a:ext cx="302475" cy="193800"/>
            </a:xfrm>
            <a:custGeom>
              <a:rect b="b" l="l" r="r" t="t"/>
              <a:pathLst>
                <a:path extrusionOk="0" h="7752" w="12099">
                  <a:moveTo>
                    <a:pt x="11058" y="1419"/>
                  </a:moveTo>
                  <a:cubicBezTo>
                    <a:pt x="11248" y="1419"/>
                    <a:pt x="11405" y="1576"/>
                    <a:pt x="11405" y="1797"/>
                  </a:cubicBezTo>
                  <a:cubicBezTo>
                    <a:pt x="11405" y="3088"/>
                    <a:pt x="10397" y="4160"/>
                    <a:pt x="9137" y="4223"/>
                  </a:cubicBezTo>
                  <a:cubicBezTo>
                    <a:pt x="9578" y="3372"/>
                    <a:pt x="9830" y="2395"/>
                    <a:pt x="9956" y="1419"/>
                  </a:cubicBezTo>
                  <a:close/>
                  <a:moveTo>
                    <a:pt x="9294" y="726"/>
                  </a:moveTo>
                  <a:cubicBezTo>
                    <a:pt x="9200" y="2521"/>
                    <a:pt x="8507" y="4569"/>
                    <a:pt x="7057" y="5640"/>
                  </a:cubicBezTo>
                  <a:lnTo>
                    <a:pt x="3056" y="5640"/>
                  </a:lnTo>
                  <a:lnTo>
                    <a:pt x="3056" y="5672"/>
                  </a:lnTo>
                  <a:cubicBezTo>
                    <a:pt x="1765" y="4695"/>
                    <a:pt x="914" y="2805"/>
                    <a:pt x="819" y="726"/>
                  </a:cubicBezTo>
                  <a:close/>
                  <a:moveTo>
                    <a:pt x="8948" y="6396"/>
                  </a:moveTo>
                  <a:cubicBezTo>
                    <a:pt x="8570" y="6837"/>
                    <a:pt x="8003" y="7090"/>
                    <a:pt x="7372" y="7090"/>
                  </a:cubicBezTo>
                  <a:lnTo>
                    <a:pt x="2710" y="7090"/>
                  </a:lnTo>
                  <a:cubicBezTo>
                    <a:pt x="2080" y="7090"/>
                    <a:pt x="1481" y="6837"/>
                    <a:pt x="1103" y="6396"/>
                  </a:cubicBezTo>
                  <a:close/>
                  <a:moveTo>
                    <a:pt x="441" y="1"/>
                  </a:moveTo>
                  <a:cubicBezTo>
                    <a:pt x="252" y="1"/>
                    <a:pt x="95" y="158"/>
                    <a:pt x="95" y="348"/>
                  </a:cubicBezTo>
                  <a:cubicBezTo>
                    <a:pt x="95" y="2301"/>
                    <a:pt x="725" y="4317"/>
                    <a:pt x="1985" y="5640"/>
                  </a:cubicBezTo>
                  <a:lnTo>
                    <a:pt x="441" y="5640"/>
                  </a:lnTo>
                  <a:cubicBezTo>
                    <a:pt x="158" y="5640"/>
                    <a:pt x="0" y="5924"/>
                    <a:pt x="126" y="6144"/>
                  </a:cubicBezTo>
                  <a:cubicBezTo>
                    <a:pt x="347" y="6617"/>
                    <a:pt x="725" y="7027"/>
                    <a:pt x="1197" y="7342"/>
                  </a:cubicBezTo>
                  <a:cubicBezTo>
                    <a:pt x="1670" y="7594"/>
                    <a:pt x="2174" y="7751"/>
                    <a:pt x="2710" y="7751"/>
                  </a:cubicBezTo>
                  <a:lnTo>
                    <a:pt x="7372" y="7751"/>
                  </a:lnTo>
                  <a:cubicBezTo>
                    <a:pt x="8475" y="7751"/>
                    <a:pt x="9452" y="7121"/>
                    <a:pt x="9956" y="6144"/>
                  </a:cubicBezTo>
                  <a:cubicBezTo>
                    <a:pt x="10082" y="5924"/>
                    <a:pt x="9924" y="5640"/>
                    <a:pt x="9641" y="5640"/>
                  </a:cubicBezTo>
                  <a:lnTo>
                    <a:pt x="8129" y="5640"/>
                  </a:lnTo>
                  <a:lnTo>
                    <a:pt x="8696" y="4916"/>
                  </a:lnTo>
                  <a:lnTo>
                    <a:pt x="8948" y="4916"/>
                  </a:lnTo>
                  <a:lnTo>
                    <a:pt x="8948" y="4947"/>
                  </a:lnTo>
                  <a:cubicBezTo>
                    <a:pt x="10680" y="4947"/>
                    <a:pt x="12098" y="3529"/>
                    <a:pt x="12098" y="1797"/>
                  </a:cubicBezTo>
                  <a:cubicBezTo>
                    <a:pt x="12098" y="1198"/>
                    <a:pt x="11626" y="726"/>
                    <a:pt x="11027" y="726"/>
                  </a:cubicBezTo>
                  <a:lnTo>
                    <a:pt x="9956" y="726"/>
                  </a:lnTo>
                  <a:lnTo>
                    <a:pt x="9956" y="348"/>
                  </a:lnTo>
                  <a:cubicBezTo>
                    <a:pt x="9956" y="158"/>
                    <a:pt x="9798" y="1"/>
                    <a:pt x="96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4" name="Google Shape;1014;p15"/>
          <p:cNvGrpSpPr/>
          <p:nvPr/>
        </p:nvGrpSpPr>
        <p:grpSpPr>
          <a:xfrm>
            <a:off x="4385290" y="1832303"/>
            <a:ext cx="353587" cy="353587"/>
            <a:chOff x="-33673825" y="1916675"/>
            <a:chExt cx="291450" cy="291450"/>
          </a:xfrm>
        </p:grpSpPr>
        <p:sp>
          <p:nvSpPr>
            <p:cNvPr id="1015" name="Google Shape;1015;p15"/>
            <p:cNvSpPr/>
            <p:nvPr/>
          </p:nvSpPr>
          <p:spPr>
            <a:xfrm>
              <a:off x="-33486375" y="1950550"/>
              <a:ext cx="85875" cy="85075"/>
            </a:xfrm>
            <a:custGeom>
              <a:rect b="b" l="l" r="r" t="t"/>
              <a:pathLst>
                <a:path extrusionOk="0" h="3403" w="3435">
                  <a:moveTo>
                    <a:pt x="379" y="0"/>
                  </a:moveTo>
                  <a:cubicBezTo>
                    <a:pt x="158" y="0"/>
                    <a:pt x="1" y="158"/>
                    <a:pt x="1" y="347"/>
                  </a:cubicBezTo>
                  <a:cubicBezTo>
                    <a:pt x="1" y="536"/>
                    <a:pt x="158" y="693"/>
                    <a:pt x="379" y="693"/>
                  </a:cubicBezTo>
                  <a:lnTo>
                    <a:pt x="1072" y="693"/>
                  </a:lnTo>
                  <a:cubicBezTo>
                    <a:pt x="1639" y="693"/>
                    <a:pt x="2111" y="1166"/>
                    <a:pt x="2111" y="1733"/>
                  </a:cubicBezTo>
                  <a:lnTo>
                    <a:pt x="2111" y="2269"/>
                  </a:lnTo>
                  <a:lnTo>
                    <a:pt x="1985" y="2174"/>
                  </a:lnTo>
                  <a:cubicBezTo>
                    <a:pt x="1922" y="2111"/>
                    <a:pt x="1836" y="2080"/>
                    <a:pt x="1749" y="2080"/>
                  </a:cubicBezTo>
                  <a:cubicBezTo>
                    <a:pt x="1663" y="2080"/>
                    <a:pt x="1576" y="2111"/>
                    <a:pt x="1513" y="2174"/>
                  </a:cubicBezTo>
                  <a:cubicBezTo>
                    <a:pt x="1387" y="2269"/>
                    <a:pt x="1387" y="2521"/>
                    <a:pt x="1513" y="2647"/>
                  </a:cubicBezTo>
                  <a:lnTo>
                    <a:pt x="2174" y="3308"/>
                  </a:lnTo>
                  <a:cubicBezTo>
                    <a:pt x="2237" y="3371"/>
                    <a:pt x="2324" y="3403"/>
                    <a:pt x="2411" y="3403"/>
                  </a:cubicBezTo>
                  <a:cubicBezTo>
                    <a:pt x="2497" y="3403"/>
                    <a:pt x="2584" y="3371"/>
                    <a:pt x="2647" y="3308"/>
                  </a:cubicBezTo>
                  <a:lnTo>
                    <a:pt x="3309" y="2647"/>
                  </a:lnTo>
                  <a:cubicBezTo>
                    <a:pt x="3435" y="2521"/>
                    <a:pt x="3435" y="2269"/>
                    <a:pt x="3309" y="2174"/>
                  </a:cubicBezTo>
                  <a:cubicBezTo>
                    <a:pt x="3261" y="2111"/>
                    <a:pt x="3175" y="2080"/>
                    <a:pt x="3084" y="2080"/>
                  </a:cubicBezTo>
                  <a:cubicBezTo>
                    <a:pt x="2994" y="2080"/>
                    <a:pt x="2899" y="2111"/>
                    <a:pt x="2836" y="2174"/>
                  </a:cubicBezTo>
                  <a:lnTo>
                    <a:pt x="2742" y="2269"/>
                  </a:lnTo>
                  <a:lnTo>
                    <a:pt x="2742" y="1733"/>
                  </a:lnTo>
                  <a:cubicBezTo>
                    <a:pt x="2773" y="788"/>
                    <a:pt x="1985" y="0"/>
                    <a:pt x="10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5"/>
            <p:cNvSpPr/>
            <p:nvPr/>
          </p:nvSpPr>
          <p:spPr>
            <a:xfrm>
              <a:off x="-33605300" y="2122250"/>
              <a:ext cx="85075" cy="85875"/>
            </a:xfrm>
            <a:custGeom>
              <a:rect b="b" l="l" r="r" t="t"/>
              <a:pathLst>
                <a:path extrusionOk="0" h="3435" w="3403">
                  <a:moveTo>
                    <a:pt x="1024" y="0"/>
                  </a:moveTo>
                  <a:cubicBezTo>
                    <a:pt x="938" y="0"/>
                    <a:pt x="851" y="32"/>
                    <a:pt x="788" y="95"/>
                  </a:cubicBezTo>
                  <a:lnTo>
                    <a:pt x="126" y="756"/>
                  </a:lnTo>
                  <a:cubicBezTo>
                    <a:pt x="0" y="882"/>
                    <a:pt x="0" y="1134"/>
                    <a:pt x="126" y="1229"/>
                  </a:cubicBezTo>
                  <a:cubicBezTo>
                    <a:pt x="189" y="1292"/>
                    <a:pt x="276" y="1323"/>
                    <a:pt x="363" y="1323"/>
                  </a:cubicBezTo>
                  <a:cubicBezTo>
                    <a:pt x="449" y="1323"/>
                    <a:pt x="536" y="1292"/>
                    <a:pt x="599" y="1229"/>
                  </a:cubicBezTo>
                  <a:lnTo>
                    <a:pt x="725" y="1134"/>
                  </a:lnTo>
                  <a:lnTo>
                    <a:pt x="725" y="1670"/>
                  </a:lnTo>
                  <a:cubicBezTo>
                    <a:pt x="662" y="2174"/>
                    <a:pt x="820" y="2615"/>
                    <a:pt x="1135" y="2930"/>
                  </a:cubicBezTo>
                  <a:cubicBezTo>
                    <a:pt x="1450" y="3245"/>
                    <a:pt x="1891" y="3434"/>
                    <a:pt x="2363" y="3434"/>
                  </a:cubicBezTo>
                  <a:lnTo>
                    <a:pt x="3025" y="3434"/>
                  </a:lnTo>
                  <a:cubicBezTo>
                    <a:pt x="3245" y="3434"/>
                    <a:pt x="3403" y="3277"/>
                    <a:pt x="3403" y="3088"/>
                  </a:cubicBezTo>
                  <a:cubicBezTo>
                    <a:pt x="3403" y="2899"/>
                    <a:pt x="3245" y="2741"/>
                    <a:pt x="3025" y="2741"/>
                  </a:cubicBezTo>
                  <a:lnTo>
                    <a:pt x="2363" y="2741"/>
                  </a:lnTo>
                  <a:cubicBezTo>
                    <a:pt x="1828" y="2741"/>
                    <a:pt x="1355" y="2269"/>
                    <a:pt x="1355" y="1670"/>
                  </a:cubicBezTo>
                  <a:lnTo>
                    <a:pt x="1355" y="1134"/>
                  </a:lnTo>
                  <a:lnTo>
                    <a:pt x="1450" y="1229"/>
                  </a:lnTo>
                  <a:cubicBezTo>
                    <a:pt x="1513" y="1292"/>
                    <a:pt x="1607" y="1323"/>
                    <a:pt x="1698" y="1323"/>
                  </a:cubicBezTo>
                  <a:cubicBezTo>
                    <a:pt x="1788" y="1323"/>
                    <a:pt x="1875" y="1292"/>
                    <a:pt x="1922" y="1229"/>
                  </a:cubicBezTo>
                  <a:cubicBezTo>
                    <a:pt x="2048" y="1134"/>
                    <a:pt x="2048" y="882"/>
                    <a:pt x="1922" y="756"/>
                  </a:cubicBezTo>
                  <a:lnTo>
                    <a:pt x="1261" y="95"/>
                  </a:lnTo>
                  <a:cubicBezTo>
                    <a:pt x="1198" y="32"/>
                    <a:pt x="1111" y="0"/>
                    <a:pt x="10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5"/>
            <p:cNvSpPr/>
            <p:nvPr/>
          </p:nvSpPr>
          <p:spPr>
            <a:xfrm>
              <a:off x="-33673825" y="1916675"/>
              <a:ext cx="189050" cy="189050"/>
            </a:xfrm>
            <a:custGeom>
              <a:rect b="b" l="l" r="r" t="t"/>
              <a:pathLst>
                <a:path extrusionOk="0" h="7562" w="7562">
                  <a:moveTo>
                    <a:pt x="3718" y="694"/>
                  </a:moveTo>
                  <a:cubicBezTo>
                    <a:pt x="5073" y="694"/>
                    <a:pt x="6144" y="1733"/>
                    <a:pt x="6144" y="3088"/>
                  </a:cubicBezTo>
                  <a:lnTo>
                    <a:pt x="6144" y="3466"/>
                  </a:lnTo>
                  <a:lnTo>
                    <a:pt x="6081" y="3466"/>
                  </a:lnTo>
                  <a:cubicBezTo>
                    <a:pt x="5986" y="2647"/>
                    <a:pt x="5262" y="2048"/>
                    <a:pt x="4411" y="2048"/>
                  </a:cubicBezTo>
                  <a:lnTo>
                    <a:pt x="3025" y="2048"/>
                  </a:lnTo>
                  <a:cubicBezTo>
                    <a:pt x="2143" y="2048"/>
                    <a:pt x="1481" y="2678"/>
                    <a:pt x="1324" y="3466"/>
                  </a:cubicBezTo>
                  <a:lnTo>
                    <a:pt x="1292" y="3466"/>
                  </a:lnTo>
                  <a:lnTo>
                    <a:pt x="1292" y="3088"/>
                  </a:lnTo>
                  <a:cubicBezTo>
                    <a:pt x="1355" y="1733"/>
                    <a:pt x="2426" y="694"/>
                    <a:pt x="3718" y="694"/>
                  </a:cubicBezTo>
                  <a:close/>
                  <a:moveTo>
                    <a:pt x="4380" y="2741"/>
                  </a:moveTo>
                  <a:cubicBezTo>
                    <a:pt x="4915" y="2741"/>
                    <a:pt x="5388" y="3214"/>
                    <a:pt x="5388" y="3750"/>
                  </a:cubicBezTo>
                  <a:lnTo>
                    <a:pt x="5388" y="4096"/>
                  </a:lnTo>
                  <a:lnTo>
                    <a:pt x="5388" y="4096"/>
                  </a:lnTo>
                  <a:cubicBezTo>
                    <a:pt x="5153" y="4096"/>
                    <a:pt x="4907" y="4091"/>
                    <a:pt x="4821" y="4033"/>
                  </a:cubicBezTo>
                  <a:cubicBezTo>
                    <a:pt x="4789" y="4002"/>
                    <a:pt x="4758" y="3876"/>
                    <a:pt x="4758" y="3781"/>
                  </a:cubicBezTo>
                  <a:cubicBezTo>
                    <a:pt x="4758" y="3592"/>
                    <a:pt x="4600" y="3435"/>
                    <a:pt x="4411" y="3435"/>
                  </a:cubicBezTo>
                  <a:cubicBezTo>
                    <a:pt x="4191" y="3435"/>
                    <a:pt x="4033" y="3592"/>
                    <a:pt x="4033" y="3781"/>
                  </a:cubicBezTo>
                  <a:cubicBezTo>
                    <a:pt x="4033" y="3876"/>
                    <a:pt x="4033" y="4002"/>
                    <a:pt x="3970" y="4033"/>
                  </a:cubicBezTo>
                  <a:cubicBezTo>
                    <a:pt x="3907" y="4096"/>
                    <a:pt x="3757" y="4112"/>
                    <a:pt x="3576" y="4112"/>
                  </a:cubicBezTo>
                  <a:cubicBezTo>
                    <a:pt x="3395" y="4112"/>
                    <a:pt x="3182" y="4096"/>
                    <a:pt x="2993" y="4096"/>
                  </a:cubicBezTo>
                  <a:lnTo>
                    <a:pt x="1954" y="4096"/>
                  </a:lnTo>
                  <a:lnTo>
                    <a:pt x="1954" y="3750"/>
                  </a:lnTo>
                  <a:cubicBezTo>
                    <a:pt x="1954" y="3214"/>
                    <a:pt x="2426" y="2741"/>
                    <a:pt x="2993" y="2741"/>
                  </a:cubicBezTo>
                  <a:close/>
                  <a:moveTo>
                    <a:pt x="1009" y="4065"/>
                  </a:moveTo>
                  <a:cubicBezTo>
                    <a:pt x="1198" y="4065"/>
                    <a:pt x="1355" y="4222"/>
                    <a:pt x="1355" y="4411"/>
                  </a:cubicBezTo>
                  <a:lnTo>
                    <a:pt x="1355" y="5104"/>
                  </a:lnTo>
                  <a:cubicBezTo>
                    <a:pt x="1355" y="5293"/>
                    <a:pt x="1198" y="5451"/>
                    <a:pt x="1009" y="5451"/>
                  </a:cubicBezTo>
                  <a:cubicBezTo>
                    <a:pt x="820" y="5451"/>
                    <a:pt x="662" y="5293"/>
                    <a:pt x="662" y="5104"/>
                  </a:cubicBezTo>
                  <a:lnTo>
                    <a:pt x="662" y="4411"/>
                  </a:lnTo>
                  <a:cubicBezTo>
                    <a:pt x="662" y="4222"/>
                    <a:pt x="820" y="4065"/>
                    <a:pt x="1009" y="4065"/>
                  </a:cubicBezTo>
                  <a:close/>
                  <a:moveTo>
                    <a:pt x="6490" y="4096"/>
                  </a:moveTo>
                  <a:cubicBezTo>
                    <a:pt x="6679" y="4096"/>
                    <a:pt x="6837" y="4254"/>
                    <a:pt x="6837" y="4474"/>
                  </a:cubicBezTo>
                  <a:lnTo>
                    <a:pt x="6837" y="5136"/>
                  </a:lnTo>
                  <a:cubicBezTo>
                    <a:pt x="6837" y="5325"/>
                    <a:pt x="6679" y="5482"/>
                    <a:pt x="6490" y="5482"/>
                  </a:cubicBezTo>
                  <a:cubicBezTo>
                    <a:pt x="6301" y="5482"/>
                    <a:pt x="6144" y="5325"/>
                    <a:pt x="6144" y="5136"/>
                  </a:cubicBezTo>
                  <a:lnTo>
                    <a:pt x="6144" y="4474"/>
                  </a:lnTo>
                  <a:cubicBezTo>
                    <a:pt x="6144" y="4254"/>
                    <a:pt x="6301" y="4096"/>
                    <a:pt x="6490" y="4096"/>
                  </a:cubicBezTo>
                  <a:close/>
                  <a:moveTo>
                    <a:pt x="4443" y="4537"/>
                  </a:moveTo>
                  <a:cubicBezTo>
                    <a:pt x="4726" y="4726"/>
                    <a:pt x="5073" y="4789"/>
                    <a:pt x="5451" y="4789"/>
                  </a:cubicBezTo>
                  <a:lnTo>
                    <a:pt x="5451" y="5136"/>
                  </a:lnTo>
                  <a:cubicBezTo>
                    <a:pt x="5451" y="6081"/>
                    <a:pt x="4663" y="6869"/>
                    <a:pt x="3718" y="6869"/>
                  </a:cubicBezTo>
                  <a:cubicBezTo>
                    <a:pt x="2773" y="6869"/>
                    <a:pt x="2048" y="6081"/>
                    <a:pt x="2048" y="5136"/>
                  </a:cubicBezTo>
                  <a:lnTo>
                    <a:pt x="2048" y="4789"/>
                  </a:lnTo>
                  <a:lnTo>
                    <a:pt x="3056" y="4789"/>
                  </a:lnTo>
                  <a:cubicBezTo>
                    <a:pt x="3148" y="4789"/>
                    <a:pt x="3241" y="4790"/>
                    <a:pt x="3333" y="4790"/>
                  </a:cubicBezTo>
                  <a:cubicBezTo>
                    <a:pt x="3749" y="4790"/>
                    <a:pt x="4159" y="4769"/>
                    <a:pt x="4443" y="4537"/>
                  </a:cubicBezTo>
                  <a:close/>
                  <a:moveTo>
                    <a:pt x="3813" y="1"/>
                  </a:moveTo>
                  <a:cubicBezTo>
                    <a:pt x="2111" y="1"/>
                    <a:pt x="725" y="1387"/>
                    <a:pt x="725" y="3088"/>
                  </a:cubicBezTo>
                  <a:lnTo>
                    <a:pt x="725" y="3466"/>
                  </a:lnTo>
                  <a:cubicBezTo>
                    <a:pt x="347" y="3624"/>
                    <a:pt x="63" y="4002"/>
                    <a:pt x="63" y="4474"/>
                  </a:cubicBezTo>
                  <a:lnTo>
                    <a:pt x="63" y="5136"/>
                  </a:lnTo>
                  <a:cubicBezTo>
                    <a:pt x="0" y="5671"/>
                    <a:pt x="473" y="6144"/>
                    <a:pt x="1009" y="6144"/>
                  </a:cubicBezTo>
                  <a:cubicBezTo>
                    <a:pt x="1198" y="6144"/>
                    <a:pt x="1355" y="6112"/>
                    <a:pt x="1513" y="6049"/>
                  </a:cubicBezTo>
                  <a:cubicBezTo>
                    <a:pt x="1891" y="6932"/>
                    <a:pt x="2741" y="7562"/>
                    <a:pt x="3781" y="7562"/>
                  </a:cubicBezTo>
                  <a:cubicBezTo>
                    <a:pt x="4789" y="7562"/>
                    <a:pt x="5671" y="6932"/>
                    <a:pt x="6018" y="6049"/>
                  </a:cubicBezTo>
                  <a:cubicBezTo>
                    <a:pt x="6175" y="6112"/>
                    <a:pt x="6333" y="6144"/>
                    <a:pt x="6522" y="6144"/>
                  </a:cubicBezTo>
                  <a:cubicBezTo>
                    <a:pt x="7089" y="6144"/>
                    <a:pt x="7562" y="5671"/>
                    <a:pt x="7562" y="5136"/>
                  </a:cubicBezTo>
                  <a:lnTo>
                    <a:pt x="7562" y="4474"/>
                  </a:lnTo>
                  <a:cubicBezTo>
                    <a:pt x="7562" y="4033"/>
                    <a:pt x="7278" y="3624"/>
                    <a:pt x="6869" y="3466"/>
                  </a:cubicBezTo>
                  <a:lnTo>
                    <a:pt x="6869" y="3088"/>
                  </a:lnTo>
                  <a:cubicBezTo>
                    <a:pt x="6869" y="1387"/>
                    <a:pt x="5514" y="1"/>
                    <a:pt x="38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5"/>
            <p:cNvSpPr/>
            <p:nvPr/>
          </p:nvSpPr>
          <p:spPr>
            <a:xfrm>
              <a:off x="-33503700" y="2070250"/>
              <a:ext cx="121325" cy="137075"/>
            </a:xfrm>
            <a:custGeom>
              <a:rect b="b" l="l" r="r" t="t"/>
              <a:pathLst>
                <a:path extrusionOk="0" h="5483" w="4853">
                  <a:moveTo>
                    <a:pt x="3151" y="726"/>
                  </a:moveTo>
                  <a:cubicBezTo>
                    <a:pt x="3687" y="726"/>
                    <a:pt x="4222" y="1198"/>
                    <a:pt x="4222" y="1734"/>
                  </a:cubicBezTo>
                  <a:lnTo>
                    <a:pt x="4222" y="2112"/>
                  </a:lnTo>
                  <a:cubicBezTo>
                    <a:pt x="3939" y="2112"/>
                    <a:pt x="3655" y="2112"/>
                    <a:pt x="3592" y="1986"/>
                  </a:cubicBezTo>
                  <a:cubicBezTo>
                    <a:pt x="3529" y="1954"/>
                    <a:pt x="3498" y="1828"/>
                    <a:pt x="3498" y="1734"/>
                  </a:cubicBezTo>
                  <a:cubicBezTo>
                    <a:pt x="3498" y="1545"/>
                    <a:pt x="3340" y="1387"/>
                    <a:pt x="3151" y="1387"/>
                  </a:cubicBezTo>
                  <a:cubicBezTo>
                    <a:pt x="2962" y="1387"/>
                    <a:pt x="2804" y="1545"/>
                    <a:pt x="2804" y="1734"/>
                  </a:cubicBezTo>
                  <a:cubicBezTo>
                    <a:pt x="2804" y="1828"/>
                    <a:pt x="2804" y="1954"/>
                    <a:pt x="2710" y="1986"/>
                  </a:cubicBezTo>
                  <a:cubicBezTo>
                    <a:pt x="2636" y="2060"/>
                    <a:pt x="2487" y="2090"/>
                    <a:pt x="2312" y="2090"/>
                  </a:cubicBezTo>
                  <a:cubicBezTo>
                    <a:pt x="2189" y="2090"/>
                    <a:pt x="2053" y="2075"/>
                    <a:pt x="1922" y="2049"/>
                  </a:cubicBezTo>
                  <a:lnTo>
                    <a:pt x="694" y="2049"/>
                  </a:lnTo>
                  <a:lnTo>
                    <a:pt x="694" y="1734"/>
                  </a:lnTo>
                  <a:cubicBezTo>
                    <a:pt x="694" y="1198"/>
                    <a:pt x="1166" y="726"/>
                    <a:pt x="1765" y="726"/>
                  </a:cubicBezTo>
                  <a:close/>
                  <a:moveTo>
                    <a:pt x="3151" y="2521"/>
                  </a:moveTo>
                  <a:cubicBezTo>
                    <a:pt x="3435" y="2742"/>
                    <a:pt x="3813" y="2773"/>
                    <a:pt x="4222" y="2773"/>
                  </a:cubicBezTo>
                  <a:lnTo>
                    <a:pt x="4222" y="3120"/>
                  </a:lnTo>
                  <a:cubicBezTo>
                    <a:pt x="4159" y="4034"/>
                    <a:pt x="3372" y="4853"/>
                    <a:pt x="2426" y="4853"/>
                  </a:cubicBezTo>
                  <a:cubicBezTo>
                    <a:pt x="1481" y="4853"/>
                    <a:pt x="694" y="4065"/>
                    <a:pt x="694" y="3120"/>
                  </a:cubicBezTo>
                  <a:lnTo>
                    <a:pt x="694" y="2773"/>
                  </a:lnTo>
                  <a:lnTo>
                    <a:pt x="1765" y="2773"/>
                  </a:lnTo>
                  <a:cubicBezTo>
                    <a:pt x="1859" y="2773"/>
                    <a:pt x="2836" y="2773"/>
                    <a:pt x="3151" y="2521"/>
                  </a:cubicBezTo>
                  <a:close/>
                  <a:moveTo>
                    <a:pt x="1733" y="1"/>
                  </a:moveTo>
                  <a:cubicBezTo>
                    <a:pt x="788" y="1"/>
                    <a:pt x="1" y="757"/>
                    <a:pt x="1" y="1702"/>
                  </a:cubicBezTo>
                  <a:lnTo>
                    <a:pt x="1" y="3088"/>
                  </a:lnTo>
                  <a:cubicBezTo>
                    <a:pt x="1" y="4412"/>
                    <a:pt x="1103" y="5483"/>
                    <a:pt x="2395" y="5483"/>
                  </a:cubicBezTo>
                  <a:cubicBezTo>
                    <a:pt x="3750" y="5483"/>
                    <a:pt x="4789" y="4380"/>
                    <a:pt x="4789" y="3088"/>
                  </a:cubicBezTo>
                  <a:lnTo>
                    <a:pt x="4789" y="1702"/>
                  </a:lnTo>
                  <a:cubicBezTo>
                    <a:pt x="4852" y="789"/>
                    <a:pt x="4065" y="1"/>
                    <a:pt x="3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9" name="Google Shape;1019;p15"/>
          <p:cNvGrpSpPr/>
          <p:nvPr/>
        </p:nvGrpSpPr>
        <p:grpSpPr>
          <a:xfrm>
            <a:off x="1657209" y="1821733"/>
            <a:ext cx="353587" cy="353587"/>
            <a:chOff x="-34776500" y="2631825"/>
            <a:chExt cx="291450" cy="291450"/>
          </a:xfrm>
        </p:grpSpPr>
        <p:sp>
          <p:nvSpPr>
            <p:cNvPr id="1020" name="Google Shape;1020;p15"/>
            <p:cNvSpPr/>
            <p:nvPr/>
          </p:nvSpPr>
          <p:spPr>
            <a:xfrm>
              <a:off x="-34691425" y="2666500"/>
              <a:ext cx="120525" cy="154400"/>
            </a:xfrm>
            <a:custGeom>
              <a:rect b="b" l="l" r="r" t="t"/>
              <a:pathLst>
                <a:path extrusionOk="0" h="6176" w="4821">
                  <a:moveTo>
                    <a:pt x="2331" y="693"/>
                  </a:moveTo>
                  <a:cubicBezTo>
                    <a:pt x="3277" y="693"/>
                    <a:pt x="4033" y="1449"/>
                    <a:pt x="4033" y="2394"/>
                  </a:cubicBezTo>
                  <a:cubicBezTo>
                    <a:pt x="4096" y="2899"/>
                    <a:pt x="3844" y="3466"/>
                    <a:pt x="3403" y="3781"/>
                  </a:cubicBezTo>
                  <a:cubicBezTo>
                    <a:pt x="3151" y="3970"/>
                    <a:pt x="2741" y="4348"/>
                    <a:pt x="2741" y="4946"/>
                  </a:cubicBezTo>
                  <a:lnTo>
                    <a:pt x="2741" y="5135"/>
                  </a:lnTo>
                  <a:cubicBezTo>
                    <a:pt x="2741" y="5356"/>
                    <a:pt x="2583" y="5513"/>
                    <a:pt x="2363" y="5513"/>
                  </a:cubicBezTo>
                  <a:cubicBezTo>
                    <a:pt x="2174" y="5513"/>
                    <a:pt x="2016" y="5356"/>
                    <a:pt x="2016" y="5135"/>
                  </a:cubicBezTo>
                  <a:lnTo>
                    <a:pt x="2016" y="4946"/>
                  </a:lnTo>
                  <a:cubicBezTo>
                    <a:pt x="2016" y="4285"/>
                    <a:pt x="2363" y="3655"/>
                    <a:pt x="2962" y="3214"/>
                  </a:cubicBezTo>
                  <a:cubicBezTo>
                    <a:pt x="3245" y="3025"/>
                    <a:pt x="3403" y="2710"/>
                    <a:pt x="3403" y="2394"/>
                  </a:cubicBezTo>
                  <a:cubicBezTo>
                    <a:pt x="3403" y="1827"/>
                    <a:pt x="2930" y="1355"/>
                    <a:pt x="2363" y="1355"/>
                  </a:cubicBezTo>
                  <a:cubicBezTo>
                    <a:pt x="1827" y="1355"/>
                    <a:pt x="1355" y="1827"/>
                    <a:pt x="1355" y="2394"/>
                  </a:cubicBezTo>
                  <a:cubicBezTo>
                    <a:pt x="1355" y="2583"/>
                    <a:pt x="1197" y="2741"/>
                    <a:pt x="1008" y="2741"/>
                  </a:cubicBezTo>
                  <a:cubicBezTo>
                    <a:pt x="788" y="2741"/>
                    <a:pt x="630" y="2583"/>
                    <a:pt x="630" y="2394"/>
                  </a:cubicBezTo>
                  <a:cubicBezTo>
                    <a:pt x="630" y="1449"/>
                    <a:pt x="1386" y="693"/>
                    <a:pt x="2331" y="693"/>
                  </a:cubicBezTo>
                  <a:close/>
                  <a:moveTo>
                    <a:pt x="2426" y="0"/>
                  </a:moveTo>
                  <a:cubicBezTo>
                    <a:pt x="1071" y="0"/>
                    <a:pt x="0" y="1040"/>
                    <a:pt x="0" y="2394"/>
                  </a:cubicBezTo>
                  <a:cubicBezTo>
                    <a:pt x="0" y="2930"/>
                    <a:pt x="473" y="3403"/>
                    <a:pt x="1040" y="3403"/>
                  </a:cubicBezTo>
                  <a:cubicBezTo>
                    <a:pt x="1575" y="3403"/>
                    <a:pt x="2048" y="2930"/>
                    <a:pt x="2048" y="2394"/>
                  </a:cubicBezTo>
                  <a:cubicBezTo>
                    <a:pt x="2048" y="2205"/>
                    <a:pt x="2205" y="2048"/>
                    <a:pt x="2426" y="2048"/>
                  </a:cubicBezTo>
                  <a:cubicBezTo>
                    <a:pt x="2615" y="2048"/>
                    <a:pt x="2772" y="2205"/>
                    <a:pt x="2772" y="2394"/>
                  </a:cubicBezTo>
                  <a:cubicBezTo>
                    <a:pt x="2772" y="2520"/>
                    <a:pt x="2741" y="2583"/>
                    <a:pt x="2615" y="2646"/>
                  </a:cubicBezTo>
                  <a:cubicBezTo>
                    <a:pt x="1827" y="3245"/>
                    <a:pt x="1386" y="4064"/>
                    <a:pt x="1386" y="4946"/>
                  </a:cubicBezTo>
                  <a:lnTo>
                    <a:pt x="1386" y="5135"/>
                  </a:lnTo>
                  <a:cubicBezTo>
                    <a:pt x="1386" y="5702"/>
                    <a:pt x="1859" y="6175"/>
                    <a:pt x="2426" y="6175"/>
                  </a:cubicBezTo>
                  <a:cubicBezTo>
                    <a:pt x="2962" y="6175"/>
                    <a:pt x="3434" y="5702"/>
                    <a:pt x="3434" y="5135"/>
                  </a:cubicBezTo>
                  <a:lnTo>
                    <a:pt x="3434" y="4946"/>
                  </a:lnTo>
                  <a:cubicBezTo>
                    <a:pt x="3434" y="4663"/>
                    <a:pt x="3686" y="4442"/>
                    <a:pt x="3844" y="4316"/>
                  </a:cubicBezTo>
                  <a:cubicBezTo>
                    <a:pt x="4474" y="3875"/>
                    <a:pt x="4820" y="3151"/>
                    <a:pt x="4820" y="2394"/>
                  </a:cubicBezTo>
                  <a:cubicBezTo>
                    <a:pt x="4789" y="1040"/>
                    <a:pt x="3718" y="0"/>
                    <a:pt x="24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5"/>
            <p:cNvSpPr/>
            <p:nvPr/>
          </p:nvSpPr>
          <p:spPr>
            <a:xfrm>
              <a:off x="-34656775" y="2837400"/>
              <a:ext cx="51200" cy="51225"/>
            </a:xfrm>
            <a:custGeom>
              <a:rect b="b" l="l" r="r" t="t"/>
              <a:pathLst>
                <a:path extrusionOk="0" h="2049" w="2048">
                  <a:moveTo>
                    <a:pt x="1040" y="662"/>
                  </a:moveTo>
                  <a:cubicBezTo>
                    <a:pt x="1229" y="662"/>
                    <a:pt x="1386" y="820"/>
                    <a:pt x="1386" y="1040"/>
                  </a:cubicBezTo>
                  <a:cubicBezTo>
                    <a:pt x="1386" y="1229"/>
                    <a:pt x="1197" y="1387"/>
                    <a:pt x="1040" y="1387"/>
                  </a:cubicBezTo>
                  <a:cubicBezTo>
                    <a:pt x="819" y="1387"/>
                    <a:pt x="662" y="1229"/>
                    <a:pt x="662" y="1040"/>
                  </a:cubicBezTo>
                  <a:cubicBezTo>
                    <a:pt x="662" y="820"/>
                    <a:pt x="819" y="662"/>
                    <a:pt x="1040" y="662"/>
                  </a:cubicBezTo>
                  <a:close/>
                  <a:moveTo>
                    <a:pt x="1040" y="1"/>
                  </a:moveTo>
                  <a:cubicBezTo>
                    <a:pt x="473" y="1"/>
                    <a:pt x="0" y="473"/>
                    <a:pt x="0" y="1040"/>
                  </a:cubicBezTo>
                  <a:cubicBezTo>
                    <a:pt x="0" y="1576"/>
                    <a:pt x="473" y="2048"/>
                    <a:pt x="1040" y="2048"/>
                  </a:cubicBezTo>
                  <a:cubicBezTo>
                    <a:pt x="1576" y="2048"/>
                    <a:pt x="2048" y="1576"/>
                    <a:pt x="2048" y="1040"/>
                  </a:cubicBezTo>
                  <a:cubicBezTo>
                    <a:pt x="2048" y="473"/>
                    <a:pt x="1576" y="1"/>
                    <a:pt x="10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5"/>
            <p:cNvSpPr/>
            <p:nvPr/>
          </p:nvSpPr>
          <p:spPr>
            <a:xfrm>
              <a:off x="-34776500" y="2631825"/>
              <a:ext cx="291450" cy="291450"/>
            </a:xfrm>
            <a:custGeom>
              <a:rect b="b" l="l" r="r" t="t"/>
              <a:pathLst>
                <a:path extrusionOk="0" h="11658" w="11658">
                  <a:moveTo>
                    <a:pt x="5829" y="662"/>
                  </a:moveTo>
                  <a:cubicBezTo>
                    <a:pt x="8664" y="662"/>
                    <a:pt x="10964" y="2994"/>
                    <a:pt x="10964" y="5829"/>
                  </a:cubicBezTo>
                  <a:cubicBezTo>
                    <a:pt x="10933" y="8665"/>
                    <a:pt x="8664" y="10996"/>
                    <a:pt x="5829" y="10996"/>
                  </a:cubicBezTo>
                  <a:cubicBezTo>
                    <a:pt x="2993" y="10996"/>
                    <a:pt x="662" y="8665"/>
                    <a:pt x="662" y="5829"/>
                  </a:cubicBezTo>
                  <a:cubicBezTo>
                    <a:pt x="662" y="2994"/>
                    <a:pt x="2993" y="662"/>
                    <a:pt x="5829" y="662"/>
                  </a:cubicBezTo>
                  <a:close/>
                  <a:moveTo>
                    <a:pt x="5829" y="1"/>
                  </a:moveTo>
                  <a:cubicBezTo>
                    <a:pt x="2584" y="1"/>
                    <a:pt x="0" y="2647"/>
                    <a:pt x="0" y="5829"/>
                  </a:cubicBezTo>
                  <a:cubicBezTo>
                    <a:pt x="0" y="9043"/>
                    <a:pt x="2615" y="11658"/>
                    <a:pt x="5829" y="11658"/>
                  </a:cubicBezTo>
                  <a:cubicBezTo>
                    <a:pt x="9042" y="11658"/>
                    <a:pt x="11657" y="9011"/>
                    <a:pt x="11657" y="5829"/>
                  </a:cubicBezTo>
                  <a:cubicBezTo>
                    <a:pt x="11657" y="2584"/>
                    <a:pt x="9011" y="1"/>
                    <a:pt x="58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3f68990add_0_5"/>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a:t>
            </a:r>
            <a:r>
              <a:rPr lang="en">
                <a:solidFill>
                  <a:schemeClr val="accent1"/>
                </a:solidFill>
              </a:rPr>
              <a:t>mode </a:t>
            </a:r>
            <a:r>
              <a:rPr lang="en"/>
              <a:t>do I use?</a:t>
            </a:r>
            <a:endParaRPr/>
          </a:p>
        </p:txBody>
      </p:sp>
      <p:sp>
        <p:nvSpPr>
          <p:cNvPr id="1028" name="Google Shape;1028;g33f68990add_0_5"/>
          <p:cNvSpPr txBox="1"/>
          <p:nvPr>
            <p:ph idx="1" type="subTitle"/>
          </p:nvPr>
        </p:nvSpPr>
        <p:spPr>
          <a:xfrm>
            <a:off x="720000" y="1541950"/>
            <a:ext cx="4133700" cy="22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No catch-all situation!</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lang="en" sz="2300"/>
              <a:t>Personality traits of everyone involved</a:t>
            </a:r>
            <a:endParaRPr sz="2300"/>
          </a:p>
          <a:p>
            <a:pPr indent="-374650" lvl="0" marL="457200" rtl="0" algn="l">
              <a:spcBef>
                <a:spcPts val="0"/>
              </a:spcBef>
              <a:spcAft>
                <a:spcPts val="0"/>
              </a:spcAft>
              <a:buSzPts val="2300"/>
              <a:buChar char="●"/>
            </a:pPr>
            <a:r>
              <a:rPr lang="en" sz="2300"/>
              <a:t>The problem itself</a:t>
            </a:r>
            <a:endParaRPr sz="2300"/>
          </a:p>
          <a:p>
            <a:pPr indent="-374650" lvl="0" marL="457200" rtl="0" algn="l">
              <a:spcBef>
                <a:spcPts val="0"/>
              </a:spcBef>
              <a:spcAft>
                <a:spcPts val="0"/>
              </a:spcAft>
              <a:buSzPts val="2300"/>
              <a:buChar char="●"/>
            </a:pPr>
            <a:r>
              <a:rPr lang="en" sz="2300"/>
              <a:t>Interpersonal relationships</a:t>
            </a:r>
            <a:endParaRPr sz="2300"/>
          </a:p>
          <a:p>
            <a:pPr indent="-374650" lvl="0" marL="457200" rtl="0" algn="l">
              <a:spcBef>
                <a:spcPts val="0"/>
              </a:spcBef>
              <a:spcAft>
                <a:spcPts val="0"/>
              </a:spcAft>
              <a:buSzPts val="2300"/>
              <a:buChar char="●"/>
            </a:pPr>
            <a:r>
              <a:rPr lang="en" sz="2300"/>
              <a:t>Hierarchical position</a:t>
            </a:r>
            <a:endParaRPr sz="2300"/>
          </a:p>
        </p:txBody>
      </p:sp>
      <p:grpSp>
        <p:nvGrpSpPr>
          <p:cNvPr id="1029" name="Google Shape;1029;g33f68990add_0_5"/>
          <p:cNvGrpSpPr/>
          <p:nvPr/>
        </p:nvGrpSpPr>
        <p:grpSpPr>
          <a:xfrm>
            <a:off x="7895116" y="1568234"/>
            <a:ext cx="767753" cy="3575140"/>
            <a:chOff x="8686141" y="2625448"/>
            <a:chExt cx="595388" cy="2518059"/>
          </a:xfrm>
        </p:grpSpPr>
        <p:sp>
          <p:nvSpPr>
            <p:cNvPr id="1030" name="Google Shape;1030;g33f68990add_0_5"/>
            <p:cNvSpPr/>
            <p:nvPr/>
          </p:nvSpPr>
          <p:spPr>
            <a:xfrm>
              <a:off x="8777004" y="3992087"/>
              <a:ext cx="403507" cy="1148513"/>
            </a:xfrm>
            <a:custGeom>
              <a:rect b="b" l="l" r="r" t="t"/>
              <a:pathLst>
                <a:path extrusionOk="0" h="26468" w="9299">
                  <a:moveTo>
                    <a:pt x="577" y="1"/>
                  </a:moveTo>
                  <a:lnTo>
                    <a:pt x="509" y="408"/>
                  </a:lnTo>
                  <a:cubicBezTo>
                    <a:pt x="509" y="408"/>
                    <a:pt x="1" y="4583"/>
                    <a:pt x="373" y="7298"/>
                  </a:cubicBezTo>
                  <a:cubicBezTo>
                    <a:pt x="747" y="10013"/>
                    <a:pt x="1290" y="12186"/>
                    <a:pt x="1290" y="12355"/>
                  </a:cubicBezTo>
                  <a:cubicBezTo>
                    <a:pt x="1290" y="12525"/>
                    <a:pt x="1604" y="15411"/>
                    <a:pt x="2003" y="17277"/>
                  </a:cubicBezTo>
                  <a:cubicBezTo>
                    <a:pt x="2175" y="18085"/>
                    <a:pt x="2818" y="23555"/>
                    <a:pt x="2818" y="23555"/>
                  </a:cubicBezTo>
                  <a:cubicBezTo>
                    <a:pt x="2818" y="23555"/>
                    <a:pt x="2444" y="24778"/>
                    <a:pt x="1969" y="25355"/>
                  </a:cubicBezTo>
                  <a:cubicBezTo>
                    <a:pt x="1494" y="25932"/>
                    <a:pt x="1189" y="26272"/>
                    <a:pt x="1426" y="26407"/>
                  </a:cubicBezTo>
                  <a:cubicBezTo>
                    <a:pt x="1505" y="26452"/>
                    <a:pt x="1848" y="26467"/>
                    <a:pt x="2270" y="26467"/>
                  </a:cubicBezTo>
                  <a:cubicBezTo>
                    <a:pt x="3115" y="26467"/>
                    <a:pt x="4277" y="26407"/>
                    <a:pt x="4277" y="26407"/>
                  </a:cubicBezTo>
                  <a:cubicBezTo>
                    <a:pt x="4277" y="26407"/>
                    <a:pt x="4413" y="26136"/>
                    <a:pt x="4413" y="25457"/>
                  </a:cubicBezTo>
                  <a:cubicBezTo>
                    <a:pt x="4413" y="24778"/>
                    <a:pt x="4243" y="23793"/>
                    <a:pt x="4243" y="23250"/>
                  </a:cubicBezTo>
                  <a:cubicBezTo>
                    <a:pt x="4243" y="22707"/>
                    <a:pt x="4514" y="12966"/>
                    <a:pt x="4514" y="12966"/>
                  </a:cubicBezTo>
                  <a:lnTo>
                    <a:pt x="4582" y="4617"/>
                  </a:lnTo>
                  <a:lnTo>
                    <a:pt x="4582" y="4302"/>
                  </a:lnTo>
                  <a:lnTo>
                    <a:pt x="4717" y="4617"/>
                  </a:lnTo>
                  <a:lnTo>
                    <a:pt x="4785" y="12966"/>
                  </a:lnTo>
                  <a:cubicBezTo>
                    <a:pt x="4785" y="12966"/>
                    <a:pt x="5056" y="22707"/>
                    <a:pt x="5056" y="23250"/>
                  </a:cubicBezTo>
                  <a:cubicBezTo>
                    <a:pt x="5056" y="23793"/>
                    <a:pt x="4887" y="24778"/>
                    <a:pt x="4887" y="25457"/>
                  </a:cubicBezTo>
                  <a:cubicBezTo>
                    <a:pt x="4887" y="26136"/>
                    <a:pt x="5022" y="26407"/>
                    <a:pt x="5022" y="26407"/>
                  </a:cubicBezTo>
                  <a:cubicBezTo>
                    <a:pt x="5022" y="26407"/>
                    <a:pt x="6183" y="26467"/>
                    <a:pt x="7028" y="26467"/>
                  </a:cubicBezTo>
                  <a:cubicBezTo>
                    <a:pt x="7451" y="26467"/>
                    <a:pt x="7794" y="26452"/>
                    <a:pt x="7873" y="26407"/>
                  </a:cubicBezTo>
                  <a:cubicBezTo>
                    <a:pt x="8111" y="26272"/>
                    <a:pt x="7806" y="25932"/>
                    <a:pt x="7330" y="25355"/>
                  </a:cubicBezTo>
                  <a:cubicBezTo>
                    <a:pt x="6856" y="24778"/>
                    <a:pt x="6482" y="23555"/>
                    <a:pt x="6482" y="23555"/>
                  </a:cubicBezTo>
                  <a:cubicBezTo>
                    <a:pt x="6482" y="23555"/>
                    <a:pt x="7153" y="18091"/>
                    <a:pt x="7296" y="17277"/>
                  </a:cubicBezTo>
                  <a:cubicBezTo>
                    <a:pt x="7670" y="15162"/>
                    <a:pt x="8009" y="12525"/>
                    <a:pt x="8009" y="12355"/>
                  </a:cubicBezTo>
                  <a:cubicBezTo>
                    <a:pt x="8009" y="12186"/>
                    <a:pt x="8552" y="10013"/>
                    <a:pt x="8926" y="7298"/>
                  </a:cubicBezTo>
                  <a:cubicBezTo>
                    <a:pt x="9299" y="4583"/>
                    <a:pt x="8790" y="408"/>
                    <a:pt x="8790" y="408"/>
                  </a:cubicBezTo>
                  <a:lnTo>
                    <a:pt x="872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g33f68990add_0_5"/>
            <p:cNvSpPr/>
            <p:nvPr/>
          </p:nvSpPr>
          <p:spPr>
            <a:xfrm>
              <a:off x="8774227" y="3989223"/>
              <a:ext cx="409018" cy="1154284"/>
            </a:xfrm>
            <a:custGeom>
              <a:rect b="b" l="l" r="r" t="t"/>
              <a:pathLst>
                <a:path extrusionOk="0" h="26601" w="9426">
                  <a:moveTo>
                    <a:pt x="8730" y="133"/>
                  </a:moveTo>
                  <a:lnTo>
                    <a:pt x="8788" y="483"/>
                  </a:lnTo>
                  <a:cubicBezTo>
                    <a:pt x="8800" y="579"/>
                    <a:pt x="9290" y="4697"/>
                    <a:pt x="8924" y="7355"/>
                  </a:cubicBezTo>
                  <a:cubicBezTo>
                    <a:pt x="8662" y="9259"/>
                    <a:pt x="8318" y="10889"/>
                    <a:pt x="8134" y="11763"/>
                  </a:cubicBezTo>
                  <a:cubicBezTo>
                    <a:pt x="8044" y="12190"/>
                    <a:pt x="8007" y="12366"/>
                    <a:pt x="8007" y="12421"/>
                  </a:cubicBezTo>
                  <a:cubicBezTo>
                    <a:pt x="8007" y="12584"/>
                    <a:pt x="7670" y="15212"/>
                    <a:pt x="7295" y="17331"/>
                  </a:cubicBezTo>
                  <a:cubicBezTo>
                    <a:pt x="7153" y="18138"/>
                    <a:pt x="6487" y="23559"/>
                    <a:pt x="6480" y="23614"/>
                  </a:cubicBezTo>
                  <a:cubicBezTo>
                    <a:pt x="6478" y="23623"/>
                    <a:pt x="6480" y="23632"/>
                    <a:pt x="6482" y="23642"/>
                  </a:cubicBezTo>
                  <a:cubicBezTo>
                    <a:pt x="6497" y="23691"/>
                    <a:pt x="6865" y="24883"/>
                    <a:pt x="7343" y="25464"/>
                  </a:cubicBezTo>
                  <a:lnTo>
                    <a:pt x="7436" y="25575"/>
                  </a:lnTo>
                  <a:cubicBezTo>
                    <a:pt x="7737" y="25940"/>
                    <a:pt x="7976" y="26228"/>
                    <a:pt x="7953" y="26358"/>
                  </a:cubicBezTo>
                  <a:cubicBezTo>
                    <a:pt x="7949" y="26373"/>
                    <a:pt x="7941" y="26395"/>
                    <a:pt x="7905" y="26416"/>
                  </a:cubicBezTo>
                  <a:cubicBezTo>
                    <a:pt x="7839" y="26453"/>
                    <a:pt x="7527" y="26467"/>
                    <a:pt x="7112" y="26467"/>
                  </a:cubicBezTo>
                  <a:cubicBezTo>
                    <a:pt x="6522" y="26467"/>
                    <a:pt x="5723" y="26439"/>
                    <a:pt x="5132" y="26409"/>
                  </a:cubicBezTo>
                  <a:cubicBezTo>
                    <a:pt x="5099" y="26318"/>
                    <a:pt x="5017" y="26042"/>
                    <a:pt x="5017" y="25523"/>
                  </a:cubicBezTo>
                  <a:cubicBezTo>
                    <a:pt x="5017" y="25168"/>
                    <a:pt x="5065" y="24731"/>
                    <a:pt x="5110" y="24309"/>
                  </a:cubicBezTo>
                  <a:cubicBezTo>
                    <a:pt x="5150" y="23933"/>
                    <a:pt x="5188" y="23576"/>
                    <a:pt x="5188" y="23316"/>
                  </a:cubicBezTo>
                  <a:cubicBezTo>
                    <a:pt x="5188" y="22779"/>
                    <a:pt x="4918" y="13128"/>
                    <a:pt x="4916" y="13032"/>
                  </a:cubicBezTo>
                  <a:lnTo>
                    <a:pt x="4848" y="4682"/>
                  </a:lnTo>
                  <a:cubicBezTo>
                    <a:pt x="4848" y="4674"/>
                    <a:pt x="4846" y="4664"/>
                    <a:pt x="4842" y="4657"/>
                  </a:cubicBezTo>
                  <a:lnTo>
                    <a:pt x="4707" y="4342"/>
                  </a:lnTo>
                  <a:cubicBezTo>
                    <a:pt x="4697" y="4318"/>
                    <a:pt x="4673" y="4302"/>
                    <a:pt x="4646" y="4302"/>
                  </a:cubicBezTo>
                  <a:cubicBezTo>
                    <a:pt x="4641" y="4302"/>
                    <a:pt x="4637" y="4303"/>
                    <a:pt x="4633" y="4303"/>
                  </a:cubicBezTo>
                  <a:cubicBezTo>
                    <a:pt x="4602" y="4309"/>
                    <a:pt x="4580" y="4337"/>
                    <a:pt x="4580" y="4368"/>
                  </a:cubicBezTo>
                  <a:lnTo>
                    <a:pt x="4580" y="4682"/>
                  </a:lnTo>
                  <a:lnTo>
                    <a:pt x="4512" y="13030"/>
                  </a:lnTo>
                  <a:cubicBezTo>
                    <a:pt x="4510" y="13128"/>
                    <a:pt x="4241" y="22779"/>
                    <a:pt x="4241" y="23316"/>
                  </a:cubicBezTo>
                  <a:cubicBezTo>
                    <a:pt x="4241" y="23576"/>
                    <a:pt x="4279" y="23933"/>
                    <a:pt x="4319" y="24309"/>
                  </a:cubicBezTo>
                  <a:cubicBezTo>
                    <a:pt x="4364" y="24731"/>
                    <a:pt x="4410" y="25168"/>
                    <a:pt x="4410" y="25523"/>
                  </a:cubicBezTo>
                  <a:cubicBezTo>
                    <a:pt x="4410" y="26042"/>
                    <a:pt x="4329" y="26318"/>
                    <a:pt x="4296" y="26409"/>
                  </a:cubicBezTo>
                  <a:cubicBezTo>
                    <a:pt x="3707" y="26439"/>
                    <a:pt x="2913" y="26467"/>
                    <a:pt x="2323" y="26467"/>
                  </a:cubicBezTo>
                  <a:cubicBezTo>
                    <a:pt x="1904" y="26467"/>
                    <a:pt x="1588" y="26453"/>
                    <a:pt x="1522" y="26415"/>
                  </a:cubicBezTo>
                  <a:cubicBezTo>
                    <a:pt x="1487" y="26395"/>
                    <a:pt x="1479" y="26373"/>
                    <a:pt x="1475" y="26358"/>
                  </a:cubicBezTo>
                  <a:cubicBezTo>
                    <a:pt x="1451" y="26228"/>
                    <a:pt x="1690" y="25940"/>
                    <a:pt x="1992" y="25575"/>
                  </a:cubicBezTo>
                  <a:lnTo>
                    <a:pt x="2084" y="25464"/>
                  </a:lnTo>
                  <a:cubicBezTo>
                    <a:pt x="2562" y="24883"/>
                    <a:pt x="2929" y="23691"/>
                    <a:pt x="2946" y="23642"/>
                  </a:cubicBezTo>
                  <a:cubicBezTo>
                    <a:pt x="2948" y="23632"/>
                    <a:pt x="2949" y="23624"/>
                    <a:pt x="2948" y="23614"/>
                  </a:cubicBezTo>
                  <a:cubicBezTo>
                    <a:pt x="2921" y="23391"/>
                    <a:pt x="2303" y="18131"/>
                    <a:pt x="2132" y="17328"/>
                  </a:cubicBezTo>
                  <a:cubicBezTo>
                    <a:pt x="1738" y="15483"/>
                    <a:pt x="1421" y="12598"/>
                    <a:pt x="1421" y="12421"/>
                  </a:cubicBezTo>
                  <a:cubicBezTo>
                    <a:pt x="1421" y="12366"/>
                    <a:pt x="1384" y="12190"/>
                    <a:pt x="1294" y="11763"/>
                  </a:cubicBezTo>
                  <a:cubicBezTo>
                    <a:pt x="1109" y="10889"/>
                    <a:pt x="765" y="9261"/>
                    <a:pt x="504" y="7355"/>
                  </a:cubicBezTo>
                  <a:cubicBezTo>
                    <a:pt x="136" y="4680"/>
                    <a:pt x="635" y="523"/>
                    <a:pt x="640" y="484"/>
                  </a:cubicBezTo>
                  <a:lnTo>
                    <a:pt x="698" y="133"/>
                  </a:lnTo>
                  <a:close/>
                  <a:moveTo>
                    <a:pt x="641" y="0"/>
                  </a:moveTo>
                  <a:cubicBezTo>
                    <a:pt x="609" y="0"/>
                    <a:pt x="581" y="24"/>
                    <a:pt x="576" y="56"/>
                  </a:cubicBezTo>
                  <a:lnTo>
                    <a:pt x="507" y="467"/>
                  </a:lnTo>
                  <a:cubicBezTo>
                    <a:pt x="502" y="508"/>
                    <a:pt x="1" y="4681"/>
                    <a:pt x="371" y="7374"/>
                  </a:cubicBezTo>
                  <a:cubicBezTo>
                    <a:pt x="634" y="9283"/>
                    <a:pt x="978" y="10915"/>
                    <a:pt x="1164" y="11790"/>
                  </a:cubicBezTo>
                  <a:cubicBezTo>
                    <a:pt x="1232" y="12119"/>
                    <a:pt x="1288" y="12378"/>
                    <a:pt x="1288" y="12422"/>
                  </a:cubicBezTo>
                  <a:cubicBezTo>
                    <a:pt x="1288" y="12601"/>
                    <a:pt x="1605" y="15504"/>
                    <a:pt x="2001" y="17357"/>
                  </a:cubicBezTo>
                  <a:cubicBezTo>
                    <a:pt x="2167" y="18133"/>
                    <a:pt x="2778" y="23307"/>
                    <a:pt x="2813" y="23616"/>
                  </a:cubicBezTo>
                  <a:cubicBezTo>
                    <a:pt x="2772" y="23749"/>
                    <a:pt x="2417" y="24851"/>
                    <a:pt x="1981" y="25378"/>
                  </a:cubicBezTo>
                  <a:lnTo>
                    <a:pt x="1889" y="25491"/>
                  </a:lnTo>
                  <a:cubicBezTo>
                    <a:pt x="1528" y="25927"/>
                    <a:pt x="1309" y="26191"/>
                    <a:pt x="1345" y="26382"/>
                  </a:cubicBezTo>
                  <a:cubicBezTo>
                    <a:pt x="1357" y="26444"/>
                    <a:pt x="1393" y="26495"/>
                    <a:pt x="1457" y="26531"/>
                  </a:cubicBezTo>
                  <a:cubicBezTo>
                    <a:pt x="1549" y="26583"/>
                    <a:pt x="1922" y="26600"/>
                    <a:pt x="2374" y="26600"/>
                  </a:cubicBezTo>
                  <a:cubicBezTo>
                    <a:pt x="3116" y="26600"/>
                    <a:pt x="4071" y="26554"/>
                    <a:pt x="4344" y="26539"/>
                  </a:cubicBezTo>
                  <a:cubicBezTo>
                    <a:pt x="4368" y="26538"/>
                    <a:pt x="4389" y="26525"/>
                    <a:pt x="4401" y="26502"/>
                  </a:cubicBezTo>
                  <a:cubicBezTo>
                    <a:pt x="4407" y="26492"/>
                    <a:pt x="4543" y="26209"/>
                    <a:pt x="4543" y="25523"/>
                  </a:cubicBezTo>
                  <a:cubicBezTo>
                    <a:pt x="4543" y="25161"/>
                    <a:pt x="4495" y="24721"/>
                    <a:pt x="4451" y="24296"/>
                  </a:cubicBezTo>
                  <a:cubicBezTo>
                    <a:pt x="4411" y="23922"/>
                    <a:pt x="4374" y="23569"/>
                    <a:pt x="4374" y="23316"/>
                  </a:cubicBezTo>
                  <a:cubicBezTo>
                    <a:pt x="4374" y="22780"/>
                    <a:pt x="4642" y="13132"/>
                    <a:pt x="4645" y="13032"/>
                  </a:cubicBezTo>
                  <a:lnTo>
                    <a:pt x="4713" y="4691"/>
                  </a:lnTo>
                  <a:lnTo>
                    <a:pt x="4714" y="4696"/>
                  </a:lnTo>
                  <a:lnTo>
                    <a:pt x="4783" y="13034"/>
                  </a:lnTo>
                  <a:cubicBezTo>
                    <a:pt x="4785" y="13132"/>
                    <a:pt x="5054" y="22780"/>
                    <a:pt x="5054" y="23316"/>
                  </a:cubicBezTo>
                  <a:cubicBezTo>
                    <a:pt x="5054" y="23569"/>
                    <a:pt x="5016" y="23922"/>
                    <a:pt x="4977" y="24295"/>
                  </a:cubicBezTo>
                  <a:cubicBezTo>
                    <a:pt x="4931" y="24721"/>
                    <a:pt x="4885" y="25161"/>
                    <a:pt x="4885" y="25523"/>
                  </a:cubicBezTo>
                  <a:cubicBezTo>
                    <a:pt x="4885" y="26209"/>
                    <a:pt x="5021" y="26492"/>
                    <a:pt x="5027" y="26502"/>
                  </a:cubicBezTo>
                  <a:cubicBezTo>
                    <a:pt x="5037" y="26524"/>
                    <a:pt x="5059" y="26538"/>
                    <a:pt x="5084" y="26539"/>
                  </a:cubicBezTo>
                  <a:cubicBezTo>
                    <a:pt x="5357" y="26553"/>
                    <a:pt x="6313" y="26601"/>
                    <a:pt x="7056" y="26601"/>
                  </a:cubicBezTo>
                  <a:cubicBezTo>
                    <a:pt x="7507" y="26601"/>
                    <a:pt x="7879" y="26583"/>
                    <a:pt x="7970" y="26531"/>
                  </a:cubicBezTo>
                  <a:cubicBezTo>
                    <a:pt x="8033" y="26495"/>
                    <a:pt x="8071" y="26444"/>
                    <a:pt x="8083" y="26382"/>
                  </a:cubicBezTo>
                  <a:cubicBezTo>
                    <a:pt x="8117" y="26191"/>
                    <a:pt x="7899" y="25927"/>
                    <a:pt x="7537" y="25491"/>
                  </a:cubicBezTo>
                  <a:lnTo>
                    <a:pt x="7446" y="25380"/>
                  </a:lnTo>
                  <a:cubicBezTo>
                    <a:pt x="7011" y="24851"/>
                    <a:pt x="6656" y="23750"/>
                    <a:pt x="6613" y="23617"/>
                  </a:cubicBezTo>
                  <a:cubicBezTo>
                    <a:pt x="6652" y="23306"/>
                    <a:pt x="7288" y="18138"/>
                    <a:pt x="7426" y="17354"/>
                  </a:cubicBezTo>
                  <a:cubicBezTo>
                    <a:pt x="7801" y="15230"/>
                    <a:pt x="8140" y="12586"/>
                    <a:pt x="8140" y="12422"/>
                  </a:cubicBezTo>
                  <a:cubicBezTo>
                    <a:pt x="8140" y="12378"/>
                    <a:pt x="8194" y="12119"/>
                    <a:pt x="8264" y="11790"/>
                  </a:cubicBezTo>
                  <a:cubicBezTo>
                    <a:pt x="8448" y="10915"/>
                    <a:pt x="8793" y="9283"/>
                    <a:pt x="9055" y="7374"/>
                  </a:cubicBezTo>
                  <a:cubicBezTo>
                    <a:pt x="9426" y="4681"/>
                    <a:pt x="8925" y="508"/>
                    <a:pt x="8920" y="467"/>
                  </a:cubicBezTo>
                  <a:cubicBezTo>
                    <a:pt x="8919" y="465"/>
                    <a:pt x="8919" y="464"/>
                    <a:pt x="8919" y="463"/>
                  </a:cubicBezTo>
                  <a:lnTo>
                    <a:pt x="8852" y="56"/>
                  </a:lnTo>
                  <a:cubicBezTo>
                    <a:pt x="8846" y="24"/>
                    <a:pt x="8819" y="0"/>
                    <a:pt x="8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33f68990add_0_5"/>
            <p:cNvSpPr/>
            <p:nvPr/>
          </p:nvSpPr>
          <p:spPr>
            <a:xfrm>
              <a:off x="8777004" y="3992087"/>
              <a:ext cx="403507" cy="887333"/>
            </a:xfrm>
            <a:custGeom>
              <a:rect b="b" l="l" r="r" t="t"/>
              <a:pathLst>
                <a:path extrusionOk="0" h="20449" w="9299">
                  <a:moveTo>
                    <a:pt x="577" y="1"/>
                  </a:moveTo>
                  <a:lnTo>
                    <a:pt x="509" y="408"/>
                  </a:lnTo>
                  <a:cubicBezTo>
                    <a:pt x="509" y="408"/>
                    <a:pt x="1" y="4583"/>
                    <a:pt x="373" y="7298"/>
                  </a:cubicBezTo>
                  <a:cubicBezTo>
                    <a:pt x="747" y="10013"/>
                    <a:pt x="1290" y="12186"/>
                    <a:pt x="1290" y="12355"/>
                  </a:cubicBezTo>
                  <a:cubicBezTo>
                    <a:pt x="1290" y="12525"/>
                    <a:pt x="1604" y="15411"/>
                    <a:pt x="2003" y="17277"/>
                  </a:cubicBezTo>
                  <a:cubicBezTo>
                    <a:pt x="2084" y="17656"/>
                    <a:pt x="2269" y="19063"/>
                    <a:pt x="2441" y="20449"/>
                  </a:cubicBezTo>
                  <a:lnTo>
                    <a:pt x="4311" y="20449"/>
                  </a:lnTo>
                  <a:cubicBezTo>
                    <a:pt x="4391" y="17397"/>
                    <a:pt x="4514" y="12966"/>
                    <a:pt x="4514" y="12966"/>
                  </a:cubicBezTo>
                  <a:lnTo>
                    <a:pt x="4583" y="4617"/>
                  </a:lnTo>
                  <a:lnTo>
                    <a:pt x="4583" y="4302"/>
                  </a:lnTo>
                  <a:lnTo>
                    <a:pt x="4717" y="4617"/>
                  </a:lnTo>
                  <a:lnTo>
                    <a:pt x="4785" y="12966"/>
                  </a:lnTo>
                  <a:cubicBezTo>
                    <a:pt x="4785" y="12966"/>
                    <a:pt x="4908" y="17397"/>
                    <a:pt x="4989" y="20449"/>
                  </a:cubicBezTo>
                  <a:lnTo>
                    <a:pt x="6870" y="20449"/>
                  </a:lnTo>
                  <a:cubicBezTo>
                    <a:pt x="7046" y="19064"/>
                    <a:pt x="7230" y="17659"/>
                    <a:pt x="7297" y="17277"/>
                  </a:cubicBezTo>
                  <a:cubicBezTo>
                    <a:pt x="7671" y="15162"/>
                    <a:pt x="8009" y="12525"/>
                    <a:pt x="8009" y="12355"/>
                  </a:cubicBezTo>
                  <a:cubicBezTo>
                    <a:pt x="8009" y="12186"/>
                    <a:pt x="8552" y="10013"/>
                    <a:pt x="8926" y="7298"/>
                  </a:cubicBezTo>
                  <a:cubicBezTo>
                    <a:pt x="9299" y="4583"/>
                    <a:pt x="8790" y="408"/>
                    <a:pt x="8790" y="408"/>
                  </a:cubicBezTo>
                  <a:lnTo>
                    <a:pt x="872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g33f68990add_0_5"/>
            <p:cNvSpPr/>
            <p:nvPr/>
          </p:nvSpPr>
          <p:spPr>
            <a:xfrm>
              <a:off x="8774227" y="3989223"/>
              <a:ext cx="409018" cy="893061"/>
            </a:xfrm>
            <a:custGeom>
              <a:rect b="b" l="l" r="r" t="t"/>
              <a:pathLst>
                <a:path extrusionOk="0" h="20581" w="9426">
                  <a:moveTo>
                    <a:pt x="8730" y="133"/>
                  </a:moveTo>
                  <a:lnTo>
                    <a:pt x="8788" y="482"/>
                  </a:lnTo>
                  <a:cubicBezTo>
                    <a:pt x="8793" y="523"/>
                    <a:pt x="9292" y="4680"/>
                    <a:pt x="8924" y="7355"/>
                  </a:cubicBezTo>
                  <a:cubicBezTo>
                    <a:pt x="8661" y="9259"/>
                    <a:pt x="8318" y="10889"/>
                    <a:pt x="8134" y="11763"/>
                  </a:cubicBezTo>
                  <a:cubicBezTo>
                    <a:pt x="8044" y="12190"/>
                    <a:pt x="8007" y="12366"/>
                    <a:pt x="8007" y="12421"/>
                  </a:cubicBezTo>
                  <a:cubicBezTo>
                    <a:pt x="8007" y="12584"/>
                    <a:pt x="7670" y="15212"/>
                    <a:pt x="7295" y="17331"/>
                  </a:cubicBezTo>
                  <a:cubicBezTo>
                    <a:pt x="7239" y="17648"/>
                    <a:pt x="7098" y="18696"/>
                    <a:pt x="6876" y="20448"/>
                  </a:cubicBezTo>
                  <a:lnTo>
                    <a:pt x="5118" y="20448"/>
                  </a:lnTo>
                  <a:cubicBezTo>
                    <a:pt x="5037" y="17399"/>
                    <a:pt x="4916" y="13031"/>
                    <a:pt x="4916" y="13031"/>
                  </a:cubicBezTo>
                  <a:lnTo>
                    <a:pt x="4848" y="4682"/>
                  </a:lnTo>
                  <a:cubicBezTo>
                    <a:pt x="4847" y="4674"/>
                    <a:pt x="4846" y="4664"/>
                    <a:pt x="4842" y="4656"/>
                  </a:cubicBezTo>
                  <a:lnTo>
                    <a:pt x="4707" y="4342"/>
                  </a:lnTo>
                  <a:cubicBezTo>
                    <a:pt x="4696" y="4317"/>
                    <a:pt x="4673" y="4302"/>
                    <a:pt x="4646" y="4302"/>
                  </a:cubicBezTo>
                  <a:cubicBezTo>
                    <a:pt x="4642" y="4302"/>
                    <a:pt x="4637" y="4303"/>
                    <a:pt x="4633" y="4303"/>
                  </a:cubicBezTo>
                  <a:cubicBezTo>
                    <a:pt x="4602" y="4309"/>
                    <a:pt x="4580" y="4337"/>
                    <a:pt x="4580" y="4368"/>
                  </a:cubicBezTo>
                  <a:lnTo>
                    <a:pt x="4580" y="4682"/>
                  </a:lnTo>
                  <a:lnTo>
                    <a:pt x="4512" y="13030"/>
                  </a:lnTo>
                  <a:cubicBezTo>
                    <a:pt x="4512" y="13030"/>
                    <a:pt x="4390" y="17398"/>
                    <a:pt x="4310" y="20448"/>
                  </a:cubicBezTo>
                  <a:lnTo>
                    <a:pt x="2563" y="20448"/>
                  </a:lnTo>
                  <a:cubicBezTo>
                    <a:pt x="2345" y="18695"/>
                    <a:pt x="2199" y="17645"/>
                    <a:pt x="2132" y="17328"/>
                  </a:cubicBezTo>
                  <a:cubicBezTo>
                    <a:pt x="1738" y="15483"/>
                    <a:pt x="1421" y="12598"/>
                    <a:pt x="1421" y="12421"/>
                  </a:cubicBezTo>
                  <a:cubicBezTo>
                    <a:pt x="1421" y="12366"/>
                    <a:pt x="1384" y="12190"/>
                    <a:pt x="1294" y="11763"/>
                  </a:cubicBezTo>
                  <a:cubicBezTo>
                    <a:pt x="1109" y="10889"/>
                    <a:pt x="765" y="9259"/>
                    <a:pt x="504" y="7355"/>
                  </a:cubicBezTo>
                  <a:cubicBezTo>
                    <a:pt x="136" y="4680"/>
                    <a:pt x="634" y="523"/>
                    <a:pt x="639" y="484"/>
                  </a:cubicBezTo>
                  <a:lnTo>
                    <a:pt x="698" y="133"/>
                  </a:lnTo>
                  <a:close/>
                  <a:moveTo>
                    <a:pt x="641" y="0"/>
                  </a:moveTo>
                  <a:cubicBezTo>
                    <a:pt x="609" y="0"/>
                    <a:pt x="581" y="24"/>
                    <a:pt x="576" y="56"/>
                  </a:cubicBezTo>
                  <a:lnTo>
                    <a:pt x="507" y="467"/>
                  </a:lnTo>
                  <a:cubicBezTo>
                    <a:pt x="502" y="508"/>
                    <a:pt x="1" y="4681"/>
                    <a:pt x="371" y="7374"/>
                  </a:cubicBezTo>
                  <a:cubicBezTo>
                    <a:pt x="634" y="9283"/>
                    <a:pt x="978" y="10915"/>
                    <a:pt x="1164" y="11790"/>
                  </a:cubicBezTo>
                  <a:cubicBezTo>
                    <a:pt x="1232" y="12119"/>
                    <a:pt x="1287" y="12378"/>
                    <a:pt x="1287" y="12422"/>
                  </a:cubicBezTo>
                  <a:cubicBezTo>
                    <a:pt x="1287" y="12601"/>
                    <a:pt x="1605" y="15504"/>
                    <a:pt x="2001" y="17357"/>
                  </a:cubicBezTo>
                  <a:cubicBezTo>
                    <a:pt x="2069" y="17669"/>
                    <a:pt x="2219" y="18764"/>
                    <a:pt x="2439" y="20523"/>
                  </a:cubicBezTo>
                  <a:cubicBezTo>
                    <a:pt x="2443" y="20556"/>
                    <a:pt x="2471" y="20581"/>
                    <a:pt x="2505" y="20581"/>
                  </a:cubicBezTo>
                  <a:lnTo>
                    <a:pt x="4375" y="20581"/>
                  </a:lnTo>
                  <a:cubicBezTo>
                    <a:pt x="4410" y="20581"/>
                    <a:pt x="4440" y="20552"/>
                    <a:pt x="4441" y="20516"/>
                  </a:cubicBezTo>
                  <a:cubicBezTo>
                    <a:pt x="4522" y="17464"/>
                    <a:pt x="4645" y="13034"/>
                    <a:pt x="4645" y="13032"/>
                  </a:cubicBezTo>
                  <a:lnTo>
                    <a:pt x="4712" y="4691"/>
                  </a:lnTo>
                  <a:lnTo>
                    <a:pt x="4714" y="4696"/>
                  </a:lnTo>
                  <a:lnTo>
                    <a:pt x="4783" y="13034"/>
                  </a:lnTo>
                  <a:cubicBezTo>
                    <a:pt x="4783" y="13034"/>
                    <a:pt x="4906" y="17464"/>
                    <a:pt x="4986" y="20516"/>
                  </a:cubicBezTo>
                  <a:cubicBezTo>
                    <a:pt x="4988" y="20552"/>
                    <a:pt x="5017" y="20581"/>
                    <a:pt x="5053" y="20581"/>
                  </a:cubicBezTo>
                  <a:lnTo>
                    <a:pt x="6934" y="20581"/>
                  </a:lnTo>
                  <a:cubicBezTo>
                    <a:pt x="6967" y="20581"/>
                    <a:pt x="6995" y="20556"/>
                    <a:pt x="6999" y="20523"/>
                  </a:cubicBezTo>
                  <a:cubicBezTo>
                    <a:pt x="7226" y="18739"/>
                    <a:pt x="7369" y="17673"/>
                    <a:pt x="7425" y="17354"/>
                  </a:cubicBezTo>
                  <a:cubicBezTo>
                    <a:pt x="7801" y="15230"/>
                    <a:pt x="8140" y="12586"/>
                    <a:pt x="8140" y="12422"/>
                  </a:cubicBezTo>
                  <a:cubicBezTo>
                    <a:pt x="8140" y="12378"/>
                    <a:pt x="8194" y="12119"/>
                    <a:pt x="8264" y="11790"/>
                  </a:cubicBezTo>
                  <a:cubicBezTo>
                    <a:pt x="8448" y="10915"/>
                    <a:pt x="8793" y="9283"/>
                    <a:pt x="9055" y="7374"/>
                  </a:cubicBezTo>
                  <a:cubicBezTo>
                    <a:pt x="9426" y="4681"/>
                    <a:pt x="8925" y="508"/>
                    <a:pt x="8919" y="463"/>
                  </a:cubicBezTo>
                  <a:lnTo>
                    <a:pt x="8852" y="56"/>
                  </a:lnTo>
                  <a:cubicBezTo>
                    <a:pt x="8846" y="24"/>
                    <a:pt x="8819" y="0"/>
                    <a:pt x="8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g33f68990add_0_5"/>
            <p:cNvSpPr/>
            <p:nvPr/>
          </p:nvSpPr>
          <p:spPr>
            <a:xfrm>
              <a:off x="8828554" y="5049469"/>
              <a:ext cx="139941" cy="91124"/>
            </a:xfrm>
            <a:custGeom>
              <a:rect b="b" l="l" r="r" t="t"/>
              <a:pathLst>
                <a:path extrusionOk="0" h="2100" w="3225">
                  <a:moveTo>
                    <a:pt x="3146" y="0"/>
                  </a:moveTo>
                  <a:lnTo>
                    <a:pt x="2686" y="987"/>
                  </a:lnTo>
                  <a:lnTo>
                    <a:pt x="781" y="987"/>
                  </a:lnTo>
                  <a:cubicBezTo>
                    <a:pt x="306" y="1564"/>
                    <a:pt x="1" y="1903"/>
                    <a:pt x="238" y="2039"/>
                  </a:cubicBezTo>
                  <a:cubicBezTo>
                    <a:pt x="317" y="2084"/>
                    <a:pt x="660" y="2099"/>
                    <a:pt x="1082" y="2099"/>
                  </a:cubicBezTo>
                  <a:cubicBezTo>
                    <a:pt x="1927" y="2099"/>
                    <a:pt x="3089" y="2039"/>
                    <a:pt x="3089" y="2039"/>
                  </a:cubicBezTo>
                  <a:cubicBezTo>
                    <a:pt x="3089" y="2039"/>
                    <a:pt x="3225" y="1768"/>
                    <a:pt x="3225" y="1089"/>
                  </a:cubicBezTo>
                  <a:cubicBezTo>
                    <a:pt x="3225" y="768"/>
                    <a:pt x="3187" y="379"/>
                    <a:pt x="31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g33f68990add_0_5"/>
            <p:cNvSpPr/>
            <p:nvPr/>
          </p:nvSpPr>
          <p:spPr>
            <a:xfrm>
              <a:off x="8831028" y="5046605"/>
              <a:ext cx="140331" cy="96895"/>
            </a:xfrm>
            <a:custGeom>
              <a:rect b="b" l="l" r="r" t="t"/>
              <a:pathLst>
                <a:path extrusionOk="0" h="2233" w="3234">
                  <a:moveTo>
                    <a:pt x="3048" y="312"/>
                  </a:moveTo>
                  <a:cubicBezTo>
                    <a:pt x="3078" y="608"/>
                    <a:pt x="3101" y="903"/>
                    <a:pt x="3101" y="1155"/>
                  </a:cubicBezTo>
                  <a:cubicBezTo>
                    <a:pt x="3101" y="1674"/>
                    <a:pt x="3020" y="1950"/>
                    <a:pt x="2987" y="2041"/>
                  </a:cubicBezTo>
                  <a:cubicBezTo>
                    <a:pt x="2398" y="2071"/>
                    <a:pt x="1603" y="2099"/>
                    <a:pt x="1013" y="2099"/>
                  </a:cubicBezTo>
                  <a:cubicBezTo>
                    <a:pt x="595" y="2099"/>
                    <a:pt x="279" y="2085"/>
                    <a:pt x="213" y="2047"/>
                  </a:cubicBezTo>
                  <a:cubicBezTo>
                    <a:pt x="177" y="2027"/>
                    <a:pt x="170" y="2005"/>
                    <a:pt x="166" y="1990"/>
                  </a:cubicBezTo>
                  <a:cubicBezTo>
                    <a:pt x="142" y="1860"/>
                    <a:pt x="381" y="1571"/>
                    <a:pt x="683" y="1207"/>
                  </a:cubicBezTo>
                  <a:lnTo>
                    <a:pt x="755" y="1119"/>
                  </a:lnTo>
                  <a:lnTo>
                    <a:pt x="2629" y="1119"/>
                  </a:lnTo>
                  <a:cubicBezTo>
                    <a:pt x="2655" y="1119"/>
                    <a:pt x="2679" y="1105"/>
                    <a:pt x="2690" y="1081"/>
                  </a:cubicBezTo>
                  <a:lnTo>
                    <a:pt x="3048" y="312"/>
                  </a:lnTo>
                  <a:close/>
                  <a:moveTo>
                    <a:pt x="3089" y="0"/>
                  </a:moveTo>
                  <a:cubicBezTo>
                    <a:pt x="3064" y="0"/>
                    <a:pt x="3040" y="14"/>
                    <a:pt x="3029" y="38"/>
                  </a:cubicBezTo>
                  <a:lnTo>
                    <a:pt x="2587" y="987"/>
                  </a:lnTo>
                  <a:lnTo>
                    <a:pt x="723" y="987"/>
                  </a:lnTo>
                  <a:cubicBezTo>
                    <a:pt x="704" y="987"/>
                    <a:pt x="685" y="995"/>
                    <a:pt x="672" y="1010"/>
                  </a:cubicBezTo>
                  <a:lnTo>
                    <a:pt x="580" y="1123"/>
                  </a:lnTo>
                  <a:cubicBezTo>
                    <a:pt x="219" y="1559"/>
                    <a:pt x="0" y="1823"/>
                    <a:pt x="36" y="2014"/>
                  </a:cubicBezTo>
                  <a:cubicBezTo>
                    <a:pt x="46" y="2076"/>
                    <a:pt x="84" y="2126"/>
                    <a:pt x="148" y="2163"/>
                  </a:cubicBezTo>
                  <a:cubicBezTo>
                    <a:pt x="239" y="2215"/>
                    <a:pt x="612" y="2233"/>
                    <a:pt x="1063" y="2233"/>
                  </a:cubicBezTo>
                  <a:cubicBezTo>
                    <a:pt x="1806" y="2233"/>
                    <a:pt x="2762" y="2185"/>
                    <a:pt x="3035" y="2171"/>
                  </a:cubicBezTo>
                  <a:cubicBezTo>
                    <a:pt x="3059" y="2170"/>
                    <a:pt x="3080" y="2157"/>
                    <a:pt x="3091" y="2134"/>
                  </a:cubicBezTo>
                  <a:cubicBezTo>
                    <a:pt x="3097" y="2124"/>
                    <a:pt x="3234" y="1841"/>
                    <a:pt x="3234" y="1155"/>
                  </a:cubicBezTo>
                  <a:cubicBezTo>
                    <a:pt x="3234" y="828"/>
                    <a:pt x="3195" y="435"/>
                    <a:pt x="3156" y="59"/>
                  </a:cubicBezTo>
                  <a:cubicBezTo>
                    <a:pt x="3152" y="30"/>
                    <a:pt x="3130" y="6"/>
                    <a:pt x="3100" y="1"/>
                  </a:cubicBezTo>
                  <a:cubicBezTo>
                    <a:pt x="3097" y="1"/>
                    <a:pt x="3093" y="0"/>
                    <a:pt x="30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g33f68990add_0_5"/>
            <p:cNvSpPr/>
            <p:nvPr/>
          </p:nvSpPr>
          <p:spPr>
            <a:xfrm>
              <a:off x="8989452" y="5049469"/>
              <a:ext cx="139941" cy="91124"/>
            </a:xfrm>
            <a:custGeom>
              <a:rect b="b" l="l" r="r" t="t"/>
              <a:pathLst>
                <a:path extrusionOk="0" h="2100" w="3225">
                  <a:moveTo>
                    <a:pt x="79" y="0"/>
                  </a:moveTo>
                  <a:cubicBezTo>
                    <a:pt x="38" y="379"/>
                    <a:pt x="0" y="768"/>
                    <a:pt x="0" y="1089"/>
                  </a:cubicBezTo>
                  <a:cubicBezTo>
                    <a:pt x="0" y="1768"/>
                    <a:pt x="137" y="2039"/>
                    <a:pt x="137" y="2039"/>
                  </a:cubicBezTo>
                  <a:cubicBezTo>
                    <a:pt x="137" y="2039"/>
                    <a:pt x="1298" y="2099"/>
                    <a:pt x="2143" y="2099"/>
                  </a:cubicBezTo>
                  <a:cubicBezTo>
                    <a:pt x="2565" y="2099"/>
                    <a:pt x="2908" y="2084"/>
                    <a:pt x="2987" y="2039"/>
                  </a:cubicBezTo>
                  <a:cubicBezTo>
                    <a:pt x="3224" y="1903"/>
                    <a:pt x="2919" y="1564"/>
                    <a:pt x="2444" y="987"/>
                  </a:cubicBezTo>
                  <a:lnTo>
                    <a:pt x="539" y="987"/>
                  </a:lnTo>
                  <a:lnTo>
                    <a:pt x="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g33f68990add_0_5"/>
            <p:cNvSpPr/>
            <p:nvPr/>
          </p:nvSpPr>
          <p:spPr>
            <a:xfrm>
              <a:off x="8986588" y="5046562"/>
              <a:ext cx="140288" cy="96939"/>
            </a:xfrm>
            <a:custGeom>
              <a:rect b="b" l="l" r="r" t="t"/>
              <a:pathLst>
                <a:path extrusionOk="0" h="2234" w="3233">
                  <a:moveTo>
                    <a:pt x="186" y="313"/>
                  </a:moveTo>
                  <a:lnTo>
                    <a:pt x="544" y="1082"/>
                  </a:lnTo>
                  <a:cubicBezTo>
                    <a:pt x="555" y="1106"/>
                    <a:pt x="579" y="1120"/>
                    <a:pt x="605" y="1120"/>
                  </a:cubicBezTo>
                  <a:lnTo>
                    <a:pt x="2479" y="1120"/>
                  </a:lnTo>
                  <a:lnTo>
                    <a:pt x="2551" y="1208"/>
                  </a:lnTo>
                  <a:cubicBezTo>
                    <a:pt x="2853" y="1573"/>
                    <a:pt x="3092" y="1861"/>
                    <a:pt x="3068" y="1991"/>
                  </a:cubicBezTo>
                  <a:cubicBezTo>
                    <a:pt x="3064" y="2006"/>
                    <a:pt x="3056" y="2028"/>
                    <a:pt x="3021" y="2049"/>
                  </a:cubicBezTo>
                  <a:cubicBezTo>
                    <a:pt x="2955" y="2086"/>
                    <a:pt x="2643" y="2100"/>
                    <a:pt x="2228" y="2100"/>
                  </a:cubicBezTo>
                  <a:cubicBezTo>
                    <a:pt x="1638" y="2100"/>
                    <a:pt x="839" y="2072"/>
                    <a:pt x="247" y="2042"/>
                  </a:cubicBezTo>
                  <a:cubicBezTo>
                    <a:pt x="214" y="1951"/>
                    <a:pt x="133" y="1675"/>
                    <a:pt x="133" y="1156"/>
                  </a:cubicBezTo>
                  <a:cubicBezTo>
                    <a:pt x="133" y="904"/>
                    <a:pt x="156" y="609"/>
                    <a:pt x="186" y="313"/>
                  </a:cubicBezTo>
                  <a:close/>
                  <a:moveTo>
                    <a:pt x="144" y="0"/>
                  </a:moveTo>
                  <a:cubicBezTo>
                    <a:pt x="141" y="0"/>
                    <a:pt x="137" y="0"/>
                    <a:pt x="134" y="1"/>
                  </a:cubicBezTo>
                  <a:cubicBezTo>
                    <a:pt x="104" y="7"/>
                    <a:pt x="82" y="31"/>
                    <a:pt x="78" y="60"/>
                  </a:cubicBezTo>
                  <a:cubicBezTo>
                    <a:pt x="38" y="436"/>
                    <a:pt x="0" y="829"/>
                    <a:pt x="0" y="1156"/>
                  </a:cubicBezTo>
                  <a:cubicBezTo>
                    <a:pt x="0" y="1842"/>
                    <a:pt x="137" y="2125"/>
                    <a:pt x="143" y="2135"/>
                  </a:cubicBezTo>
                  <a:cubicBezTo>
                    <a:pt x="154" y="2157"/>
                    <a:pt x="175" y="2171"/>
                    <a:pt x="199" y="2172"/>
                  </a:cubicBezTo>
                  <a:cubicBezTo>
                    <a:pt x="472" y="2186"/>
                    <a:pt x="1429" y="2234"/>
                    <a:pt x="2171" y="2234"/>
                  </a:cubicBezTo>
                  <a:cubicBezTo>
                    <a:pt x="2622" y="2234"/>
                    <a:pt x="2995" y="2216"/>
                    <a:pt x="3086" y="2164"/>
                  </a:cubicBezTo>
                  <a:cubicBezTo>
                    <a:pt x="3148" y="2127"/>
                    <a:pt x="3186" y="2077"/>
                    <a:pt x="3198" y="2015"/>
                  </a:cubicBezTo>
                  <a:cubicBezTo>
                    <a:pt x="3232" y="1824"/>
                    <a:pt x="3015" y="1560"/>
                    <a:pt x="2653" y="1123"/>
                  </a:cubicBezTo>
                  <a:lnTo>
                    <a:pt x="2562" y="1011"/>
                  </a:lnTo>
                  <a:cubicBezTo>
                    <a:pt x="2549" y="996"/>
                    <a:pt x="2530" y="988"/>
                    <a:pt x="2510" y="988"/>
                  </a:cubicBezTo>
                  <a:lnTo>
                    <a:pt x="647" y="988"/>
                  </a:lnTo>
                  <a:lnTo>
                    <a:pt x="205" y="39"/>
                  </a:lnTo>
                  <a:cubicBezTo>
                    <a:pt x="193" y="15"/>
                    <a:pt x="169"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g33f68990add_0_5"/>
            <p:cNvSpPr/>
            <p:nvPr/>
          </p:nvSpPr>
          <p:spPr>
            <a:xfrm>
              <a:off x="8843958" y="3111224"/>
              <a:ext cx="328915" cy="341803"/>
            </a:xfrm>
            <a:custGeom>
              <a:rect b="b" l="l" r="r" t="t"/>
              <a:pathLst>
                <a:path extrusionOk="0" h="7877" w="7580">
                  <a:moveTo>
                    <a:pt x="3744" y="1"/>
                  </a:moveTo>
                  <a:cubicBezTo>
                    <a:pt x="3470" y="1"/>
                    <a:pt x="3188" y="80"/>
                    <a:pt x="2933" y="303"/>
                  </a:cubicBezTo>
                  <a:cubicBezTo>
                    <a:pt x="2933" y="303"/>
                    <a:pt x="385" y="1941"/>
                    <a:pt x="351" y="2369"/>
                  </a:cubicBezTo>
                  <a:cubicBezTo>
                    <a:pt x="316" y="2796"/>
                    <a:pt x="910" y="3730"/>
                    <a:pt x="910" y="3730"/>
                  </a:cubicBezTo>
                  <a:lnTo>
                    <a:pt x="1" y="6720"/>
                  </a:lnTo>
                  <a:cubicBezTo>
                    <a:pt x="1" y="6720"/>
                    <a:pt x="1606" y="7279"/>
                    <a:pt x="2613" y="7551"/>
                  </a:cubicBezTo>
                  <a:cubicBezTo>
                    <a:pt x="3490" y="7788"/>
                    <a:pt x="4542" y="7876"/>
                    <a:pt x="5148" y="7876"/>
                  </a:cubicBezTo>
                  <a:cubicBezTo>
                    <a:pt x="5238" y="7876"/>
                    <a:pt x="5318" y="7874"/>
                    <a:pt x="5386" y="7871"/>
                  </a:cubicBezTo>
                  <a:cubicBezTo>
                    <a:pt x="5915" y="7841"/>
                    <a:pt x="7580" y="7377"/>
                    <a:pt x="7580" y="7377"/>
                  </a:cubicBezTo>
                  <a:cubicBezTo>
                    <a:pt x="7580" y="7377"/>
                    <a:pt x="6911" y="4978"/>
                    <a:pt x="6841" y="4662"/>
                  </a:cubicBezTo>
                  <a:cubicBezTo>
                    <a:pt x="6770" y="4345"/>
                    <a:pt x="6838" y="2317"/>
                    <a:pt x="6742" y="1735"/>
                  </a:cubicBezTo>
                  <a:cubicBezTo>
                    <a:pt x="6645" y="1153"/>
                    <a:pt x="5278" y="589"/>
                    <a:pt x="5073" y="476"/>
                  </a:cubicBezTo>
                  <a:cubicBezTo>
                    <a:pt x="4930" y="399"/>
                    <a:pt x="4356" y="1"/>
                    <a:pt x="37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g33f68990add_0_5"/>
            <p:cNvSpPr/>
            <p:nvPr/>
          </p:nvSpPr>
          <p:spPr>
            <a:xfrm>
              <a:off x="8840704" y="3108273"/>
              <a:ext cx="335337" cy="347617"/>
            </a:xfrm>
            <a:custGeom>
              <a:rect b="b" l="l" r="r" t="t"/>
              <a:pathLst>
                <a:path extrusionOk="0" h="8011" w="7728">
                  <a:moveTo>
                    <a:pt x="3820" y="137"/>
                  </a:moveTo>
                  <a:cubicBezTo>
                    <a:pt x="4337" y="137"/>
                    <a:pt x="4830" y="432"/>
                    <a:pt x="5039" y="557"/>
                  </a:cubicBezTo>
                  <a:cubicBezTo>
                    <a:pt x="5071" y="577"/>
                    <a:pt x="5097" y="593"/>
                    <a:pt x="5116" y="603"/>
                  </a:cubicBezTo>
                  <a:cubicBezTo>
                    <a:pt x="5145" y="619"/>
                    <a:pt x="5197" y="644"/>
                    <a:pt x="5265" y="677"/>
                  </a:cubicBezTo>
                  <a:cubicBezTo>
                    <a:pt x="5650" y="860"/>
                    <a:pt x="6673" y="1348"/>
                    <a:pt x="6751" y="1814"/>
                  </a:cubicBezTo>
                  <a:cubicBezTo>
                    <a:pt x="6803" y="2123"/>
                    <a:pt x="6806" y="2860"/>
                    <a:pt x="6811" y="3510"/>
                  </a:cubicBezTo>
                  <a:cubicBezTo>
                    <a:pt x="6815" y="4090"/>
                    <a:pt x="6817" y="4592"/>
                    <a:pt x="6851" y="4744"/>
                  </a:cubicBezTo>
                  <a:cubicBezTo>
                    <a:pt x="6915" y="5034"/>
                    <a:pt x="7463" y="7008"/>
                    <a:pt x="7573" y="7399"/>
                  </a:cubicBezTo>
                  <a:cubicBezTo>
                    <a:pt x="7263" y="7483"/>
                    <a:pt x="5915" y="7846"/>
                    <a:pt x="5458" y="7872"/>
                  </a:cubicBezTo>
                  <a:cubicBezTo>
                    <a:pt x="5391" y="7876"/>
                    <a:pt x="5313" y="7878"/>
                    <a:pt x="5225" y="7878"/>
                  </a:cubicBezTo>
                  <a:cubicBezTo>
                    <a:pt x="4619" y="7878"/>
                    <a:pt x="3563" y="7788"/>
                    <a:pt x="2706" y="7555"/>
                  </a:cubicBezTo>
                  <a:cubicBezTo>
                    <a:pt x="1822" y="7316"/>
                    <a:pt x="459" y="6849"/>
                    <a:pt x="157" y="6745"/>
                  </a:cubicBezTo>
                  <a:lnTo>
                    <a:pt x="1049" y="3818"/>
                  </a:lnTo>
                  <a:cubicBezTo>
                    <a:pt x="1055" y="3799"/>
                    <a:pt x="1052" y="3779"/>
                    <a:pt x="1041" y="3762"/>
                  </a:cubicBezTo>
                  <a:cubicBezTo>
                    <a:pt x="1036" y="3753"/>
                    <a:pt x="459" y="2843"/>
                    <a:pt x="491" y="2442"/>
                  </a:cubicBezTo>
                  <a:cubicBezTo>
                    <a:pt x="514" y="2154"/>
                    <a:pt x="2069" y="1054"/>
                    <a:pt x="3044" y="428"/>
                  </a:cubicBezTo>
                  <a:cubicBezTo>
                    <a:pt x="3046" y="426"/>
                    <a:pt x="3049" y="425"/>
                    <a:pt x="3052" y="422"/>
                  </a:cubicBezTo>
                  <a:cubicBezTo>
                    <a:pt x="3292" y="212"/>
                    <a:pt x="3559" y="137"/>
                    <a:pt x="3820" y="137"/>
                  </a:cubicBezTo>
                  <a:close/>
                  <a:moveTo>
                    <a:pt x="3818" y="1"/>
                  </a:moveTo>
                  <a:cubicBezTo>
                    <a:pt x="3532" y="1"/>
                    <a:pt x="3237" y="84"/>
                    <a:pt x="2968" y="318"/>
                  </a:cubicBezTo>
                  <a:cubicBezTo>
                    <a:pt x="2528" y="601"/>
                    <a:pt x="394" y="1995"/>
                    <a:pt x="359" y="2431"/>
                  </a:cubicBezTo>
                  <a:cubicBezTo>
                    <a:pt x="326" y="2841"/>
                    <a:pt x="815" y="3649"/>
                    <a:pt x="913" y="3807"/>
                  </a:cubicBezTo>
                  <a:lnTo>
                    <a:pt x="12" y="6767"/>
                  </a:lnTo>
                  <a:cubicBezTo>
                    <a:pt x="1" y="6802"/>
                    <a:pt x="20" y="6838"/>
                    <a:pt x="53" y="6850"/>
                  </a:cubicBezTo>
                  <a:cubicBezTo>
                    <a:pt x="70" y="6855"/>
                    <a:pt x="1673" y="7413"/>
                    <a:pt x="2670" y="7683"/>
                  </a:cubicBezTo>
                  <a:cubicBezTo>
                    <a:pt x="3543" y="7920"/>
                    <a:pt x="4588" y="8011"/>
                    <a:pt x="5210" y="8011"/>
                  </a:cubicBezTo>
                  <a:cubicBezTo>
                    <a:pt x="5306" y="8011"/>
                    <a:pt x="5391" y="8009"/>
                    <a:pt x="5465" y="8005"/>
                  </a:cubicBezTo>
                  <a:cubicBezTo>
                    <a:pt x="5995" y="7975"/>
                    <a:pt x="7604" y="7528"/>
                    <a:pt x="7672" y="7509"/>
                  </a:cubicBezTo>
                  <a:cubicBezTo>
                    <a:pt x="7708" y="7499"/>
                    <a:pt x="7728" y="7463"/>
                    <a:pt x="7718" y="7428"/>
                  </a:cubicBezTo>
                  <a:cubicBezTo>
                    <a:pt x="7711" y="7403"/>
                    <a:pt x="7050" y="5027"/>
                    <a:pt x="6980" y="4716"/>
                  </a:cubicBezTo>
                  <a:cubicBezTo>
                    <a:pt x="6949" y="4576"/>
                    <a:pt x="6947" y="4058"/>
                    <a:pt x="6944" y="3509"/>
                  </a:cubicBezTo>
                  <a:cubicBezTo>
                    <a:pt x="6940" y="2854"/>
                    <a:pt x="6935" y="2111"/>
                    <a:pt x="6882" y="1792"/>
                  </a:cubicBezTo>
                  <a:cubicBezTo>
                    <a:pt x="6793" y="1256"/>
                    <a:pt x="5763" y="765"/>
                    <a:pt x="5323" y="556"/>
                  </a:cubicBezTo>
                  <a:cubicBezTo>
                    <a:pt x="5256" y="525"/>
                    <a:pt x="5207" y="502"/>
                    <a:pt x="5179" y="486"/>
                  </a:cubicBezTo>
                  <a:cubicBezTo>
                    <a:pt x="5162" y="477"/>
                    <a:pt x="5137" y="461"/>
                    <a:pt x="5107" y="444"/>
                  </a:cubicBezTo>
                  <a:cubicBezTo>
                    <a:pt x="4887" y="311"/>
                    <a:pt x="4370" y="1"/>
                    <a:pt x="38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g33f68990add_0_5"/>
            <p:cNvSpPr/>
            <p:nvPr/>
          </p:nvSpPr>
          <p:spPr>
            <a:xfrm>
              <a:off x="8882708" y="3389846"/>
              <a:ext cx="211148" cy="622986"/>
            </a:xfrm>
            <a:custGeom>
              <a:rect b="b" l="l" r="r" t="t"/>
              <a:pathLst>
                <a:path extrusionOk="0" h="14357" w="4866">
                  <a:moveTo>
                    <a:pt x="954" y="0"/>
                  </a:moveTo>
                  <a:lnTo>
                    <a:pt x="931" y="2195"/>
                  </a:lnTo>
                  <a:lnTo>
                    <a:pt x="1" y="2481"/>
                  </a:lnTo>
                  <a:lnTo>
                    <a:pt x="1" y="14356"/>
                  </a:lnTo>
                  <a:lnTo>
                    <a:pt x="4866" y="14356"/>
                  </a:lnTo>
                  <a:lnTo>
                    <a:pt x="4460" y="2386"/>
                  </a:lnTo>
                  <a:lnTo>
                    <a:pt x="3530" y="2076"/>
                  </a:lnTo>
                  <a:lnTo>
                    <a:pt x="3459" y="24"/>
                  </a:lnTo>
                  <a:lnTo>
                    <a:pt x="95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g33f68990add_0_5"/>
            <p:cNvSpPr/>
            <p:nvPr/>
          </p:nvSpPr>
          <p:spPr>
            <a:xfrm>
              <a:off x="8879844" y="3386982"/>
              <a:ext cx="216876" cy="628757"/>
            </a:xfrm>
            <a:custGeom>
              <a:rect b="b" l="l" r="r" t="t"/>
              <a:pathLst>
                <a:path extrusionOk="0" h="14490" w="4998">
                  <a:moveTo>
                    <a:pt x="1087" y="134"/>
                  </a:moveTo>
                  <a:lnTo>
                    <a:pt x="3460" y="156"/>
                  </a:lnTo>
                  <a:lnTo>
                    <a:pt x="3530" y="2144"/>
                  </a:lnTo>
                  <a:cubicBezTo>
                    <a:pt x="3531" y="2171"/>
                    <a:pt x="3549" y="2195"/>
                    <a:pt x="3575" y="2204"/>
                  </a:cubicBezTo>
                  <a:lnTo>
                    <a:pt x="4461" y="2500"/>
                  </a:lnTo>
                  <a:lnTo>
                    <a:pt x="4863" y="14356"/>
                  </a:lnTo>
                  <a:lnTo>
                    <a:pt x="133" y="14356"/>
                  </a:lnTo>
                  <a:lnTo>
                    <a:pt x="133" y="2596"/>
                  </a:lnTo>
                  <a:lnTo>
                    <a:pt x="1017" y="2324"/>
                  </a:lnTo>
                  <a:cubicBezTo>
                    <a:pt x="1044" y="2316"/>
                    <a:pt x="1063" y="2291"/>
                    <a:pt x="1063" y="2261"/>
                  </a:cubicBezTo>
                  <a:lnTo>
                    <a:pt x="1087" y="134"/>
                  </a:lnTo>
                  <a:close/>
                  <a:moveTo>
                    <a:pt x="1020" y="0"/>
                  </a:moveTo>
                  <a:cubicBezTo>
                    <a:pt x="985" y="0"/>
                    <a:pt x="954" y="30"/>
                    <a:pt x="954" y="66"/>
                  </a:cubicBezTo>
                  <a:lnTo>
                    <a:pt x="930" y="2211"/>
                  </a:lnTo>
                  <a:lnTo>
                    <a:pt x="47" y="2484"/>
                  </a:lnTo>
                  <a:cubicBezTo>
                    <a:pt x="19" y="2492"/>
                    <a:pt x="1" y="2518"/>
                    <a:pt x="1" y="2547"/>
                  </a:cubicBezTo>
                  <a:lnTo>
                    <a:pt x="1" y="14424"/>
                  </a:lnTo>
                  <a:cubicBezTo>
                    <a:pt x="1" y="14460"/>
                    <a:pt x="30" y="14490"/>
                    <a:pt x="67" y="14490"/>
                  </a:cubicBezTo>
                  <a:lnTo>
                    <a:pt x="4932" y="14490"/>
                  </a:lnTo>
                  <a:cubicBezTo>
                    <a:pt x="4949" y="14490"/>
                    <a:pt x="4967" y="14482"/>
                    <a:pt x="4979" y="14470"/>
                  </a:cubicBezTo>
                  <a:cubicBezTo>
                    <a:pt x="4992" y="14457"/>
                    <a:pt x="4998" y="14439"/>
                    <a:pt x="4998" y="14421"/>
                  </a:cubicBezTo>
                  <a:lnTo>
                    <a:pt x="4592" y="2449"/>
                  </a:lnTo>
                  <a:cubicBezTo>
                    <a:pt x="4591" y="2422"/>
                    <a:pt x="4573" y="2397"/>
                    <a:pt x="4547" y="2389"/>
                  </a:cubicBezTo>
                  <a:lnTo>
                    <a:pt x="3661" y="2093"/>
                  </a:lnTo>
                  <a:lnTo>
                    <a:pt x="3591" y="89"/>
                  </a:lnTo>
                  <a:cubicBezTo>
                    <a:pt x="3590" y="53"/>
                    <a:pt x="3561" y="25"/>
                    <a:pt x="3525" y="24"/>
                  </a:cubicBezTo>
                  <a:lnTo>
                    <a:pt x="10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g33f68990add_0_5"/>
            <p:cNvSpPr/>
            <p:nvPr/>
          </p:nvSpPr>
          <p:spPr>
            <a:xfrm>
              <a:off x="8904751" y="3389846"/>
              <a:ext cx="155866" cy="212189"/>
            </a:xfrm>
            <a:custGeom>
              <a:rect b="b" l="l" r="r" t="t"/>
              <a:pathLst>
                <a:path extrusionOk="0" h="4890" w="3592">
                  <a:moveTo>
                    <a:pt x="446" y="0"/>
                  </a:moveTo>
                  <a:lnTo>
                    <a:pt x="423" y="2195"/>
                  </a:lnTo>
                  <a:lnTo>
                    <a:pt x="0" y="2324"/>
                  </a:lnTo>
                  <a:lnTo>
                    <a:pt x="1543" y="4889"/>
                  </a:lnTo>
                  <a:lnTo>
                    <a:pt x="3591" y="2265"/>
                  </a:lnTo>
                  <a:lnTo>
                    <a:pt x="3022" y="2076"/>
                  </a:lnTo>
                  <a:lnTo>
                    <a:pt x="2951" y="24"/>
                  </a:lnTo>
                  <a:lnTo>
                    <a:pt x="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g33f68990add_0_5"/>
            <p:cNvSpPr/>
            <p:nvPr/>
          </p:nvSpPr>
          <p:spPr>
            <a:xfrm>
              <a:off x="8901757" y="3386982"/>
              <a:ext cx="161941" cy="217917"/>
            </a:xfrm>
            <a:custGeom>
              <a:rect b="b" l="l" r="r" t="t"/>
              <a:pathLst>
                <a:path extrusionOk="0" h="5022" w="3732">
                  <a:moveTo>
                    <a:pt x="582" y="134"/>
                  </a:moveTo>
                  <a:lnTo>
                    <a:pt x="2955" y="156"/>
                  </a:lnTo>
                  <a:lnTo>
                    <a:pt x="3025" y="2144"/>
                  </a:lnTo>
                  <a:cubicBezTo>
                    <a:pt x="3026" y="2171"/>
                    <a:pt x="3044" y="2196"/>
                    <a:pt x="3070" y="2204"/>
                  </a:cubicBezTo>
                  <a:lnTo>
                    <a:pt x="3550" y="2364"/>
                  </a:lnTo>
                  <a:lnTo>
                    <a:pt x="1619" y="4838"/>
                  </a:lnTo>
                  <a:lnTo>
                    <a:pt x="170" y="2429"/>
                  </a:lnTo>
                  <a:lnTo>
                    <a:pt x="512" y="2324"/>
                  </a:lnTo>
                  <a:cubicBezTo>
                    <a:pt x="539" y="2316"/>
                    <a:pt x="558" y="2291"/>
                    <a:pt x="558" y="2261"/>
                  </a:cubicBezTo>
                  <a:lnTo>
                    <a:pt x="582" y="134"/>
                  </a:lnTo>
                  <a:close/>
                  <a:moveTo>
                    <a:pt x="515" y="0"/>
                  </a:moveTo>
                  <a:cubicBezTo>
                    <a:pt x="479" y="0"/>
                    <a:pt x="449" y="30"/>
                    <a:pt x="449" y="65"/>
                  </a:cubicBezTo>
                  <a:lnTo>
                    <a:pt x="425" y="2211"/>
                  </a:lnTo>
                  <a:lnTo>
                    <a:pt x="50" y="2327"/>
                  </a:lnTo>
                  <a:cubicBezTo>
                    <a:pt x="30" y="2333"/>
                    <a:pt x="15" y="2347"/>
                    <a:pt x="8" y="2366"/>
                  </a:cubicBezTo>
                  <a:cubicBezTo>
                    <a:pt x="1" y="2385"/>
                    <a:pt x="2" y="2408"/>
                    <a:pt x="13" y="2424"/>
                  </a:cubicBezTo>
                  <a:lnTo>
                    <a:pt x="1555" y="4989"/>
                  </a:lnTo>
                  <a:cubicBezTo>
                    <a:pt x="1567" y="5008"/>
                    <a:pt x="1587" y="5020"/>
                    <a:pt x="1609" y="5021"/>
                  </a:cubicBezTo>
                  <a:lnTo>
                    <a:pt x="1612" y="5021"/>
                  </a:lnTo>
                  <a:cubicBezTo>
                    <a:pt x="1633" y="5021"/>
                    <a:pt x="1652" y="5013"/>
                    <a:pt x="1665" y="4996"/>
                  </a:cubicBezTo>
                  <a:lnTo>
                    <a:pt x="3713" y="2372"/>
                  </a:lnTo>
                  <a:cubicBezTo>
                    <a:pt x="3726" y="2355"/>
                    <a:pt x="3731" y="2333"/>
                    <a:pt x="3724" y="2312"/>
                  </a:cubicBezTo>
                  <a:cubicBezTo>
                    <a:pt x="3718" y="2292"/>
                    <a:pt x="3703" y="2275"/>
                    <a:pt x="3681" y="2268"/>
                  </a:cubicBezTo>
                  <a:lnTo>
                    <a:pt x="3156" y="2093"/>
                  </a:lnTo>
                  <a:lnTo>
                    <a:pt x="3086" y="88"/>
                  </a:lnTo>
                  <a:cubicBezTo>
                    <a:pt x="3085" y="52"/>
                    <a:pt x="3056" y="24"/>
                    <a:pt x="3020" y="24"/>
                  </a:cubicBezTo>
                  <a:lnTo>
                    <a:pt x="51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g33f68990add_0_5"/>
            <p:cNvSpPr/>
            <p:nvPr/>
          </p:nvSpPr>
          <p:spPr>
            <a:xfrm>
              <a:off x="8946928" y="3402169"/>
              <a:ext cx="113688" cy="87783"/>
            </a:xfrm>
            <a:custGeom>
              <a:rect b="b" l="l" r="r" t="t"/>
              <a:pathLst>
                <a:path extrusionOk="0" h="2023" w="2620">
                  <a:moveTo>
                    <a:pt x="1987" y="0"/>
                  </a:moveTo>
                  <a:lnTo>
                    <a:pt x="308" y="84"/>
                  </a:lnTo>
                  <a:lnTo>
                    <a:pt x="1" y="1139"/>
                  </a:lnTo>
                  <a:lnTo>
                    <a:pt x="1748" y="2022"/>
                  </a:lnTo>
                  <a:lnTo>
                    <a:pt x="2619" y="1981"/>
                  </a:lnTo>
                  <a:lnTo>
                    <a:pt x="2050" y="1792"/>
                  </a:lnTo>
                  <a:lnTo>
                    <a:pt x="198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g33f68990add_0_5"/>
            <p:cNvSpPr/>
            <p:nvPr/>
          </p:nvSpPr>
          <p:spPr>
            <a:xfrm>
              <a:off x="8943804" y="3399262"/>
              <a:ext cx="119893" cy="93598"/>
            </a:xfrm>
            <a:custGeom>
              <a:rect b="b" l="l" r="r" t="t"/>
              <a:pathLst>
                <a:path extrusionOk="0" h="2157" w="2763">
                  <a:moveTo>
                    <a:pt x="1995" y="137"/>
                  </a:moveTo>
                  <a:lnTo>
                    <a:pt x="2056" y="1861"/>
                  </a:lnTo>
                  <a:cubicBezTo>
                    <a:pt x="2057" y="1888"/>
                    <a:pt x="2075" y="1913"/>
                    <a:pt x="2101" y="1921"/>
                  </a:cubicBezTo>
                  <a:lnTo>
                    <a:pt x="2334" y="1999"/>
                  </a:lnTo>
                  <a:lnTo>
                    <a:pt x="1835" y="2023"/>
                  </a:lnTo>
                  <a:lnTo>
                    <a:pt x="152" y="1171"/>
                  </a:lnTo>
                  <a:lnTo>
                    <a:pt x="431" y="215"/>
                  </a:lnTo>
                  <a:lnTo>
                    <a:pt x="1995" y="137"/>
                  </a:lnTo>
                  <a:close/>
                  <a:moveTo>
                    <a:pt x="2063" y="1"/>
                  </a:moveTo>
                  <a:cubicBezTo>
                    <a:pt x="2060" y="1"/>
                    <a:pt x="2058" y="1"/>
                    <a:pt x="2056" y="1"/>
                  </a:cubicBezTo>
                  <a:lnTo>
                    <a:pt x="377" y="84"/>
                  </a:lnTo>
                  <a:cubicBezTo>
                    <a:pt x="349" y="86"/>
                    <a:pt x="325" y="105"/>
                    <a:pt x="317" y="132"/>
                  </a:cubicBezTo>
                  <a:lnTo>
                    <a:pt x="9" y="1187"/>
                  </a:lnTo>
                  <a:cubicBezTo>
                    <a:pt x="1" y="1217"/>
                    <a:pt x="15" y="1250"/>
                    <a:pt x="43" y="1265"/>
                  </a:cubicBezTo>
                  <a:lnTo>
                    <a:pt x="1791" y="2150"/>
                  </a:lnTo>
                  <a:cubicBezTo>
                    <a:pt x="1800" y="2153"/>
                    <a:pt x="1811" y="2157"/>
                    <a:pt x="1820" y="2157"/>
                  </a:cubicBezTo>
                  <a:cubicBezTo>
                    <a:pt x="1821" y="2157"/>
                    <a:pt x="1823" y="2157"/>
                    <a:pt x="1824" y="2156"/>
                  </a:cubicBezTo>
                  <a:lnTo>
                    <a:pt x="2695" y="2114"/>
                  </a:lnTo>
                  <a:cubicBezTo>
                    <a:pt x="2727" y="2113"/>
                    <a:pt x="2753" y="2089"/>
                    <a:pt x="2757" y="2057"/>
                  </a:cubicBezTo>
                  <a:cubicBezTo>
                    <a:pt x="2762" y="2025"/>
                    <a:pt x="2743" y="1995"/>
                    <a:pt x="2712" y="1985"/>
                  </a:cubicBezTo>
                  <a:lnTo>
                    <a:pt x="2187" y="1810"/>
                  </a:lnTo>
                  <a:lnTo>
                    <a:pt x="2126" y="65"/>
                  </a:lnTo>
                  <a:cubicBezTo>
                    <a:pt x="2126" y="47"/>
                    <a:pt x="2117" y="31"/>
                    <a:pt x="2104" y="19"/>
                  </a:cubicBezTo>
                  <a:cubicBezTo>
                    <a:pt x="2093" y="8"/>
                    <a:pt x="2078" y="1"/>
                    <a:pt x="20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g33f68990add_0_5"/>
            <p:cNvSpPr/>
            <p:nvPr/>
          </p:nvSpPr>
          <p:spPr>
            <a:xfrm>
              <a:off x="8889303" y="3188072"/>
              <a:ext cx="220174" cy="270032"/>
            </a:xfrm>
            <a:custGeom>
              <a:rect b="b" l="l" r="r" t="t"/>
              <a:pathLst>
                <a:path extrusionOk="0" h="6223" w="5074">
                  <a:moveTo>
                    <a:pt x="3182" y="1"/>
                  </a:moveTo>
                  <a:lnTo>
                    <a:pt x="277" y="1609"/>
                  </a:lnTo>
                  <a:cubicBezTo>
                    <a:pt x="277" y="1609"/>
                    <a:pt x="0" y="3860"/>
                    <a:pt x="102" y="4084"/>
                  </a:cubicBezTo>
                  <a:cubicBezTo>
                    <a:pt x="203" y="4306"/>
                    <a:pt x="1099" y="5958"/>
                    <a:pt x="1329" y="6073"/>
                  </a:cubicBezTo>
                  <a:cubicBezTo>
                    <a:pt x="1514" y="6164"/>
                    <a:pt x="1858" y="6223"/>
                    <a:pt x="2061" y="6223"/>
                  </a:cubicBezTo>
                  <a:cubicBezTo>
                    <a:pt x="2110" y="6223"/>
                    <a:pt x="2150" y="6219"/>
                    <a:pt x="2178" y="6212"/>
                  </a:cubicBezTo>
                  <a:cubicBezTo>
                    <a:pt x="2325" y="6177"/>
                    <a:pt x="4007" y="4900"/>
                    <a:pt x="4007" y="4900"/>
                  </a:cubicBezTo>
                  <a:lnTo>
                    <a:pt x="4248" y="3987"/>
                  </a:lnTo>
                  <a:cubicBezTo>
                    <a:pt x="4248" y="3987"/>
                    <a:pt x="4264" y="3990"/>
                    <a:pt x="4292" y="3990"/>
                  </a:cubicBezTo>
                  <a:cubicBezTo>
                    <a:pt x="4394" y="3990"/>
                    <a:pt x="4652" y="3943"/>
                    <a:pt x="4837" y="3508"/>
                  </a:cubicBezTo>
                  <a:cubicBezTo>
                    <a:pt x="5073" y="2953"/>
                    <a:pt x="4902" y="2699"/>
                    <a:pt x="4808" y="2668"/>
                  </a:cubicBezTo>
                  <a:cubicBezTo>
                    <a:pt x="4716" y="2637"/>
                    <a:pt x="4446" y="2710"/>
                    <a:pt x="3913" y="2213"/>
                  </a:cubicBezTo>
                  <a:cubicBezTo>
                    <a:pt x="3378" y="1715"/>
                    <a:pt x="2993" y="560"/>
                    <a:pt x="31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g33f68990add_0_5"/>
            <p:cNvSpPr/>
            <p:nvPr/>
          </p:nvSpPr>
          <p:spPr>
            <a:xfrm>
              <a:off x="8886526" y="3185208"/>
              <a:ext cx="223168" cy="275803"/>
            </a:xfrm>
            <a:custGeom>
              <a:rect b="b" l="l" r="r" t="t"/>
              <a:pathLst>
                <a:path extrusionOk="0" h="6356" w="5143">
                  <a:moveTo>
                    <a:pt x="3146" y="198"/>
                  </a:moveTo>
                  <a:cubicBezTo>
                    <a:pt x="3048" y="816"/>
                    <a:pt x="3415" y="1846"/>
                    <a:pt x="3932" y="2328"/>
                  </a:cubicBezTo>
                  <a:cubicBezTo>
                    <a:pt x="4384" y="2749"/>
                    <a:pt x="4663" y="2776"/>
                    <a:pt x="4797" y="2789"/>
                  </a:cubicBezTo>
                  <a:cubicBezTo>
                    <a:pt x="4820" y="2791"/>
                    <a:pt x="4842" y="2794"/>
                    <a:pt x="4852" y="2796"/>
                  </a:cubicBezTo>
                  <a:cubicBezTo>
                    <a:pt x="4862" y="2800"/>
                    <a:pt x="4893" y="2821"/>
                    <a:pt x="4919" y="2879"/>
                  </a:cubicBezTo>
                  <a:cubicBezTo>
                    <a:pt x="4958" y="2967"/>
                    <a:pt x="5000" y="3171"/>
                    <a:pt x="4839" y="3547"/>
                  </a:cubicBezTo>
                  <a:cubicBezTo>
                    <a:pt x="4668" y="3950"/>
                    <a:pt x="4442" y="3990"/>
                    <a:pt x="4358" y="3990"/>
                  </a:cubicBezTo>
                  <a:cubicBezTo>
                    <a:pt x="4339" y="3990"/>
                    <a:pt x="4328" y="3988"/>
                    <a:pt x="4326" y="3988"/>
                  </a:cubicBezTo>
                  <a:cubicBezTo>
                    <a:pt x="4321" y="3986"/>
                    <a:pt x="4316" y="3986"/>
                    <a:pt x="4311" y="3986"/>
                  </a:cubicBezTo>
                  <a:cubicBezTo>
                    <a:pt x="4282" y="3986"/>
                    <a:pt x="4256" y="4006"/>
                    <a:pt x="4248" y="4035"/>
                  </a:cubicBezTo>
                  <a:lnTo>
                    <a:pt x="4012" y="4927"/>
                  </a:lnTo>
                  <a:cubicBezTo>
                    <a:pt x="3373" y="5412"/>
                    <a:pt x="2338" y="6178"/>
                    <a:pt x="2227" y="6214"/>
                  </a:cubicBezTo>
                  <a:cubicBezTo>
                    <a:pt x="2203" y="6220"/>
                    <a:pt x="2169" y="6223"/>
                    <a:pt x="2127" y="6223"/>
                  </a:cubicBezTo>
                  <a:cubicBezTo>
                    <a:pt x="1940" y="6223"/>
                    <a:pt x="1604" y="6169"/>
                    <a:pt x="1422" y="6078"/>
                  </a:cubicBezTo>
                  <a:cubicBezTo>
                    <a:pt x="1230" y="5984"/>
                    <a:pt x="361" y="4419"/>
                    <a:pt x="226" y="4121"/>
                  </a:cubicBezTo>
                  <a:cubicBezTo>
                    <a:pt x="159" y="3973"/>
                    <a:pt x="297" y="2582"/>
                    <a:pt x="403" y="1717"/>
                  </a:cubicBezTo>
                  <a:lnTo>
                    <a:pt x="3146" y="198"/>
                  </a:lnTo>
                  <a:close/>
                  <a:moveTo>
                    <a:pt x="3246" y="1"/>
                  </a:moveTo>
                  <a:cubicBezTo>
                    <a:pt x="3235" y="1"/>
                    <a:pt x="3224" y="3"/>
                    <a:pt x="3214" y="9"/>
                  </a:cubicBezTo>
                  <a:lnTo>
                    <a:pt x="308" y="1617"/>
                  </a:lnTo>
                  <a:cubicBezTo>
                    <a:pt x="290" y="1627"/>
                    <a:pt x="277" y="1646"/>
                    <a:pt x="275" y="1668"/>
                  </a:cubicBezTo>
                  <a:cubicBezTo>
                    <a:pt x="229" y="2046"/>
                    <a:pt x="0" y="3947"/>
                    <a:pt x="104" y="4177"/>
                  </a:cubicBezTo>
                  <a:cubicBezTo>
                    <a:pt x="177" y="4334"/>
                    <a:pt x="1094" y="6064"/>
                    <a:pt x="1363" y="6198"/>
                  </a:cubicBezTo>
                  <a:cubicBezTo>
                    <a:pt x="1554" y="6292"/>
                    <a:pt x="1907" y="6355"/>
                    <a:pt x="2126" y="6355"/>
                  </a:cubicBezTo>
                  <a:cubicBezTo>
                    <a:pt x="2180" y="6355"/>
                    <a:pt x="2226" y="6351"/>
                    <a:pt x="2259" y="6343"/>
                  </a:cubicBezTo>
                  <a:cubicBezTo>
                    <a:pt x="2410" y="6305"/>
                    <a:pt x="3829" y="5233"/>
                    <a:pt x="4112" y="5019"/>
                  </a:cubicBezTo>
                  <a:cubicBezTo>
                    <a:pt x="4123" y="5010"/>
                    <a:pt x="4132" y="4998"/>
                    <a:pt x="4135" y="4984"/>
                  </a:cubicBezTo>
                  <a:lnTo>
                    <a:pt x="4362" y="4122"/>
                  </a:lnTo>
                  <a:cubicBezTo>
                    <a:pt x="4487" y="4121"/>
                    <a:pt x="4766" y="4061"/>
                    <a:pt x="4962" y="3600"/>
                  </a:cubicBezTo>
                  <a:cubicBezTo>
                    <a:pt x="5142" y="3177"/>
                    <a:pt x="5088" y="2932"/>
                    <a:pt x="5039" y="2825"/>
                  </a:cubicBezTo>
                  <a:cubicBezTo>
                    <a:pt x="5004" y="2747"/>
                    <a:pt x="4952" y="2691"/>
                    <a:pt x="4894" y="2671"/>
                  </a:cubicBezTo>
                  <a:cubicBezTo>
                    <a:pt x="4870" y="2663"/>
                    <a:pt x="4843" y="2660"/>
                    <a:pt x="4810" y="2657"/>
                  </a:cubicBezTo>
                  <a:cubicBezTo>
                    <a:pt x="4681" y="2645"/>
                    <a:pt x="4442" y="2621"/>
                    <a:pt x="4022" y="2231"/>
                  </a:cubicBezTo>
                  <a:cubicBezTo>
                    <a:pt x="3501" y="1746"/>
                    <a:pt x="3127" y="624"/>
                    <a:pt x="3308" y="88"/>
                  </a:cubicBezTo>
                  <a:cubicBezTo>
                    <a:pt x="3317" y="62"/>
                    <a:pt x="3308" y="34"/>
                    <a:pt x="3288" y="16"/>
                  </a:cubicBezTo>
                  <a:cubicBezTo>
                    <a:pt x="3276" y="6"/>
                    <a:pt x="3261" y="1"/>
                    <a:pt x="32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g33f68990add_0_5"/>
            <p:cNvSpPr/>
            <p:nvPr/>
          </p:nvSpPr>
          <p:spPr>
            <a:xfrm>
              <a:off x="8909567" y="3263270"/>
              <a:ext cx="49077" cy="99456"/>
            </a:xfrm>
            <a:custGeom>
              <a:rect b="b" l="l" r="r" t="t"/>
              <a:pathLst>
                <a:path extrusionOk="0" h="2292" w="1131">
                  <a:moveTo>
                    <a:pt x="321" y="0"/>
                  </a:moveTo>
                  <a:cubicBezTo>
                    <a:pt x="150" y="0"/>
                    <a:pt x="33" y="107"/>
                    <a:pt x="29" y="112"/>
                  </a:cubicBezTo>
                  <a:cubicBezTo>
                    <a:pt x="2" y="137"/>
                    <a:pt x="1" y="178"/>
                    <a:pt x="25" y="206"/>
                  </a:cubicBezTo>
                  <a:cubicBezTo>
                    <a:pt x="39" y="219"/>
                    <a:pt x="56" y="227"/>
                    <a:pt x="74" y="227"/>
                  </a:cubicBezTo>
                  <a:cubicBezTo>
                    <a:pt x="90" y="227"/>
                    <a:pt x="106" y="221"/>
                    <a:pt x="119" y="209"/>
                  </a:cubicBezTo>
                  <a:cubicBezTo>
                    <a:pt x="120" y="208"/>
                    <a:pt x="200" y="133"/>
                    <a:pt x="318" y="133"/>
                  </a:cubicBezTo>
                  <a:cubicBezTo>
                    <a:pt x="325" y="133"/>
                    <a:pt x="332" y="133"/>
                    <a:pt x="339" y="134"/>
                  </a:cubicBezTo>
                  <a:cubicBezTo>
                    <a:pt x="431" y="139"/>
                    <a:pt x="521" y="193"/>
                    <a:pt x="607" y="292"/>
                  </a:cubicBezTo>
                  <a:lnTo>
                    <a:pt x="878" y="880"/>
                  </a:lnTo>
                  <a:lnTo>
                    <a:pt x="477" y="2067"/>
                  </a:lnTo>
                  <a:cubicBezTo>
                    <a:pt x="473" y="2084"/>
                    <a:pt x="474" y="2103"/>
                    <a:pt x="482" y="2120"/>
                  </a:cubicBezTo>
                  <a:cubicBezTo>
                    <a:pt x="492" y="2135"/>
                    <a:pt x="506" y="2147"/>
                    <a:pt x="523" y="2152"/>
                  </a:cubicBezTo>
                  <a:lnTo>
                    <a:pt x="1039" y="2289"/>
                  </a:lnTo>
                  <a:cubicBezTo>
                    <a:pt x="1045" y="2292"/>
                    <a:pt x="1050" y="2292"/>
                    <a:pt x="1056" y="2292"/>
                  </a:cubicBezTo>
                  <a:cubicBezTo>
                    <a:pt x="1085" y="2292"/>
                    <a:pt x="1113" y="2273"/>
                    <a:pt x="1121" y="2242"/>
                  </a:cubicBezTo>
                  <a:cubicBezTo>
                    <a:pt x="1130" y="2206"/>
                    <a:pt x="1109" y="2171"/>
                    <a:pt x="1074" y="2161"/>
                  </a:cubicBezTo>
                  <a:lnTo>
                    <a:pt x="626" y="2042"/>
                  </a:lnTo>
                  <a:lnTo>
                    <a:pt x="1012" y="898"/>
                  </a:lnTo>
                  <a:cubicBezTo>
                    <a:pt x="1018" y="881"/>
                    <a:pt x="1017" y="865"/>
                    <a:pt x="1010" y="849"/>
                  </a:cubicBezTo>
                  <a:lnTo>
                    <a:pt x="725" y="228"/>
                  </a:lnTo>
                  <a:cubicBezTo>
                    <a:pt x="722" y="222"/>
                    <a:pt x="719" y="218"/>
                    <a:pt x="715" y="213"/>
                  </a:cubicBezTo>
                  <a:cubicBezTo>
                    <a:pt x="602" y="80"/>
                    <a:pt x="477" y="9"/>
                    <a:pt x="345" y="1"/>
                  </a:cubicBezTo>
                  <a:cubicBezTo>
                    <a:pt x="337" y="1"/>
                    <a:pt x="329"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g33f68990add_0_5"/>
            <p:cNvSpPr/>
            <p:nvPr/>
          </p:nvSpPr>
          <p:spPr>
            <a:xfrm>
              <a:off x="8970664" y="3267696"/>
              <a:ext cx="44130" cy="15448"/>
            </a:xfrm>
            <a:custGeom>
              <a:rect b="b" l="l" r="r" t="t"/>
              <a:pathLst>
                <a:path extrusionOk="0" h="356" w="1017">
                  <a:moveTo>
                    <a:pt x="351" y="1"/>
                  </a:moveTo>
                  <a:cubicBezTo>
                    <a:pt x="188" y="1"/>
                    <a:pt x="67" y="33"/>
                    <a:pt x="56" y="36"/>
                  </a:cubicBezTo>
                  <a:cubicBezTo>
                    <a:pt x="22" y="46"/>
                    <a:pt x="0" y="82"/>
                    <a:pt x="10" y="118"/>
                  </a:cubicBezTo>
                  <a:cubicBezTo>
                    <a:pt x="18" y="147"/>
                    <a:pt x="45" y="166"/>
                    <a:pt x="74" y="166"/>
                  </a:cubicBezTo>
                  <a:cubicBezTo>
                    <a:pt x="80" y="166"/>
                    <a:pt x="86" y="166"/>
                    <a:pt x="92" y="164"/>
                  </a:cubicBezTo>
                  <a:cubicBezTo>
                    <a:pt x="94" y="163"/>
                    <a:pt x="204" y="135"/>
                    <a:pt x="350" y="135"/>
                  </a:cubicBezTo>
                  <a:cubicBezTo>
                    <a:pt x="519" y="135"/>
                    <a:pt x="736" y="173"/>
                    <a:pt x="897" y="337"/>
                  </a:cubicBezTo>
                  <a:cubicBezTo>
                    <a:pt x="910" y="350"/>
                    <a:pt x="927" y="356"/>
                    <a:pt x="945" y="356"/>
                  </a:cubicBezTo>
                  <a:cubicBezTo>
                    <a:pt x="961" y="356"/>
                    <a:pt x="978" y="350"/>
                    <a:pt x="991" y="338"/>
                  </a:cubicBezTo>
                  <a:cubicBezTo>
                    <a:pt x="1017" y="312"/>
                    <a:pt x="1017" y="269"/>
                    <a:pt x="992" y="243"/>
                  </a:cubicBezTo>
                  <a:cubicBezTo>
                    <a:pt x="799" y="47"/>
                    <a:pt x="545"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g33f68990add_0_5"/>
            <p:cNvSpPr/>
            <p:nvPr/>
          </p:nvSpPr>
          <p:spPr>
            <a:xfrm>
              <a:off x="8915339" y="3285617"/>
              <a:ext cx="15491" cy="22824"/>
            </a:xfrm>
            <a:custGeom>
              <a:rect b="b" l="l" r="r" t="t"/>
              <a:pathLst>
                <a:path extrusionOk="0" h="526" w="357">
                  <a:moveTo>
                    <a:pt x="191" y="0"/>
                  </a:moveTo>
                  <a:cubicBezTo>
                    <a:pt x="103" y="0"/>
                    <a:pt x="23" y="109"/>
                    <a:pt x="12" y="249"/>
                  </a:cubicBezTo>
                  <a:cubicBezTo>
                    <a:pt x="0" y="393"/>
                    <a:pt x="65" y="517"/>
                    <a:pt x="157" y="525"/>
                  </a:cubicBezTo>
                  <a:cubicBezTo>
                    <a:pt x="160" y="525"/>
                    <a:pt x="163" y="525"/>
                    <a:pt x="166" y="525"/>
                  </a:cubicBezTo>
                  <a:cubicBezTo>
                    <a:pt x="255" y="525"/>
                    <a:pt x="333" y="416"/>
                    <a:pt x="344" y="276"/>
                  </a:cubicBezTo>
                  <a:cubicBezTo>
                    <a:pt x="356" y="132"/>
                    <a:pt x="291" y="9"/>
                    <a:pt x="199" y="1"/>
                  </a:cubicBezTo>
                  <a:cubicBezTo>
                    <a:pt x="196" y="0"/>
                    <a:pt x="19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g33f68990add_0_5"/>
            <p:cNvSpPr/>
            <p:nvPr/>
          </p:nvSpPr>
          <p:spPr>
            <a:xfrm>
              <a:off x="8980297" y="3290868"/>
              <a:ext cx="15491" cy="22781"/>
            </a:xfrm>
            <a:custGeom>
              <a:rect b="b" l="l" r="r" t="t"/>
              <a:pathLst>
                <a:path extrusionOk="0" h="525" w="357">
                  <a:moveTo>
                    <a:pt x="191" y="0"/>
                  </a:moveTo>
                  <a:cubicBezTo>
                    <a:pt x="104" y="0"/>
                    <a:pt x="24" y="109"/>
                    <a:pt x="13" y="249"/>
                  </a:cubicBezTo>
                  <a:cubicBezTo>
                    <a:pt x="1" y="393"/>
                    <a:pt x="66" y="516"/>
                    <a:pt x="158" y="524"/>
                  </a:cubicBezTo>
                  <a:cubicBezTo>
                    <a:pt x="161" y="525"/>
                    <a:pt x="164" y="525"/>
                    <a:pt x="166" y="525"/>
                  </a:cubicBezTo>
                  <a:cubicBezTo>
                    <a:pt x="254" y="525"/>
                    <a:pt x="334" y="416"/>
                    <a:pt x="345" y="276"/>
                  </a:cubicBezTo>
                  <a:cubicBezTo>
                    <a:pt x="357" y="132"/>
                    <a:pt x="292" y="9"/>
                    <a:pt x="200" y="0"/>
                  </a:cubicBezTo>
                  <a:cubicBezTo>
                    <a:pt x="197" y="0"/>
                    <a:pt x="194"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g33f68990add_0_5"/>
            <p:cNvSpPr/>
            <p:nvPr/>
          </p:nvSpPr>
          <p:spPr>
            <a:xfrm>
              <a:off x="8934778" y="3380473"/>
              <a:ext cx="29811" cy="9763"/>
            </a:xfrm>
            <a:custGeom>
              <a:rect b="b" l="l" r="r" t="t"/>
              <a:pathLst>
                <a:path extrusionOk="0" h="225" w="687">
                  <a:moveTo>
                    <a:pt x="73" y="0"/>
                  </a:moveTo>
                  <a:cubicBezTo>
                    <a:pt x="42" y="0"/>
                    <a:pt x="13" y="23"/>
                    <a:pt x="8" y="56"/>
                  </a:cubicBezTo>
                  <a:cubicBezTo>
                    <a:pt x="0" y="91"/>
                    <a:pt x="25" y="125"/>
                    <a:pt x="62" y="131"/>
                  </a:cubicBezTo>
                  <a:lnTo>
                    <a:pt x="605" y="224"/>
                  </a:lnTo>
                  <a:cubicBezTo>
                    <a:pt x="609" y="224"/>
                    <a:pt x="612" y="225"/>
                    <a:pt x="616" y="225"/>
                  </a:cubicBezTo>
                  <a:cubicBezTo>
                    <a:pt x="648" y="225"/>
                    <a:pt x="676" y="201"/>
                    <a:pt x="681" y="169"/>
                  </a:cubicBezTo>
                  <a:cubicBezTo>
                    <a:pt x="687" y="132"/>
                    <a:pt x="663" y="98"/>
                    <a:pt x="626" y="92"/>
                  </a:cubicBezTo>
                  <a:lnTo>
                    <a:pt x="83" y="1"/>
                  </a:lnTo>
                  <a:cubicBezTo>
                    <a:pt x="80" y="0"/>
                    <a:pt x="76"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g33f68990add_0_5"/>
            <p:cNvSpPr/>
            <p:nvPr/>
          </p:nvSpPr>
          <p:spPr>
            <a:xfrm>
              <a:off x="8689135" y="3527486"/>
              <a:ext cx="159034" cy="821246"/>
            </a:xfrm>
            <a:custGeom>
              <a:rect b="b" l="l" r="r" t="t"/>
              <a:pathLst>
                <a:path extrusionOk="0" h="18926" w="3665">
                  <a:moveTo>
                    <a:pt x="2100" y="0"/>
                  </a:moveTo>
                  <a:lnTo>
                    <a:pt x="1405" y="8178"/>
                  </a:lnTo>
                  <a:lnTo>
                    <a:pt x="374" y="14037"/>
                  </a:lnTo>
                  <a:cubicBezTo>
                    <a:pt x="374" y="14037"/>
                    <a:pt x="0" y="15725"/>
                    <a:pt x="23" y="15792"/>
                  </a:cubicBezTo>
                  <a:cubicBezTo>
                    <a:pt x="44" y="15858"/>
                    <a:pt x="154" y="17130"/>
                    <a:pt x="154" y="17130"/>
                  </a:cubicBezTo>
                  <a:cubicBezTo>
                    <a:pt x="154" y="17130"/>
                    <a:pt x="23" y="18226"/>
                    <a:pt x="110" y="18336"/>
                  </a:cubicBezTo>
                  <a:cubicBezTo>
                    <a:pt x="198" y="18446"/>
                    <a:pt x="483" y="18819"/>
                    <a:pt x="593" y="18885"/>
                  </a:cubicBezTo>
                  <a:cubicBezTo>
                    <a:pt x="635" y="18910"/>
                    <a:pt x="679" y="18925"/>
                    <a:pt x="718" y="18925"/>
                  </a:cubicBezTo>
                  <a:cubicBezTo>
                    <a:pt x="781" y="18925"/>
                    <a:pt x="826" y="18884"/>
                    <a:pt x="813" y="18775"/>
                  </a:cubicBezTo>
                  <a:cubicBezTo>
                    <a:pt x="791" y="18600"/>
                    <a:pt x="659" y="18226"/>
                    <a:pt x="593" y="18074"/>
                  </a:cubicBezTo>
                  <a:cubicBezTo>
                    <a:pt x="527" y="17920"/>
                    <a:pt x="681" y="17196"/>
                    <a:pt x="681" y="17065"/>
                  </a:cubicBezTo>
                  <a:cubicBezTo>
                    <a:pt x="681" y="16933"/>
                    <a:pt x="768" y="16582"/>
                    <a:pt x="768" y="16582"/>
                  </a:cubicBezTo>
                  <a:lnTo>
                    <a:pt x="988" y="17416"/>
                  </a:lnTo>
                  <a:cubicBezTo>
                    <a:pt x="988" y="17416"/>
                    <a:pt x="903" y="18052"/>
                    <a:pt x="1088" y="18052"/>
                  </a:cubicBezTo>
                  <a:cubicBezTo>
                    <a:pt x="1092" y="18052"/>
                    <a:pt x="1095" y="18052"/>
                    <a:pt x="1098" y="18051"/>
                  </a:cubicBezTo>
                  <a:cubicBezTo>
                    <a:pt x="1295" y="18030"/>
                    <a:pt x="1295" y="17810"/>
                    <a:pt x="1340" y="17657"/>
                  </a:cubicBezTo>
                  <a:cubicBezTo>
                    <a:pt x="1383" y="17503"/>
                    <a:pt x="1383" y="16494"/>
                    <a:pt x="1383" y="16407"/>
                  </a:cubicBezTo>
                  <a:cubicBezTo>
                    <a:pt x="1383" y="16318"/>
                    <a:pt x="901" y="14849"/>
                    <a:pt x="901" y="14849"/>
                  </a:cubicBezTo>
                  <a:lnTo>
                    <a:pt x="2172" y="11777"/>
                  </a:lnTo>
                  <a:lnTo>
                    <a:pt x="3664" y="8069"/>
                  </a:lnTo>
                  <a:lnTo>
                    <a:pt x="3555" y="5458"/>
                  </a:lnTo>
                  <a:lnTo>
                    <a:pt x="21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g33f68990add_0_5"/>
            <p:cNvSpPr/>
            <p:nvPr/>
          </p:nvSpPr>
          <p:spPr>
            <a:xfrm>
              <a:off x="8686141" y="3524579"/>
              <a:ext cx="164935" cy="827018"/>
            </a:xfrm>
            <a:custGeom>
              <a:rect b="b" l="l" r="r" t="t"/>
              <a:pathLst>
                <a:path extrusionOk="0" h="19059" w="3801">
                  <a:moveTo>
                    <a:pt x="2204" y="453"/>
                  </a:moveTo>
                  <a:lnTo>
                    <a:pt x="3558" y="5535"/>
                  </a:lnTo>
                  <a:lnTo>
                    <a:pt x="3667" y="8124"/>
                  </a:lnTo>
                  <a:lnTo>
                    <a:pt x="2180" y="11818"/>
                  </a:lnTo>
                  <a:lnTo>
                    <a:pt x="908" y="14890"/>
                  </a:lnTo>
                  <a:cubicBezTo>
                    <a:pt x="902" y="14905"/>
                    <a:pt x="901" y="14920"/>
                    <a:pt x="906" y="14936"/>
                  </a:cubicBezTo>
                  <a:cubicBezTo>
                    <a:pt x="1087" y="15487"/>
                    <a:pt x="1378" y="16393"/>
                    <a:pt x="1385" y="16473"/>
                  </a:cubicBezTo>
                  <a:cubicBezTo>
                    <a:pt x="1385" y="17014"/>
                    <a:pt x="1373" y="17606"/>
                    <a:pt x="1345" y="17705"/>
                  </a:cubicBezTo>
                  <a:cubicBezTo>
                    <a:pt x="1335" y="17737"/>
                    <a:pt x="1328" y="17770"/>
                    <a:pt x="1321" y="17805"/>
                  </a:cubicBezTo>
                  <a:cubicBezTo>
                    <a:pt x="1287" y="17964"/>
                    <a:pt x="1259" y="18041"/>
                    <a:pt x="1151" y="18048"/>
                  </a:cubicBezTo>
                  <a:cubicBezTo>
                    <a:pt x="1095" y="17993"/>
                    <a:pt x="1093" y="17715"/>
                    <a:pt x="1123" y="17491"/>
                  </a:cubicBezTo>
                  <a:cubicBezTo>
                    <a:pt x="1123" y="17483"/>
                    <a:pt x="1123" y="17473"/>
                    <a:pt x="1121" y="17465"/>
                  </a:cubicBezTo>
                  <a:lnTo>
                    <a:pt x="902" y="16631"/>
                  </a:lnTo>
                  <a:cubicBezTo>
                    <a:pt x="894" y="16603"/>
                    <a:pt x="868" y="16583"/>
                    <a:pt x="837" y="16583"/>
                  </a:cubicBezTo>
                  <a:cubicBezTo>
                    <a:pt x="806" y="16583"/>
                    <a:pt x="780" y="16603"/>
                    <a:pt x="773" y="16632"/>
                  </a:cubicBezTo>
                  <a:cubicBezTo>
                    <a:pt x="770" y="16648"/>
                    <a:pt x="683" y="16993"/>
                    <a:pt x="683" y="17132"/>
                  </a:cubicBezTo>
                  <a:cubicBezTo>
                    <a:pt x="683" y="17168"/>
                    <a:pt x="667" y="17278"/>
                    <a:pt x="649" y="17394"/>
                  </a:cubicBezTo>
                  <a:cubicBezTo>
                    <a:pt x="592" y="17763"/>
                    <a:pt x="553" y="18054"/>
                    <a:pt x="600" y="18167"/>
                  </a:cubicBezTo>
                  <a:cubicBezTo>
                    <a:pt x="663" y="18310"/>
                    <a:pt x="794" y="18683"/>
                    <a:pt x="816" y="18851"/>
                  </a:cubicBezTo>
                  <a:cubicBezTo>
                    <a:pt x="820" y="18892"/>
                    <a:pt x="815" y="18917"/>
                    <a:pt x="806" y="18923"/>
                  </a:cubicBezTo>
                  <a:cubicBezTo>
                    <a:pt x="803" y="18925"/>
                    <a:pt x="796" y="18927"/>
                    <a:pt x="788" y="18927"/>
                  </a:cubicBezTo>
                  <a:cubicBezTo>
                    <a:pt x="768" y="18927"/>
                    <a:pt x="735" y="18918"/>
                    <a:pt x="696" y="18896"/>
                  </a:cubicBezTo>
                  <a:cubicBezTo>
                    <a:pt x="612" y="18845"/>
                    <a:pt x="377" y="18547"/>
                    <a:pt x="276" y="18420"/>
                  </a:cubicBezTo>
                  <a:lnTo>
                    <a:pt x="232" y="18364"/>
                  </a:lnTo>
                  <a:cubicBezTo>
                    <a:pt x="191" y="18286"/>
                    <a:pt x="229" y="17702"/>
                    <a:pt x="289" y="17205"/>
                  </a:cubicBezTo>
                  <a:cubicBezTo>
                    <a:pt x="290" y="17200"/>
                    <a:pt x="290" y="17195"/>
                    <a:pt x="289" y="17192"/>
                  </a:cubicBezTo>
                  <a:cubicBezTo>
                    <a:pt x="263" y="16891"/>
                    <a:pt x="177" y="15906"/>
                    <a:pt x="157" y="15849"/>
                  </a:cubicBezTo>
                  <a:cubicBezTo>
                    <a:pt x="154" y="15758"/>
                    <a:pt x="371" y="14738"/>
                    <a:pt x="508" y="14115"/>
                  </a:cubicBezTo>
                  <a:lnTo>
                    <a:pt x="1540" y="8251"/>
                  </a:lnTo>
                  <a:lnTo>
                    <a:pt x="2204" y="453"/>
                  </a:lnTo>
                  <a:close/>
                  <a:moveTo>
                    <a:pt x="2168" y="1"/>
                  </a:moveTo>
                  <a:cubicBezTo>
                    <a:pt x="2167" y="1"/>
                    <a:pt x="2165" y="1"/>
                    <a:pt x="2163" y="1"/>
                  </a:cubicBezTo>
                  <a:cubicBezTo>
                    <a:pt x="2131" y="5"/>
                    <a:pt x="2107" y="30"/>
                    <a:pt x="2103" y="61"/>
                  </a:cubicBezTo>
                  <a:lnTo>
                    <a:pt x="1409" y="8233"/>
                  </a:lnTo>
                  <a:lnTo>
                    <a:pt x="378" y="14090"/>
                  </a:lnTo>
                  <a:cubicBezTo>
                    <a:pt x="1" y="15797"/>
                    <a:pt x="22" y="15860"/>
                    <a:pt x="28" y="15877"/>
                  </a:cubicBezTo>
                  <a:cubicBezTo>
                    <a:pt x="44" y="15941"/>
                    <a:pt x="115" y="16716"/>
                    <a:pt x="157" y="17195"/>
                  </a:cubicBezTo>
                  <a:cubicBezTo>
                    <a:pt x="106" y="17617"/>
                    <a:pt x="36" y="18331"/>
                    <a:pt x="127" y="18445"/>
                  </a:cubicBezTo>
                  <a:lnTo>
                    <a:pt x="172" y="18502"/>
                  </a:lnTo>
                  <a:cubicBezTo>
                    <a:pt x="341" y="18717"/>
                    <a:pt x="531" y="18951"/>
                    <a:pt x="628" y="19009"/>
                  </a:cubicBezTo>
                  <a:cubicBezTo>
                    <a:pt x="683" y="19042"/>
                    <a:pt x="738" y="19059"/>
                    <a:pt x="786" y="19059"/>
                  </a:cubicBezTo>
                  <a:cubicBezTo>
                    <a:pt x="822" y="19059"/>
                    <a:pt x="852" y="19051"/>
                    <a:pt x="878" y="19034"/>
                  </a:cubicBezTo>
                  <a:cubicBezTo>
                    <a:pt x="918" y="19008"/>
                    <a:pt x="962" y="18952"/>
                    <a:pt x="947" y="18834"/>
                  </a:cubicBezTo>
                  <a:cubicBezTo>
                    <a:pt x="923" y="18648"/>
                    <a:pt x="791" y="18272"/>
                    <a:pt x="723" y="18115"/>
                  </a:cubicBezTo>
                  <a:cubicBezTo>
                    <a:pt x="686" y="18027"/>
                    <a:pt x="747" y="17628"/>
                    <a:pt x="780" y="17414"/>
                  </a:cubicBezTo>
                  <a:cubicBezTo>
                    <a:pt x="800" y="17277"/>
                    <a:pt x="816" y="17179"/>
                    <a:pt x="816" y="17132"/>
                  </a:cubicBezTo>
                  <a:cubicBezTo>
                    <a:pt x="816" y="17087"/>
                    <a:pt x="828" y="17011"/>
                    <a:pt x="843" y="16932"/>
                  </a:cubicBezTo>
                  <a:lnTo>
                    <a:pt x="990" y="17486"/>
                  </a:lnTo>
                  <a:cubicBezTo>
                    <a:pt x="975" y="17599"/>
                    <a:pt x="933" y="18015"/>
                    <a:pt x="1056" y="18142"/>
                  </a:cubicBezTo>
                  <a:cubicBezTo>
                    <a:pt x="1084" y="18171"/>
                    <a:pt x="1117" y="18185"/>
                    <a:pt x="1157" y="18185"/>
                  </a:cubicBezTo>
                  <a:cubicBezTo>
                    <a:pt x="1163" y="18185"/>
                    <a:pt x="1168" y="18185"/>
                    <a:pt x="1174" y="18185"/>
                  </a:cubicBezTo>
                  <a:cubicBezTo>
                    <a:pt x="1380" y="18162"/>
                    <a:pt x="1420" y="17972"/>
                    <a:pt x="1450" y="17833"/>
                  </a:cubicBezTo>
                  <a:cubicBezTo>
                    <a:pt x="1457" y="17801"/>
                    <a:pt x="1464" y="17770"/>
                    <a:pt x="1471" y="17742"/>
                  </a:cubicBezTo>
                  <a:cubicBezTo>
                    <a:pt x="1514" y="17595"/>
                    <a:pt x="1519" y="16806"/>
                    <a:pt x="1519" y="16473"/>
                  </a:cubicBezTo>
                  <a:cubicBezTo>
                    <a:pt x="1519" y="16386"/>
                    <a:pt x="1190" y="15375"/>
                    <a:pt x="1039" y="14918"/>
                  </a:cubicBezTo>
                  <a:lnTo>
                    <a:pt x="2303" y="11868"/>
                  </a:lnTo>
                  <a:lnTo>
                    <a:pt x="3795" y="8160"/>
                  </a:lnTo>
                  <a:cubicBezTo>
                    <a:pt x="3798" y="8152"/>
                    <a:pt x="3801" y="8142"/>
                    <a:pt x="3800" y="8133"/>
                  </a:cubicBezTo>
                  <a:lnTo>
                    <a:pt x="3690" y="5522"/>
                  </a:lnTo>
                  <a:cubicBezTo>
                    <a:pt x="3690" y="5517"/>
                    <a:pt x="3690" y="5512"/>
                    <a:pt x="3688" y="5507"/>
                  </a:cubicBezTo>
                  <a:lnTo>
                    <a:pt x="2234" y="51"/>
                  </a:lnTo>
                  <a:cubicBezTo>
                    <a:pt x="2225" y="21"/>
                    <a:pt x="2198" y="1"/>
                    <a:pt x="21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g33f68990add_0_5"/>
            <p:cNvSpPr/>
            <p:nvPr/>
          </p:nvSpPr>
          <p:spPr>
            <a:xfrm>
              <a:off x="8740859" y="3527486"/>
              <a:ext cx="107310" cy="441041"/>
            </a:xfrm>
            <a:custGeom>
              <a:rect b="b" l="l" r="r" t="t"/>
              <a:pathLst>
                <a:path extrusionOk="0" h="10164" w="2473">
                  <a:moveTo>
                    <a:pt x="908" y="0"/>
                  </a:moveTo>
                  <a:lnTo>
                    <a:pt x="213" y="8178"/>
                  </a:lnTo>
                  <a:lnTo>
                    <a:pt x="1" y="9381"/>
                  </a:lnTo>
                  <a:lnTo>
                    <a:pt x="1630" y="10163"/>
                  </a:lnTo>
                  <a:lnTo>
                    <a:pt x="2472" y="8068"/>
                  </a:lnTo>
                  <a:lnTo>
                    <a:pt x="2363" y="5458"/>
                  </a:lnTo>
                  <a:lnTo>
                    <a:pt x="90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33f68990add_0_5"/>
            <p:cNvSpPr/>
            <p:nvPr/>
          </p:nvSpPr>
          <p:spPr>
            <a:xfrm>
              <a:off x="8737778" y="3524579"/>
              <a:ext cx="113298" cy="446813"/>
            </a:xfrm>
            <a:custGeom>
              <a:rect b="b" l="l" r="r" t="t"/>
              <a:pathLst>
                <a:path extrusionOk="0" h="10297" w="2611">
                  <a:moveTo>
                    <a:pt x="1014" y="453"/>
                  </a:moveTo>
                  <a:lnTo>
                    <a:pt x="2368" y="5535"/>
                  </a:lnTo>
                  <a:lnTo>
                    <a:pt x="2477" y="8124"/>
                  </a:lnTo>
                  <a:lnTo>
                    <a:pt x="1665" y="10140"/>
                  </a:lnTo>
                  <a:lnTo>
                    <a:pt x="146" y="9410"/>
                  </a:lnTo>
                  <a:lnTo>
                    <a:pt x="350" y="8251"/>
                  </a:lnTo>
                  <a:lnTo>
                    <a:pt x="1014" y="453"/>
                  </a:lnTo>
                  <a:close/>
                  <a:moveTo>
                    <a:pt x="978" y="1"/>
                  </a:moveTo>
                  <a:cubicBezTo>
                    <a:pt x="977" y="1"/>
                    <a:pt x="975" y="1"/>
                    <a:pt x="973" y="1"/>
                  </a:cubicBezTo>
                  <a:cubicBezTo>
                    <a:pt x="941" y="5"/>
                    <a:pt x="917" y="30"/>
                    <a:pt x="913" y="61"/>
                  </a:cubicBezTo>
                  <a:lnTo>
                    <a:pt x="219" y="8233"/>
                  </a:lnTo>
                  <a:lnTo>
                    <a:pt x="7" y="9438"/>
                  </a:lnTo>
                  <a:cubicBezTo>
                    <a:pt x="1" y="9466"/>
                    <a:pt x="16" y="9496"/>
                    <a:pt x="43" y="9509"/>
                  </a:cubicBezTo>
                  <a:lnTo>
                    <a:pt x="1671" y="10291"/>
                  </a:lnTo>
                  <a:cubicBezTo>
                    <a:pt x="1681" y="10294"/>
                    <a:pt x="1690" y="10297"/>
                    <a:pt x="1701" y="10297"/>
                  </a:cubicBezTo>
                  <a:cubicBezTo>
                    <a:pt x="1709" y="10297"/>
                    <a:pt x="1718" y="10295"/>
                    <a:pt x="1725" y="10292"/>
                  </a:cubicBezTo>
                  <a:cubicBezTo>
                    <a:pt x="1742" y="10286"/>
                    <a:pt x="1755" y="10272"/>
                    <a:pt x="1762" y="10255"/>
                  </a:cubicBezTo>
                  <a:lnTo>
                    <a:pt x="2605" y="8160"/>
                  </a:lnTo>
                  <a:cubicBezTo>
                    <a:pt x="2608" y="8152"/>
                    <a:pt x="2611" y="8142"/>
                    <a:pt x="2610" y="8133"/>
                  </a:cubicBezTo>
                  <a:lnTo>
                    <a:pt x="2501" y="5522"/>
                  </a:lnTo>
                  <a:cubicBezTo>
                    <a:pt x="2500" y="5517"/>
                    <a:pt x="2500" y="5512"/>
                    <a:pt x="2498" y="5507"/>
                  </a:cubicBezTo>
                  <a:lnTo>
                    <a:pt x="1044" y="51"/>
                  </a:lnTo>
                  <a:cubicBezTo>
                    <a:pt x="1036" y="21"/>
                    <a:pt x="1008" y="1"/>
                    <a:pt x="9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g33f68990add_0_5"/>
            <p:cNvSpPr/>
            <p:nvPr/>
          </p:nvSpPr>
          <p:spPr>
            <a:xfrm>
              <a:off x="8780259" y="3485005"/>
              <a:ext cx="142848" cy="578552"/>
            </a:xfrm>
            <a:custGeom>
              <a:rect b="b" l="l" r="r" t="t"/>
              <a:pathLst>
                <a:path extrusionOk="0" h="13333" w="3292">
                  <a:moveTo>
                    <a:pt x="3279" y="0"/>
                  </a:moveTo>
                  <a:cubicBezTo>
                    <a:pt x="3027" y="0"/>
                    <a:pt x="0" y="979"/>
                    <a:pt x="0" y="979"/>
                  </a:cubicBezTo>
                  <a:cubicBezTo>
                    <a:pt x="0" y="979"/>
                    <a:pt x="1122" y="7871"/>
                    <a:pt x="1073" y="8157"/>
                  </a:cubicBezTo>
                  <a:cubicBezTo>
                    <a:pt x="1026" y="8444"/>
                    <a:pt x="96" y="13118"/>
                    <a:pt x="96" y="13118"/>
                  </a:cubicBezTo>
                  <a:cubicBezTo>
                    <a:pt x="96" y="13118"/>
                    <a:pt x="836" y="13332"/>
                    <a:pt x="1718" y="13332"/>
                  </a:cubicBezTo>
                  <a:cubicBezTo>
                    <a:pt x="2600" y="13332"/>
                    <a:pt x="3053" y="13261"/>
                    <a:pt x="3053" y="13261"/>
                  </a:cubicBezTo>
                  <a:lnTo>
                    <a:pt x="3292" y="2"/>
                  </a:lnTo>
                  <a:cubicBezTo>
                    <a:pt x="3289" y="1"/>
                    <a:pt x="3285" y="0"/>
                    <a:pt x="32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g33f68990add_0_5"/>
            <p:cNvSpPr/>
            <p:nvPr/>
          </p:nvSpPr>
          <p:spPr>
            <a:xfrm>
              <a:off x="8777221" y="3482271"/>
              <a:ext cx="148836" cy="584150"/>
            </a:xfrm>
            <a:custGeom>
              <a:rect b="b" l="l" r="r" t="t"/>
              <a:pathLst>
                <a:path extrusionOk="0" h="13462" w="3430">
                  <a:moveTo>
                    <a:pt x="3294" y="136"/>
                  </a:moveTo>
                  <a:lnTo>
                    <a:pt x="3058" y="13266"/>
                  </a:lnTo>
                  <a:cubicBezTo>
                    <a:pt x="2912" y="13284"/>
                    <a:pt x="2483" y="13329"/>
                    <a:pt x="1788" y="13329"/>
                  </a:cubicBezTo>
                  <a:cubicBezTo>
                    <a:pt x="1066" y="13329"/>
                    <a:pt x="435" y="13182"/>
                    <a:pt x="243" y="13133"/>
                  </a:cubicBezTo>
                  <a:cubicBezTo>
                    <a:pt x="358" y="12559"/>
                    <a:pt x="1165" y="8501"/>
                    <a:pt x="1210" y="8231"/>
                  </a:cubicBezTo>
                  <a:cubicBezTo>
                    <a:pt x="1257" y="7949"/>
                    <a:pt x="296" y="2016"/>
                    <a:pt x="145" y="1089"/>
                  </a:cubicBezTo>
                  <a:cubicBezTo>
                    <a:pt x="1245" y="732"/>
                    <a:pt x="2942" y="202"/>
                    <a:pt x="3294" y="136"/>
                  </a:cubicBezTo>
                  <a:close/>
                  <a:moveTo>
                    <a:pt x="3365" y="1"/>
                  </a:moveTo>
                  <a:cubicBezTo>
                    <a:pt x="3128" y="1"/>
                    <a:pt x="1449" y="527"/>
                    <a:pt x="50" y="980"/>
                  </a:cubicBezTo>
                  <a:cubicBezTo>
                    <a:pt x="19" y="989"/>
                    <a:pt x="0" y="1021"/>
                    <a:pt x="5" y="1053"/>
                  </a:cubicBezTo>
                  <a:cubicBezTo>
                    <a:pt x="454" y="3812"/>
                    <a:pt x="1110" y="7996"/>
                    <a:pt x="1078" y="8210"/>
                  </a:cubicBezTo>
                  <a:cubicBezTo>
                    <a:pt x="1031" y="8491"/>
                    <a:pt x="110" y="13121"/>
                    <a:pt x="101" y="13168"/>
                  </a:cubicBezTo>
                  <a:cubicBezTo>
                    <a:pt x="94" y="13203"/>
                    <a:pt x="114" y="13236"/>
                    <a:pt x="147" y="13245"/>
                  </a:cubicBezTo>
                  <a:cubicBezTo>
                    <a:pt x="155" y="13247"/>
                    <a:pt x="907" y="13462"/>
                    <a:pt x="1788" y="13462"/>
                  </a:cubicBezTo>
                  <a:cubicBezTo>
                    <a:pt x="2665" y="13462"/>
                    <a:pt x="3114" y="13393"/>
                    <a:pt x="3133" y="13389"/>
                  </a:cubicBezTo>
                  <a:cubicBezTo>
                    <a:pt x="3165" y="13385"/>
                    <a:pt x="3189" y="13357"/>
                    <a:pt x="3190" y="13326"/>
                  </a:cubicBezTo>
                  <a:lnTo>
                    <a:pt x="3428" y="66"/>
                  </a:lnTo>
                  <a:cubicBezTo>
                    <a:pt x="3429" y="39"/>
                    <a:pt x="3413" y="13"/>
                    <a:pt x="3387" y="4"/>
                  </a:cubicBezTo>
                  <a:cubicBezTo>
                    <a:pt x="3382" y="2"/>
                    <a:pt x="3374" y="1"/>
                    <a:pt x="33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33f68990add_0_5"/>
            <p:cNvSpPr/>
            <p:nvPr/>
          </p:nvSpPr>
          <p:spPr>
            <a:xfrm>
              <a:off x="9036880" y="3481967"/>
              <a:ext cx="142892" cy="581590"/>
            </a:xfrm>
            <a:custGeom>
              <a:rect b="b" l="l" r="r" t="t"/>
              <a:pathLst>
                <a:path extrusionOk="0" h="13403" w="3293">
                  <a:moveTo>
                    <a:pt x="14" y="1"/>
                  </a:moveTo>
                  <a:cubicBezTo>
                    <a:pt x="8" y="1"/>
                    <a:pt x="3" y="1"/>
                    <a:pt x="1" y="2"/>
                  </a:cubicBezTo>
                  <a:lnTo>
                    <a:pt x="240" y="13330"/>
                  </a:lnTo>
                  <a:cubicBezTo>
                    <a:pt x="240" y="13330"/>
                    <a:pt x="693" y="13402"/>
                    <a:pt x="1575" y="13402"/>
                  </a:cubicBezTo>
                  <a:cubicBezTo>
                    <a:pt x="2457" y="13402"/>
                    <a:pt x="3196" y="13187"/>
                    <a:pt x="3196" y="13187"/>
                  </a:cubicBezTo>
                  <a:cubicBezTo>
                    <a:pt x="3196" y="13187"/>
                    <a:pt x="2266" y="8488"/>
                    <a:pt x="2219" y="8200"/>
                  </a:cubicBezTo>
                  <a:cubicBezTo>
                    <a:pt x="2171" y="7913"/>
                    <a:pt x="3292" y="984"/>
                    <a:pt x="3292" y="984"/>
                  </a:cubicBezTo>
                  <a:cubicBezTo>
                    <a:pt x="3292" y="984"/>
                    <a:pt x="264" y="1"/>
                    <a:pt x="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g33f68990add_0_5"/>
            <p:cNvSpPr/>
            <p:nvPr/>
          </p:nvSpPr>
          <p:spPr>
            <a:xfrm>
              <a:off x="9034016" y="3479190"/>
              <a:ext cx="148836" cy="587231"/>
            </a:xfrm>
            <a:custGeom>
              <a:rect b="b" l="l" r="r" t="t"/>
              <a:pathLst>
                <a:path extrusionOk="0" h="13533" w="3430">
                  <a:moveTo>
                    <a:pt x="134" y="137"/>
                  </a:moveTo>
                  <a:cubicBezTo>
                    <a:pt x="487" y="205"/>
                    <a:pt x="2183" y="737"/>
                    <a:pt x="3284" y="1094"/>
                  </a:cubicBezTo>
                  <a:cubicBezTo>
                    <a:pt x="3132" y="2026"/>
                    <a:pt x="2173" y="7992"/>
                    <a:pt x="2219" y="8275"/>
                  </a:cubicBezTo>
                  <a:cubicBezTo>
                    <a:pt x="2264" y="8546"/>
                    <a:pt x="3072" y="12628"/>
                    <a:pt x="3185" y="13203"/>
                  </a:cubicBezTo>
                  <a:cubicBezTo>
                    <a:pt x="2995" y="13252"/>
                    <a:pt x="2363" y="13400"/>
                    <a:pt x="1641" y="13400"/>
                  </a:cubicBezTo>
                  <a:cubicBezTo>
                    <a:pt x="946" y="13400"/>
                    <a:pt x="516" y="13355"/>
                    <a:pt x="371" y="13336"/>
                  </a:cubicBezTo>
                  <a:lnTo>
                    <a:pt x="134" y="137"/>
                  </a:lnTo>
                  <a:close/>
                  <a:moveTo>
                    <a:pt x="64" y="1"/>
                  </a:moveTo>
                  <a:cubicBezTo>
                    <a:pt x="54" y="1"/>
                    <a:pt x="47" y="2"/>
                    <a:pt x="42" y="4"/>
                  </a:cubicBezTo>
                  <a:cubicBezTo>
                    <a:pt x="17" y="14"/>
                    <a:pt x="0" y="39"/>
                    <a:pt x="0" y="67"/>
                  </a:cubicBezTo>
                  <a:lnTo>
                    <a:pt x="239" y="13395"/>
                  </a:lnTo>
                  <a:cubicBezTo>
                    <a:pt x="239" y="13428"/>
                    <a:pt x="263" y="13456"/>
                    <a:pt x="295" y="13460"/>
                  </a:cubicBezTo>
                  <a:cubicBezTo>
                    <a:pt x="314" y="13463"/>
                    <a:pt x="764" y="13533"/>
                    <a:pt x="1641" y="13533"/>
                  </a:cubicBezTo>
                  <a:cubicBezTo>
                    <a:pt x="2523" y="13533"/>
                    <a:pt x="3274" y="13316"/>
                    <a:pt x="3281" y="13315"/>
                  </a:cubicBezTo>
                  <a:cubicBezTo>
                    <a:pt x="3314" y="13305"/>
                    <a:pt x="3334" y="13271"/>
                    <a:pt x="3327" y="13238"/>
                  </a:cubicBezTo>
                  <a:cubicBezTo>
                    <a:pt x="3318" y="13191"/>
                    <a:pt x="2397" y="8537"/>
                    <a:pt x="2350" y="8254"/>
                  </a:cubicBezTo>
                  <a:cubicBezTo>
                    <a:pt x="2318" y="8039"/>
                    <a:pt x="2975" y="3833"/>
                    <a:pt x="3423" y="1059"/>
                  </a:cubicBezTo>
                  <a:cubicBezTo>
                    <a:pt x="3429" y="1027"/>
                    <a:pt x="3410" y="995"/>
                    <a:pt x="3378" y="986"/>
                  </a:cubicBezTo>
                  <a:cubicBezTo>
                    <a:pt x="1980" y="531"/>
                    <a:pt x="300"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g33f68990add_0_5"/>
            <p:cNvSpPr/>
            <p:nvPr/>
          </p:nvSpPr>
          <p:spPr>
            <a:xfrm>
              <a:off x="9146141" y="3524665"/>
              <a:ext cx="124753" cy="370355"/>
            </a:xfrm>
            <a:custGeom>
              <a:rect b="b" l="l" r="r" t="t"/>
              <a:pathLst>
                <a:path extrusionOk="0" h="8535" w="2875">
                  <a:moveTo>
                    <a:pt x="774" y="0"/>
                  </a:moveTo>
                  <a:lnTo>
                    <a:pt x="0" y="4908"/>
                  </a:lnTo>
                  <a:lnTo>
                    <a:pt x="242" y="6422"/>
                  </a:lnTo>
                  <a:cubicBezTo>
                    <a:pt x="242" y="6422"/>
                    <a:pt x="1492" y="8353"/>
                    <a:pt x="1952" y="8463"/>
                  </a:cubicBezTo>
                  <a:cubicBezTo>
                    <a:pt x="2130" y="8505"/>
                    <a:pt x="2307" y="8534"/>
                    <a:pt x="2458" y="8534"/>
                  </a:cubicBezTo>
                  <a:cubicBezTo>
                    <a:pt x="2700" y="8534"/>
                    <a:pt x="2874" y="8459"/>
                    <a:pt x="2874" y="8243"/>
                  </a:cubicBezTo>
                  <a:cubicBezTo>
                    <a:pt x="2874" y="7892"/>
                    <a:pt x="774" y="0"/>
                    <a:pt x="77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g33f68990add_0_5"/>
            <p:cNvSpPr/>
            <p:nvPr/>
          </p:nvSpPr>
          <p:spPr>
            <a:xfrm>
              <a:off x="9143191" y="3521758"/>
              <a:ext cx="130568" cy="376170"/>
            </a:xfrm>
            <a:custGeom>
              <a:rect b="b" l="l" r="r" t="t"/>
              <a:pathLst>
                <a:path extrusionOk="0" h="8669" w="3009">
                  <a:moveTo>
                    <a:pt x="859" y="389"/>
                  </a:moveTo>
                  <a:cubicBezTo>
                    <a:pt x="1489" y="2765"/>
                    <a:pt x="2876" y="8042"/>
                    <a:pt x="2876" y="8310"/>
                  </a:cubicBezTo>
                  <a:cubicBezTo>
                    <a:pt x="2876" y="8380"/>
                    <a:pt x="2855" y="8431"/>
                    <a:pt x="2810" y="8466"/>
                  </a:cubicBezTo>
                  <a:cubicBezTo>
                    <a:pt x="2764" y="8503"/>
                    <a:pt x="2680" y="8535"/>
                    <a:pt x="2527" y="8535"/>
                  </a:cubicBezTo>
                  <a:cubicBezTo>
                    <a:pt x="2409" y="8535"/>
                    <a:pt x="2250" y="8516"/>
                    <a:pt x="2036" y="8465"/>
                  </a:cubicBezTo>
                  <a:cubicBezTo>
                    <a:pt x="1682" y="8381"/>
                    <a:pt x="723" y="7004"/>
                    <a:pt x="372" y="6464"/>
                  </a:cubicBezTo>
                  <a:lnTo>
                    <a:pt x="136" y="4975"/>
                  </a:lnTo>
                  <a:lnTo>
                    <a:pt x="859" y="389"/>
                  </a:lnTo>
                  <a:close/>
                  <a:moveTo>
                    <a:pt x="845" y="1"/>
                  </a:moveTo>
                  <a:cubicBezTo>
                    <a:pt x="843" y="1"/>
                    <a:pt x="841" y="1"/>
                    <a:pt x="839" y="1"/>
                  </a:cubicBezTo>
                  <a:cubicBezTo>
                    <a:pt x="807" y="2"/>
                    <a:pt x="781" y="26"/>
                    <a:pt x="776" y="57"/>
                  </a:cubicBezTo>
                  <a:lnTo>
                    <a:pt x="2" y="4965"/>
                  </a:lnTo>
                  <a:cubicBezTo>
                    <a:pt x="1" y="4971"/>
                    <a:pt x="1" y="4978"/>
                    <a:pt x="2" y="4986"/>
                  </a:cubicBezTo>
                  <a:lnTo>
                    <a:pt x="243" y="6500"/>
                  </a:lnTo>
                  <a:cubicBezTo>
                    <a:pt x="246" y="6509"/>
                    <a:pt x="248" y="6518"/>
                    <a:pt x="253" y="6525"/>
                  </a:cubicBezTo>
                  <a:cubicBezTo>
                    <a:pt x="383" y="6725"/>
                    <a:pt x="1532" y="8482"/>
                    <a:pt x="2005" y="8594"/>
                  </a:cubicBezTo>
                  <a:cubicBezTo>
                    <a:pt x="2212" y="8644"/>
                    <a:pt x="2385" y="8669"/>
                    <a:pt x="2527" y="8669"/>
                  </a:cubicBezTo>
                  <a:cubicBezTo>
                    <a:pt x="2689" y="8669"/>
                    <a:pt x="2810" y="8635"/>
                    <a:pt x="2891" y="8570"/>
                  </a:cubicBezTo>
                  <a:cubicBezTo>
                    <a:pt x="2969" y="8509"/>
                    <a:pt x="3008" y="8421"/>
                    <a:pt x="3008" y="8310"/>
                  </a:cubicBezTo>
                  <a:cubicBezTo>
                    <a:pt x="3008" y="7954"/>
                    <a:pt x="992" y="373"/>
                    <a:pt x="906" y="51"/>
                  </a:cubicBezTo>
                  <a:cubicBezTo>
                    <a:pt x="898" y="22"/>
                    <a:pt x="874"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g33f68990add_0_5"/>
            <p:cNvSpPr/>
            <p:nvPr/>
          </p:nvSpPr>
          <p:spPr>
            <a:xfrm>
              <a:off x="8842006" y="3614921"/>
              <a:ext cx="435487" cy="306785"/>
            </a:xfrm>
            <a:custGeom>
              <a:rect b="b" l="l" r="r" t="t"/>
              <a:pathLst>
                <a:path extrusionOk="0" h="7070" w="10036">
                  <a:moveTo>
                    <a:pt x="2160" y="0"/>
                  </a:moveTo>
                  <a:cubicBezTo>
                    <a:pt x="2124" y="0"/>
                    <a:pt x="2089" y="18"/>
                    <a:pt x="2059" y="61"/>
                  </a:cubicBezTo>
                  <a:cubicBezTo>
                    <a:pt x="1940" y="227"/>
                    <a:pt x="2155" y="371"/>
                    <a:pt x="2179" y="465"/>
                  </a:cubicBezTo>
                  <a:cubicBezTo>
                    <a:pt x="2202" y="561"/>
                    <a:pt x="2345" y="1205"/>
                    <a:pt x="2345" y="1205"/>
                  </a:cubicBezTo>
                  <a:lnTo>
                    <a:pt x="920" y="180"/>
                  </a:lnTo>
                  <a:cubicBezTo>
                    <a:pt x="894" y="162"/>
                    <a:pt x="864" y="153"/>
                    <a:pt x="835" y="153"/>
                  </a:cubicBezTo>
                  <a:cubicBezTo>
                    <a:pt x="797" y="153"/>
                    <a:pt x="760" y="167"/>
                    <a:pt x="732" y="195"/>
                  </a:cubicBezTo>
                  <a:cubicBezTo>
                    <a:pt x="675" y="252"/>
                    <a:pt x="675" y="345"/>
                    <a:pt x="733" y="401"/>
                  </a:cubicBezTo>
                  <a:lnTo>
                    <a:pt x="1749" y="1395"/>
                  </a:lnTo>
                  <a:lnTo>
                    <a:pt x="200" y="578"/>
                  </a:lnTo>
                  <a:cubicBezTo>
                    <a:pt x="181" y="567"/>
                    <a:pt x="161" y="562"/>
                    <a:pt x="140" y="562"/>
                  </a:cubicBezTo>
                  <a:cubicBezTo>
                    <a:pt x="92" y="562"/>
                    <a:pt x="45" y="590"/>
                    <a:pt x="24" y="638"/>
                  </a:cubicBezTo>
                  <a:cubicBezTo>
                    <a:pt x="1" y="691"/>
                    <a:pt x="16" y="753"/>
                    <a:pt x="61" y="789"/>
                  </a:cubicBezTo>
                  <a:lnTo>
                    <a:pt x="1249" y="1754"/>
                  </a:lnTo>
                  <a:lnTo>
                    <a:pt x="254" y="1287"/>
                  </a:lnTo>
                  <a:cubicBezTo>
                    <a:pt x="235" y="1279"/>
                    <a:pt x="216" y="1275"/>
                    <a:pt x="197" y="1275"/>
                  </a:cubicBezTo>
                  <a:cubicBezTo>
                    <a:pt x="136" y="1275"/>
                    <a:pt x="80" y="1315"/>
                    <a:pt x="64" y="1379"/>
                  </a:cubicBezTo>
                  <a:cubicBezTo>
                    <a:pt x="53" y="1424"/>
                    <a:pt x="66" y="1472"/>
                    <a:pt x="98" y="1505"/>
                  </a:cubicBezTo>
                  <a:lnTo>
                    <a:pt x="706" y="1977"/>
                  </a:lnTo>
                  <a:cubicBezTo>
                    <a:pt x="706" y="1977"/>
                    <a:pt x="735" y="2012"/>
                    <a:pt x="781" y="2064"/>
                  </a:cubicBezTo>
                  <a:lnTo>
                    <a:pt x="364" y="1829"/>
                  </a:lnTo>
                  <a:cubicBezTo>
                    <a:pt x="346" y="1819"/>
                    <a:pt x="328" y="1815"/>
                    <a:pt x="310" y="1815"/>
                  </a:cubicBezTo>
                  <a:cubicBezTo>
                    <a:pt x="257" y="1815"/>
                    <a:pt x="208" y="1854"/>
                    <a:pt x="200" y="1912"/>
                  </a:cubicBezTo>
                  <a:cubicBezTo>
                    <a:pt x="196" y="1955"/>
                    <a:pt x="216" y="1996"/>
                    <a:pt x="253" y="2019"/>
                  </a:cubicBezTo>
                  <a:lnTo>
                    <a:pt x="1421" y="2740"/>
                  </a:lnTo>
                  <a:cubicBezTo>
                    <a:pt x="1494" y="2764"/>
                    <a:pt x="2775" y="3017"/>
                    <a:pt x="2775" y="3017"/>
                  </a:cubicBezTo>
                  <a:cubicBezTo>
                    <a:pt x="2775" y="3017"/>
                    <a:pt x="6852" y="5854"/>
                    <a:pt x="7305" y="6117"/>
                  </a:cubicBezTo>
                  <a:cubicBezTo>
                    <a:pt x="7692" y="6341"/>
                    <a:pt x="9228" y="7070"/>
                    <a:pt x="9772" y="7070"/>
                  </a:cubicBezTo>
                  <a:cubicBezTo>
                    <a:pt x="9865" y="7070"/>
                    <a:pt x="9929" y="7048"/>
                    <a:pt x="9953" y="7000"/>
                  </a:cubicBezTo>
                  <a:cubicBezTo>
                    <a:pt x="10036" y="6833"/>
                    <a:pt x="9887" y="6152"/>
                    <a:pt x="9718" y="5515"/>
                  </a:cubicBezTo>
                  <a:lnTo>
                    <a:pt x="8737" y="4114"/>
                  </a:lnTo>
                  <a:lnTo>
                    <a:pt x="3181" y="1801"/>
                  </a:lnTo>
                  <a:cubicBezTo>
                    <a:pt x="3181" y="1801"/>
                    <a:pt x="3013" y="1134"/>
                    <a:pt x="2965" y="1038"/>
                  </a:cubicBezTo>
                  <a:cubicBezTo>
                    <a:pt x="2918" y="942"/>
                    <a:pt x="2608" y="537"/>
                    <a:pt x="2489" y="322"/>
                  </a:cubicBezTo>
                  <a:cubicBezTo>
                    <a:pt x="2399" y="162"/>
                    <a:pt x="2270" y="0"/>
                    <a:pt x="21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g33f68990add_0_5"/>
            <p:cNvSpPr/>
            <p:nvPr/>
          </p:nvSpPr>
          <p:spPr>
            <a:xfrm>
              <a:off x="8838882" y="3612014"/>
              <a:ext cx="442647" cy="312556"/>
            </a:xfrm>
            <a:custGeom>
              <a:rect b="b" l="l" r="r" t="t"/>
              <a:pathLst>
                <a:path extrusionOk="0" h="7203" w="10201">
                  <a:moveTo>
                    <a:pt x="2235" y="1"/>
                  </a:moveTo>
                  <a:cubicBezTo>
                    <a:pt x="2191" y="1"/>
                    <a:pt x="2129" y="15"/>
                    <a:pt x="2077" y="89"/>
                  </a:cubicBezTo>
                  <a:cubicBezTo>
                    <a:pt x="1966" y="244"/>
                    <a:pt x="2073" y="387"/>
                    <a:pt x="2137" y="472"/>
                  </a:cubicBezTo>
                  <a:cubicBezTo>
                    <a:pt x="2158" y="500"/>
                    <a:pt x="2182" y="532"/>
                    <a:pt x="2186" y="549"/>
                  </a:cubicBezTo>
                  <a:cubicBezTo>
                    <a:pt x="2201" y="611"/>
                    <a:pt x="2271" y="919"/>
                    <a:pt x="2315" y="1117"/>
                  </a:cubicBezTo>
                  <a:lnTo>
                    <a:pt x="1030" y="193"/>
                  </a:lnTo>
                  <a:cubicBezTo>
                    <a:pt x="992" y="166"/>
                    <a:pt x="949" y="153"/>
                    <a:pt x="906" y="153"/>
                  </a:cubicBezTo>
                  <a:cubicBezTo>
                    <a:pt x="852" y="153"/>
                    <a:pt x="798" y="174"/>
                    <a:pt x="756" y="215"/>
                  </a:cubicBezTo>
                  <a:cubicBezTo>
                    <a:pt x="716" y="255"/>
                    <a:pt x="695" y="309"/>
                    <a:pt x="695" y="365"/>
                  </a:cubicBezTo>
                  <a:cubicBezTo>
                    <a:pt x="695" y="422"/>
                    <a:pt x="717" y="475"/>
                    <a:pt x="759" y="516"/>
                  </a:cubicBezTo>
                  <a:lnTo>
                    <a:pt x="1447" y="1190"/>
                  </a:lnTo>
                  <a:lnTo>
                    <a:pt x="304" y="585"/>
                  </a:lnTo>
                  <a:cubicBezTo>
                    <a:pt x="275" y="571"/>
                    <a:pt x="244" y="563"/>
                    <a:pt x="212" y="563"/>
                  </a:cubicBezTo>
                  <a:cubicBezTo>
                    <a:pt x="191" y="563"/>
                    <a:pt x="169" y="566"/>
                    <a:pt x="149" y="574"/>
                  </a:cubicBezTo>
                  <a:cubicBezTo>
                    <a:pt x="99" y="591"/>
                    <a:pt x="57" y="629"/>
                    <a:pt x="36" y="678"/>
                  </a:cubicBezTo>
                  <a:cubicBezTo>
                    <a:pt x="0" y="758"/>
                    <a:pt x="23" y="853"/>
                    <a:pt x="90" y="908"/>
                  </a:cubicBezTo>
                  <a:lnTo>
                    <a:pt x="858" y="1531"/>
                  </a:lnTo>
                  <a:lnTo>
                    <a:pt x="354" y="1295"/>
                  </a:lnTo>
                  <a:cubicBezTo>
                    <a:pt x="326" y="1282"/>
                    <a:pt x="297" y="1276"/>
                    <a:pt x="267" y="1276"/>
                  </a:cubicBezTo>
                  <a:cubicBezTo>
                    <a:pt x="238" y="1276"/>
                    <a:pt x="208" y="1282"/>
                    <a:pt x="180" y="1295"/>
                  </a:cubicBezTo>
                  <a:cubicBezTo>
                    <a:pt x="126" y="1321"/>
                    <a:pt x="86" y="1371"/>
                    <a:pt x="71" y="1430"/>
                  </a:cubicBezTo>
                  <a:cubicBezTo>
                    <a:pt x="55" y="1498"/>
                    <a:pt x="74" y="1567"/>
                    <a:pt x="129" y="1624"/>
                  </a:cubicBezTo>
                  <a:lnTo>
                    <a:pt x="375" y="1816"/>
                  </a:lnTo>
                  <a:cubicBezTo>
                    <a:pt x="351" y="1817"/>
                    <a:pt x="325" y="1823"/>
                    <a:pt x="302" y="1835"/>
                  </a:cubicBezTo>
                  <a:cubicBezTo>
                    <a:pt x="249" y="1862"/>
                    <a:pt x="213" y="1914"/>
                    <a:pt x="207" y="1972"/>
                  </a:cubicBezTo>
                  <a:cubicBezTo>
                    <a:pt x="199" y="2039"/>
                    <a:pt x="232" y="2106"/>
                    <a:pt x="289" y="2142"/>
                  </a:cubicBezTo>
                  <a:lnTo>
                    <a:pt x="1459" y="2864"/>
                  </a:lnTo>
                  <a:cubicBezTo>
                    <a:pt x="1464" y="2866"/>
                    <a:pt x="1467" y="2869"/>
                    <a:pt x="1472" y="2871"/>
                  </a:cubicBezTo>
                  <a:cubicBezTo>
                    <a:pt x="1544" y="2895"/>
                    <a:pt x="2638" y="3110"/>
                    <a:pt x="2821" y="3147"/>
                  </a:cubicBezTo>
                  <a:cubicBezTo>
                    <a:pt x="3105" y="3344"/>
                    <a:pt x="6902" y="5985"/>
                    <a:pt x="7345" y="6242"/>
                  </a:cubicBezTo>
                  <a:cubicBezTo>
                    <a:pt x="7616" y="6399"/>
                    <a:pt x="9239" y="7203"/>
                    <a:pt x="9846" y="7203"/>
                  </a:cubicBezTo>
                  <a:cubicBezTo>
                    <a:pt x="9892" y="7203"/>
                    <a:pt x="9934" y="7198"/>
                    <a:pt x="9967" y="7187"/>
                  </a:cubicBezTo>
                  <a:cubicBezTo>
                    <a:pt x="10023" y="7171"/>
                    <a:pt x="10063" y="7140"/>
                    <a:pt x="10084" y="7096"/>
                  </a:cubicBezTo>
                  <a:cubicBezTo>
                    <a:pt x="10113" y="7039"/>
                    <a:pt x="10200" y="6865"/>
                    <a:pt x="9853" y="5565"/>
                  </a:cubicBezTo>
                  <a:cubicBezTo>
                    <a:pt x="9845" y="5535"/>
                    <a:pt x="9819" y="5516"/>
                    <a:pt x="9789" y="5516"/>
                  </a:cubicBezTo>
                  <a:cubicBezTo>
                    <a:pt x="9784" y="5516"/>
                    <a:pt x="9778" y="5516"/>
                    <a:pt x="9772" y="5518"/>
                  </a:cubicBezTo>
                  <a:cubicBezTo>
                    <a:pt x="9737" y="5527"/>
                    <a:pt x="9716" y="5564"/>
                    <a:pt x="9726" y="5600"/>
                  </a:cubicBezTo>
                  <a:cubicBezTo>
                    <a:pt x="10026" y="6728"/>
                    <a:pt x="9993" y="6981"/>
                    <a:pt x="9966" y="7037"/>
                  </a:cubicBezTo>
                  <a:cubicBezTo>
                    <a:pt x="9961" y="7046"/>
                    <a:pt x="9948" y="7055"/>
                    <a:pt x="9929" y="7061"/>
                  </a:cubicBezTo>
                  <a:cubicBezTo>
                    <a:pt x="9905" y="7068"/>
                    <a:pt x="9876" y="7071"/>
                    <a:pt x="9842" y="7071"/>
                  </a:cubicBezTo>
                  <a:cubicBezTo>
                    <a:pt x="9355" y="7071"/>
                    <a:pt x="7872" y="6394"/>
                    <a:pt x="7411" y="6127"/>
                  </a:cubicBezTo>
                  <a:cubicBezTo>
                    <a:pt x="6965" y="5869"/>
                    <a:pt x="2925" y="3058"/>
                    <a:pt x="2885" y="3030"/>
                  </a:cubicBezTo>
                  <a:cubicBezTo>
                    <a:pt x="2878" y="3024"/>
                    <a:pt x="2868" y="3020"/>
                    <a:pt x="2860" y="3019"/>
                  </a:cubicBezTo>
                  <a:cubicBezTo>
                    <a:pt x="2363" y="2921"/>
                    <a:pt x="1613" y="2771"/>
                    <a:pt x="1521" y="2747"/>
                  </a:cubicBezTo>
                  <a:lnTo>
                    <a:pt x="360" y="2029"/>
                  </a:lnTo>
                  <a:cubicBezTo>
                    <a:pt x="346" y="2021"/>
                    <a:pt x="338" y="2004"/>
                    <a:pt x="339" y="1987"/>
                  </a:cubicBezTo>
                  <a:cubicBezTo>
                    <a:pt x="341" y="1966"/>
                    <a:pt x="356" y="1957"/>
                    <a:pt x="362" y="1953"/>
                  </a:cubicBezTo>
                  <a:cubicBezTo>
                    <a:pt x="366" y="1951"/>
                    <a:pt x="373" y="1948"/>
                    <a:pt x="382" y="1948"/>
                  </a:cubicBezTo>
                  <a:cubicBezTo>
                    <a:pt x="389" y="1948"/>
                    <a:pt x="396" y="1950"/>
                    <a:pt x="404" y="1954"/>
                  </a:cubicBezTo>
                  <a:lnTo>
                    <a:pt x="821" y="2189"/>
                  </a:lnTo>
                  <a:cubicBezTo>
                    <a:pt x="832" y="2195"/>
                    <a:pt x="843" y="2198"/>
                    <a:pt x="854" y="2198"/>
                  </a:cubicBezTo>
                  <a:cubicBezTo>
                    <a:pt x="874" y="2198"/>
                    <a:pt x="893" y="2189"/>
                    <a:pt x="905" y="2173"/>
                  </a:cubicBezTo>
                  <a:cubicBezTo>
                    <a:pt x="926" y="2147"/>
                    <a:pt x="926" y="2112"/>
                    <a:pt x="904" y="2087"/>
                  </a:cubicBezTo>
                  <a:lnTo>
                    <a:pt x="819" y="1992"/>
                  </a:lnTo>
                  <a:lnTo>
                    <a:pt x="218" y="1527"/>
                  </a:lnTo>
                  <a:cubicBezTo>
                    <a:pt x="202" y="1509"/>
                    <a:pt x="194" y="1485"/>
                    <a:pt x="200" y="1462"/>
                  </a:cubicBezTo>
                  <a:cubicBezTo>
                    <a:pt x="205" y="1442"/>
                    <a:pt x="219" y="1424"/>
                    <a:pt x="238" y="1416"/>
                  </a:cubicBezTo>
                  <a:cubicBezTo>
                    <a:pt x="248" y="1411"/>
                    <a:pt x="258" y="1409"/>
                    <a:pt x="269" y="1409"/>
                  </a:cubicBezTo>
                  <a:cubicBezTo>
                    <a:pt x="278" y="1409"/>
                    <a:pt x="288" y="1411"/>
                    <a:pt x="297" y="1415"/>
                  </a:cubicBezTo>
                  <a:lnTo>
                    <a:pt x="1292" y="1881"/>
                  </a:lnTo>
                  <a:cubicBezTo>
                    <a:pt x="1302" y="1885"/>
                    <a:pt x="1311" y="1887"/>
                    <a:pt x="1321" y="1887"/>
                  </a:cubicBezTo>
                  <a:cubicBezTo>
                    <a:pt x="1343" y="1887"/>
                    <a:pt x="1364" y="1876"/>
                    <a:pt x="1376" y="1856"/>
                  </a:cubicBezTo>
                  <a:cubicBezTo>
                    <a:pt x="1395" y="1828"/>
                    <a:pt x="1388" y="1790"/>
                    <a:pt x="1362" y="1769"/>
                  </a:cubicBezTo>
                  <a:lnTo>
                    <a:pt x="174" y="805"/>
                  </a:lnTo>
                  <a:cubicBezTo>
                    <a:pt x="153" y="788"/>
                    <a:pt x="146" y="758"/>
                    <a:pt x="157" y="732"/>
                  </a:cubicBezTo>
                  <a:cubicBezTo>
                    <a:pt x="164" y="717"/>
                    <a:pt x="177" y="705"/>
                    <a:pt x="193" y="699"/>
                  </a:cubicBezTo>
                  <a:cubicBezTo>
                    <a:pt x="200" y="697"/>
                    <a:pt x="207" y="696"/>
                    <a:pt x="215" y="696"/>
                  </a:cubicBezTo>
                  <a:cubicBezTo>
                    <a:pt x="224" y="696"/>
                    <a:pt x="233" y="698"/>
                    <a:pt x="242" y="703"/>
                  </a:cubicBezTo>
                  <a:lnTo>
                    <a:pt x="1790" y="1521"/>
                  </a:lnTo>
                  <a:cubicBezTo>
                    <a:pt x="1800" y="1527"/>
                    <a:pt x="1811" y="1529"/>
                    <a:pt x="1822" y="1529"/>
                  </a:cubicBezTo>
                  <a:cubicBezTo>
                    <a:pt x="1842" y="1529"/>
                    <a:pt x="1862" y="1520"/>
                    <a:pt x="1876" y="1502"/>
                  </a:cubicBezTo>
                  <a:cubicBezTo>
                    <a:pt x="1895" y="1475"/>
                    <a:pt x="1891" y="1438"/>
                    <a:pt x="1867" y="1415"/>
                  </a:cubicBezTo>
                  <a:lnTo>
                    <a:pt x="852" y="421"/>
                  </a:lnTo>
                  <a:cubicBezTo>
                    <a:pt x="837" y="406"/>
                    <a:pt x="829" y="387"/>
                    <a:pt x="829" y="365"/>
                  </a:cubicBezTo>
                  <a:cubicBezTo>
                    <a:pt x="829" y="344"/>
                    <a:pt x="836" y="324"/>
                    <a:pt x="851" y="309"/>
                  </a:cubicBezTo>
                  <a:cubicBezTo>
                    <a:pt x="866" y="293"/>
                    <a:pt x="886" y="286"/>
                    <a:pt x="907" y="286"/>
                  </a:cubicBezTo>
                  <a:cubicBezTo>
                    <a:pt x="923" y="286"/>
                    <a:pt x="939" y="290"/>
                    <a:pt x="953" y="300"/>
                  </a:cubicBezTo>
                  <a:lnTo>
                    <a:pt x="2378" y="1326"/>
                  </a:lnTo>
                  <a:cubicBezTo>
                    <a:pt x="2390" y="1335"/>
                    <a:pt x="2403" y="1339"/>
                    <a:pt x="2417" y="1339"/>
                  </a:cubicBezTo>
                  <a:cubicBezTo>
                    <a:pt x="2430" y="1339"/>
                    <a:pt x="2443" y="1335"/>
                    <a:pt x="2454" y="1327"/>
                  </a:cubicBezTo>
                  <a:cubicBezTo>
                    <a:pt x="2477" y="1312"/>
                    <a:pt x="2488" y="1285"/>
                    <a:pt x="2483" y="1257"/>
                  </a:cubicBezTo>
                  <a:cubicBezTo>
                    <a:pt x="2477" y="1231"/>
                    <a:pt x="2338" y="611"/>
                    <a:pt x="2315" y="517"/>
                  </a:cubicBezTo>
                  <a:cubicBezTo>
                    <a:pt x="2304" y="474"/>
                    <a:pt x="2274" y="434"/>
                    <a:pt x="2244" y="393"/>
                  </a:cubicBezTo>
                  <a:cubicBezTo>
                    <a:pt x="2174" y="299"/>
                    <a:pt x="2135" y="236"/>
                    <a:pt x="2186" y="165"/>
                  </a:cubicBezTo>
                  <a:cubicBezTo>
                    <a:pt x="2209" y="132"/>
                    <a:pt x="2228" y="135"/>
                    <a:pt x="2234" y="133"/>
                  </a:cubicBezTo>
                  <a:cubicBezTo>
                    <a:pt x="2300" y="138"/>
                    <a:pt x="2410" y="257"/>
                    <a:pt x="2503" y="422"/>
                  </a:cubicBezTo>
                  <a:cubicBezTo>
                    <a:pt x="2571" y="545"/>
                    <a:pt x="2697" y="724"/>
                    <a:pt x="2807" y="881"/>
                  </a:cubicBezTo>
                  <a:cubicBezTo>
                    <a:pt x="2886" y="992"/>
                    <a:pt x="2959" y="1098"/>
                    <a:pt x="2978" y="1134"/>
                  </a:cubicBezTo>
                  <a:cubicBezTo>
                    <a:pt x="3010" y="1199"/>
                    <a:pt x="3124" y="1629"/>
                    <a:pt x="3188" y="1885"/>
                  </a:cubicBezTo>
                  <a:cubicBezTo>
                    <a:pt x="3192" y="1905"/>
                    <a:pt x="3207" y="1921"/>
                    <a:pt x="3227" y="1929"/>
                  </a:cubicBezTo>
                  <a:lnTo>
                    <a:pt x="8783" y="4242"/>
                  </a:lnTo>
                  <a:cubicBezTo>
                    <a:pt x="8791" y="4246"/>
                    <a:pt x="8799" y="4247"/>
                    <a:pt x="8808" y="4247"/>
                  </a:cubicBezTo>
                  <a:cubicBezTo>
                    <a:pt x="8834" y="4247"/>
                    <a:pt x="8859" y="4232"/>
                    <a:pt x="8870" y="4207"/>
                  </a:cubicBezTo>
                  <a:cubicBezTo>
                    <a:pt x="8884" y="4173"/>
                    <a:pt x="8868" y="4134"/>
                    <a:pt x="8834" y="4119"/>
                  </a:cubicBezTo>
                  <a:lnTo>
                    <a:pt x="3308" y="1819"/>
                  </a:lnTo>
                  <a:cubicBezTo>
                    <a:pt x="3272" y="1674"/>
                    <a:pt x="3142" y="1165"/>
                    <a:pt x="3097" y="1075"/>
                  </a:cubicBezTo>
                  <a:cubicBezTo>
                    <a:pt x="3073" y="1029"/>
                    <a:pt x="3004" y="930"/>
                    <a:pt x="2916" y="804"/>
                  </a:cubicBezTo>
                  <a:cubicBezTo>
                    <a:pt x="2813" y="658"/>
                    <a:pt x="2684" y="474"/>
                    <a:pt x="2619" y="357"/>
                  </a:cubicBezTo>
                  <a:cubicBezTo>
                    <a:pt x="2561" y="253"/>
                    <a:pt x="2408" y="10"/>
                    <a:pt x="2241" y="1"/>
                  </a:cubicBezTo>
                  <a:cubicBezTo>
                    <a:pt x="2239" y="1"/>
                    <a:pt x="2237" y="1"/>
                    <a:pt x="22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g33f68990add_0_5"/>
            <p:cNvSpPr/>
            <p:nvPr/>
          </p:nvSpPr>
          <p:spPr>
            <a:xfrm>
              <a:off x="8842006" y="3614921"/>
              <a:ext cx="335554" cy="260181"/>
            </a:xfrm>
            <a:custGeom>
              <a:rect b="b" l="l" r="r" t="t"/>
              <a:pathLst>
                <a:path extrusionOk="0" h="5996" w="7733">
                  <a:moveTo>
                    <a:pt x="2160" y="0"/>
                  </a:moveTo>
                  <a:cubicBezTo>
                    <a:pt x="2124" y="0"/>
                    <a:pt x="2089" y="18"/>
                    <a:pt x="2059" y="61"/>
                  </a:cubicBezTo>
                  <a:cubicBezTo>
                    <a:pt x="1940" y="227"/>
                    <a:pt x="2155" y="371"/>
                    <a:pt x="2179" y="465"/>
                  </a:cubicBezTo>
                  <a:cubicBezTo>
                    <a:pt x="2202" y="561"/>
                    <a:pt x="2345" y="1205"/>
                    <a:pt x="2345" y="1205"/>
                  </a:cubicBezTo>
                  <a:lnTo>
                    <a:pt x="920" y="180"/>
                  </a:lnTo>
                  <a:cubicBezTo>
                    <a:pt x="894" y="162"/>
                    <a:pt x="864" y="153"/>
                    <a:pt x="835" y="153"/>
                  </a:cubicBezTo>
                  <a:cubicBezTo>
                    <a:pt x="797" y="153"/>
                    <a:pt x="760" y="167"/>
                    <a:pt x="732" y="195"/>
                  </a:cubicBezTo>
                  <a:cubicBezTo>
                    <a:pt x="675" y="252"/>
                    <a:pt x="675" y="345"/>
                    <a:pt x="733" y="401"/>
                  </a:cubicBezTo>
                  <a:lnTo>
                    <a:pt x="1749" y="1395"/>
                  </a:lnTo>
                  <a:lnTo>
                    <a:pt x="200" y="578"/>
                  </a:lnTo>
                  <a:cubicBezTo>
                    <a:pt x="181" y="567"/>
                    <a:pt x="161" y="562"/>
                    <a:pt x="140" y="562"/>
                  </a:cubicBezTo>
                  <a:cubicBezTo>
                    <a:pt x="92" y="562"/>
                    <a:pt x="45" y="590"/>
                    <a:pt x="24" y="638"/>
                  </a:cubicBezTo>
                  <a:cubicBezTo>
                    <a:pt x="1" y="691"/>
                    <a:pt x="16" y="753"/>
                    <a:pt x="61" y="789"/>
                  </a:cubicBezTo>
                  <a:lnTo>
                    <a:pt x="1249" y="1754"/>
                  </a:lnTo>
                  <a:lnTo>
                    <a:pt x="254" y="1287"/>
                  </a:lnTo>
                  <a:cubicBezTo>
                    <a:pt x="235" y="1279"/>
                    <a:pt x="216" y="1275"/>
                    <a:pt x="197" y="1275"/>
                  </a:cubicBezTo>
                  <a:cubicBezTo>
                    <a:pt x="136" y="1275"/>
                    <a:pt x="80" y="1315"/>
                    <a:pt x="64" y="1379"/>
                  </a:cubicBezTo>
                  <a:cubicBezTo>
                    <a:pt x="53" y="1424"/>
                    <a:pt x="66" y="1472"/>
                    <a:pt x="98" y="1505"/>
                  </a:cubicBezTo>
                  <a:lnTo>
                    <a:pt x="706" y="1977"/>
                  </a:lnTo>
                  <a:cubicBezTo>
                    <a:pt x="706" y="1977"/>
                    <a:pt x="735" y="2012"/>
                    <a:pt x="781" y="2064"/>
                  </a:cubicBezTo>
                  <a:lnTo>
                    <a:pt x="364" y="1829"/>
                  </a:lnTo>
                  <a:cubicBezTo>
                    <a:pt x="346" y="1819"/>
                    <a:pt x="328" y="1815"/>
                    <a:pt x="310" y="1815"/>
                  </a:cubicBezTo>
                  <a:cubicBezTo>
                    <a:pt x="257" y="1815"/>
                    <a:pt x="208" y="1854"/>
                    <a:pt x="200" y="1912"/>
                  </a:cubicBezTo>
                  <a:cubicBezTo>
                    <a:pt x="196" y="1955"/>
                    <a:pt x="216" y="1996"/>
                    <a:pt x="253" y="2019"/>
                  </a:cubicBezTo>
                  <a:lnTo>
                    <a:pt x="1421" y="2740"/>
                  </a:lnTo>
                  <a:cubicBezTo>
                    <a:pt x="1494" y="2764"/>
                    <a:pt x="2775" y="3017"/>
                    <a:pt x="2775" y="3017"/>
                  </a:cubicBezTo>
                  <a:cubicBezTo>
                    <a:pt x="2775" y="3017"/>
                    <a:pt x="6182" y="5388"/>
                    <a:pt x="7112" y="5995"/>
                  </a:cubicBezTo>
                  <a:lnTo>
                    <a:pt x="7732" y="3696"/>
                  </a:lnTo>
                  <a:lnTo>
                    <a:pt x="3181" y="1801"/>
                  </a:lnTo>
                  <a:cubicBezTo>
                    <a:pt x="3181" y="1801"/>
                    <a:pt x="3013" y="1134"/>
                    <a:pt x="2965" y="1038"/>
                  </a:cubicBezTo>
                  <a:cubicBezTo>
                    <a:pt x="2918" y="942"/>
                    <a:pt x="2608" y="537"/>
                    <a:pt x="2489" y="322"/>
                  </a:cubicBezTo>
                  <a:cubicBezTo>
                    <a:pt x="2399" y="162"/>
                    <a:pt x="2270" y="0"/>
                    <a:pt x="21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33f68990add_0_5"/>
            <p:cNvSpPr/>
            <p:nvPr/>
          </p:nvSpPr>
          <p:spPr>
            <a:xfrm>
              <a:off x="8838882" y="3612014"/>
              <a:ext cx="341803" cy="265996"/>
            </a:xfrm>
            <a:custGeom>
              <a:rect b="b" l="l" r="r" t="t"/>
              <a:pathLst>
                <a:path extrusionOk="0" h="6130" w="7877">
                  <a:moveTo>
                    <a:pt x="2235" y="133"/>
                  </a:moveTo>
                  <a:cubicBezTo>
                    <a:pt x="2300" y="138"/>
                    <a:pt x="2410" y="257"/>
                    <a:pt x="2503" y="422"/>
                  </a:cubicBezTo>
                  <a:cubicBezTo>
                    <a:pt x="2571" y="545"/>
                    <a:pt x="2697" y="724"/>
                    <a:pt x="2808" y="881"/>
                  </a:cubicBezTo>
                  <a:cubicBezTo>
                    <a:pt x="2886" y="992"/>
                    <a:pt x="2959" y="1098"/>
                    <a:pt x="2978" y="1134"/>
                  </a:cubicBezTo>
                  <a:cubicBezTo>
                    <a:pt x="3010" y="1199"/>
                    <a:pt x="3124" y="1629"/>
                    <a:pt x="3188" y="1885"/>
                  </a:cubicBezTo>
                  <a:cubicBezTo>
                    <a:pt x="3192" y="1905"/>
                    <a:pt x="3208" y="1921"/>
                    <a:pt x="3227" y="1929"/>
                  </a:cubicBezTo>
                  <a:lnTo>
                    <a:pt x="7725" y="3802"/>
                  </a:lnTo>
                  <a:lnTo>
                    <a:pt x="7145" y="5957"/>
                  </a:lnTo>
                  <a:cubicBezTo>
                    <a:pt x="6129" y="5287"/>
                    <a:pt x="2918" y="3053"/>
                    <a:pt x="2885" y="3030"/>
                  </a:cubicBezTo>
                  <a:cubicBezTo>
                    <a:pt x="2878" y="3025"/>
                    <a:pt x="2868" y="3020"/>
                    <a:pt x="2860" y="3019"/>
                  </a:cubicBezTo>
                  <a:cubicBezTo>
                    <a:pt x="2363" y="2921"/>
                    <a:pt x="1613" y="2771"/>
                    <a:pt x="1521" y="2747"/>
                  </a:cubicBezTo>
                  <a:lnTo>
                    <a:pt x="360" y="2029"/>
                  </a:lnTo>
                  <a:cubicBezTo>
                    <a:pt x="346" y="2021"/>
                    <a:pt x="338" y="2004"/>
                    <a:pt x="340" y="1987"/>
                  </a:cubicBezTo>
                  <a:cubicBezTo>
                    <a:pt x="342" y="1966"/>
                    <a:pt x="356" y="1957"/>
                    <a:pt x="362" y="1953"/>
                  </a:cubicBezTo>
                  <a:cubicBezTo>
                    <a:pt x="367" y="1951"/>
                    <a:pt x="374" y="1948"/>
                    <a:pt x="384" y="1948"/>
                  </a:cubicBezTo>
                  <a:cubicBezTo>
                    <a:pt x="390" y="1948"/>
                    <a:pt x="397" y="1949"/>
                    <a:pt x="404" y="1953"/>
                  </a:cubicBezTo>
                  <a:lnTo>
                    <a:pt x="821" y="2189"/>
                  </a:lnTo>
                  <a:cubicBezTo>
                    <a:pt x="832" y="2195"/>
                    <a:pt x="843" y="2198"/>
                    <a:pt x="854" y="2198"/>
                  </a:cubicBezTo>
                  <a:cubicBezTo>
                    <a:pt x="874" y="2198"/>
                    <a:pt x="893" y="2189"/>
                    <a:pt x="905" y="2173"/>
                  </a:cubicBezTo>
                  <a:cubicBezTo>
                    <a:pt x="927" y="2147"/>
                    <a:pt x="926" y="2112"/>
                    <a:pt x="904" y="2087"/>
                  </a:cubicBezTo>
                  <a:lnTo>
                    <a:pt x="819" y="1992"/>
                  </a:lnTo>
                  <a:lnTo>
                    <a:pt x="218" y="1526"/>
                  </a:lnTo>
                  <a:cubicBezTo>
                    <a:pt x="202" y="1509"/>
                    <a:pt x="196" y="1485"/>
                    <a:pt x="200" y="1462"/>
                  </a:cubicBezTo>
                  <a:cubicBezTo>
                    <a:pt x="206" y="1442"/>
                    <a:pt x="219" y="1424"/>
                    <a:pt x="238" y="1416"/>
                  </a:cubicBezTo>
                  <a:cubicBezTo>
                    <a:pt x="248" y="1411"/>
                    <a:pt x="259" y="1409"/>
                    <a:pt x="269" y="1409"/>
                  </a:cubicBezTo>
                  <a:cubicBezTo>
                    <a:pt x="279" y="1409"/>
                    <a:pt x="289" y="1411"/>
                    <a:pt x="299" y="1415"/>
                  </a:cubicBezTo>
                  <a:lnTo>
                    <a:pt x="1292" y="1881"/>
                  </a:lnTo>
                  <a:cubicBezTo>
                    <a:pt x="1302" y="1885"/>
                    <a:pt x="1311" y="1887"/>
                    <a:pt x="1321" y="1887"/>
                  </a:cubicBezTo>
                  <a:cubicBezTo>
                    <a:pt x="1343" y="1887"/>
                    <a:pt x="1365" y="1876"/>
                    <a:pt x="1378" y="1856"/>
                  </a:cubicBezTo>
                  <a:cubicBezTo>
                    <a:pt x="1395" y="1828"/>
                    <a:pt x="1388" y="1790"/>
                    <a:pt x="1363" y="1769"/>
                  </a:cubicBezTo>
                  <a:lnTo>
                    <a:pt x="174" y="805"/>
                  </a:lnTo>
                  <a:cubicBezTo>
                    <a:pt x="153" y="788"/>
                    <a:pt x="146" y="758"/>
                    <a:pt x="158" y="732"/>
                  </a:cubicBezTo>
                  <a:cubicBezTo>
                    <a:pt x="165" y="717"/>
                    <a:pt x="177" y="705"/>
                    <a:pt x="193" y="699"/>
                  </a:cubicBezTo>
                  <a:cubicBezTo>
                    <a:pt x="200" y="697"/>
                    <a:pt x="207" y="696"/>
                    <a:pt x="215" y="696"/>
                  </a:cubicBezTo>
                  <a:cubicBezTo>
                    <a:pt x="224" y="696"/>
                    <a:pt x="233" y="698"/>
                    <a:pt x="243" y="703"/>
                  </a:cubicBezTo>
                  <a:lnTo>
                    <a:pt x="1790" y="1521"/>
                  </a:lnTo>
                  <a:cubicBezTo>
                    <a:pt x="1800" y="1527"/>
                    <a:pt x="1811" y="1529"/>
                    <a:pt x="1822" y="1529"/>
                  </a:cubicBezTo>
                  <a:cubicBezTo>
                    <a:pt x="1842" y="1529"/>
                    <a:pt x="1862" y="1520"/>
                    <a:pt x="1876" y="1502"/>
                  </a:cubicBezTo>
                  <a:cubicBezTo>
                    <a:pt x="1895" y="1475"/>
                    <a:pt x="1892" y="1438"/>
                    <a:pt x="1869" y="1415"/>
                  </a:cubicBezTo>
                  <a:lnTo>
                    <a:pt x="852" y="421"/>
                  </a:lnTo>
                  <a:cubicBezTo>
                    <a:pt x="837" y="406"/>
                    <a:pt x="829" y="387"/>
                    <a:pt x="829" y="365"/>
                  </a:cubicBezTo>
                  <a:cubicBezTo>
                    <a:pt x="829" y="344"/>
                    <a:pt x="837" y="324"/>
                    <a:pt x="851" y="309"/>
                  </a:cubicBezTo>
                  <a:cubicBezTo>
                    <a:pt x="866" y="293"/>
                    <a:pt x="887" y="286"/>
                    <a:pt x="907" y="286"/>
                  </a:cubicBezTo>
                  <a:cubicBezTo>
                    <a:pt x="923" y="286"/>
                    <a:pt x="939" y="290"/>
                    <a:pt x="953" y="300"/>
                  </a:cubicBezTo>
                  <a:lnTo>
                    <a:pt x="2378" y="1326"/>
                  </a:lnTo>
                  <a:cubicBezTo>
                    <a:pt x="2390" y="1335"/>
                    <a:pt x="2403" y="1339"/>
                    <a:pt x="2417" y="1339"/>
                  </a:cubicBezTo>
                  <a:cubicBezTo>
                    <a:pt x="2430" y="1339"/>
                    <a:pt x="2443" y="1335"/>
                    <a:pt x="2454" y="1327"/>
                  </a:cubicBezTo>
                  <a:cubicBezTo>
                    <a:pt x="2478" y="1312"/>
                    <a:pt x="2488" y="1285"/>
                    <a:pt x="2483" y="1257"/>
                  </a:cubicBezTo>
                  <a:cubicBezTo>
                    <a:pt x="2477" y="1231"/>
                    <a:pt x="2339" y="611"/>
                    <a:pt x="2316" y="517"/>
                  </a:cubicBezTo>
                  <a:cubicBezTo>
                    <a:pt x="2305" y="474"/>
                    <a:pt x="2276" y="434"/>
                    <a:pt x="2244" y="393"/>
                  </a:cubicBezTo>
                  <a:cubicBezTo>
                    <a:pt x="2174" y="299"/>
                    <a:pt x="2135" y="236"/>
                    <a:pt x="2186" y="165"/>
                  </a:cubicBezTo>
                  <a:cubicBezTo>
                    <a:pt x="2209" y="132"/>
                    <a:pt x="2228" y="135"/>
                    <a:pt x="2235" y="133"/>
                  </a:cubicBezTo>
                  <a:close/>
                  <a:moveTo>
                    <a:pt x="2235" y="1"/>
                  </a:moveTo>
                  <a:cubicBezTo>
                    <a:pt x="2191" y="1"/>
                    <a:pt x="2129" y="15"/>
                    <a:pt x="2077" y="89"/>
                  </a:cubicBezTo>
                  <a:cubicBezTo>
                    <a:pt x="1966" y="244"/>
                    <a:pt x="2073" y="387"/>
                    <a:pt x="2137" y="472"/>
                  </a:cubicBezTo>
                  <a:cubicBezTo>
                    <a:pt x="2158" y="500"/>
                    <a:pt x="2182" y="532"/>
                    <a:pt x="2186" y="549"/>
                  </a:cubicBezTo>
                  <a:cubicBezTo>
                    <a:pt x="2201" y="611"/>
                    <a:pt x="2271" y="919"/>
                    <a:pt x="2315" y="1117"/>
                  </a:cubicBezTo>
                  <a:lnTo>
                    <a:pt x="1030" y="193"/>
                  </a:lnTo>
                  <a:cubicBezTo>
                    <a:pt x="992" y="166"/>
                    <a:pt x="949" y="153"/>
                    <a:pt x="906" y="153"/>
                  </a:cubicBezTo>
                  <a:cubicBezTo>
                    <a:pt x="851" y="153"/>
                    <a:pt x="797" y="174"/>
                    <a:pt x="756" y="215"/>
                  </a:cubicBezTo>
                  <a:cubicBezTo>
                    <a:pt x="716" y="255"/>
                    <a:pt x="695" y="309"/>
                    <a:pt x="695" y="365"/>
                  </a:cubicBezTo>
                  <a:cubicBezTo>
                    <a:pt x="695" y="422"/>
                    <a:pt x="717" y="475"/>
                    <a:pt x="759" y="516"/>
                  </a:cubicBezTo>
                  <a:lnTo>
                    <a:pt x="1447" y="1190"/>
                  </a:lnTo>
                  <a:lnTo>
                    <a:pt x="304" y="585"/>
                  </a:lnTo>
                  <a:cubicBezTo>
                    <a:pt x="275" y="571"/>
                    <a:pt x="244" y="563"/>
                    <a:pt x="213" y="563"/>
                  </a:cubicBezTo>
                  <a:cubicBezTo>
                    <a:pt x="191" y="563"/>
                    <a:pt x="170" y="566"/>
                    <a:pt x="149" y="574"/>
                  </a:cubicBezTo>
                  <a:cubicBezTo>
                    <a:pt x="99" y="591"/>
                    <a:pt x="57" y="629"/>
                    <a:pt x="36" y="679"/>
                  </a:cubicBezTo>
                  <a:cubicBezTo>
                    <a:pt x="0" y="758"/>
                    <a:pt x="23" y="853"/>
                    <a:pt x="90" y="908"/>
                  </a:cubicBezTo>
                  <a:lnTo>
                    <a:pt x="858" y="1531"/>
                  </a:lnTo>
                  <a:lnTo>
                    <a:pt x="354" y="1295"/>
                  </a:lnTo>
                  <a:cubicBezTo>
                    <a:pt x="326" y="1282"/>
                    <a:pt x="297" y="1276"/>
                    <a:pt x="267" y="1276"/>
                  </a:cubicBezTo>
                  <a:cubicBezTo>
                    <a:pt x="238" y="1276"/>
                    <a:pt x="209" y="1282"/>
                    <a:pt x="181" y="1295"/>
                  </a:cubicBezTo>
                  <a:cubicBezTo>
                    <a:pt x="126" y="1321"/>
                    <a:pt x="87" y="1371"/>
                    <a:pt x="71" y="1430"/>
                  </a:cubicBezTo>
                  <a:cubicBezTo>
                    <a:pt x="55" y="1498"/>
                    <a:pt x="74" y="1567"/>
                    <a:pt x="129" y="1625"/>
                  </a:cubicBezTo>
                  <a:lnTo>
                    <a:pt x="375" y="1816"/>
                  </a:lnTo>
                  <a:cubicBezTo>
                    <a:pt x="351" y="1817"/>
                    <a:pt x="326" y="1823"/>
                    <a:pt x="302" y="1835"/>
                  </a:cubicBezTo>
                  <a:cubicBezTo>
                    <a:pt x="249" y="1862"/>
                    <a:pt x="213" y="1914"/>
                    <a:pt x="207" y="1972"/>
                  </a:cubicBezTo>
                  <a:cubicBezTo>
                    <a:pt x="199" y="2039"/>
                    <a:pt x="232" y="2106"/>
                    <a:pt x="290" y="2142"/>
                  </a:cubicBezTo>
                  <a:lnTo>
                    <a:pt x="1459" y="2864"/>
                  </a:lnTo>
                  <a:cubicBezTo>
                    <a:pt x="1464" y="2868"/>
                    <a:pt x="1467" y="2869"/>
                    <a:pt x="1473" y="2871"/>
                  </a:cubicBezTo>
                  <a:cubicBezTo>
                    <a:pt x="1544" y="2895"/>
                    <a:pt x="2638" y="3110"/>
                    <a:pt x="2821" y="3147"/>
                  </a:cubicBezTo>
                  <a:cubicBezTo>
                    <a:pt x="3039" y="3298"/>
                    <a:pt x="6256" y="5536"/>
                    <a:pt x="7149" y="6119"/>
                  </a:cubicBezTo>
                  <a:cubicBezTo>
                    <a:pt x="7159" y="6126"/>
                    <a:pt x="7172" y="6130"/>
                    <a:pt x="7185" y="6130"/>
                  </a:cubicBezTo>
                  <a:cubicBezTo>
                    <a:pt x="7194" y="6130"/>
                    <a:pt x="7201" y="6128"/>
                    <a:pt x="7209" y="6125"/>
                  </a:cubicBezTo>
                  <a:cubicBezTo>
                    <a:pt x="7228" y="6118"/>
                    <a:pt x="7243" y="6101"/>
                    <a:pt x="7249" y="6080"/>
                  </a:cubicBezTo>
                  <a:lnTo>
                    <a:pt x="7867" y="3780"/>
                  </a:lnTo>
                  <a:cubicBezTo>
                    <a:pt x="7876" y="3748"/>
                    <a:pt x="7860" y="3715"/>
                    <a:pt x="7829" y="3702"/>
                  </a:cubicBezTo>
                  <a:lnTo>
                    <a:pt x="3308" y="1819"/>
                  </a:lnTo>
                  <a:cubicBezTo>
                    <a:pt x="3272" y="1674"/>
                    <a:pt x="3142" y="1165"/>
                    <a:pt x="3097" y="1075"/>
                  </a:cubicBezTo>
                  <a:cubicBezTo>
                    <a:pt x="3074" y="1029"/>
                    <a:pt x="3004" y="930"/>
                    <a:pt x="2916" y="804"/>
                  </a:cubicBezTo>
                  <a:cubicBezTo>
                    <a:pt x="2813" y="658"/>
                    <a:pt x="2684" y="474"/>
                    <a:pt x="2619" y="357"/>
                  </a:cubicBezTo>
                  <a:cubicBezTo>
                    <a:pt x="2561" y="253"/>
                    <a:pt x="2408" y="10"/>
                    <a:pt x="2241" y="1"/>
                  </a:cubicBezTo>
                  <a:cubicBezTo>
                    <a:pt x="2239" y="1"/>
                    <a:pt x="2237" y="1"/>
                    <a:pt x="22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g33f68990add_0_5"/>
            <p:cNvSpPr/>
            <p:nvPr/>
          </p:nvSpPr>
          <p:spPr>
            <a:xfrm>
              <a:off x="8784902" y="2649704"/>
              <a:ext cx="462998" cy="355558"/>
            </a:xfrm>
            <a:custGeom>
              <a:rect b="b" l="l" r="r" t="t"/>
              <a:pathLst>
                <a:path extrusionOk="0" h="8194" w="10670">
                  <a:moveTo>
                    <a:pt x="1" y="0"/>
                  </a:moveTo>
                  <a:lnTo>
                    <a:pt x="1" y="6571"/>
                  </a:lnTo>
                  <a:lnTo>
                    <a:pt x="3990" y="6571"/>
                  </a:lnTo>
                  <a:lnTo>
                    <a:pt x="5207" y="8193"/>
                  </a:lnTo>
                  <a:lnTo>
                    <a:pt x="6288" y="6571"/>
                  </a:lnTo>
                  <a:lnTo>
                    <a:pt x="10669" y="6571"/>
                  </a:lnTo>
                  <a:lnTo>
                    <a:pt x="106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g33f68990add_0_5"/>
            <p:cNvSpPr/>
            <p:nvPr/>
          </p:nvSpPr>
          <p:spPr>
            <a:xfrm>
              <a:off x="8763596" y="2628355"/>
              <a:ext cx="462998" cy="355602"/>
            </a:xfrm>
            <a:custGeom>
              <a:rect b="b" l="l" r="r" t="t"/>
              <a:pathLst>
                <a:path extrusionOk="0" h="8195" w="10670">
                  <a:moveTo>
                    <a:pt x="1" y="0"/>
                  </a:moveTo>
                  <a:lnTo>
                    <a:pt x="1" y="6572"/>
                  </a:lnTo>
                  <a:lnTo>
                    <a:pt x="3990" y="6572"/>
                  </a:lnTo>
                  <a:lnTo>
                    <a:pt x="5207" y="8194"/>
                  </a:lnTo>
                  <a:lnTo>
                    <a:pt x="6288" y="6572"/>
                  </a:lnTo>
                  <a:lnTo>
                    <a:pt x="10669" y="6572"/>
                  </a:lnTo>
                  <a:lnTo>
                    <a:pt x="1066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g33f68990add_0_5"/>
            <p:cNvSpPr/>
            <p:nvPr/>
          </p:nvSpPr>
          <p:spPr>
            <a:xfrm>
              <a:off x="8760689" y="2625448"/>
              <a:ext cx="468769" cy="361373"/>
            </a:xfrm>
            <a:custGeom>
              <a:rect b="b" l="l" r="r" t="t"/>
              <a:pathLst>
                <a:path extrusionOk="0" h="8328" w="10803">
                  <a:moveTo>
                    <a:pt x="10670" y="135"/>
                  </a:moveTo>
                  <a:lnTo>
                    <a:pt x="10670" y="6573"/>
                  </a:lnTo>
                  <a:lnTo>
                    <a:pt x="6355" y="6573"/>
                  </a:lnTo>
                  <a:cubicBezTo>
                    <a:pt x="6333" y="6573"/>
                    <a:pt x="6311" y="6584"/>
                    <a:pt x="6299" y="6603"/>
                  </a:cubicBezTo>
                  <a:lnTo>
                    <a:pt x="5270" y="8147"/>
                  </a:lnTo>
                  <a:lnTo>
                    <a:pt x="4111" y="6599"/>
                  </a:lnTo>
                  <a:cubicBezTo>
                    <a:pt x="4098" y="6583"/>
                    <a:pt x="4079" y="6573"/>
                    <a:pt x="4057" y="6573"/>
                  </a:cubicBezTo>
                  <a:lnTo>
                    <a:pt x="134" y="6573"/>
                  </a:lnTo>
                  <a:lnTo>
                    <a:pt x="134" y="135"/>
                  </a:lnTo>
                  <a:close/>
                  <a:moveTo>
                    <a:pt x="68" y="1"/>
                  </a:moveTo>
                  <a:cubicBezTo>
                    <a:pt x="31" y="1"/>
                    <a:pt x="0" y="30"/>
                    <a:pt x="0" y="67"/>
                  </a:cubicBezTo>
                  <a:lnTo>
                    <a:pt x="0" y="6639"/>
                  </a:lnTo>
                  <a:cubicBezTo>
                    <a:pt x="0" y="6676"/>
                    <a:pt x="31" y="6706"/>
                    <a:pt x="68" y="6706"/>
                  </a:cubicBezTo>
                  <a:lnTo>
                    <a:pt x="4024" y="6706"/>
                  </a:lnTo>
                  <a:lnTo>
                    <a:pt x="5220" y="8301"/>
                  </a:lnTo>
                  <a:cubicBezTo>
                    <a:pt x="5233" y="8317"/>
                    <a:pt x="5252" y="8328"/>
                    <a:pt x="5274" y="8328"/>
                  </a:cubicBezTo>
                  <a:lnTo>
                    <a:pt x="5276" y="8328"/>
                  </a:lnTo>
                  <a:cubicBezTo>
                    <a:pt x="5297" y="8327"/>
                    <a:pt x="5317" y="8316"/>
                    <a:pt x="5329" y="8298"/>
                  </a:cubicBezTo>
                  <a:lnTo>
                    <a:pt x="6391" y="6706"/>
                  </a:lnTo>
                  <a:lnTo>
                    <a:pt x="10736" y="6706"/>
                  </a:lnTo>
                  <a:cubicBezTo>
                    <a:pt x="10773" y="6706"/>
                    <a:pt x="10802" y="6676"/>
                    <a:pt x="10802" y="6639"/>
                  </a:cubicBezTo>
                  <a:lnTo>
                    <a:pt x="10802" y="67"/>
                  </a:lnTo>
                  <a:cubicBezTo>
                    <a:pt x="10802" y="30"/>
                    <a:pt x="10773" y="1"/>
                    <a:pt x="107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g33f68990add_0_5"/>
            <p:cNvSpPr/>
            <p:nvPr/>
          </p:nvSpPr>
          <p:spPr>
            <a:xfrm>
              <a:off x="8895552"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g33f68990add_0_5"/>
            <p:cNvSpPr/>
            <p:nvPr/>
          </p:nvSpPr>
          <p:spPr>
            <a:xfrm>
              <a:off x="8977303" y="2746642"/>
              <a:ext cx="35538" cy="35538"/>
            </a:xfrm>
            <a:custGeom>
              <a:rect b="b" l="l" r="r" t="t"/>
              <a:pathLst>
                <a:path extrusionOk="0" h="819" w="819">
                  <a:moveTo>
                    <a:pt x="409" y="0"/>
                  </a:moveTo>
                  <a:cubicBezTo>
                    <a:pt x="183" y="0"/>
                    <a:pt x="0" y="183"/>
                    <a:pt x="0" y="409"/>
                  </a:cubicBezTo>
                  <a:cubicBezTo>
                    <a:pt x="0" y="635"/>
                    <a:pt x="183" y="819"/>
                    <a:pt x="409" y="819"/>
                  </a:cubicBezTo>
                  <a:cubicBezTo>
                    <a:pt x="635" y="819"/>
                    <a:pt x="819" y="635"/>
                    <a:pt x="819" y="409"/>
                  </a:cubicBezTo>
                  <a:cubicBezTo>
                    <a:pt x="819" y="183"/>
                    <a:pt x="635"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g33f68990add_0_5"/>
            <p:cNvSpPr/>
            <p:nvPr/>
          </p:nvSpPr>
          <p:spPr>
            <a:xfrm>
              <a:off x="9059010"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3" name="Google Shape;1073;g33f68990add_0_5"/>
          <p:cNvGrpSpPr/>
          <p:nvPr/>
        </p:nvGrpSpPr>
        <p:grpSpPr>
          <a:xfrm>
            <a:off x="6698893" y="1357964"/>
            <a:ext cx="981103" cy="3785339"/>
            <a:chOff x="9390473" y="2477350"/>
            <a:chExt cx="760840" cy="2666107"/>
          </a:xfrm>
        </p:grpSpPr>
        <p:sp>
          <p:nvSpPr>
            <p:cNvPr id="1074" name="Google Shape;1074;g33f68990add_0_5"/>
            <p:cNvSpPr/>
            <p:nvPr/>
          </p:nvSpPr>
          <p:spPr>
            <a:xfrm>
              <a:off x="9523427" y="4998136"/>
              <a:ext cx="209542" cy="142458"/>
            </a:xfrm>
            <a:custGeom>
              <a:rect b="b" l="l" r="r" t="t"/>
              <a:pathLst>
                <a:path extrusionOk="0" h="3283" w="4829">
                  <a:moveTo>
                    <a:pt x="1774" y="0"/>
                  </a:moveTo>
                  <a:lnTo>
                    <a:pt x="1396" y="1208"/>
                  </a:lnTo>
                  <a:cubicBezTo>
                    <a:pt x="1396" y="1208"/>
                    <a:pt x="0" y="2226"/>
                    <a:pt x="38" y="2453"/>
                  </a:cubicBezTo>
                  <a:cubicBezTo>
                    <a:pt x="76" y="2679"/>
                    <a:pt x="38" y="3282"/>
                    <a:pt x="38" y="3282"/>
                  </a:cubicBezTo>
                  <a:lnTo>
                    <a:pt x="4792" y="3282"/>
                  </a:lnTo>
                  <a:cubicBezTo>
                    <a:pt x="4792" y="3282"/>
                    <a:pt x="4829" y="2641"/>
                    <a:pt x="4829" y="2301"/>
                  </a:cubicBezTo>
                  <a:cubicBezTo>
                    <a:pt x="4829" y="1962"/>
                    <a:pt x="4829" y="1622"/>
                    <a:pt x="4792" y="1434"/>
                  </a:cubicBezTo>
                  <a:cubicBezTo>
                    <a:pt x="4754" y="1245"/>
                    <a:pt x="4678" y="869"/>
                    <a:pt x="4678" y="869"/>
                  </a:cubicBezTo>
                  <a:lnTo>
                    <a:pt x="177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g33f68990add_0_5"/>
            <p:cNvSpPr/>
            <p:nvPr/>
          </p:nvSpPr>
          <p:spPr>
            <a:xfrm>
              <a:off x="9520563" y="4995272"/>
              <a:ext cx="215357" cy="148185"/>
            </a:xfrm>
            <a:custGeom>
              <a:rect b="b" l="l" r="r" t="t"/>
              <a:pathLst>
                <a:path extrusionOk="0" h="3415" w="4963">
                  <a:moveTo>
                    <a:pt x="1884" y="149"/>
                  </a:moveTo>
                  <a:lnTo>
                    <a:pt x="4688" y="987"/>
                  </a:lnTo>
                  <a:lnTo>
                    <a:pt x="4793" y="1513"/>
                  </a:lnTo>
                  <a:cubicBezTo>
                    <a:pt x="4828" y="1695"/>
                    <a:pt x="4828" y="2037"/>
                    <a:pt x="4828" y="2367"/>
                  </a:cubicBezTo>
                  <a:cubicBezTo>
                    <a:pt x="4828" y="2639"/>
                    <a:pt x="4804" y="3113"/>
                    <a:pt x="4795" y="3282"/>
                  </a:cubicBezTo>
                  <a:lnTo>
                    <a:pt x="175" y="3282"/>
                  </a:lnTo>
                  <a:cubicBezTo>
                    <a:pt x="183" y="3114"/>
                    <a:pt x="201" y="2695"/>
                    <a:pt x="170" y="2509"/>
                  </a:cubicBezTo>
                  <a:cubicBezTo>
                    <a:pt x="172" y="2379"/>
                    <a:pt x="863" y="1795"/>
                    <a:pt x="1501" y="1327"/>
                  </a:cubicBezTo>
                  <a:cubicBezTo>
                    <a:pt x="1513" y="1319"/>
                    <a:pt x="1522" y="1307"/>
                    <a:pt x="1526" y="1293"/>
                  </a:cubicBezTo>
                  <a:lnTo>
                    <a:pt x="1884" y="149"/>
                  </a:lnTo>
                  <a:close/>
                  <a:moveTo>
                    <a:pt x="1839" y="0"/>
                  </a:moveTo>
                  <a:cubicBezTo>
                    <a:pt x="1811" y="0"/>
                    <a:pt x="1786" y="18"/>
                    <a:pt x="1776" y="47"/>
                  </a:cubicBezTo>
                  <a:lnTo>
                    <a:pt x="1406" y="1233"/>
                  </a:lnTo>
                  <a:cubicBezTo>
                    <a:pt x="968" y="1553"/>
                    <a:pt x="0" y="2292"/>
                    <a:pt x="39" y="2529"/>
                  </a:cubicBezTo>
                  <a:cubicBezTo>
                    <a:pt x="76" y="2746"/>
                    <a:pt x="39" y="3339"/>
                    <a:pt x="39" y="3345"/>
                  </a:cubicBezTo>
                  <a:cubicBezTo>
                    <a:pt x="37" y="3362"/>
                    <a:pt x="44" y="3380"/>
                    <a:pt x="57" y="3394"/>
                  </a:cubicBezTo>
                  <a:cubicBezTo>
                    <a:pt x="69" y="3407"/>
                    <a:pt x="86" y="3414"/>
                    <a:pt x="105" y="3414"/>
                  </a:cubicBezTo>
                  <a:lnTo>
                    <a:pt x="4858" y="3414"/>
                  </a:lnTo>
                  <a:cubicBezTo>
                    <a:pt x="4892" y="3414"/>
                    <a:pt x="4922" y="3387"/>
                    <a:pt x="4924" y="3352"/>
                  </a:cubicBezTo>
                  <a:cubicBezTo>
                    <a:pt x="4924" y="3346"/>
                    <a:pt x="4962" y="2704"/>
                    <a:pt x="4962" y="2367"/>
                  </a:cubicBezTo>
                  <a:cubicBezTo>
                    <a:pt x="4962" y="2015"/>
                    <a:pt x="4962" y="1682"/>
                    <a:pt x="4923" y="1487"/>
                  </a:cubicBezTo>
                  <a:lnTo>
                    <a:pt x="4809" y="922"/>
                  </a:lnTo>
                  <a:cubicBezTo>
                    <a:pt x="4805" y="897"/>
                    <a:pt x="4787" y="878"/>
                    <a:pt x="4763" y="871"/>
                  </a:cubicBezTo>
                  <a:lnTo>
                    <a:pt x="1859" y="3"/>
                  </a:lnTo>
                  <a:cubicBezTo>
                    <a:pt x="1852" y="1"/>
                    <a:pt x="1845" y="0"/>
                    <a:pt x="18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g33f68990add_0_5"/>
            <p:cNvSpPr/>
            <p:nvPr/>
          </p:nvSpPr>
          <p:spPr>
            <a:xfrm>
              <a:off x="9522125" y="5111477"/>
              <a:ext cx="213404" cy="31980"/>
            </a:xfrm>
            <a:custGeom>
              <a:rect b="b" l="l" r="r" t="t"/>
              <a:pathLst>
                <a:path extrusionOk="0" h="737" w="4918">
                  <a:moveTo>
                    <a:pt x="4782" y="133"/>
                  </a:moveTo>
                  <a:cubicBezTo>
                    <a:pt x="4773" y="326"/>
                    <a:pt x="4764" y="510"/>
                    <a:pt x="4759" y="604"/>
                  </a:cubicBezTo>
                  <a:lnTo>
                    <a:pt x="139" y="604"/>
                  </a:lnTo>
                  <a:cubicBezTo>
                    <a:pt x="144" y="503"/>
                    <a:pt x="152" y="309"/>
                    <a:pt x="152" y="133"/>
                  </a:cubicBezTo>
                  <a:close/>
                  <a:moveTo>
                    <a:pt x="85" y="0"/>
                  </a:moveTo>
                  <a:cubicBezTo>
                    <a:pt x="67" y="0"/>
                    <a:pt x="49" y="8"/>
                    <a:pt x="37" y="21"/>
                  </a:cubicBezTo>
                  <a:cubicBezTo>
                    <a:pt x="24" y="34"/>
                    <a:pt x="17" y="50"/>
                    <a:pt x="18" y="68"/>
                  </a:cubicBezTo>
                  <a:cubicBezTo>
                    <a:pt x="23" y="327"/>
                    <a:pt x="3" y="663"/>
                    <a:pt x="3" y="667"/>
                  </a:cubicBezTo>
                  <a:cubicBezTo>
                    <a:pt x="1" y="684"/>
                    <a:pt x="8" y="702"/>
                    <a:pt x="21" y="716"/>
                  </a:cubicBezTo>
                  <a:cubicBezTo>
                    <a:pt x="33" y="729"/>
                    <a:pt x="50" y="736"/>
                    <a:pt x="69" y="736"/>
                  </a:cubicBezTo>
                  <a:lnTo>
                    <a:pt x="4822" y="736"/>
                  </a:lnTo>
                  <a:cubicBezTo>
                    <a:pt x="4856" y="736"/>
                    <a:pt x="4886" y="709"/>
                    <a:pt x="4888" y="674"/>
                  </a:cubicBezTo>
                  <a:cubicBezTo>
                    <a:pt x="4888" y="674"/>
                    <a:pt x="4906" y="370"/>
                    <a:pt x="4918" y="69"/>
                  </a:cubicBezTo>
                  <a:cubicBezTo>
                    <a:pt x="4918" y="51"/>
                    <a:pt x="4911" y="34"/>
                    <a:pt x="4899" y="21"/>
                  </a:cubicBezTo>
                  <a:cubicBezTo>
                    <a:pt x="4886" y="8"/>
                    <a:pt x="4869" y="0"/>
                    <a:pt x="48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g33f68990add_0_5"/>
            <p:cNvSpPr/>
            <p:nvPr/>
          </p:nvSpPr>
          <p:spPr>
            <a:xfrm>
              <a:off x="9831208" y="4998136"/>
              <a:ext cx="209542" cy="142458"/>
            </a:xfrm>
            <a:custGeom>
              <a:rect b="b" l="l" r="r" t="t"/>
              <a:pathLst>
                <a:path extrusionOk="0" h="3283" w="4829">
                  <a:moveTo>
                    <a:pt x="3055" y="0"/>
                  </a:moveTo>
                  <a:lnTo>
                    <a:pt x="150" y="869"/>
                  </a:lnTo>
                  <a:cubicBezTo>
                    <a:pt x="150" y="869"/>
                    <a:pt x="76" y="1246"/>
                    <a:pt x="38" y="1434"/>
                  </a:cubicBezTo>
                  <a:cubicBezTo>
                    <a:pt x="0" y="1622"/>
                    <a:pt x="0" y="1962"/>
                    <a:pt x="0" y="2301"/>
                  </a:cubicBezTo>
                  <a:cubicBezTo>
                    <a:pt x="0" y="2641"/>
                    <a:pt x="38" y="3282"/>
                    <a:pt x="38" y="3282"/>
                  </a:cubicBezTo>
                  <a:lnTo>
                    <a:pt x="4791" y="3282"/>
                  </a:lnTo>
                  <a:cubicBezTo>
                    <a:pt x="4791" y="3282"/>
                    <a:pt x="4753" y="2679"/>
                    <a:pt x="4791" y="2453"/>
                  </a:cubicBezTo>
                  <a:cubicBezTo>
                    <a:pt x="4828" y="2226"/>
                    <a:pt x="3432" y="1208"/>
                    <a:pt x="3432" y="1208"/>
                  </a:cubicBezTo>
                  <a:lnTo>
                    <a:pt x="305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g33f68990add_0_5"/>
            <p:cNvSpPr/>
            <p:nvPr/>
          </p:nvSpPr>
          <p:spPr>
            <a:xfrm>
              <a:off x="9828300" y="4995272"/>
              <a:ext cx="215357" cy="148185"/>
            </a:xfrm>
            <a:custGeom>
              <a:rect b="b" l="l" r="r" t="t"/>
              <a:pathLst>
                <a:path extrusionOk="0" h="3415" w="4963">
                  <a:moveTo>
                    <a:pt x="3078" y="149"/>
                  </a:moveTo>
                  <a:lnTo>
                    <a:pt x="3437" y="1293"/>
                  </a:lnTo>
                  <a:cubicBezTo>
                    <a:pt x="3440" y="1307"/>
                    <a:pt x="3448" y="1319"/>
                    <a:pt x="3460" y="1327"/>
                  </a:cubicBezTo>
                  <a:cubicBezTo>
                    <a:pt x="4100" y="1795"/>
                    <a:pt x="4791" y="2379"/>
                    <a:pt x="4792" y="2508"/>
                  </a:cubicBezTo>
                  <a:cubicBezTo>
                    <a:pt x="4761" y="2694"/>
                    <a:pt x="4778" y="3114"/>
                    <a:pt x="4787" y="3282"/>
                  </a:cubicBezTo>
                  <a:lnTo>
                    <a:pt x="168" y="3282"/>
                  </a:lnTo>
                  <a:cubicBezTo>
                    <a:pt x="158" y="3113"/>
                    <a:pt x="133" y="2639"/>
                    <a:pt x="133" y="2367"/>
                  </a:cubicBezTo>
                  <a:cubicBezTo>
                    <a:pt x="133" y="2037"/>
                    <a:pt x="133" y="1695"/>
                    <a:pt x="170" y="1513"/>
                  </a:cubicBezTo>
                  <a:lnTo>
                    <a:pt x="275" y="987"/>
                  </a:lnTo>
                  <a:lnTo>
                    <a:pt x="3078" y="149"/>
                  </a:lnTo>
                  <a:close/>
                  <a:moveTo>
                    <a:pt x="3123" y="0"/>
                  </a:moveTo>
                  <a:cubicBezTo>
                    <a:pt x="3116" y="0"/>
                    <a:pt x="3110" y="1"/>
                    <a:pt x="3103" y="3"/>
                  </a:cubicBezTo>
                  <a:lnTo>
                    <a:pt x="198" y="871"/>
                  </a:lnTo>
                  <a:cubicBezTo>
                    <a:pt x="175" y="878"/>
                    <a:pt x="157" y="897"/>
                    <a:pt x="152" y="922"/>
                  </a:cubicBezTo>
                  <a:lnTo>
                    <a:pt x="40" y="1487"/>
                  </a:lnTo>
                  <a:cubicBezTo>
                    <a:pt x="1" y="1682"/>
                    <a:pt x="1" y="2015"/>
                    <a:pt x="1" y="2367"/>
                  </a:cubicBezTo>
                  <a:cubicBezTo>
                    <a:pt x="1" y="2704"/>
                    <a:pt x="38" y="3346"/>
                    <a:pt x="39" y="3352"/>
                  </a:cubicBezTo>
                  <a:cubicBezTo>
                    <a:pt x="40" y="3387"/>
                    <a:pt x="69" y="3414"/>
                    <a:pt x="105" y="3414"/>
                  </a:cubicBezTo>
                  <a:lnTo>
                    <a:pt x="4858" y="3414"/>
                  </a:lnTo>
                  <a:cubicBezTo>
                    <a:pt x="4875" y="3414"/>
                    <a:pt x="4893" y="3407"/>
                    <a:pt x="4906" y="3394"/>
                  </a:cubicBezTo>
                  <a:cubicBezTo>
                    <a:pt x="4918" y="3380"/>
                    <a:pt x="4925" y="3362"/>
                    <a:pt x="4924" y="3345"/>
                  </a:cubicBezTo>
                  <a:cubicBezTo>
                    <a:pt x="4924" y="3339"/>
                    <a:pt x="4887" y="2746"/>
                    <a:pt x="4923" y="2529"/>
                  </a:cubicBezTo>
                  <a:cubicBezTo>
                    <a:pt x="4963" y="2292"/>
                    <a:pt x="3995" y="1553"/>
                    <a:pt x="3556" y="1233"/>
                  </a:cubicBezTo>
                  <a:lnTo>
                    <a:pt x="3186" y="47"/>
                  </a:lnTo>
                  <a:cubicBezTo>
                    <a:pt x="3177" y="18"/>
                    <a:pt x="3151" y="0"/>
                    <a:pt x="31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g33f68990add_0_5"/>
            <p:cNvSpPr/>
            <p:nvPr/>
          </p:nvSpPr>
          <p:spPr>
            <a:xfrm>
              <a:off x="9828691" y="5111477"/>
              <a:ext cx="213318" cy="31980"/>
            </a:xfrm>
            <a:custGeom>
              <a:rect b="b" l="l" r="r" t="t"/>
              <a:pathLst>
                <a:path extrusionOk="0" h="737" w="4916">
                  <a:moveTo>
                    <a:pt x="4766" y="133"/>
                  </a:moveTo>
                  <a:cubicBezTo>
                    <a:pt x="4765" y="309"/>
                    <a:pt x="4773" y="503"/>
                    <a:pt x="4779" y="604"/>
                  </a:cubicBezTo>
                  <a:lnTo>
                    <a:pt x="159" y="604"/>
                  </a:lnTo>
                  <a:cubicBezTo>
                    <a:pt x="153" y="510"/>
                    <a:pt x="143" y="326"/>
                    <a:pt x="135" y="133"/>
                  </a:cubicBezTo>
                  <a:close/>
                  <a:moveTo>
                    <a:pt x="66" y="0"/>
                  </a:moveTo>
                  <a:cubicBezTo>
                    <a:pt x="49" y="0"/>
                    <a:pt x="31" y="8"/>
                    <a:pt x="19" y="21"/>
                  </a:cubicBezTo>
                  <a:cubicBezTo>
                    <a:pt x="6" y="34"/>
                    <a:pt x="0" y="51"/>
                    <a:pt x="0" y="69"/>
                  </a:cubicBezTo>
                  <a:cubicBezTo>
                    <a:pt x="12" y="370"/>
                    <a:pt x="30" y="674"/>
                    <a:pt x="30" y="674"/>
                  </a:cubicBezTo>
                  <a:cubicBezTo>
                    <a:pt x="31" y="709"/>
                    <a:pt x="60" y="736"/>
                    <a:pt x="96" y="736"/>
                  </a:cubicBezTo>
                  <a:lnTo>
                    <a:pt x="4849" y="736"/>
                  </a:lnTo>
                  <a:cubicBezTo>
                    <a:pt x="4866" y="736"/>
                    <a:pt x="4884" y="729"/>
                    <a:pt x="4897" y="716"/>
                  </a:cubicBezTo>
                  <a:cubicBezTo>
                    <a:pt x="4910" y="702"/>
                    <a:pt x="4916" y="684"/>
                    <a:pt x="4915" y="667"/>
                  </a:cubicBezTo>
                  <a:cubicBezTo>
                    <a:pt x="4915" y="663"/>
                    <a:pt x="4894" y="327"/>
                    <a:pt x="4899" y="68"/>
                  </a:cubicBezTo>
                  <a:cubicBezTo>
                    <a:pt x="4899" y="50"/>
                    <a:pt x="4892" y="34"/>
                    <a:pt x="4881" y="21"/>
                  </a:cubicBezTo>
                  <a:cubicBezTo>
                    <a:pt x="4867" y="8"/>
                    <a:pt x="4851"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g33f68990add_0_5"/>
            <p:cNvSpPr/>
            <p:nvPr/>
          </p:nvSpPr>
          <p:spPr>
            <a:xfrm>
              <a:off x="9559442" y="3975120"/>
              <a:ext cx="445250" cy="1060730"/>
            </a:xfrm>
            <a:custGeom>
              <a:rect b="b" l="l" r="r" t="t"/>
              <a:pathLst>
                <a:path extrusionOk="0" h="24445" w="10261">
                  <a:moveTo>
                    <a:pt x="4981" y="0"/>
                  </a:moveTo>
                  <a:lnTo>
                    <a:pt x="1" y="453"/>
                  </a:lnTo>
                  <a:cubicBezTo>
                    <a:pt x="1" y="453"/>
                    <a:pt x="340" y="13656"/>
                    <a:pt x="642" y="16033"/>
                  </a:cubicBezTo>
                  <a:cubicBezTo>
                    <a:pt x="944" y="18408"/>
                    <a:pt x="906" y="22747"/>
                    <a:pt x="906" y="22747"/>
                  </a:cubicBezTo>
                  <a:lnTo>
                    <a:pt x="604" y="23312"/>
                  </a:lnTo>
                  <a:lnTo>
                    <a:pt x="792" y="23991"/>
                  </a:lnTo>
                  <a:lnTo>
                    <a:pt x="3848" y="24445"/>
                  </a:lnTo>
                  <a:cubicBezTo>
                    <a:pt x="3848" y="24445"/>
                    <a:pt x="4150" y="22973"/>
                    <a:pt x="4226" y="22407"/>
                  </a:cubicBezTo>
                  <a:cubicBezTo>
                    <a:pt x="4301" y="21842"/>
                    <a:pt x="4150" y="20634"/>
                    <a:pt x="4112" y="20408"/>
                  </a:cubicBezTo>
                  <a:cubicBezTo>
                    <a:pt x="4078" y="20201"/>
                    <a:pt x="4830" y="7506"/>
                    <a:pt x="4960" y="5305"/>
                  </a:cubicBezTo>
                  <a:lnTo>
                    <a:pt x="5282" y="4841"/>
                  </a:lnTo>
                  <a:lnTo>
                    <a:pt x="5282" y="4980"/>
                  </a:lnTo>
                  <a:cubicBezTo>
                    <a:pt x="5282" y="4980"/>
                    <a:pt x="6187" y="20182"/>
                    <a:pt x="6150" y="20408"/>
                  </a:cubicBezTo>
                  <a:cubicBezTo>
                    <a:pt x="6112" y="20634"/>
                    <a:pt x="5961" y="21842"/>
                    <a:pt x="6036" y="22407"/>
                  </a:cubicBezTo>
                  <a:cubicBezTo>
                    <a:pt x="6112" y="22973"/>
                    <a:pt x="6413" y="24445"/>
                    <a:pt x="6413" y="24445"/>
                  </a:cubicBezTo>
                  <a:lnTo>
                    <a:pt x="9469" y="23991"/>
                  </a:lnTo>
                  <a:lnTo>
                    <a:pt x="9657" y="23312"/>
                  </a:lnTo>
                  <a:lnTo>
                    <a:pt x="9356" y="22747"/>
                  </a:lnTo>
                  <a:cubicBezTo>
                    <a:pt x="9356" y="22747"/>
                    <a:pt x="9318" y="18408"/>
                    <a:pt x="9620" y="16033"/>
                  </a:cubicBezTo>
                  <a:cubicBezTo>
                    <a:pt x="9921" y="13656"/>
                    <a:pt x="10261" y="453"/>
                    <a:pt x="10261" y="453"/>
                  </a:cubicBezTo>
                  <a:lnTo>
                    <a:pt x="5282" y="0"/>
                  </a:lnTo>
                  <a:lnTo>
                    <a:pt x="5282" y="47"/>
                  </a:lnTo>
                  <a:lnTo>
                    <a:pt x="49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g33f68990add_0_5"/>
            <p:cNvSpPr/>
            <p:nvPr/>
          </p:nvSpPr>
          <p:spPr>
            <a:xfrm>
              <a:off x="9556535" y="3972213"/>
              <a:ext cx="451152" cy="1066501"/>
            </a:xfrm>
            <a:custGeom>
              <a:rect b="b" l="l" r="r" t="t"/>
              <a:pathLst>
                <a:path extrusionOk="0" h="24578" w="10397">
                  <a:moveTo>
                    <a:pt x="5045" y="134"/>
                  </a:moveTo>
                  <a:lnTo>
                    <a:pt x="5339" y="181"/>
                  </a:lnTo>
                  <a:cubicBezTo>
                    <a:pt x="5342" y="181"/>
                    <a:pt x="5345" y="181"/>
                    <a:pt x="5348" y="181"/>
                  </a:cubicBezTo>
                  <a:cubicBezTo>
                    <a:pt x="5364" y="181"/>
                    <a:pt x="5380" y="176"/>
                    <a:pt x="5392" y="165"/>
                  </a:cubicBezTo>
                  <a:cubicBezTo>
                    <a:pt x="5400" y="158"/>
                    <a:pt x="5406" y="150"/>
                    <a:pt x="5411" y="139"/>
                  </a:cubicBezTo>
                  <a:lnTo>
                    <a:pt x="10260" y="580"/>
                  </a:lnTo>
                  <a:cubicBezTo>
                    <a:pt x="10234" y="1568"/>
                    <a:pt x="9909" y="13828"/>
                    <a:pt x="9622" y="16091"/>
                  </a:cubicBezTo>
                  <a:cubicBezTo>
                    <a:pt x="9322" y="18444"/>
                    <a:pt x="9357" y="22771"/>
                    <a:pt x="9357" y="22814"/>
                  </a:cubicBezTo>
                  <a:cubicBezTo>
                    <a:pt x="9357" y="22826"/>
                    <a:pt x="9359" y="22835"/>
                    <a:pt x="9365" y="22845"/>
                  </a:cubicBezTo>
                  <a:lnTo>
                    <a:pt x="9653" y="23388"/>
                  </a:lnTo>
                  <a:lnTo>
                    <a:pt x="9484" y="23999"/>
                  </a:lnTo>
                  <a:lnTo>
                    <a:pt x="6534" y="24436"/>
                  </a:lnTo>
                  <a:cubicBezTo>
                    <a:pt x="6476" y="24152"/>
                    <a:pt x="6234" y="22957"/>
                    <a:pt x="6169" y="22466"/>
                  </a:cubicBezTo>
                  <a:cubicBezTo>
                    <a:pt x="6097" y="21922"/>
                    <a:pt x="6238" y="20752"/>
                    <a:pt x="6282" y="20485"/>
                  </a:cubicBezTo>
                  <a:cubicBezTo>
                    <a:pt x="6319" y="20258"/>
                    <a:pt x="5508" y="6599"/>
                    <a:pt x="5416" y="5047"/>
                  </a:cubicBezTo>
                  <a:lnTo>
                    <a:pt x="5416" y="4908"/>
                  </a:lnTo>
                  <a:cubicBezTo>
                    <a:pt x="5416" y="4879"/>
                    <a:pt x="5397" y="4854"/>
                    <a:pt x="5368" y="4844"/>
                  </a:cubicBezTo>
                  <a:cubicBezTo>
                    <a:pt x="5362" y="4843"/>
                    <a:pt x="5355" y="4842"/>
                    <a:pt x="5349" y="4842"/>
                  </a:cubicBezTo>
                  <a:cubicBezTo>
                    <a:pt x="5328" y="4842"/>
                    <a:pt x="5307" y="4852"/>
                    <a:pt x="5295" y="4870"/>
                  </a:cubicBezTo>
                  <a:lnTo>
                    <a:pt x="4973" y="5334"/>
                  </a:lnTo>
                  <a:cubicBezTo>
                    <a:pt x="4966" y="5345"/>
                    <a:pt x="4962" y="5356"/>
                    <a:pt x="4961" y="5369"/>
                  </a:cubicBezTo>
                  <a:cubicBezTo>
                    <a:pt x="4696" y="9847"/>
                    <a:pt x="4081" y="20287"/>
                    <a:pt x="4114" y="20485"/>
                  </a:cubicBezTo>
                  <a:cubicBezTo>
                    <a:pt x="4158" y="20752"/>
                    <a:pt x="4300" y="21922"/>
                    <a:pt x="4227" y="22466"/>
                  </a:cubicBezTo>
                  <a:cubicBezTo>
                    <a:pt x="4161" y="22957"/>
                    <a:pt x="3921" y="24152"/>
                    <a:pt x="3863" y="24436"/>
                  </a:cubicBezTo>
                  <a:lnTo>
                    <a:pt x="913" y="23999"/>
                  </a:lnTo>
                  <a:lnTo>
                    <a:pt x="742" y="23388"/>
                  </a:lnTo>
                  <a:lnTo>
                    <a:pt x="1032" y="22845"/>
                  </a:lnTo>
                  <a:cubicBezTo>
                    <a:pt x="1037" y="22835"/>
                    <a:pt x="1039" y="22826"/>
                    <a:pt x="1039" y="22814"/>
                  </a:cubicBezTo>
                  <a:cubicBezTo>
                    <a:pt x="1040" y="22771"/>
                    <a:pt x="1073" y="18444"/>
                    <a:pt x="775" y="16091"/>
                  </a:cubicBezTo>
                  <a:cubicBezTo>
                    <a:pt x="488" y="13828"/>
                    <a:pt x="161" y="1568"/>
                    <a:pt x="136" y="580"/>
                  </a:cubicBezTo>
                  <a:lnTo>
                    <a:pt x="5045" y="134"/>
                  </a:lnTo>
                  <a:close/>
                  <a:moveTo>
                    <a:pt x="5351" y="1"/>
                  </a:moveTo>
                  <a:cubicBezTo>
                    <a:pt x="5333" y="1"/>
                    <a:pt x="5317" y="7"/>
                    <a:pt x="5304" y="19"/>
                  </a:cubicBezTo>
                  <a:cubicBezTo>
                    <a:pt x="5298" y="24"/>
                    <a:pt x="5293" y="30"/>
                    <a:pt x="5289" y="39"/>
                  </a:cubicBezTo>
                  <a:lnTo>
                    <a:pt x="5058" y="2"/>
                  </a:lnTo>
                  <a:cubicBezTo>
                    <a:pt x="5052" y="1"/>
                    <a:pt x="5046" y="1"/>
                    <a:pt x="5042" y="1"/>
                  </a:cubicBezTo>
                  <a:lnTo>
                    <a:pt x="62" y="454"/>
                  </a:lnTo>
                  <a:cubicBezTo>
                    <a:pt x="28" y="457"/>
                    <a:pt x="0" y="487"/>
                    <a:pt x="2" y="521"/>
                  </a:cubicBezTo>
                  <a:cubicBezTo>
                    <a:pt x="5" y="654"/>
                    <a:pt x="345" y="13756"/>
                    <a:pt x="644" y="16108"/>
                  </a:cubicBezTo>
                  <a:cubicBezTo>
                    <a:pt x="932" y="18379"/>
                    <a:pt x="909" y="22504"/>
                    <a:pt x="907" y="22797"/>
                  </a:cubicBezTo>
                  <a:lnTo>
                    <a:pt x="613" y="23349"/>
                  </a:lnTo>
                  <a:cubicBezTo>
                    <a:pt x="605" y="23364"/>
                    <a:pt x="603" y="23382"/>
                    <a:pt x="607" y="23397"/>
                  </a:cubicBezTo>
                  <a:lnTo>
                    <a:pt x="797" y="24076"/>
                  </a:lnTo>
                  <a:cubicBezTo>
                    <a:pt x="804" y="24102"/>
                    <a:pt x="825" y="24121"/>
                    <a:pt x="850" y="24125"/>
                  </a:cubicBezTo>
                  <a:lnTo>
                    <a:pt x="3906" y="24577"/>
                  </a:lnTo>
                  <a:cubicBezTo>
                    <a:pt x="3909" y="24577"/>
                    <a:pt x="3913" y="24578"/>
                    <a:pt x="3916" y="24578"/>
                  </a:cubicBezTo>
                  <a:cubicBezTo>
                    <a:pt x="3946" y="24578"/>
                    <a:pt x="3974" y="24555"/>
                    <a:pt x="3980" y="24525"/>
                  </a:cubicBezTo>
                  <a:cubicBezTo>
                    <a:pt x="3984" y="24510"/>
                    <a:pt x="4283" y="23044"/>
                    <a:pt x="4359" y="22482"/>
                  </a:cubicBezTo>
                  <a:cubicBezTo>
                    <a:pt x="4434" y="21925"/>
                    <a:pt x="4290" y="20734"/>
                    <a:pt x="4245" y="20466"/>
                  </a:cubicBezTo>
                  <a:cubicBezTo>
                    <a:pt x="4224" y="20245"/>
                    <a:pt x="4669" y="12540"/>
                    <a:pt x="5094" y="5395"/>
                  </a:cubicBezTo>
                  <a:lnTo>
                    <a:pt x="5287" y="5115"/>
                  </a:lnTo>
                  <a:cubicBezTo>
                    <a:pt x="5599" y="10354"/>
                    <a:pt x="6175" y="20216"/>
                    <a:pt x="6151" y="20464"/>
                  </a:cubicBezTo>
                  <a:cubicBezTo>
                    <a:pt x="6106" y="20734"/>
                    <a:pt x="5963" y="21925"/>
                    <a:pt x="6038" y="22482"/>
                  </a:cubicBezTo>
                  <a:cubicBezTo>
                    <a:pt x="6112" y="23044"/>
                    <a:pt x="6413" y="24510"/>
                    <a:pt x="6415" y="24525"/>
                  </a:cubicBezTo>
                  <a:cubicBezTo>
                    <a:pt x="6422" y="24556"/>
                    <a:pt x="6450" y="24578"/>
                    <a:pt x="6480" y="24578"/>
                  </a:cubicBezTo>
                  <a:cubicBezTo>
                    <a:pt x="6484" y="24578"/>
                    <a:pt x="6487" y="24578"/>
                    <a:pt x="6491" y="24577"/>
                  </a:cubicBezTo>
                  <a:lnTo>
                    <a:pt x="9546" y="24125"/>
                  </a:lnTo>
                  <a:cubicBezTo>
                    <a:pt x="9572" y="24120"/>
                    <a:pt x="9593" y="24102"/>
                    <a:pt x="9600" y="24076"/>
                  </a:cubicBezTo>
                  <a:lnTo>
                    <a:pt x="9790" y="23397"/>
                  </a:lnTo>
                  <a:cubicBezTo>
                    <a:pt x="9794" y="23380"/>
                    <a:pt x="9792" y="23364"/>
                    <a:pt x="9784" y="23349"/>
                  </a:cubicBezTo>
                  <a:lnTo>
                    <a:pt x="9490" y="22797"/>
                  </a:lnTo>
                  <a:cubicBezTo>
                    <a:pt x="9488" y="22503"/>
                    <a:pt x="9464" y="18379"/>
                    <a:pt x="9753" y="16108"/>
                  </a:cubicBezTo>
                  <a:cubicBezTo>
                    <a:pt x="10052" y="13755"/>
                    <a:pt x="10392" y="654"/>
                    <a:pt x="10395" y="521"/>
                  </a:cubicBezTo>
                  <a:cubicBezTo>
                    <a:pt x="10396" y="487"/>
                    <a:pt x="10369" y="457"/>
                    <a:pt x="10335" y="454"/>
                  </a:cubicBezTo>
                  <a:lnTo>
                    <a:pt x="5355" y="1"/>
                  </a:lnTo>
                  <a:cubicBezTo>
                    <a:pt x="5354" y="1"/>
                    <a:pt x="5352" y="1"/>
                    <a:pt x="5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g33f68990add_0_5"/>
            <p:cNvSpPr/>
            <p:nvPr/>
          </p:nvSpPr>
          <p:spPr>
            <a:xfrm>
              <a:off x="9615071" y="3280844"/>
              <a:ext cx="307609" cy="723136"/>
            </a:xfrm>
            <a:custGeom>
              <a:rect b="b" l="l" r="r" t="t"/>
              <a:pathLst>
                <a:path extrusionOk="0" h="16665" w="7089">
                  <a:moveTo>
                    <a:pt x="5211" y="1"/>
                  </a:moveTo>
                  <a:lnTo>
                    <a:pt x="1808" y="330"/>
                  </a:lnTo>
                  <a:lnTo>
                    <a:pt x="1784" y="2582"/>
                  </a:lnTo>
                  <a:lnTo>
                    <a:pt x="0" y="3334"/>
                  </a:lnTo>
                  <a:lnTo>
                    <a:pt x="1009" y="16665"/>
                  </a:lnTo>
                  <a:lnTo>
                    <a:pt x="6549" y="16665"/>
                  </a:lnTo>
                  <a:lnTo>
                    <a:pt x="7088" y="3263"/>
                  </a:lnTo>
                  <a:cubicBezTo>
                    <a:pt x="7088" y="3263"/>
                    <a:pt x="5445" y="2677"/>
                    <a:pt x="5375" y="2677"/>
                  </a:cubicBezTo>
                  <a:cubicBezTo>
                    <a:pt x="5304" y="2677"/>
                    <a:pt x="5211" y="1"/>
                    <a:pt x="521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g33f68990add_0_5"/>
            <p:cNvSpPr/>
            <p:nvPr/>
          </p:nvSpPr>
          <p:spPr>
            <a:xfrm>
              <a:off x="9612121" y="3277980"/>
              <a:ext cx="313467" cy="728907"/>
            </a:xfrm>
            <a:custGeom>
              <a:rect b="b" l="l" r="r" t="t"/>
              <a:pathLst>
                <a:path extrusionOk="0" h="16798" w="7224">
                  <a:moveTo>
                    <a:pt x="5215" y="140"/>
                  </a:moveTo>
                  <a:cubicBezTo>
                    <a:pt x="5308" y="2780"/>
                    <a:pt x="5361" y="2808"/>
                    <a:pt x="5435" y="2808"/>
                  </a:cubicBezTo>
                  <a:lnTo>
                    <a:pt x="5437" y="2808"/>
                  </a:lnTo>
                  <a:cubicBezTo>
                    <a:pt x="5516" y="2821"/>
                    <a:pt x="6472" y="3156"/>
                    <a:pt x="7088" y="3376"/>
                  </a:cubicBezTo>
                  <a:lnTo>
                    <a:pt x="6553" y="16665"/>
                  </a:lnTo>
                  <a:lnTo>
                    <a:pt x="1139" y="16665"/>
                  </a:lnTo>
                  <a:lnTo>
                    <a:pt x="138" y="3442"/>
                  </a:lnTo>
                  <a:lnTo>
                    <a:pt x="1878" y="2710"/>
                  </a:lnTo>
                  <a:cubicBezTo>
                    <a:pt x="1902" y="2699"/>
                    <a:pt x="1919" y="2675"/>
                    <a:pt x="1919" y="2649"/>
                  </a:cubicBezTo>
                  <a:lnTo>
                    <a:pt x="1941" y="456"/>
                  </a:lnTo>
                  <a:lnTo>
                    <a:pt x="5215" y="140"/>
                  </a:lnTo>
                  <a:close/>
                  <a:moveTo>
                    <a:pt x="5277" y="0"/>
                  </a:moveTo>
                  <a:cubicBezTo>
                    <a:pt x="5276" y="0"/>
                    <a:pt x="5274" y="0"/>
                    <a:pt x="5273" y="0"/>
                  </a:cubicBezTo>
                  <a:lnTo>
                    <a:pt x="1869" y="329"/>
                  </a:lnTo>
                  <a:cubicBezTo>
                    <a:pt x="1836" y="333"/>
                    <a:pt x="1810" y="361"/>
                    <a:pt x="1810" y="394"/>
                  </a:cubicBezTo>
                  <a:lnTo>
                    <a:pt x="1786" y="2604"/>
                  </a:lnTo>
                  <a:lnTo>
                    <a:pt x="43" y="3338"/>
                  </a:lnTo>
                  <a:cubicBezTo>
                    <a:pt x="16" y="3350"/>
                    <a:pt x="1" y="3376"/>
                    <a:pt x="2" y="3404"/>
                  </a:cubicBezTo>
                  <a:lnTo>
                    <a:pt x="1011" y="16736"/>
                  </a:lnTo>
                  <a:cubicBezTo>
                    <a:pt x="1015" y="16770"/>
                    <a:pt x="1043" y="16797"/>
                    <a:pt x="1077" y="16797"/>
                  </a:cubicBezTo>
                  <a:lnTo>
                    <a:pt x="6617" y="16797"/>
                  </a:lnTo>
                  <a:cubicBezTo>
                    <a:pt x="6652" y="16797"/>
                    <a:pt x="6682" y="16769"/>
                    <a:pt x="6683" y="16733"/>
                  </a:cubicBezTo>
                  <a:lnTo>
                    <a:pt x="7222" y="3332"/>
                  </a:lnTo>
                  <a:cubicBezTo>
                    <a:pt x="7224" y="3302"/>
                    <a:pt x="7206" y="3276"/>
                    <a:pt x="7179" y="3267"/>
                  </a:cubicBezTo>
                  <a:cubicBezTo>
                    <a:pt x="6623" y="3068"/>
                    <a:pt x="5718" y="2748"/>
                    <a:pt x="5492" y="2686"/>
                  </a:cubicBezTo>
                  <a:cubicBezTo>
                    <a:pt x="5444" y="2460"/>
                    <a:pt x="5378" y="982"/>
                    <a:pt x="5346" y="64"/>
                  </a:cubicBezTo>
                  <a:cubicBezTo>
                    <a:pt x="5345" y="47"/>
                    <a:pt x="5337" y="29"/>
                    <a:pt x="5322" y="17"/>
                  </a:cubicBezTo>
                  <a:cubicBezTo>
                    <a:pt x="5310" y="6"/>
                    <a:pt x="5294" y="0"/>
                    <a:pt x="52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g33f68990add_0_5"/>
            <p:cNvSpPr/>
            <p:nvPr/>
          </p:nvSpPr>
          <p:spPr>
            <a:xfrm>
              <a:off x="9673434" y="3280844"/>
              <a:ext cx="187325" cy="228245"/>
            </a:xfrm>
            <a:custGeom>
              <a:rect b="b" l="l" r="r" t="t"/>
              <a:pathLst>
                <a:path extrusionOk="0" h="5260" w="4317">
                  <a:moveTo>
                    <a:pt x="3866" y="1"/>
                  </a:moveTo>
                  <a:lnTo>
                    <a:pt x="463" y="330"/>
                  </a:lnTo>
                  <a:lnTo>
                    <a:pt x="439" y="2582"/>
                  </a:lnTo>
                  <a:lnTo>
                    <a:pt x="0" y="2767"/>
                  </a:lnTo>
                  <a:cubicBezTo>
                    <a:pt x="400" y="3306"/>
                    <a:pt x="1889" y="5260"/>
                    <a:pt x="2456" y="5260"/>
                  </a:cubicBezTo>
                  <a:cubicBezTo>
                    <a:pt x="2465" y="5260"/>
                    <a:pt x="2473" y="5259"/>
                    <a:pt x="2481" y="5258"/>
                  </a:cubicBezTo>
                  <a:cubicBezTo>
                    <a:pt x="2958" y="5205"/>
                    <a:pt x="3887" y="3570"/>
                    <a:pt x="4316" y="2764"/>
                  </a:cubicBezTo>
                  <a:cubicBezTo>
                    <a:pt x="4159" y="2711"/>
                    <a:pt x="4048" y="2677"/>
                    <a:pt x="4030" y="2677"/>
                  </a:cubicBezTo>
                  <a:cubicBezTo>
                    <a:pt x="3960" y="2677"/>
                    <a:pt x="3866" y="1"/>
                    <a:pt x="3866"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g33f68990add_0_5"/>
            <p:cNvSpPr/>
            <p:nvPr/>
          </p:nvSpPr>
          <p:spPr>
            <a:xfrm>
              <a:off x="9670440" y="3277980"/>
              <a:ext cx="193357" cy="233972"/>
            </a:xfrm>
            <a:custGeom>
              <a:rect b="b" l="l" r="r" t="t"/>
              <a:pathLst>
                <a:path extrusionOk="0" h="5392" w="4456">
                  <a:moveTo>
                    <a:pt x="3871" y="140"/>
                  </a:moveTo>
                  <a:cubicBezTo>
                    <a:pt x="3964" y="2768"/>
                    <a:pt x="4017" y="2808"/>
                    <a:pt x="4096" y="2809"/>
                  </a:cubicBezTo>
                  <a:cubicBezTo>
                    <a:pt x="4106" y="2810"/>
                    <a:pt x="4148" y="2821"/>
                    <a:pt x="4291" y="2868"/>
                  </a:cubicBezTo>
                  <a:cubicBezTo>
                    <a:pt x="3504" y="4332"/>
                    <a:pt x="2852" y="5224"/>
                    <a:pt x="2543" y="5258"/>
                  </a:cubicBezTo>
                  <a:cubicBezTo>
                    <a:pt x="2536" y="5259"/>
                    <a:pt x="2529" y="5259"/>
                    <a:pt x="2522" y="5259"/>
                  </a:cubicBezTo>
                  <a:cubicBezTo>
                    <a:pt x="2110" y="5259"/>
                    <a:pt x="1017" y="3991"/>
                    <a:pt x="173" y="2861"/>
                  </a:cubicBezTo>
                  <a:lnTo>
                    <a:pt x="534" y="2710"/>
                  </a:lnTo>
                  <a:cubicBezTo>
                    <a:pt x="558" y="2699"/>
                    <a:pt x="575" y="2675"/>
                    <a:pt x="575" y="2649"/>
                  </a:cubicBezTo>
                  <a:lnTo>
                    <a:pt x="597" y="456"/>
                  </a:lnTo>
                  <a:lnTo>
                    <a:pt x="3871" y="140"/>
                  </a:lnTo>
                  <a:close/>
                  <a:moveTo>
                    <a:pt x="3933" y="0"/>
                  </a:moveTo>
                  <a:cubicBezTo>
                    <a:pt x="3932" y="0"/>
                    <a:pt x="3930" y="0"/>
                    <a:pt x="3929" y="0"/>
                  </a:cubicBezTo>
                  <a:lnTo>
                    <a:pt x="525" y="329"/>
                  </a:lnTo>
                  <a:cubicBezTo>
                    <a:pt x="492" y="333"/>
                    <a:pt x="466" y="361"/>
                    <a:pt x="466" y="394"/>
                  </a:cubicBezTo>
                  <a:lnTo>
                    <a:pt x="442" y="2604"/>
                  </a:lnTo>
                  <a:lnTo>
                    <a:pt x="43" y="2772"/>
                  </a:lnTo>
                  <a:cubicBezTo>
                    <a:pt x="26" y="2780"/>
                    <a:pt x="11" y="2796"/>
                    <a:pt x="5" y="2816"/>
                  </a:cubicBezTo>
                  <a:cubicBezTo>
                    <a:pt x="1" y="2835"/>
                    <a:pt x="4" y="2856"/>
                    <a:pt x="16" y="2873"/>
                  </a:cubicBezTo>
                  <a:cubicBezTo>
                    <a:pt x="583" y="3637"/>
                    <a:pt x="1948" y="5392"/>
                    <a:pt x="2528" y="5392"/>
                  </a:cubicBezTo>
                  <a:cubicBezTo>
                    <a:pt x="2539" y="5392"/>
                    <a:pt x="2548" y="5391"/>
                    <a:pt x="2557" y="5390"/>
                  </a:cubicBezTo>
                  <a:cubicBezTo>
                    <a:pt x="3030" y="5337"/>
                    <a:pt x="3845" y="3986"/>
                    <a:pt x="4445" y="2861"/>
                  </a:cubicBezTo>
                  <a:cubicBezTo>
                    <a:pt x="4454" y="2845"/>
                    <a:pt x="4455" y="2825"/>
                    <a:pt x="4448" y="2806"/>
                  </a:cubicBezTo>
                  <a:cubicBezTo>
                    <a:pt x="4441" y="2788"/>
                    <a:pt x="4426" y="2774"/>
                    <a:pt x="4408" y="2768"/>
                  </a:cubicBezTo>
                  <a:cubicBezTo>
                    <a:pt x="4259" y="2718"/>
                    <a:pt x="4185" y="2696"/>
                    <a:pt x="4148" y="2685"/>
                  </a:cubicBezTo>
                  <a:cubicBezTo>
                    <a:pt x="4100" y="2453"/>
                    <a:pt x="4034" y="981"/>
                    <a:pt x="4001" y="64"/>
                  </a:cubicBezTo>
                  <a:cubicBezTo>
                    <a:pt x="4001" y="47"/>
                    <a:pt x="3993" y="29"/>
                    <a:pt x="3978" y="17"/>
                  </a:cubicBezTo>
                  <a:cubicBezTo>
                    <a:pt x="3966" y="6"/>
                    <a:pt x="3950" y="0"/>
                    <a:pt x="39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g33f68990add_0_5"/>
            <p:cNvSpPr/>
            <p:nvPr/>
          </p:nvSpPr>
          <p:spPr>
            <a:xfrm>
              <a:off x="9673434" y="3292821"/>
              <a:ext cx="120935" cy="108091"/>
            </a:xfrm>
            <a:custGeom>
              <a:rect b="b" l="l" r="r" t="t"/>
              <a:pathLst>
                <a:path extrusionOk="0" h="2491" w="2787">
                  <a:moveTo>
                    <a:pt x="1008" y="0"/>
                  </a:moveTo>
                  <a:lnTo>
                    <a:pt x="463" y="54"/>
                  </a:lnTo>
                  <a:lnTo>
                    <a:pt x="439" y="2306"/>
                  </a:lnTo>
                  <a:lnTo>
                    <a:pt x="0" y="2491"/>
                  </a:lnTo>
                  <a:lnTo>
                    <a:pt x="2787" y="1556"/>
                  </a:lnTo>
                  <a:lnTo>
                    <a:pt x="10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g33f68990add_0_5"/>
            <p:cNvSpPr/>
            <p:nvPr/>
          </p:nvSpPr>
          <p:spPr>
            <a:xfrm>
              <a:off x="9670179" y="3289913"/>
              <a:ext cx="127227" cy="113905"/>
            </a:xfrm>
            <a:custGeom>
              <a:rect b="b" l="l" r="r" t="t"/>
              <a:pathLst>
                <a:path extrusionOk="0" h="2625" w="2932">
                  <a:moveTo>
                    <a:pt x="1061" y="137"/>
                  </a:moveTo>
                  <a:lnTo>
                    <a:pt x="2730" y="1596"/>
                  </a:lnTo>
                  <a:lnTo>
                    <a:pt x="581" y="2319"/>
                  </a:lnTo>
                  <a:lnTo>
                    <a:pt x="603" y="181"/>
                  </a:lnTo>
                  <a:lnTo>
                    <a:pt x="1061" y="137"/>
                  </a:lnTo>
                  <a:close/>
                  <a:moveTo>
                    <a:pt x="1081" y="1"/>
                  </a:moveTo>
                  <a:cubicBezTo>
                    <a:pt x="1079" y="1"/>
                    <a:pt x="1078" y="1"/>
                    <a:pt x="1076" y="1"/>
                  </a:cubicBezTo>
                  <a:lnTo>
                    <a:pt x="531" y="54"/>
                  </a:lnTo>
                  <a:cubicBezTo>
                    <a:pt x="498" y="58"/>
                    <a:pt x="472" y="86"/>
                    <a:pt x="471" y="119"/>
                  </a:cubicBezTo>
                  <a:lnTo>
                    <a:pt x="448" y="2329"/>
                  </a:lnTo>
                  <a:lnTo>
                    <a:pt x="49" y="2497"/>
                  </a:lnTo>
                  <a:cubicBezTo>
                    <a:pt x="17" y="2510"/>
                    <a:pt x="1" y="2548"/>
                    <a:pt x="14" y="2581"/>
                  </a:cubicBezTo>
                  <a:cubicBezTo>
                    <a:pt x="23" y="2609"/>
                    <a:pt x="48" y="2624"/>
                    <a:pt x="75" y="2624"/>
                  </a:cubicBezTo>
                  <a:cubicBezTo>
                    <a:pt x="82" y="2624"/>
                    <a:pt x="90" y="2624"/>
                    <a:pt x="97" y="2622"/>
                  </a:cubicBezTo>
                  <a:lnTo>
                    <a:pt x="2883" y="1686"/>
                  </a:lnTo>
                  <a:cubicBezTo>
                    <a:pt x="2905" y="1678"/>
                    <a:pt x="2922" y="1659"/>
                    <a:pt x="2927" y="1636"/>
                  </a:cubicBezTo>
                  <a:cubicBezTo>
                    <a:pt x="2931" y="1612"/>
                    <a:pt x="2923" y="1589"/>
                    <a:pt x="2905" y="1572"/>
                  </a:cubicBezTo>
                  <a:lnTo>
                    <a:pt x="1127" y="18"/>
                  </a:lnTo>
                  <a:cubicBezTo>
                    <a:pt x="1114" y="7"/>
                    <a:pt x="1097" y="1"/>
                    <a:pt x="10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g33f68990add_0_5"/>
            <p:cNvSpPr/>
            <p:nvPr/>
          </p:nvSpPr>
          <p:spPr>
            <a:xfrm>
              <a:off x="9633383" y="3030254"/>
              <a:ext cx="248596" cy="200734"/>
            </a:xfrm>
            <a:custGeom>
              <a:rect b="b" l="l" r="r" t="t"/>
              <a:pathLst>
                <a:path extrusionOk="0" h="4626" w="5729">
                  <a:moveTo>
                    <a:pt x="2473" y="1"/>
                  </a:moveTo>
                  <a:cubicBezTo>
                    <a:pt x="2462" y="1"/>
                    <a:pt x="2452" y="1"/>
                    <a:pt x="2443" y="2"/>
                  </a:cubicBezTo>
                  <a:cubicBezTo>
                    <a:pt x="1996" y="49"/>
                    <a:pt x="1691" y="565"/>
                    <a:pt x="1691" y="565"/>
                  </a:cubicBezTo>
                  <a:cubicBezTo>
                    <a:pt x="1691" y="565"/>
                    <a:pt x="1653" y="563"/>
                    <a:pt x="1596" y="563"/>
                  </a:cubicBezTo>
                  <a:cubicBezTo>
                    <a:pt x="1454" y="563"/>
                    <a:pt x="1195" y="575"/>
                    <a:pt x="1128" y="660"/>
                  </a:cubicBezTo>
                  <a:cubicBezTo>
                    <a:pt x="1033" y="777"/>
                    <a:pt x="1" y="2397"/>
                    <a:pt x="72" y="2678"/>
                  </a:cubicBezTo>
                  <a:cubicBezTo>
                    <a:pt x="141" y="2960"/>
                    <a:pt x="494" y="3616"/>
                    <a:pt x="494" y="3616"/>
                  </a:cubicBezTo>
                  <a:lnTo>
                    <a:pt x="775" y="4626"/>
                  </a:lnTo>
                  <a:lnTo>
                    <a:pt x="987" y="2936"/>
                  </a:lnTo>
                  <a:lnTo>
                    <a:pt x="2137" y="1810"/>
                  </a:lnTo>
                  <a:lnTo>
                    <a:pt x="4719" y="2584"/>
                  </a:lnTo>
                  <a:lnTo>
                    <a:pt x="4977" y="3945"/>
                  </a:lnTo>
                  <a:lnTo>
                    <a:pt x="5165" y="3991"/>
                  </a:lnTo>
                  <a:cubicBezTo>
                    <a:pt x="5165" y="3991"/>
                    <a:pt x="5258" y="3405"/>
                    <a:pt x="5282" y="3311"/>
                  </a:cubicBezTo>
                  <a:cubicBezTo>
                    <a:pt x="5306" y="3218"/>
                    <a:pt x="5728" y="1715"/>
                    <a:pt x="5611" y="1386"/>
                  </a:cubicBezTo>
                  <a:cubicBezTo>
                    <a:pt x="5495" y="1065"/>
                    <a:pt x="2995" y="1"/>
                    <a:pt x="2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g33f68990add_0_5"/>
            <p:cNvSpPr/>
            <p:nvPr/>
          </p:nvSpPr>
          <p:spPr>
            <a:xfrm>
              <a:off x="9630042" y="3027390"/>
              <a:ext cx="252805" cy="206462"/>
            </a:xfrm>
            <a:custGeom>
              <a:rect b="b" l="l" r="r" t="t"/>
              <a:pathLst>
                <a:path extrusionOk="0" h="4758" w="5826">
                  <a:moveTo>
                    <a:pt x="2557" y="133"/>
                  </a:moveTo>
                  <a:cubicBezTo>
                    <a:pt x="3080" y="133"/>
                    <a:pt x="5524" y="1196"/>
                    <a:pt x="5625" y="1475"/>
                  </a:cubicBezTo>
                  <a:cubicBezTo>
                    <a:pt x="5655" y="1560"/>
                    <a:pt x="5684" y="1908"/>
                    <a:pt x="5308" y="3307"/>
                  </a:cubicBezTo>
                  <a:lnTo>
                    <a:pt x="5294" y="3361"/>
                  </a:lnTo>
                  <a:cubicBezTo>
                    <a:pt x="5275" y="3438"/>
                    <a:pt x="5213" y="3816"/>
                    <a:pt x="5187" y="3976"/>
                  </a:cubicBezTo>
                  <a:lnTo>
                    <a:pt x="5111" y="3957"/>
                  </a:lnTo>
                  <a:lnTo>
                    <a:pt x="4861" y="2638"/>
                  </a:lnTo>
                  <a:cubicBezTo>
                    <a:pt x="4856" y="2613"/>
                    <a:pt x="4838" y="2594"/>
                    <a:pt x="4815" y="2587"/>
                  </a:cubicBezTo>
                  <a:lnTo>
                    <a:pt x="2233" y="1812"/>
                  </a:lnTo>
                  <a:cubicBezTo>
                    <a:pt x="2227" y="1810"/>
                    <a:pt x="2220" y="1809"/>
                    <a:pt x="2213" y="1809"/>
                  </a:cubicBezTo>
                  <a:cubicBezTo>
                    <a:pt x="2196" y="1809"/>
                    <a:pt x="2180" y="1816"/>
                    <a:pt x="2167" y="1828"/>
                  </a:cubicBezTo>
                  <a:lnTo>
                    <a:pt x="1017" y="2955"/>
                  </a:lnTo>
                  <a:cubicBezTo>
                    <a:pt x="1006" y="2965"/>
                    <a:pt x="999" y="2978"/>
                    <a:pt x="998" y="2994"/>
                  </a:cubicBezTo>
                  <a:lnTo>
                    <a:pt x="828" y="4356"/>
                  </a:lnTo>
                  <a:lnTo>
                    <a:pt x="635" y="3665"/>
                  </a:lnTo>
                  <a:cubicBezTo>
                    <a:pt x="634" y="3660"/>
                    <a:pt x="631" y="3655"/>
                    <a:pt x="629" y="3652"/>
                  </a:cubicBezTo>
                  <a:cubicBezTo>
                    <a:pt x="625" y="3645"/>
                    <a:pt x="280" y="2999"/>
                    <a:pt x="212" y="2728"/>
                  </a:cubicBezTo>
                  <a:cubicBezTo>
                    <a:pt x="156" y="2497"/>
                    <a:pt x="1129" y="926"/>
                    <a:pt x="1256" y="767"/>
                  </a:cubicBezTo>
                  <a:cubicBezTo>
                    <a:pt x="1294" y="721"/>
                    <a:pt x="1483" y="695"/>
                    <a:pt x="1669" y="695"/>
                  </a:cubicBezTo>
                  <a:cubicBezTo>
                    <a:pt x="1701" y="695"/>
                    <a:pt x="1733" y="696"/>
                    <a:pt x="1765" y="697"/>
                  </a:cubicBezTo>
                  <a:cubicBezTo>
                    <a:pt x="1785" y="697"/>
                    <a:pt x="1812" y="687"/>
                    <a:pt x="1825" y="665"/>
                  </a:cubicBezTo>
                  <a:cubicBezTo>
                    <a:pt x="1827" y="661"/>
                    <a:pt x="2118" y="177"/>
                    <a:pt x="2525" y="134"/>
                  </a:cubicBezTo>
                  <a:cubicBezTo>
                    <a:pt x="2535" y="133"/>
                    <a:pt x="2546" y="133"/>
                    <a:pt x="2557" y="133"/>
                  </a:cubicBezTo>
                  <a:close/>
                  <a:moveTo>
                    <a:pt x="2541" y="0"/>
                  </a:moveTo>
                  <a:cubicBezTo>
                    <a:pt x="2530" y="0"/>
                    <a:pt x="2520" y="1"/>
                    <a:pt x="2511" y="2"/>
                  </a:cubicBezTo>
                  <a:cubicBezTo>
                    <a:pt x="2102" y="46"/>
                    <a:pt x="1812" y="443"/>
                    <a:pt x="1732" y="564"/>
                  </a:cubicBezTo>
                  <a:cubicBezTo>
                    <a:pt x="1710" y="563"/>
                    <a:pt x="1685" y="563"/>
                    <a:pt x="1657" y="563"/>
                  </a:cubicBezTo>
                  <a:cubicBezTo>
                    <a:pt x="1492" y="563"/>
                    <a:pt x="1236" y="580"/>
                    <a:pt x="1153" y="684"/>
                  </a:cubicBezTo>
                  <a:cubicBezTo>
                    <a:pt x="1099" y="751"/>
                    <a:pt x="1" y="2426"/>
                    <a:pt x="83" y="2760"/>
                  </a:cubicBezTo>
                  <a:cubicBezTo>
                    <a:pt x="152" y="3034"/>
                    <a:pt x="470" y="3634"/>
                    <a:pt x="509" y="3707"/>
                  </a:cubicBezTo>
                  <a:lnTo>
                    <a:pt x="789" y="4709"/>
                  </a:lnTo>
                  <a:cubicBezTo>
                    <a:pt x="797" y="4739"/>
                    <a:pt x="823" y="4758"/>
                    <a:pt x="852" y="4758"/>
                  </a:cubicBezTo>
                  <a:lnTo>
                    <a:pt x="857" y="4758"/>
                  </a:lnTo>
                  <a:cubicBezTo>
                    <a:pt x="889" y="4756"/>
                    <a:pt x="914" y="4731"/>
                    <a:pt x="918" y="4700"/>
                  </a:cubicBezTo>
                  <a:lnTo>
                    <a:pt x="1127" y="3033"/>
                  </a:lnTo>
                  <a:lnTo>
                    <a:pt x="2232" y="1950"/>
                  </a:lnTo>
                  <a:lnTo>
                    <a:pt x="4738" y="2702"/>
                  </a:lnTo>
                  <a:lnTo>
                    <a:pt x="4989" y="4023"/>
                  </a:lnTo>
                  <a:cubicBezTo>
                    <a:pt x="4993" y="4049"/>
                    <a:pt x="5012" y="4069"/>
                    <a:pt x="5037" y="4075"/>
                  </a:cubicBezTo>
                  <a:lnTo>
                    <a:pt x="5225" y="4123"/>
                  </a:lnTo>
                  <a:cubicBezTo>
                    <a:pt x="5230" y="4124"/>
                    <a:pt x="5236" y="4125"/>
                    <a:pt x="5241" y="4125"/>
                  </a:cubicBezTo>
                  <a:cubicBezTo>
                    <a:pt x="5254" y="4125"/>
                    <a:pt x="5266" y="4121"/>
                    <a:pt x="5277" y="4113"/>
                  </a:cubicBezTo>
                  <a:cubicBezTo>
                    <a:pt x="5293" y="4104"/>
                    <a:pt x="5303" y="4087"/>
                    <a:pt x="5307" y="4068"/>
                  </a:cubicBezTo>
                  <a:cubicBezTo>
                    <a:pt x="5339" y="3867"/>
                    <a:pt x="5405" y="3466"/>
                    <a:pt x="5423" y="3394"/>
                  </a:cubicBezTo>
                  <a:lnTo>
                    <a:pt x="5437" y="3342"/>
                  </a:lnTo>
                  <a:cubicBezTo>
                    <a:pt x="5720" y="2286"/>
                    <a:pt x="5825" y="1643"/>
                    <a:pt x="5749" y="1431"/>
                  </a:cubicBezTo>
                  <a:cubicBezTo>
                    <a:pt x="5617" y="1059"/>
                    <a:pt x="3061" y="0"/>
                    <a:pt x="25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g33f68990add_0_5"/>
            <p:cNvSpPr/>
            <p:nvPr/>
          </p:nvSpPr>
          <p:spPr>
            <a:xfrm>
              <a:off x="9638460" y="3202044"/>
              <a:ext cx="34714" cy="65609"/>
            </a:xfrm>
            <a:custGeom>
              <a:rect b="b" l="l" r="r" t="t"/>
              <a:pathLst>
                <a:path extrusionOk="0" h="1512" w="800">
                  <a:moveTo>
                    <a:pt x="316" y="1"/>
                  </a:moveTo>
                  <a:cubicBezTo>
                    <a:pt x="234" y="1"/>
                    <a:pt x="159" y="90"/>
                    <a:pt x="119" y="361"/>
                  </a:cubicBezTo>
                  <a:cubicBezTo>
                    <a:pt x="1" y="1160"/>
                    <a:pt x="799" y="1511"/>
                    <a:pt x="799" y="1511"/>
                  </a:cubicBezTo>
                  <a:lnTo>
                    <a:pt x="658" y="338"/>
                  </a:lnTo>
                  <a:cubicBezTo>
                    <a:pt x="658" y="338"/>
                    <a:pt x="475" y="1"/>
                    <a:pt x="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g33f68990add_0_5"/>
            <p:cNvSpPr/>
            <p:nvPr/>
          </p:nvSpPr>
          <p:spPr>
            <a:xfrm>
              <a:off x="9635379" y="3199180"/>
              <a:ext cx="40746" cy="71337"/>
            </a:xfrm>
            <a:custGeom>
              <a:rect b="b" l="l" r="r" t="t"/>
              <a:pathLst>
                <a:path extrusionOk="0" h="1644" w="939">
                  <a:moveTo>
                    <a:pt x="388" y="133"/>
                  </a:moveTo>
                  <a:cubicBezTo>
                    <a:pt x="462" y="133"/>
                    <a:pt x="592" y="296"/>
                    <a:pt x="666" y="425"/>
                  </a:cubicBezTo>
                  <a:lnTo>
                    <a:pt x="789" y="1459"/>
                  </a:lnTo>
                  <a:cubicBezTo>
                    <a:pt x="584" y="1335"/>
                    <a:pt x="171" y="1010"/>
                    <a:pt x="255" y="438"/>
                  </a:cubicBezTo>
                  <a:cubicBezTo>
                    <a:pt x="287" y="224"/>
                    <a:pt x="340" y="141"/>
                    <a:pt x="379" y="134"/>
                  </a:cubicBezTo>
                  <a:cubicBezTo>
                    <a:pt x="382" y="134"/>
                    <a:pt x="385" y="133"/>
                    <a:pt x="388" y="133"/>
                  </a:cubicBezTo>
                  <a:close/>
                  <a:moveTo>
                    <a:pt x="384" y="0"/>
                  </a:moveTo>
                  <a:cubicBezTo>
                    <a:pt x="375" y="0"/>
                    <a:pt x="365" y="1"/>
                    <a:pt x="356" y="3"/>
                  </a:cubicBezTo>
                  <a:cubicBezTo>
                    <a:pt x="237" y="24"/>
                    <a:pt x="162" y="160"/>
                    <a:pt x="124" y="418"/>
                  </a:cubicBezTo>
                  <a:cubicBezTo>
                    <a:pt x="1" y="1257"/>
                    <a:pt x="835" y="1634"/>
                    <a:pt x="843" y="1639"/>
                  </a:cubicBezTo>
                  <a:cubicBezTo>
                    <a:pt x="853" y="1642"/>
                    <a:pt x="861" y="1644"/>
                    <a:pt x="870" y="1644"/>
                  </a:cubicBezTo>
                  <a:cubicBezTo>
                    <a:pt x="884" y="1644"/>
                    <a:pt x="899" y="1640"/>
                    <a:pt x="909" y="1631"/>
                  </a:cubicBezTo>
                  <a:cubicBezTo>
                    <a:pt x="929" y="1616"/>
                    <a:pt x="939" y="1593"/>
                    <a:pt x="937" y="1569"/>
                  </a:cubicBezTo>
                  <a:lnTo>
                    <a:pt x="796" y="395"/>
                  </a:lnTo>
                  <a:cubicBezTo>
                    <a:pt x="795" y="387"/>
                    <a:pt x="792" y="380"/>
                    <a:pt x="787" y="372"/>
                  </a:cubicBezTo>
                  <a:cubicBezTo>
                    <a:pt x="753" y="308"/>
                    <a:pt x="572" y="0"/>
                    <a:pt x="3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g33f68990add_0_5"/>
            <p:cNvSpPr/>
            <p:nvPr/>
          </p:nvSpPr>
          <p:spPr>
            <a:xfrm>
              <a:off x="9849302" y="3194364"/>
              <a:ext cx="27511" cy="61053"/>
            </a:xfrm>
            <a:custGeom>
              <a:rect b="b" l="l" r="r" t="t"/>
              <a:pathLst>
                <a:path extrusionOk="0" h="1407" w="634">
                  <a:moveTo>
                    <a:pt x="299" y="1"/>
                  </a:moveTo>
                  <a:cubicBezTo>
                    <a:pt x="154" y="1"/>
                    <a:pt x="1" y="163"/>
                    <a:pt x="1" y="163"/>
                  </a:cubicBezTo>
                  <a:lnTo>
                    <a:pt x="118" y="1407"/>
                  </a:lnTo>
                  <a:cubicBezTo>
                    <a:pt x="118" y="1407"/>
                    <a:pt x="634" y="774"/>
                    <a:pt x="517" y="257"/>
                  </a:cubicBezTo>
                  <a:cubicBezTo>
                    <a:pt x="472" y="61"/>
                    <a:pt x="387" y="1"/>
                    <a:pt x="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g33f68990add_0_5"/>
            <p:cNvSpPr/>
            <p:nvPr/>
          </p:nvSpPr>
          <p:spPr>
            <a:xfrm>
              <a:off x="9846351" y="3191456"/>
              <a:ext cx="33542" cy="66868"/>
            </a:xfrm>
            <a:custGeom>
              <a:rect b="b" l="l" r="r" t="t"/>
              <a:pathLst>
                <a:path extrusionOk="0" h="1541" w="773">
                  <a:moveTo>
                    <a:pt x="367" y="134"/>
                  </a:moveTo>
                  <a:cubicBezTo>
                    <a:pt x="377" y="134"/>
                    <a:pt x="386" y="136"/>
                    <a:pt x="395" y="138"/>
                  </a:cubicBezTo>
                  <a:cubicBezTo>
                    <a:pt x="465" y="157"/>
                    <a:pt x="502" y="258"/>
                    <a:pt x="521" y="339"/>
                  </a:cubicBezTo>
                  <a:cubicBezTo>
                    <a:pt x="598" y="678"/>
                    <a:pt x="374" y="1082"/>
                    <a:pt x="236" y="1292"/>
                  </a:cubicBezTo>
                  <a:lnTo>
                    <a:pt x="137" y="255"/>
                  </a:lnTo>
                  <a:cubicBezTo>
                    <a:pt x="188" y="209"/>
                    <a:pt x="288" y="134"/>
                    <a:pt x="367" y="134"/>
                  </a:cubicBezTo>
                  <a:close/>
                  <a:moveTo>
                    <a:pt x="367" y="1"/>
                  </a:moveTo>
                  <a:cubicBezTo>
                    <a:pt x="199" y="1"/>
                    <a:pt x="39" y="164"/>
                    <a:pt x="20" y="184"/>
                  </a:cubicBezTo>
                  <a:cubicBezTo>
                    <a:pt x="7" y="198"/>
                    <a:pt x="0" y="217"/>
                    <a:pt x="2" y="236"/>
                  </a:cubicBezTo>
                  <a:lnTo>
                    <a:pt x="120" y="1480"/>
                  </a:lnTo>
                  <a:cubicBezTo>
                    <a:pt x="122" y="1507"/>
                    <a:pt x="141" y="1529"/>
                    <a:pt x="167" y="1538"/>
                  </a:cubicBezTo>
                  <a:cubicBezTo>
                    <a:pt x="173" y="1540"/>
                    <a:pt x="180" y="1540"/>
                    <a:pt x="186" y="1540"/>
                  </a:cubicBezTo>
                  <a:cubicBezTo>
                    <a:pt x="206" y="1540"/>
                    <a:pt x="225" y="1532"/>
                    <a:pt x="237" y="1516"/>
                  </a:cubicBezTo>
                  <a:cubicBezTo>
                    <a:pt x="259" y="1489"/>
                    <a:pt x="773" y="851"/>
                    <a:pt x="650" y="310"/>
                  </a:cubicBezTo>
                  <a:cubicBezTo>
                    <a:pt x="611" y="139"/>
                    <a:pt x="537" y="39"/>
                    <a:pt x="430" y="9"/>
                  </a:cubicBezTo>
                  <a:cubicBezTo>
                    <a:pt x="409" y="3"/>
                    <a:pt x="388" y="1"/>
                    <a:pt x="3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g33f68990add_0_5"/>
            <p:cNvSpPr/>
            <p:nvPr/>
          </p:nvSpPr>
          <p:spPr>
            <a:xfrm>
              <a:off x="9662976" y="3087358"/>
              <a:ext cx="193487" cy="277755"/>
            </a:xfrm>
            <a:custGeom>
              <a:rect b="b" l="l" r="r" t="t"/>
              <a:pathLst>
                <a:path extrusionOk="0" h="6401" w="4459">
                  <a:moveTo>
                    <a:pt x="1430" y="0"/>
                  </a:moveTo>
                  <a:lnTo>
                    <a:pt x="0" y="1761"/>
                  </a:lnTo>
                  <a:cubicBezTo>
                    <a:pt x="0" y="1761"/>
                    <a:pt x="304" y="4436"/>
                    <a:pt x="351" y="4648"/>
                  </a:cubicBezTo>
                  <a:cubicBezTo>
                    <a:pt x="399" y="4858"/>
                    <a:pt x="2041" y="6244"/>
                    <a:pt x="2136" y="6314"/>
                  </a:cubicBezTo>
                  <a:cubicBezTo>
                    <a:pt x="2188" y="6354"/>
                    <a:pt x="2389" y="6401"/>
                    <a:pt x="2597" y="6401"/>
                  </a:cubicBezTo>
                  <a:cubicBezTo>
                    <a:pt x="2759" y="6401"/>
                    <a:pt x="2924" y="6372"/>
                    <a:pt x="3026" y="6290"/>
                  </a:cubicBezTo>
                  <a:cubicBezTo>
                    <a:pt x="3262" y="6103"/>
                    <a:pt x="4365" y="4507"/>
                    <a:pt x="4412" y="4366"/>
                  </a:cubicBezTo>
                  <a:cubicBezTo>
                    <a:pt x="4458" y="4225"/>
                    <a:pt x="4247" y="940"/>
                    <a:pt x="4247" y="940"/>
                  </a:cubicBezTo>
                  <a:lnTo>
                    <a:pt x="2933" y="353"/>
                  </a:lnTo>
                  <a:lnTo>
                    <a:pt x="2933" y="353"/>
                  </a:lnTo>
                  <a:cubicBezTo>
                    <a:pt x="2933" y="353"/>
                    <a:pt x="3238" y="728"/>
                    <a:pt x="3003" y="752"/>
                  </a:cubicBezTo>
                  <a:cubicBezTo>
                    <a:pt x="2999" y="752"/>
                    <a:pt x="2995" y="752"/>
                    <a:pt x="2991" y="752"/>
                  </a:cubicBezTo>
                  <a:cubicBezTo>
                    <a:pt x="2729" y="752"/>
                    <a:pt x="1430" y="0"/>
                    <a:pt x="1430"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g33f68990add_0_5"/>
            <p:cNvSpPr/>
            <p:nvPr/>
          </p:nvSpPr>
          <p:spPr>
            <a:xfrm>
              <a:off x="9659982" y="3084494"/>
              <a:ext cx="199215" cy="283527"/>
            </a:xfrm>
            <a:custGeom>
              <a:rect b="b" l="l" r="r" t="t"/>
              <a:pathLst>
                <a:path extrusionOk="0" h="6534" w="4591">
                  <a:moveTo>
                    <a:pt x="1516" y="153"/>
                  </a:moveTo>
                  <a:cubicBezTo>
                    <a:pt x="1818" y="327"/>
                    <a:pt x="2810" y="885"/>
                    <a:pt x="3064" y="885"/>
                  </a:cubicBezTo>
                  <a:cubicBezTo>
                    <a:pt x="3069" y="885"/>
                    <a:pt x="3074" y="885"/>
                    <a:pt x="3079" y="884"/>
                  </a:cubicBezTo>
                  <a:cubicBezTo>
                    <a:pt x="3165" y="876"/>
                    <a:pt x="3201" y="831"/>
                    <a:pt x="3216" y="794"/>
                  </a:cubicBezTo>
                  <a:cubicBezTo>
                    <a:pt x="3242" y="731"/>
                    <a:pt x="3218" y="647"/>
                    <a:pt x="3182" y="572"/>
                  </a:cubicBezTo>
                  <a:lnTo>
                    <a:pt x="3182" y="572"/>
                  </a:lnTo>
                  <a:lnTo>
                    <a:pt x="4253" y="1050"/>
                  </a:lnTo>
                  <a:cubicBezTo>
                    <a:pt x="4335" y="2344"/>
                    <a:pt x="4447" y="4280"/>
                    <a:pt x="4418" y="4411"/>
                  </a:cubicBezTo>
                  <a:cubicBezTo>
                    <a:pt x="4376" y="4535"/>
                    <a:pt x="3285" y="6122"/>
                    <a:pt x="3055" y="6305"/>
                  </a:cubicBezTo>
                  <a:cubicBezTo>
                    <a:pt x="2965" y="6377"/>
                    <a:pt x="2817" y="6401"/>
                    <a:pt x="2671" y="6401"/>
                  </a:cubicBezTo>
                  <a:cubicBezTo>
                    <a:pt x="2476" y="6401"/>
                    <a:pt x="2285" y="6358"/>
                    <a:pt x="2244" y="6328"/>
                  </a:cubicBezTo>
                  <a:cubicBezTo>
                    <a:pt x="2065" y="6193"/>
                    <a:pt x="536" y="4879"/>
                    <a:pt x="485" y="4700"/>
                  </a:cubicBezTo>
                  <a:cubicBezTo>
                    <a:pt x="443" y="4506"/>
                    <a:pt x="171" y="2132"/>
                    <a:pt x="138" y="1847"/>
                  </a:cubicBezTo>
                  <a:lnTo>
                    <a:pt x="1516" y="153"/>
                  </a:lnTo>
                  <a:close/>
                  <a:moveTo>
                    <a:pt x="1500" y="0"/>
                  </a:moveTo>
                  <a:cubicBezTo>
                    <a:pt x="1480" y="0"/>
                    <a:pt x="1461" y="9"/>
                    <a:pt x="1449" y="25"/>
                  </a:cubicBezTo>
                  <a:lnTo>
                    <a:pt x="17" y="1784"/>
                  </a:lnTo>
                  <a:cubicBezTo>
                    <a:pt x="6" y="1799"/>
                    <a:pt x="0" y="1816"/>
                    <a:pt x="3" y="1834"/>
                  </a:cubicBezTo>
                  <a:cubicBezTo>
                    <a:pt x="15" y="1944"/>
                    <a:pt x="309" y="4516"/>
                    <a:pt x="355" y="4728"/>
                  </a:cubicBezTo>
                  <a:cubicBezTo>
                    <a:pt x="412" y="4984"/>
                    <a:pt x="2148" y="6420"/>
                    <a:pt x="2164" y="6433"/>
                  </a:cubicBezTo>
                  <a:cubicBezTo>
                    <a:pt x="2229" y="6481"/>
                    <a:pt x="2444" y="6533"/>
                    <a:pt x="2666" y="6533"/>
                  </a:cubicBezTo>
                  <a:cubicBezTo>
                    <a:pt x="2841" y="6533"/>
                    <a:pt x="3022" y="6501"/>
                    <a:pt x="3138" y="6408"/>
                  </a:cubicBezTo>
                  <a:cubicBezTo>
                    <a:pt x="3379" y="6215"/>
                    <a:pt x="4494" y="4603"/>
                    <a:pt x="4544" y="4453"/>
                  </a:cubicBezTo>
                  <a:cubicBezTo>
                    <a:pt x="4591" y="4312"/>
                    <a:pt x="4432" y="1775"/>
                    <a:pt x="4383" y="1001"/>
                  </a:cubicBezTo>
                  <a:cubicBezTo>
                    <a:pt x="4381" y="976"/>
                    <a:pt x="4366" y="955"/>
                    <a:pt x="4344" y="944"/>
                  </a:cubicBezTo>
                  <a:lnTo>
                    <a:pt x="3029" y="359"/>
                  </a:lnTo>
                  <a:cubicBezTo>
                    <a:pt x="3020" y="355"/>
                    <a:pt x="3011" y="353"/>
                    <a:pt x="3001" y="353"/>
                  </a:cubicBezTo>
                  <a:cubicBezTo>
                    <a:pt x="2981" y="353"/>
                    <a:pt x="2962" y="362"/>
                    <a:pt x="2950" y="379"/>
                  </a:cubicBezTo>
                  <a:cubicBezTo>
                    <a:pt x="2931" y="402"/>
                    <a:pt x="2931" y="437"/>
                    <a:pt x="2951" y="460"/>
                  </a:cubicBezTo>
                  <a:cubicBezTo>
                    <a:pt x="3041" y="572"/>
                    <a:pt x="3108" y="707"/>
                    <a:pt x="3093" y="743"/>
                  </a:cubicBezTo>
                  <a:cubicBezTo>
                    <a:pt x="3093" y="746"/>
                    <a:pt x="3085" y="749"/>
                    <a:pt x="3066" y="751"/>
                  </a:cubicBezTo>
                  <a:cubicBezTo>
                    <a:pt x="3063" y="752"/>
                    <a:pt x="3060" y="752"/>
                    <a:pt x="3057" y="752"/>
                  </a:cubicBezTo>
                  <a:cubicBezTo>
                    <a:pt x="2874" y="752"/>
                    <a:pt x="2035" y="299"/>
                    <a:pt x="1534" y="10"/>
                  </a:cubicBezTo>
                  <a:cubicBezTo>
                    <a:pt x="1523" y="3"/>
                    <a:pt x="1511" y="0"/>
                    <a:pt x="15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g33f68990add_0_5"/>
            <p:cNvSpPr/>
            <p:nvPr/>
          </p:nvSpPr>
          <p:spPr>
            <a:xfrm>
              <a:off x="9694305" y="3147283"/>
              <a:ext cx="51420" cy="18355"/>
            </a:xfrm>
            <a:custGeom>
              <a:rect b="b" l="l" r="r" t="t"/>
              <a:pathLst>
                <a:path extrusionOk="0" h="423" w="1185">
                  <a:moveTo>
                    <a:pt x="708" y="0"/>
                  </a:moveTo>
                  <a:cubicBezTo>
                    <a:pt x="494" y="0"/>
                    <a:pt x="237" y="66"/>
                    <a:pt x="25" y="314"/>
                  </a:cubicBezTo>
                  <a:cubicBezTo>
                    <a:pt x="1" y="341"/>
                    <a:pt x="4" y="383"/>
                    <a:pt x="33" y="407"/>
                  </a:cubicBezTo>
                  <a:cubicBezTo>
                    <a:pt x="45" y="418"/>
                    <a:pt x="60" y="423"/>
                    <a:pt x="75" y="423"/>
                  </a:cubicBezTo>
                  <a:cubicBezTo>
                    <a:pt x="94" y="423"/>
                    <a:pt x="113" y="415"/>
                    <a:pt x="126" y="400"/>
                  </a:cubicBezTo>
                  <a:cubicBezTo>
                    <a:pt x="308" y="187"/>
                    <a:pt x="527" y="130"/>
                    <a:pt x="709" y="130"/>
                  </a:cubicBezTo>
                  <a:cubicBezTo>
                    <a:pt x="911" y="130"/>
                    <a:pt x="1068" y="200"/>
                    <a:pt x="1080" y="206"/>
                  </a:cubicBezTo>
                  <a:cubicBezTo>
                    <a:pt x="1089" y="210"/>
                    <a:pt x="1098" y="212"/>
                    <a:pt x="1108" y="212"/>
                  </a:cubicBezTo>
                  <a:cubicBezTo>
                    <a:pt x="1133" y="212"/>
                    <a:pt x="1157" y="197"/>
                    <a:pt x="1169" y="173"/>
                  </a:cubicBezTo>
                  <a:cubicBezTo>
                    <a:pt x="1184" y="140"/>
                    <a:pt x="1170" y="101"/>
                    <a:pt x="1136" y="85"/>
                  </a:cubicBezTo>
                  <a:cubicBezTo>
                    <a:pt x="1132" y="83"/>
                    <a:pt x="948" y="0"/>
                    <a:pt x="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g33f68990add_0_5"/>
            <p:cNvSpPr/>
            <p:nvPr/>
          </p:nvSpPr>
          <p:spPr>
            <a:xfrm>
              <a:off x="9774841" y="3143985"/>
              <a:ext cx="50162" cy="15535"/>
            </a:xfrm>
            <a:custGeom>
              <a:rect b="b" l="l" r="r" t="t"/>
              <a:pathLst>
                <a:path extrusionOk="0" h="358" w="1156">
                  <a:moveTo>
                    <a:pt x="580" y="0"/>
                  </a:moveTo>
                  <a:cubicBezTo>
                    <a:pt x="264" y="0"/>
                    <a:pt x="32" y="217"/>
                    <a:pt x="28" y="221"/>
                  </a:cubicBezTo>
                  <a:cubicBezTo>
                    <a:pt x="1" y="245"/>
                    <a:pt x="0" y="287"/>
                    <a:pt x="26" y="314"/>
                  </a:cubicBezTo>
                  <a:cubicBezTo>
                    <a:pt x="39" y="327"/>
                    <a:pt x="56" y="334"/>
                    <a:pt x="74" y="334"/>
                  </a:cubicBezTo>
                  <a:cubicBezTo>
                    <a:pt x="90" y="334"/>
                    <a:pt x="106" y="328"/>
                    <a:pt x="120" y="316"/>
                  </a:cubicBezTo>
                  <a:cubicBezTo>
                    <a:pt x="131" y="305"/>
                    <a:pt x="317" y="133"/>
                    <a:pt x="574" y="133"/>
                  </a:cubicBezTo>
                  <a:cubicBezTo>
                    <a:pt x="713" y="133"/>
                    <a:pt x="874" y="184"/>
                    <a:pt x="1038" y="340"/>
                  </a:cubicBezTo>
                  <a:cubicBezTo>
                    <a:pt x="1049" y="352"/>
                    <a:pt x="1066" y="358"/>
                    <a:pt x="1083" y="358"/>
                  </a:cubicBezTo>
                  <a:cubicBezTo>
                    <a:pt x="1100" y="358"/>
                    <a:pt x="1118" y="351"/>
                    <a:pt x="1131" y="338"/>
                  </a:cubicBezTo>
                  <a:cubicBezTo>
                    <a:pt x="1156" y="310"/>
                    <a:pt x="1156" y="269"/>
                    <a:pt x="1129" y="243"/>
                  </a:cubicBezTo>
                  <a:cubicBezTo>
                    <a:pt x="937" y="60"/>
                    <a:pt x="747" y="0"/>
                    <a:pt x="5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g33f68990add_0_5"/>
            <p:cNvSpPr/>
            <p:nvPr/>
          </p:nvSpPr>
          <p:spPr>
            <a:xfrm>
              <a:off x="9751323" y="3163902"/>
              <a:ext cx="42264" cy="79191"/>
            </a:xfrm>
            <a:custGeom>
              <a:rect b="b" l="l" r="r" t="t"/>
              <a:pathLst>
                <a:path extrusionOk="0" h="1825" w="974">
                  <a:moveTo>
                    <a:pt x="594" y="0"/>
                  </a:moveTo>
                  <a:cubicBezTo>
                    <a:pt x="592" y="0"/>
                    <a:pt x="591" y="0"/>
                    <a:pt x="589" y="0"/>
                  </a:cubicBezTo>
                  <a:cubicBezTo>
                    <a:pt x="553" y="3"/>
                    <a:pt x="524" y="34"/>
                    <a:pt x="525" y="70"/>
                  </a:cubicBezTo>
                  <a:cubicBezTo>
                    <a:pt x="530" y="167"/>
                    <a:pt x="574" y="1018"/>
                    <a:pt x="598" y="1136"/>
                  </a:cubicBezTo>
                  <a:cubicBezTo>
                    <a:pt x="608" y="1192"/>
                    <a:pt x="647" y="1234"/>
                    <a:pt x="684" y="1277"/>
                  </a:cubicBezTo>
                  <a:cubicBezTo>
                    <a:pt x="762" y="1363"/>
                    <a:pt x="793" y="1406"/>
                    <a:pt x="706" y="1502"/>
                  </a:cubicBezTo>
                  <a:cubicBezTo>
                    <a:pt x="605" y="1616"/>
                    <a:pt x="447" y="1692"/>
                    <a:pt x="318" y="1692"/>
                  </a:cubicBezTo>
                  <a:cubicBezTo>
                    <a:pt x="311" y="1692"/>
                    <a:pt x="303" y="1692"/>
                    <a:pt x="296" y="1691"/>
                  </a:cubicBezTo>
                  <a:cubicBezTo>
                    <a:pt x="223" y="1686"/>
                    <a:pt x="167" y="1657"/>
                    <a:pt x="131" y="1602"/>
                  </a:cubicBezTo>
                  <a:cubicBezTo>
                    <a:pt x="118" y="1584"/>
                    <a:pt x="97" y="1574"/>
                    <a:pt x="75" y="1574"/>
                  </a:cubicBezTo>
                  <a:cubicBezTo>
                    <a:pt x="63" y="1574"/>
                    <a:pt x="50" y="1577"/>
                    <a:pt x="39" y="1585"/>
                  </a:cubicBezTo>
                  <a:cubicBezTo>
                    <a:pt x="8" y="1605"/>
                    <a:pt x="0" y="1646"/>
                    <a:pt x="20" y="1677"/>
                  </a:cubicBezTo>
                  <a:cubicBezTo>
                    <a:pt x="79" y="1766"/>
                    <a:pt x="172" y="1817"/>
                    <a:pt x="286" y="1824"/>
                  </a:cubicBezTo>
                  <a:cubicBezTo>
                    <a:pt x="297" y="1825"/>
                    <a:pt x="307" y="1825"/>
                    <a:pt x="317" y="1825"/>
                  </a:cubicBezTo>
                  <a:cubicBezTo>
                    <a:pt x="486" y="1825"/>
                    <a:pt x="678" y="1734"/>
                    <a:pt x="806" y="1591"/>
                  </a:cubicBezTo>
                  <a:cubicBezTo>
                    <a:pt x="974" y="1401"/>
                    <a:pt x="854" y="1268"/>
                    <a:pt x="783" y="1188"/>
                  </a:cubicBezTo>
                  <a:cubicBezTo>
                    <a:pt x="759" y="1161"/>
                    <a:pt x="731" y="1130"/>
                    <a:pt x="728" y="1110"/>
                  </a:cubicBezTo>
                  <a:cubicBezTo>
                    <a:pt x="709" y="1018"/>
                    <a:pt x="671" y="323"/>
                    <a:pt x="658" y="64"/>
                  </a:cubicBezTo>
                  <a:cubicBezTo>
                    <a:pt x="657" y="29"/>
                    <a:pt x="629" y="0"/>
                    <a:pt x="5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g33f68990add_0_5"/>
            <p:cNvSpPr/>
            <p:nvPr/>
          </p:nvSpPr>
          <p:spPr>
            <a:xfrm>
              <a:off x="9721903" y="3245393"/>
              <a:ext cx="90994" cy="31546"/>
            </a:xfrm>
            <a:custGeom>
              <a:rect b="b" l="l" r="r" t="t"/>
              <a:pathLst>
                <a:path extrusionOk="0" h="727" w="2097">
                  <a:moveTo>
                    <a:pt x="2021" y="0"/>
                  </a:moveTo>
                  <a:cubicBezTo>
                    <a:pt x="2000" y="0"/>
                    <a:pt x="1981" y="10"/>
                    <a:pt x="1968" y="27"/>
                  </a:cubicBezTo>
                  <a:cubicBezTo>
                    <a:pt x="1964" y="32"/>
                    <a:pt x="1603" y="522"/>
                    <a:pt x="1097" y="588"/>
                  </a:cubicBezTo>
                  <a:cubicBezTo>
                    <a:pt x="1066" y="592"/>
                    <a:pt x="1035" y="594"/>
                    <a:pt x="1004" y="594"/>
                  </a:cubicBezTo>
                  <a:cubicBezTo>
                    <a:pt x="540" y="594"/>
                    <a:pt x="125" y="167"/>
                    <a:pt x="121" y="161"/>
                  </a:cubicBezTo>
                  <a:cubicBezTo>
                    <a:pt x="108" y="148"/>
                    <a:pt x="91" y="141"/>
                    <a:pt x="73" y="141"/>
                  </a:cubicBezTo>
                  <a:cubicBezTo>
                    <a:pt x="57" y="141"/>
                    <a:pt x="40" y="147"/>
                    <a:pt x="27" y="160"/>
                  </a:cubicBezTo>
                  <a:cubicBezTo>
                    <a:pt x="1" y="185"/>
                    <a:pt x="0" y="227"/>
                    <a:pt x="25" y="253"/>
                  </a:cubicBezTo>
                  <a:cubicBezTo>
                    <a:pt x="45" y="275"/>
                    <a:pt x="483" y="727"/>
                    <a:pt x="1002" y="727"/>
                  </a:cubicBezTo>
                  <a:cubicBezTo>
                    <a:pt x="1039" y="727"/>
                    <a:pt x="1077" y="724"/>
                    <a:pt x="1115" y="719"/>
                  </a:cubicBezTo>
                  <a:cubicBezTo>
                    <a:pt x="1677" y="646"/>
                    <a:pt x="2059" y="128"/>
                    <a:pt x="2075" y="105"/>
                  </a:cubicBezTo>
                  <a:cubicBezTo>
                    <a:pt x="2097" y="76"/>
                    <a:pt x="2090" y="34"/>
                    <a:pt x="2060" y="13"/>
                  </a:cubicBezTo>
                  <a:cubicBezTo>
                    <a:pt x="2048" y="5"/>
                    <a:pt x="2034" y="0"/>
                    <a:pt x="20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g33f68990add_0_5"/>
            <p:cNvSpPr/>
            <p:nvPr/>
          </p:nvSpPr>
          <p:spPr>
            <a:xfrm>
              <a:off x="9714873" y="3178005"/>
              <a:ext cx="14320" cy="22434"/>
            </a:xfrm>
            <a:custGeom>
              <a:rect b="b" l="l" r="r" t="t"/>
              <a:pathLst>
                <a:path extrusionOk="0" h="517" w="330">
                  <a:moveTo>
                    <a:pt x="165" y="1"/>
                  </a:moveTo>
                  <a:cubicBezTo>
                    <a:pt x="74" y="1"/>
                    <a:pt x="0" y="116"/>
                    <a:pt x="0" y="259"/>
                  </a:cubicBezTo>
                  <a:cubicBezTo>
                    <a:pt x="0" y="401"/>
                    <a:pt x="74" y="517"/>
                    <a:pt x="165" y="517"/>
                  </a:cubicBezTo>
                  <a:cubicBezTo>
                    <a:pt x="256" y="517"/>
                    <a:pt x="329" y="401"/>
                    <a:pt x="329" y="259"/>
                  </a:cubicBezTo>
                  <a:cubicBezTo>
                    <a:pt x="329" y="116"/>
                    <a:pt x="256" y="1"/>
                    <a:pt x="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g33f68990add_0_5"/>
            <p:cNvSpPr/>
            <p:nvPr/>
          </p:nvSpPr>
          <p:spPr>
            <a:xfrm>
              <a:off x="9799401" y="3178005"/>
              <a:ext cx="14320" cy="22434"/>
            </a:xfrm>
            <a:custGeom>
              <a:rect b="b" l="l" r="r" t="t"/>
              <a:pathLst>
                <a:path extrusionOk="0" h="517" w="330">
                  <a:moveTo>
                    <a:pt x="165" y="1"/>
                  </a:moveTo>
                  <a:cubicBezTo>
                    <a:pt x="74" y="1"/>
                    <a:pt x="1" y="116"/>
                    <a:pt x="1" y="259"/>
                  </a:cubicBezTo>
                  <a:cubicBezTo>
                    <a:pt x="1" y="401"/>
                    <a:pt x="74" y="517"/>
                    <a:pt x="165" y="517"/>
                  </a:cubicBezTo>
                  <a:cubicBezTo>
                    <a:pt x="255" y="517"/>
                    <a:pt x="330" y="401"/>
                    <a:pt x="330" y="259"/>
                  </a:cubicBezTo>
                  <a:cubicBezTo>
                    <a:pt x="330" y="116"/>
                    <a:pt x="255" y="1"/>
                    <a:pt x="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g33f68990add_0_5"/>
            <p:cNvSpPr/>
            <p:nvPr/>
          </p:nvSpPr>
          <p:spPr>
            <a:xfrm>
              <a:off x="9415467" y="3392883"/>
              <a:ext cx="285219" cy="770000"/>
            </a:xfrm>
            <a:custGeom>
              <a:rect b="b" l="l" r="r" t="t"/>
              <a:pathLst>
                <a:path extrusionOk="0" h="17745" w="6573">
                  <a:moveTo>
                    <a:pt x="6384" y="0"/>
                  </a:moveTo>
                  <a:cubicBezTo>
                    <a:pt x="6384" y="0"/>
                    <a:pt x="2512" y="1503"/>
                    <a:pt x="2371" y="1550"/>
                  </a:cubicBezTo>
                  <a:cubicBezTo>
                    <a:pt x="2230" y="1596"/>
                    <a:pt x="0" y="9811"/>
                    <a:pt x="0" y="9811"/>
                  </a:cubicBezTo>
                  <a:lnTo>
                    <a:pt x="2676" y="11829"/>
                  </a:lnTo>
                  <a:cubicBezTo>
                    <a:pt x="2676" y="11829"/>
                    <a:pt x="2136" y="15209"/>
                    <a:pt x="2136" y="15350"/>
                  </a:cubicBezTo>
                  <a:cubicBezTo>
                    <a:pt x="2136" y="15489"/>
                    <a:pt x="5976" y="17744"/>
                    <a:pt x="6304" y="17744"/>
                  </a:cubicBezTo>
                  <a:cubicBezTo>
                    <a:pt x="6308" y="17744"/>
                    <a:pt x="6311" y="17744"/>
                    <a:pt x="6313" y="17744"/>
                  </a:cubicBezTo>
                  <a:cubicBezTo>
                    <a:pt x="6572" y="17697"/>
                    <a:pt x="6572" y="17509"/>
                    <a:pt x="6572" y="17438"/>
                  </a:cubicBezTo>
                  <a:cubicBezTo>
                    <a:pt x="6572" y="17368"/>
                    <a:pt x="6384" y="0"/>
                    <a:pt x="638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g33f68990add_0_5"/>
            <p:cNvSpPr/>
            <p:nvPr/>
          </p:nvSpPr>
          <p:spPr>
            <a:xfrm>
              <a:off x="9412386" y="3389976"/>
              <a:ext cx="291164" cy="775728"/>
            </a:xfrm>
            <a:custGeom>
              <a:rect b="b" l="l" r="r" t="t"/>
              <a:pathLst>
                <a:path extrusionOk="0" h="17877" w="6710">
                  <a:moveTo>
                    <a:pt x="6390" y="164"/>
                  </a:moveTo>
                  <a:cubicBezTo>
                    <a:pt x="6404" y="1556"/>
                    <a:pt x="6576" y="17426"/>
                    <a:pt x="6576" y="17505"/>
                  </a:cubicBezTo>
                  <a:cubicBezTo>
                    <a:pt x="6576" y="17576"/>
                    <a:pt x="6576" y="17709"/>
                    <a:pt x="6376" y="17745"/>
                  </a:cubicBezTo>
                  <a:lnTo>
                    <a:pt x="6375" y="17745"/>
                  </a:lnTo>
                  <a:cubicBezTo>
                    <a:pt x="6126" y="17745"/>
                    <a:pt x="2533" y="15688"/>
                    <a:pt x="2274" y="15400"/>
                  </a:cubicBezTo>
                  <a:cubicBezTo>
                    <a:pt x="2295" y="15177"/>
                    <a:pt x="2603" y="13215"/>
                    <a:pt x="2812" y="11907"/>
                  </a:cubicBezTo>
                  <a:cubicBezTo>
                    <a:pt x="2816" y="11883"/>
                    <a:pt x="2807" y="11858"/>
                    <a:pt x="2786" y="11843"/>
                  </a:cubicBezTo>
                  <a:lnTo>
                    <a:pt x="147" y="9852"/>
                  </a:lnTo>
                  <a:cubicBezTo>
                    <a:pt x="1005" y="6696"/>
                    <a:pt x="2312" y="1991"/>
                    <a:pt x="2482" y="1673"/>
                  </a:cubicBezTo>
                  <a:cubicBezTo>
                    <a:pt x="2781" y="1564"/>
                    <a:pt x="5813" y="388"/>
                    <a:pt x="6390" y="164"/>
                  </a:cubicBezTo>
                  <a:close/>
                  <a:moveTo>
                    <a:pt x="6456" y="1"/>
                  </a:moveTo>
                  <a:cubicBezTo>
                    <a:pt x="6448" y="1"/>
                    <a:pt x="6439" y="2"/>
                    <a:pt x="6432" y="6"/>
                  </a:cubicBezTo>
                  <a:cubicBezTo>
                    <a:pt x="6393" y="21"/>
                    <a:pt x="2558" y="1507"/>
                    <a:pt x="2421" y="1553"/>
                  </a:cubicBezTo>
                  <a:cubicBezTo>
                    <a:pt x="2377" y="1567"/>
                    <a:pt x="2246" y="1611"/>
                    <a:pt x="7" y="9861"/>
                  </a:cubicBezTo>
                  <a:cubicBezTo>
                    <a:pt x="0" y="9887"/>
                    <a:pt x="10" y="9914"/>
                    <a:pt x="31" y="9931"/>
                  </a:cubicBezTo>
                  <a:lnTo>
                    <a:pt x="2675" y="11926"/>
                  </a:lnTo>
                  <a:cubicBezTo>
                    <a:pt x="2596" y="12417"/>
                    <a:pt x="2140" y="15280"/>
                    <a:pt x="2140" y="15417"/>
                  </a:cubicBezTo>
                  <a:cubicBezTo>
                    <a:pt x="2140" y="15455"/>
                    <a:pt x="2167" y="15483"/>
                    <a:pt x="2215" y="15524"/>
                  </a:cubicBezTo>
                  <a:cubicBezTo>
                    <a:pt x="2652" y="15888"/>
                    <a:pt x="6019" y="17877"/>
                    <a:pt x="6384" y="17877"/>
                  </a:cubicBezTo>
                  <a:cubicBezTo>
                    <a:pt x="6389" y="17877"/>
                    <a:pt x="6393" y="17877"/>
                    <a:pt x="6396" y="17876"/>
                  </a:cubicBezTo>
                  <a:cubicBezTo>
                    <a:pt x="6604" y="17839"/>
                    <a:pt x="6710" y="17713"/>
                    <a:pt x="6710" y="17505"/>
                  </a:cubicBezTo>
                  <a:cubicBezTo>
                    <a:pt x="6710" y="17435"/>
                    <a:pt x="6529" y="776"/>
                    <a:pt x="6522" y="67"/>
                  </a:cubicBezTo>
                  <a:cubicBezTo>
                    <a:pt x="6522" y="45"/>
                    <a:pt x="6511" y="25"/>
                    <a:pt x="6492" y="13"/>
                  </a:cubicBezTo>
                  <a:cubicBezTo>
                    <a:pt x="6481" y="5"/>
                    <a:pt x="6469" y="1"/>
                    <a:pt x="64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g33f68990add_0_5"/>
            <p:cNvSpPr/>
            <p:nvPr/>
          </p:nvSpPr>
          <p:spPr>
            <a:xfrm>
              <a:off x="9438726" y="3778510"/>
              <a:ext cx="108264" cy="45432"/>
            </a:xfrm>
            <a:custGeom>
              <a:rect b="b" l="l" r="r" t="t"/>
              <a:pathLst>
                <a:path extrusionOk="0" h="1047" w="2495">
                  <a:moveTo>
                    <a:pt x="1135" y="0"/>
                  </a:moveTo>
                  <a:cubicBezTo>
                    <a:pt x="1126" y="0"/>
                    <a:pt x="1117" y="1"/>
                    <a:pt x="1109" y="2"/>
                  </a:cubicBezTo>
                  <a:cubicBezTo>
                    <a:pt x="802" y="46"/>
                    <a:pt x="84" y="298"/>
                    <a:pt x="53" y="308"/>
                  </a:cubicBezTo>
                  <a:cubicBezTo>
                    <a:pt x="19" y="321"/>
                    <a:pt x="0" y="359"/>
                    <a:pt x="13" y="394"/>
                  </a:cubicBezTo>
                  <a:cubicBezTo>
                    <a:pt x="22" y="421"/>
                    <a:pt x="48" y="438"/>
                    <a:pt x="75" y="438"/>
                  </a:cubicBezTo>
                  <a:cubicBezTo>
                    <a:pt x="82" y="438"/>
                    <a:pt x="90" y="437"/>
                    <a:pt x="97" y="434"/>
                  </a:cubicBezTo>
                  <a:cubicBezTo>
                    <a:pt x="105" y="431"/>
                    <a:pt x="833" y="176"/>
                    <a:pt x="1128" y="133"/>
                  </a:cubicBezTo>
                  <a:cubicBezTo>
                    <a:pt x="1132" y="133"/>
                    <a:pt x="1136" y="133"/>
                    <a:pt x="1141" y="133"/>
                  </a:cubicBezTo>
                  <a:cubicBezTo>
                    <a:pt x="1356" y="133"/>
                    <a:pt x="2006" y="674"/>
                    <a:pt x="2376" y="1028"/>
                  </a:cubicBezTo>
                  <a:cubicBezTo>
                    <a:pt x="2388" y="1041"/>
                    <a:pt x="2404" y="1047"/>
                    <a:pt x="2421" y="1047"/>
                  </a:cubicBezTo>
                  <a:cubicBezTo>
                    <a:pt x="2439" y="1047"/>
                    <a:pt x="2456" y="1040"/>
                    <a:pt x="2469" y="1025"/>
                  </a:cubicBezTo>
                  <a:cubicBezTo>
                    <a:pt x="2494" y="999"/>
                    <a:pt x="2494" y="957"/>
                    <a:pt x="2467" y="932"/>
                  </a:cubicBezTo>
                  <a:cubicBezTo>
                    <a:pt x="2301" y="773"/>
                    <a:pt x="1472" y="0"/>
                    <a:pt x="11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g33f68990add_0_5"/>
            <p:cNvSpPr/>
            <p:nvPr/>
          </p:nvSpPr>
          <p:spPr>
            <a:xfrm>
              <a:off x="9484200" y="3754080"/>
              <a:ext cx="59144" cy="34020"/>
            </a:xfrm>
            <a:custGeom>
              <a:rect b="b" l="l" r="r" t="t"/>
              <a:pathLst>
                <a:path extrusionOk="0" h="784" w="1363">
                  <a:moveTo>
                    <a:pt x="69" y="0"/>
                  </a:moveTo>
                  <a:cubicBezTo>
                    <a:pt x="34" y="0"/>
                    <a:pt x="7" y="26"/>
                    <a:pt x="4" y="59"/>
                  </a:cubicBezTo>
                  <a:cubicBezTo>
                    <a:pt x="0" y="95"/>
                    <a:pt x="26" y="128"/>
                    <a:pt x="63" y="132"/>
                  </a:cubicBezTo>
                  <a:cubicBezTo>
                    <a:pt x="71" y="133"/>
                    <a:pt x="863" y="223"/>
                    <a:pt x="1232" y="756"/>
                  </a:cubicBezTo>
                  <a:cubicBezTo>
                    <a:pt x="1245" y="774"/>
                    <a:pt x="1265" y="784"/>
                    <a:pt x="1286" y="784"/>
                  </a:cubicBezTo>
                  <a:cubicBezTo>
                    <a:pt x="1299" y="784"/>
                    <a:pt x="1312" y="780"/>
                    <a:pt x="1324" y="772"/>
                  </a:cubicBezTo>
                  <a:cubicBezTo>
                    <a:pt x="1354" y="752"/>
                    <a:pt x="1362" y="711"/>
                    <a:pt x="1341" y="680"/>
                  </a:cubicBezTo>
                  <a:cubicBezTo>
                    <a:pt x="937" y="97"/>
                    <a:pt x="112" y="4"/>
                    <a:pt x="77" y="1"/>
                  </a:cubicBezTo>
                  <a:cubicBezTo>
                    <a:pt x="74" y="0"/>
                    <a:pt x="71"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g33f68990add_0_5"/>
            <p:cNvSpPr/>
            <p:nvPr/>
          </p:nvSpPr>
          <p:spPr>
            <a:xfrm>
              <a:off x="9548898" y="3923484"/>
              <a:ext cx="47862" cy="81535"/>
            </a:xfrm>
            <a:custGeom>
              <a:rect b="b" l="l" r="r" t="t"/>
              <a:pathLst>
                <a:path extrusionOk="0" h="1879" w="1103">
                  <a:moveTo>
                    <a:pt x="516" y="1"/>
                  </a:moveTo>
                  <a:lnTo>
                    <a:pt x="0" y="1362"/>
                  </a:lnTo>
                  <a:lnTo>
                    <a:pt x="399" y="1879"/>
                  </a:lnTo>
                  <a:lnTo>
                    <a:pt x="1103" y="283"/>
                  </a:lnTo>
                  <a:lnTo>
                    <a:pt x="516" y="1"/>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g33f68990add_0_5"/>
            <p:cNvSpPr/>
            <p:nvPr/>
          </p:nvSpPr>
          <p:spPr>
            <a:xfrm>
              <a:off x="9545861" y="3920576"/>
              <a:ext cx="54197" cy="87306"/>
            </a:xfrm>
            <a:custGeom>
              <a:rect b="b" l="l" r="r" t="t"/>
              <a:pathLst>
                <a:path extrusionOk="0" h="2012" w="1249">
                  <a:moveTo>
                    <a:pt x="623" y="159"/>
                  </a:moveTo>
                  <a:lnTo>
                    <a:pt x="1086" y="382"/>
                  </a:lnTo>
                  <a:lnTo>
                    <a:pt x="453" y="1817"/>
                  </a:lnTo>
                  <a:lnTo>
                    <a:pt x="145" y="1418"/>
                  </a:lnTo>
                  <a:lnTo>
                    <a:pt x="623" y="159"/>
                  </a:lnTo>
                  <a:close/>
                  <a:moveTo>
                    <a:pt x="586" y="1"/>
                  </a:moveTo>
                  <a:cubicBezTo>
                    <a:pt x="578" y="1"/>
                    <a:pt x="570" y="2"/>
                    <a:pt x="562" y="5"/>
                  </a:cubicBezTo>
                  <a:cubicBezTo>
                    <a:pt x="545" y="12"/>
                    <a:pt x="530" y="27"/>
                    <a:pt x="524" y="43"/>
                  </a:cubicBezTo>
                  <a:lnTo>
                    <a:pt x="7" y="1405"/>
                  </a:lnTo>
                  <a:cubicBezTo>
                    <a:pt x="0" y="1426"/>
                    <a:pt x="4" y="1451"/>
                    <a:pt x="18" y="1469"/>
                  </a:cubicBezTo>
                  <a:lnTo>
                    <a:pt x="417" y="1986"/>
                  </a:lnTo>
                  <a:cubicBezTo>
                    <a:pt x="429" y="2002"/>
                    <a:pt x="449" y="2012"/>
                    <a:pt x="469" y="2012"/>
                  </a:cubicBezTo>
                  <a:cubicBezTo>
                    <a:pt x="471" y="2012"/>
                    <a:pt x="475" y="2012"/>
                    <a:pt x="477" y="2011"/>
                  </a:cubicBezTo>
                  <a:cubicBezTo>
                    <a:pt x="501" y="2008"/>
                    <a:pt x="521" y="1993"/>
                    <a:pt x="530" y="1972"/>
                  </a:cubicBezTo>
                  <a:lnTo>
                    <a:pt x="1234" y="376"/>
                  </a:lnTo>
                  <a:cubicBezTo>
                    <a:pt x="1249" y="342"/>
                    <a:pt x="1234" y="305"/>
                    <a:pt x="1202" y="289"/>
                  </a:cubicBezTo>
                  <a:lnTo>
                    <a:pt x="616" y="8"/>
                  </a:lnTo>
                  <a:cubicBezTo>
                    <a:pt x="606" y="3"/>
                    <a:pt x="596" y="1"/>
                    <a:pt x="5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g33f68990add_0_5"/>
            <p:cNvSpPr/>
            <p:nvPr/>
          </p:nvSpPr>
          <p:spPr>
            <a:xfrm>
              <a:off x="9393077" y="3783977"/>
              <a:ext cx="193531" cy="222083"/>
            </a:xfrm>
            <a:custGeom>
              <a:rect b="b" l="l" r="r" t="t"/>
              <a:pathLst>
                <a:path extrusionOk="0" h="5118" w="4460">
                  <a:moveTo>
                    <a:pt x="798" y="0"/>
                  </a:moveTo>
                  <a:cubicBezTo>
                    <a:pt x="798" y="0"/>
                    <a:pt x="0" y="2042"/>
                    <a:pt x="23" y="2136"/>
                  </a:cubicBezTo>
                  <a:cubicBezTo>
                    <a:pt x="46" y="2228"/>
                    <a:pt x="3278" y="5117"/>
                    <a:pt x="3513" y="5117"/>
                  </a:cubicBezTo>
                  <a:cubicBezTo>
                    <a:pt x="3516" y="5117"/>
                    <a:pt x="3518" y="5117"/>
                    <a:pt x="3520" y="5116"/>
                  </a:cubicBezTo>
                  <a:cubicBezTo>
                    <a:pt x="3685" y="5046"/>
                    <a:pt x="4412" y="3121"/>
                    <a:pt x="4436" y="3028"/>
                  </a:cubicBezTo>
                  <a:cubicBezTo>
                    <a:pt x="4460" y="2933"/>
                    <a:pt x="2793" y="563"/>
                    <a:pt x="2793" y="563"/>
                  </a:cubicBezTo>
                  <a:lnTo>
                    <a:pt x="79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g33f68990add_0_5"/>
            <p:cNvSpPr/>
            <p:nvPr/>
          </p:nvSpPr>
          <p:spPr>
            <a:xfrm>
              <a:off x="9390473" y="3781070"/>
              <a:ext cx="199215" cy="227897"/>
            </a:xfrm>
            <a:custGeom>
              <a:rect b="b" l="l" r="r" t="t"/>
              <a:pathLst>
                <a:path extrusionOk="0" h="5252" w="4591">
                  <a:moveTo>
                    <a:pt x="857" y="1"/>
                  </a:moveTo>
                  <a:cubicBezTo>
                    <a:pt x="831" y="1"/>
                    <a:pt x="806" y="16"/>
                    <a:pt x="796" y="42"/>
                  </a:cubicBezTo>
                  <a:cubicBezTo>
                    <a:pt x="261" y="1411"/>
                    <a:pt x="0" y="2142"/>
                    <a:pt x="19" y="2219"/>
                  </a:cubicBezTo>
                  <a:cubicBezTo>
                    <a:pt x="64" y="2397"/>
                    <a:pt x="3119" y="5041"/>
                    <a:pt x="3497" y="5228"/>
                  </a:cubicBezTo>
                  <a:cubicBezTo>
                    <a:pt x="3521" y="5240"/>
                    <a:pt x="3547" y="5252"/>
                    <a:pt x="3574" y="5252"/>
                  </a:cubicBezTo>
                  <a:cubicBezTo>
                    <a:pt x="3585" y="5252"/>
                    <a:pt x="3596" y="5249"/>
                    <a:pt x="3606" y="5245"/>
                  </a:cubicBezTo>
                  <a:cubicBezTo>
                    <a:pt x="3819" y="5153"/>
                    <a:pt x="4555" y="3130"/>
                    <a:pt x="4560" y="3111"/>
                  </a:cubicBezTo>
                  <a:cubicBezTo>
                    <a:pt x="4569" y="3074"/>
                    <a:pt x="4591" y="2988"/>
                    <a:pt x="2907" y="593"/>
                  </a:cubicBezTo>
                  <a:cubicBezTo>
                    <a:pt x="2894" y="574"/>
                    <a:pt x="2873" y="564"/>
                    <a:pt x="2852" y="564"/>
                  </a:cubicBezTo>
                  <a:cubicBezTo>
                    <a:pt x="2839" y="564"/>
                    <a:pt x="2826" y="568"/>
                    <a:pt x="2815" y="576"/>
                  </a:cubicBezTo>
                  <a:cubicBezTo>
                    <a:pt x="2785" y="597"/>
                    <a:pt x="2778" y="639"/>
                    <a:pt x="2798" y="668"/>
                  </a:cubicBezTo>
                  <a:cubicBezTo>
                    <a:pt x="3398" y="1521"/>
                    <a:pt x="4355" y="2913"/>
                    <a:pt x="4427" y="3092"/>
                  </a:cubicBezTo>
                  <a:cubicBezTo>
                    <a:pt x="4357" y="3329"/>
                    <a:pt x="3716" y="4954"/>
                    <a:pt x="3564" y="5114"/>
                  </a:cubicBezTo>
                  <a:cubicBezTo>
                    <a:pt x="3224" y="4981"/>
                    <a:pt x="379" y="2461"/>
                    <a:pt x="151" y="2185"/>
                  </a:cubicBezTo>
                  <a:cubicBezTo>
                    <a:pt x="185" y="2006"/>
                    <a:pt x="634" y="821"/>
                    <a:pt x="919" y="91"/>
                  </a:cubicBezTo>
                  <a:cubicBezTo>
                    <a:pt x="933" y="57"/>
                    <a:pt x="917" y="19"/>
                    <a:pt x="883" y="6"/>
                  </a:cubicBezTo>
                  <a:cubicBezTo>
                    <a:pt x="874" y="2"/>
                    <a:pt x="866" y="1"/>
                    <a:pt x="8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g33f68990add_0_5"/>
            <p:cNvSpPr/>
            <p:nvPr/>
          </p:nvSpPr>
          <p:spPr>
            <a:xfrm>
              <a:off x="9546989" y="3607935"/>
              <a:ext cx="14016" cy="252284"/>
            </a:xfrm>
            <a:custGeom>
              <a:rect b="b" l="l" r="r" t="t"/>
              <a:pathLst>
                <a:path extrusionOk="0" h="5814" w="323">
                  <a:moveTo>
                    <a:pt x="257" y="0"/>
                  </a:moveTo>
                  <a:cubicBezTo>
                    <a:pt x="214" y="3"/>
                    <a:pt x="190" y="29"/>
                    <a:pt x="188" y="65"/>
                  </a:cubicBezTo>
                  <a:lnTo>
                    <a:pt x="2" y="5744"/>
                  </a:lnTo>
                  <a:cubicBezTo>
                    <a:pt x="0" y="5781"/>
                    <a:pt x="29" y="5812"/>
                    <a:pt x="65" y="5813"/>
                  </a:cubicBezTo>
                  <a:lnTo>
                    <a:pt x="68" y="5813"/>
                  </a:lnTo>
                  <a:cubicBezTo>
                    <a:pt x="103" y="5813"/>
                    <a:pt x="133" y="5785"/>
                    <a:pt x="134" y="5749"/>
                  </a:cubicBezTo>
                  <a:lnTo>
                    <a:pt x="321" y="69"/>
                  </a:lnTo>
                  <a:cubicBezTo>
                    <a:pt x="322" y="32"/>
                    <a:pt x="294" y="2"/>
                    <a:pt x="2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g33f68990add_0_5"/>
            <p:cNvSpPr/>
            <p:nvPr/>
          </p:nvSpPr>
          <p:spPr>
            <a:xfrm>
              <a:off x="9546729" y="3904304"/>
              <a:ext cx="84919" cy="154521"/>
            </a:xfrm>
            <a:custGeom>
              <a:rect b="b" l="l" r="r" t="t"/>
              <a:pathLst>
                <a:path extrusionOk="0" h="3561" w="1957">
                  <a:moveTo>
                    <a:pt x="1514" y="155"/>
                  </a:moveTo>
                  <a:lnTo>
                    <a:pt x="1794" y="287"/>
                  </a:lnTo>
                  <a:lnTo>
                    <a:pt x="469" y="3388"/>
                  </a:lnTo>
                  <a:lnTo>
                    <a:pt x="155" y="3145"/>
                  </a:lnTo>
                  <a:lnTo>
                    <a:pt x="1514" y="155"/>
                  </a:lnTo>
                  <a:close/>
                  <a:moveTo>
                    <a:pt x="1481" y="0"/>
                  </a:moveTo>
                  <a:cubicBezTo>
                    <a:pt x="1474" y="0"/>
                    <a:pt x="1466" y="1"/>
                    <a:pt x="1459" y="4"/>
                  </a:cubicBezTo>
                  <a:cubicBezTo>
                    <a:pt x="1443" y="11"/>
                    <a:pt x="1428" y="23"/>
                    <a:pt x="1421" y="40"/>
                  </a:cubicBezTo>
                  <a:lnTo>
                    <a:pt x="13" y="3137"/>
                  </a:lnTo>
                  <a:cubicBezTo>
                    <a:pt x="0" y="3165"/>
                    <a:pt x="9" y="3198"/>
                    <a:pt x="32" y="3217"/>
                  </a:cubicBezTo>
                  <a:lnTo>
                    <a:pt x="455" y="3546"/>
                  </a:lnTo>
                  <a:cubicBezTo>
                    <a:pt x="467" y="3556"/>
                    <a:pt x="481" y="3561"/>
                    <a:pt x="496" y="3561"/>
                  </a:cubicBezTo>
                  <a:cubicBezTo>
                    <a:pt x="501" y="3561"/>
                    <a:pt x="507" y="3559"/>
                    <a:pt x="513" y="3558"/>
                  </a:cubicBezTo>
                  <a:cubicBezTo>
                    <a:pt x="533" y="3552"/>
                    <a:pt x="549" y="3538"/>
                    <a:pt x="558" y="3519"/>
                  </a:cubicBezTo>
                  <a:lnTo>
                    <a:pt x="1942" y="281"/>
                  </a:lnTo>
                  <a:cubicBezTo>
                    <a:pt x="1956" y="248"/>
                    <a:pt x="1941" y="210"/>
                    <a:pt x="1909" y="195"/>
                  </a:cubicBezTo>
                  <a:lnTo>
                    <a:pt x="1510" y="6"/>
                  </a:lnTo>
                  <a:cubicBezTo>
                    <a:pt x="1501" y="2"/>
                    <a:pt x="1491" y="0"/>
                    <a:pt x="14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g33f68990add_0_5"/>
            <p:cNvSpPr/>
            <p:nvPr/>
          </p:nvSpPr>
          <p:spPr>
            <a:xfrm>
              <a:off x="9572287" y="3388848"/>
              <a:ext cx="122280" cy="377862"/>
            </a:xfrm>
            <a:custGeom>
              <a:rect b="b" l="l" r="r" t="t"/>
              <a:pathLst>
                <a:path extrusionOk="0" h="8708" w="2818">
                  <a:moveTo>
                    <a:pt x="2544" y="1"/>
                  </a:moveTo>
                  <a:cubicBezTo>
                    <a:pt x="1902" y="1"/>
                    <a:pt x="174" y="846"/>
                    <a:pt x="94" y="985"/>
                  </a:cubicBezTo>
                  <a:cubicBezTo>
                    <a:pt x="1" y="1150"/>
                    <a:pt x="1010" y="1877"/>
                    <a:pt x="1198" y="2206"/>
                  </a:cubicBezTo>
                  <a:cubicBezTo>
                    <a:pt x="1385" y="2534"/>
                    <a:pt x="2818" y="8708"/>
                    <a:pt x="2818" y="8708"/>
                  </a:cubicBezTo>
                  <a:lnTo>
                    <a:pt x="2770" y="93"/>
                  </a:lnTo>
                  <a:cubicBezTo>
                    <a:pt x="2741" y="28"/>
                    <a:pt x="2661" y="1"/>
                    <a:pt x="254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33f68990add_0_5"/>
            <p:cNvSpPr/>
            <p:nvPr/>
          </p:nvSpPr>
          <p:spPr>
            <a:xfrm>
              <a:off x="9570594" y="3385984"/>
              <a:ext cx="126836" cy="383590"/>
            </a:xfrm>
            <a:custGeom>
              <a:rect b="b" l="l" r="r" t="t"/>
              <a:pathLst>
                <a:path extrusionOk="0" h="8840" w="2923">
                  <a:moveTo>
                    <a:pt x="2583" y="133"/>
                  </a:moveTo>
                  <a:cubicBezTo>
                    <a:pt x="2605" y="133"/>
                    <a:pt x="2624" y="134"/>
                    <a:pt x="2642" y="137"/>
                  </a:cubicBezTo>
                  <a:cubicBezTo>
                    <a:pt x="2679" y="140"/>
                    <a:pt x="2723" y="151"/>
                    <a:pt x="2743" y="177"/>
                  </a:cubicBezTo>
                  <a:lnTo>
                    <a:pt x="2787" y="8182"/>
                  </a:lnTo>
                  <a:cubicBezTo>
                    <a:pt x="2424" y="6631"/>
                    <a:pt x="1452" y="2515"/>
                    <a:pt x="1295" y="2239"/>
                  </a:cubicBezTo>
                  <a:cubicBezTo>
                    <a:pt x="1206" y="2084"/>
                    <a:pt x="970" y="1868"/>
                    <a:pt x="718" y="1637"/>
                  </a:cubicBezTo>
                  <a:cubicBezTo>
                    <a:pt x="509" y="1445"/>
                    <a:pt x="193" y="1157"/>
                    <a:pt x="190" y="1087"/>
                  </a:cubicBezTo>
                  <a:cubicBezTo>
                    <a:pt x="299" y="944"/>
                    <a:pt x="1987" y="133"/>
                    <a:pt x="2583" y="133"/>
                  </a:cubicBezTo>
                  <a:close/>
                  <a:moveTo>
                    <a:pt x="2584" y="1"/>
                  </a:moveTo>
                  <a:cubicBezTo>
                    <a:pt x="1928" y="1"/>
                    <a:pt x="180" y="838"/>
                    <a:pt x="76" y="1018"/>
                  </a:cubicBezTo>
                  <a:cubicBezTo>
                    <a:pt x="1" y="1149"/>
                    <a:pt x="214" y="1354"/>
                    <a:pt x="629" y="1735"/>
                  </a:cubicBezTo>
                  <a:cubicBezTo>
                    <a:pt x="861" y="1948"/>
                    <a:pt x="1101" y="2169"/>
                    <a:pt x="1179" y="2305"/>
                  </a:cubicBezTo>
                  <a:cubicBezTo>
                    <a:pt x="1329" y="2568"/>
                    <a:pt x="2394" y="7073"/>
                    <a:pt x="2792" y="8788"/>
                  </a:cubicBezTo>
                  <a:cubicBezTo>
                    <a:pt x="2799" y="8818"/>
                    <a:pt x="2826" y="8840"/>
                    <a:pt x="2857" y="8840"/>
                  </a:cubicBezTo>
                  <a:cubicBezTo>
                    <a:pt x="2859" y="8840"/>
                    <a:pt x="2861" y="8840"/>
                    <a:pt x="2864" y="8839"/>
                  </a:cubicBezTo>
                  <a:cubicBezTo>
                    <a:pt x="2898" y="8835"/>
                    <a:pt x="2923" y="8807"/>
                    <a:pt x="2923" y="8772"/>
                  </a:cubicBezTo>
                  <a:lnTo>
                    <a:pt x="2876" y="159"/>
                  </a:lnTo>
                  <a:cubicBezTo>
                    <a:pt x="2876" y="150"/>
                    <a:pt x="2873" y="141"/>
                    <a:pt x="2870" y="133"/>
                  </a:cubicBezTo>
                  <a:cubicBezTo>
                    <a:pt x="2834" y="53"/>
                    <a:pt x="2750" y="8"/>
                    <a:pt x="2620" y="2"/>
                  </a:cubicBezTo>
                  <a:cubicBezTo>
                    <a:pt x="2608" y="1"/>
                    <a:pt x="2596" y="1"/>
                    <a:pt x="25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33f68990add_0_5"/>
            <p:cNvSpPr/>
            <p:nvPr/>
          </p:nvSpPr>
          <p:spPr>
            <a:xfrm>
              <a:off x="9841144" y="3392883"/>
              <a:ext cx="285176" cy="770000"/>
            </a:xfrm>
            <a:custGeom>
              <a:rect b="b" l="l" r="r" t="t"/>
              <a:pathLst>
                <a:path extrusionOk="0" h="17745" w="6572">
                  <a:moveTo>
                    <a:pt x="188" y="0"/>
                  </a:moveTo>
                  <a:cubicBezTo>
                    <a:pt x="188" y="0"/>
                    <a:pt x="1" y="17368"/>
                    <a:pt x="1" y="17438"/>
                  </a:cubicBezTo>
                  <a:cubicBezTo>
                    <a:pt x="1" y="17509"/>
                    <a:pt x="1" y="17697"/>
                    <a:pt x="259" y="17744"/>
                  </a:cubicBezTo>
                  <a:cubicBezTo>
                    <a:pt x="261" y="17744"/>
                    <a:pt x="264" y="17744"/>
                    <a:pt x="268" y="17744"/>
                  </a:cubicBezTo>
                  <a:cubicBezTo>
                    <a:pt x="596" y="17744"/>
                    <a:pt x="4436" y="15489"/>
                    <a:pt x="4436" y="15350"/>
                  </a:cubicBezTo>
                  <a:cubicBezTo>
                    <a:pt x="4436" y="15209"/>
                    <a:pt x="3897" y="11829"/>
                    <a:pt x="3897" y="11829"/>
                  </a:cubicBezTo>
                  <a:lnTo>
                    <a:pt x="6572" y="9811"/>
                  </a:lnTo>
                  <a:cubicBezTo>
                    <a:pt x="6572" y="9811"/>
                    <a:pt x="4343" y="1596"/>
                    <a:pt x="4201" y="1550"/>
                  </a:cubicBezTo>
                  <a:cubicBezTo>
                    <a:pt x="4061" y="1503"/>
                    <a:pt x="188" y="0"/>
                    <a:pt x="18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g33f68990add_0_5"/>
            <p:cNvSpPr/>
            <p:nvPr/>
          </p:nvSpPr>
          <p:spPr>
            <a:xfrm>
              <a:off x="9838281" y="3390019"/>
              <a:ext cx="291120" cy="775684"/>
            </a:xfrm>
            <a:custGeom>
              <a:rect b="b" l="l" r="r" t="t"/>
              <a:pathLst>
                <a:path extrusionOk="0" h="17876" w="6709">
                  <a:moveTo>
                    <a:pt x="320" y="163"/>
                  </a:moveTo>
                  <a:cubicBezTo>
                    <a:pt x="896" y="387"/>
                    <a:pt x="3930" y="1563"/>
                    <a:pt x="4226" y="1672"/>
                  </a:cubicBezTo>
                  <a:cubicBezTo>
                    <a:pt x="4397" y="1990"/>
                    <a:pt x="5705" y="6695"/>
                    <a:pt x="6562" y="9851"/>
                  </a:cubicBezTo>
                  <a:lnTo>
                    <a:pt x="3922" y="11842"/>
                  </a:lnTo>
                  <a:cubicBezTo>
                    <a:pt x="3902" y="11857"/>
                    <a:pt x="3893" y="11882"/>
                    <a:pt x="3896" y="11906"/>
                  </a:cubicBezTo>
                  <a:cubicBezTo>
                    <a:pt x="4106" y="13214"/>
                    <a:pt x="4413" y="15176"/>
                    <a:pt x="4435" y="15399"/>
                  </a:cubicBezTo>
                  <a:cubicBezTo>
                    <a:pt x="4176" y="15687"/>
                    <a:pt x="582" y="17744"/>
                    <a:pt x="336" y="17744"/>
                  </a:cubicBezTo>
                  <a:cubicBezTo>
                    <a:pt x="133" y="17708"/>
                    <a:pt x="133" y="17575"/>
                    <a:pt x="133" y="17504"/>
                  </a:cubicBezTo>
                  <a:cubicBezTo>
                    <a:pt x="133" y="17425"/>
                    <a:pt x="304" y="1555"/>
                    <a:pt x="320" y="163"/>
                  </a:cubicBezTo>
                  <a:close/>
                  <a:moveTo>
                    <a:pt x="254" y="1"/>
                  </a:moveTo>
                  <a:cubicBezTo>
                    <a:pt x="241" y="1"/>
                    <a:pt x="228" y="4"/>
                    <a:pt x="217" y="12"/>
                  </a:cubicBezTo>
                  <a:cubicBezTo>
                    <a:pt x="199" y="24"/>
                    <a:pt x="187" y="44"/>
                    <a:pt x="187" y="66"/>
                  </a:cubicBezTo>
                  <a:cubicBezTo>
                    <a:pt x="180" y="775"/>
                    <a:pt x="0" y="17434"/>
                    <a:pt x="0" y="17505"/>
                  </a:cubicBezTo>
                  <a:cubicBezTo>
                    <a:pt x="0" y="17712"/>
                    <a:pt x="104" y="17838"/>
                    <a:pt x="313" y="17876"/>
                  </a:cubicBezTo>
                  <a:lnTo>
                    <a:pt x="326" y="17876"/>
                  </a:lnTo>
                  <a:cubicBezTo>
                    <a:pt x="690" y="17876"/>
                    <a:pt x="4058" y="15887"/>
                    <a:pt x="4494" y="15523"/>
                  </a:cubicBezTo>
                  <a:cubicBezTo>
                    <a:pt x="4542" y="15482"/>
                    <a:pt x="4568" y="15454"/>
                    <a:pt x="4568" y="15416"/>
                  </a:cubicBezTo>
                  <a:cubicBezTo>
                    <a:pt x="4568" y="15279"/>
                    <a:pt x="4113" y="12416"/>
                    <a:pt x="4034" y="11925"/>
                  </a:cubicBezTo>
                  <a:lnTo>
                    <a:pt x="6678" y="9930"/>
                  </a:lnTo>
                  <a:cubicBezTo>
                    <a:pt x="6699" y="9913"/>
                    <a:pt x="6709" y="9886"/>
                    <a:pt x="6702" y="9860"/>
                  </a:cubicBezTo>
                  <a:cubicBezTo>
                    <a:pt x="4463" y="1611"/>
                    <a:pt x="4332" y="1568"/>
                    <a:pt x="4288" y="1552"/>
                  </a:cubicBezTo>
                  <a:cubicBezTo>
                    <a:pt x="4151" y="1507"/>
                    <a:pt x="316" y="20"/>
                    <a:pt x="278" y="5"/>
                  </a:cubicBezTo>
                  <a:cubicBezTo>
                    <a:pt x="270" y="2"/>
                    <a:pt x="262" y="1"/>
                    <a:pt x="2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g33f68990add_0_5"/>
            <p:cNvSpPr/>
            <p:nvPr/>
          </p:nvSpPr>
          <p:spPr>
            <a:xfrm>
              <a:off x="10000437" y="3763496"/>
              <a:ext cx="106051" cy="45345"/>
            </a:xfrm>
            <a:custGeom>
              <a:rect b="b" l="l" r="r" t="t"/>
              <a:pathLst>
                <a:path extrusionOk="0" h="1045" w="2444">
                  <a:moveTo>
                    <a:pt x="2378" y="0"/>
                  </a:moveTo>
                  <a:cubicBezTo>
                    <a:pt x="2340" y="0"/>
                    <a:pt x="1445" y="1"/>
                    <a:pt x="1088" y="180"/>
                  </a:cubicBezTo>
                  <a:cubicBezTo>
                    <a:pt x="738" y="355"/>
                    <a:pt x="62" y="903"/>
                    <a:pt x="33" y="927"/>
                  </a:cubicBezTo>
                  <a:cubicBezTo>
                    <a:pt x="4" y="950"/>
                    <a:pt x="1" y="992"/>
                    <a:pt x="23" y="1020"/>
                  </a:cubicBezTo>
                  <a:cubicBezTo>
                    <a:pt x="36" y="1037"/>
                    <a:pt x="55" y="1045"/>
                    <a:pt x="75" y="1045"/>
                  </a:cubicBezTo>
                  <a:cubicBezTo>
                    <a:pt x="90" y="1045"/>
                    <a:pt x="105" y="1040"/>
                    <a:pt x="117" y="1030"/>
                  </a:cubicBezTo>
                  <a:cubicBezTo>
                    <a:pt x="124" y="1024"/>
                    <a:pt x="810" y="468"/>
                    <a:pt x="1147" y="300"/>
                  </a:cubicBezTo>
                  <a:cubicBezTo>
                    <a:pt x="1476" y="134"/>
                    <a:pt x="2368" y="133"/>
                    <a:pt x="2378" y="133"/>
                  </a:cubicBezTo>
                  <a:cubicBezTo>
                    <a:pt x="2414" y="133"/>
                    <a:pt x="2444" y="103"/>
                    <a:pt x="2444" y="66"/>
                  </a:cubicBezTo>
                  <a:cubicBezTo>
                    <a:pt x="2444" y="30"/>
                    <a:pt x="2414" y="0"/>
                    <a:pt x="23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g33f68990add_0_5"/>
            <p:cNvSpPr/>
            <p:nvPr/>
          </p:nvSpPr>
          <p:spPr>
            <a:xfrm>
              <a:off x="9998571" y="3738936"/>
              <a:ext cx="85310" cy="45432"/>
            </a:xfrm>
            <a:custGeom>
              <a:rect b="b" l="l" r="r" t="t"/>
              <a:pathLst>
                <a:path extrusionOk="0" h="1047" w="1966">
                  <a:moveTo>
                    <a:pt x="1291" y="1"/>
                  </a:moveTo>
                  <a:cubicBezTo>
                    <a:pt x="1280" y="1"/>
                    <a:pt x="1271" y="3"/>
                    <a:pt x="1261" y="8"/>
                  </a:cubicBezTo>
                  <a:cubicBezTo>
                    <a:pt x="997" y="140"/>
                    <a:pt x="72" y="896"/>
                    <a:pt x="33" y="928"/>
                  </a:cubicBezTo>
                  <a:cubicBezTo>
                    <a:pt x="5" y="952"/>
                    <a:pt x="0" y="993"/>
                    <a:pt x="24" y="1022"/>
                  </a:cubicBezTo>
                  <a:cubicBezTo>
                    <a:pt x="37" y="1038"/>
                    <a:pt x="56" y="1047"/>
                    <a:pt x="75" y="1047"/>
                  </a:cubicBezTo>
                  <a:cubicBezTo>
                    <a:pt x="90" y="1047"/>
                    <a:pt x="104" y="1042"/>
                    <a:pt x="117" y="1031"/>
                  </a:cubicBezTo>
                  <a:cubicBezTo>
                    <a:pt x="125" y="1023"/>
                    <a:pt x="1038" y="279"/>
                    <a:pt x="1307" y="134"/>
                  </a:cubicBezTo>
                  <a:lnTo>
                    <a:pt x="1899" y="134"/>
                  </a:lnTo>
                  <a:cubicBezTo>
                    <a:pt x="1936" y="134"/>
                    <a:pt x="1965" y="104"/>
                    <a:pt x="1965" y="67"/>
                  </a:cubicBezTo>
                  <a:cubicBezTo>
                    <a:pt x="1965" y="31"/>
                    <a:pt x="1936" y="1"/>
                    <a:pt x="18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g33f68990add_0_5"/>
            <p:cNvSpPr/>
            <p:nvPr/>
          </p:nvSpPr>
          <p:spPr>
            <a:xfrm>
              <a:off x="9945025" y="3923484"/>
              <a:ext cx="47862" cy="81535"/>
            </a:xfrm>
            <a:custGeom>
              <a:rect b="b" l="l" r="r" t="t"/>
              <a:pathLst>
                <a:path extrusionOk="0" h="1879" w="1103">
                  <a:moveTo>
                    <a:pt x="587" y="1"/>
                  </a:moveTo>
                  <a:lnTo>
                    <a:pt x="0" y="283"/>
                  </a:lnTo>
                  <a:lnTo>
                    <a:pt x="704" y="1879"/>
                  </a:lnTo>
                  <a:lnTo>
                    <a:pt x="1103" y="1362"/>
                  </a:lnTo>
                  <a:lnTo>
                    <a:pt x="587" y="1"/>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g33f68990add_0_5"/>
            <p:cNvSpPr/>
            <p:nvPr/>
          </p:nvSpPr>
          <p:spPr>
            <a:xfrm>
              <a:off x="9941771" y="3920576"/>
              <a:ext cx="54197" cy="87306"/>
            </a:xfrm>
            <a:custGeom>
              <a:rect b="b" l="l" r="r" t="t"/>
              <a:pathLst>
                <a:path extrusionOk="0" h="2012" w="1249">
                  <a:moveTo>
                    <a:pt x="625" y="159"/>
                  </a:moveTo>
                  <a:lnTo>
                    <a:pt x="1103" y="1418"/>
                  </a:lnTo>
                  <a:lnTo>
                    <a:pt x="796" y="1817"/>
                  </a:lnTo>
                  <a:lnTo>
                    <a:pt x="161" y="382"/>
                  </a:lnTo>
                  <a:lnTo>
                    <a:pt x="625" y="159"/>
                  </a:lnTo>
                  <a:close/>
                  <a:moveTo>
                    <a:pt x="662" y="1"/>
                  </a:moveTo>
                  <a:cubicBezTo>
                    <a:pt x="652" y="1"/>
                    <a:pt x="642" y="3"/>
                    <a:pt x="634" y="8"/>
                  </a:cubicBezTo>
                  <a:lnTo>
                    <a:pt x="47" y="289"/>
                  </a:lnTo>
                  <a:cubicBezTo>
                    <a:pt x="14" y="305"/>
                    <a:pt x="1" y="344"/>
                    <a:pt x="15" y="376"/>
                  </a:cubicBezTo>
                  <a:lnTo>
                    <a:pt x="719" y="1972"/>
                  </a:lnTo>
                  <a:cubicBezTo>
                    <a:pt x="728" y="1993"/>
                    <a:pt x="748" y="2008"/>
                    <a:pt x="771" y="2011"/>
                  </a:cubicBezTo>
                  <a:cubicBezTo>
                    <a:pt x="774" y="2011"/>
                    <a:pt x="777" y="2012"/>
                    <a:pt x="779" y="2012"/>
                  </a:cubicBezTo>
                  <a:cubicBezTo>
                    <a:pt x="800" y="2012"/>
                    <a:pt x="819" y="2002"/>
                    <a:pt x="832" y="1986"/>
                  </a:cubicBezTo>
                  <a:lnTo>
                    <a:pt x="1231" y="1470"/>
                  </a:lnTo>
                  <a:cubicBezTo>
                    <a:pt x="1245" y="1451"/>
                    <a:pt x="1249" y="1427"/>
                    <a:pt x="1240" y="1405"/>
                  </a:cubicBezTo>
                  <a:lnTo>
                    <a:pt x="725" y="44"/>
                  </a:lnTo>
                  <a:cubicBezTo>
                    <a:pt x="718" y="27"/>
                    <a:pt x="705" y="12"/>
                    <a:pt x="687" y="6"/>
                  </a:cubicBezTo>
                  <a:cubicBezTo>
                    <a:pt x="679" y="3"/>
                    <a:pt x="670" y="1"/>
                    <a:pt x="6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g33f68990add_0_5"/>
            <p:cNvSpPr/>
            <p:nvPr/>
          </p:nvSpPr>
          <p:spPr>
            <a:xfrm>
              <a:off x="9955222" y="3783977"/>
              <a:ext cx="193487" cy="222083"/>
            </a:xfrm>
            <a:custGeom>
              <a:rect b="b" l="l" r="r" t="t"/>
              <a:pathLst>
                <a:path extrusionOk="0" h="5118" w="4459">
                  <a:moveTo>
                    <a:pt x="3661" y="0"/>
                  </a:moveTo>
                  <a:lnTo>
                    <a:pt x="1666" y="563"/>
                  </a:lnTo>
                  <a:cubicBezTo>
                    <a:pt x="1666" y="563"/>
                    <a:pt x="1" y="2933"/>
                    <a:pt x="23" y="3028"/>
                  </a:cubicBezTo>
                  <a:cubicBezTo>
                    <a:pt x="47" y="3121"/>
                    <a:pt x="774" y="5046"/>
                    <a:pt x="939" y="5116"/>
                  </a:cubicBezTo>
                  <a:cubicBezTo>
                    <a:pt x="941" y="5117"/>
                    <a:pt x="943" y="5117"/>
                    <a:pt x="946" y="5117"/>
                  </a:cubicBezTo>
                  <a:cubicBezTo>
                    <a:pt x="1181" y="5117"/>
                    <a:pt x="4413" y="2228"/>
                    <a:pt x="4436" y="2136"/>
                  </a:cubicBezTo>
                  <a:cubicBezTo>
                    <a:pt x="4459" y="2042"/>
                    <a:pt x="3661" y="0"/>
                    <a:pt x="366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g33f68990add_0_5"/>
            <p:cNvSpPr/>
            <p:nvPr/>
          </p:nvSpPr>
          <p:spPr>
            <a:xfrm>
              <a:off x="9952098" y="3781070"/>
              <a:ext cx="199215" cy="227897"/>
            </a:xfrm>
            <a:custGeom>
              <a:rect b="b" l="l" r="r" t="t"/>
              <a:pathLst>
                <a:path extrusionOk="0" h="5252" w="4591">
                  <a:moveTo>
                    <a:pt x="3733" y="0"/>
                  </a:moveTo>
                  <a:cubicBezTo>
                    <a:pt x="3725" y="0"/>
                    <a:pt x="3717" y="2"/>
                    <a:pt x="3709" y="5"/>
                  </a:cubicBezTo>
                  <a:cubicBezTo>
                    <a:pt x="3675" y="19"/>
                    <a:pt x="3659" y="57"/>
                    <a:pt x="3672" y="91"/>
                  </a:cubicBezTo>
                  <a:cubicBezTo>
                    <a:pt x="3961" y="833"/>
                    <a:pt x="4420" y="2044"/>
                    <a:pt x="4443" y="2180"/>
                  </a:cubicBezTo>
                  <a:cubicBezTo>
                    <a:pt x="4237" y="2439"/>
                    <a:pt x="1376" y="4972"/>
                    <a:pt x="1028" y="5113"/>
                  </a:cubicBezTo>
                  <a:cubicBezTo>
                    <a:pt x="869" y="4938"/>
                    <a:pt x="233" y="3327"/>
                    <a:pt x="164" y="3092"/>
                  </a:cubicBezTo>
                  <a:cubicBezTo>
                    <a:pt x="236" y="2913"/>
                    <a:pt x="1193" y="1521"/>
                    <a:pt x="1793" y="668"/>
                  </a:cubicBezTo>
                  <a:cubicBezTo>
                    <a:pt x="1814" y="639"/>
                    <a:pt x="1807" y="597"/>
                    <a:pt x="1776" y="576"/>
                  </a:cubicBezTo>
                  <a:cubicBezTo>
                    <a:pt x="1765" y="568"/>
                    <a:pt x="1752" y="564"/>
                    <a:pt x="1738" y="564"/>
                  </a:cubicBezTo>
                  <a:cubicBezTo>
                    <a:pt x="1718" y="564"/>
                    <a:pt x="1697" y="574"/>
                    <a:pt x="1684" y="593"/>
                  </a:cubicBezTo>
                  <a:cubicBezTo>
                    <a:pt x="0" y="2987"/>
                    <a:pt x="22" y="3074"/>
                    <a:pt x="31" y="3110"/>
                  </a:cubicBezTo>
                  <a:cubicBezTo>
                    <a:pt x="36" y="3130"/>
                    <a:pt x="772" y="5153"/>
                    <a:pt x="985" y="5245"/>
                  </a:cubicBezTo>
                  <a:cubicBezTo>
                    <a:pt x="995" y="5249"/>
                    <a:pt x="1006" y="5252"/>
                    <a:pt x="1018" y="5252"/>
                  </a:cubicBezTo>
                  <a:cubicBezTo>
                    <a:pt x="1044" y="5252"/>
                    <a:pt x="1070" y="5240"/>
                    <a:pt x="1094" y="5228"/>
                  </a:cubicBezTo>
                  <a:cubicBezTo>
                    <a:pt x="1472" y="5041"/>
                    <a:pt x="4527" y="2397"/>
                    <a:pt x="4572" y="2218"/>
                  </a:cubicBezTo>
                  <a:cubicBezTo>
                    <a:pt x="4591" y="2142"/>
                    <a:pt x="4329" y="1410"/>
                    <a:pt x="3795" y="42"/>
                  </a:cubicBezTo>
                  <a:cubicBezTo>
                    <a:pt x="3785" y="16"/>
                    <a:pt x="3760" y="0"/>
                    <a:pt x="37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g33f68990add_0_5"/>
            <p:cNvSpPr/>
            <p:nvPr/>
          </p:nvSpPr>
          <p:spPr>
            <a:xfrm>
              <a:off x="9980780" y="3607935"/>
              <a:ext cx="14059" cy="252284"/>
            </a:xfrm>
            <a:custGeom>
              <a:rect b="b" l="l" r="r" t="t"/>
              <a:pathLst>
                <a:path extrusionOk="0" h="5814" w="324">
                  <a:moveTo>
                    <a:pt x="66" y="0"/>
                  </a:moveTo>
                  <a:cubicBezTo>
                    <a:pt x="29" y="2"/>
                    <a:pt x="1" y="32"/>
                    <a:pt x="2" y="69"/>
                  </a:cubicBezTo>
                  <a:lnTo>
                    <a:pt x="189" y="5749"/>
                  </a:lnTo>
                  <a:cubicBezTo>
                    <a:pt x="190" y="5785"/>
                    <a:pt x="220" y="5813"/>
                    <a:pt x="256" y="5813"/>
                  </a:cubicBezTo>
                  <a:lnTo>
                    <a:pt x="257" y="5813"/>
                  </a:lnTo>
                  <a:cubicBezTo>
                    <a:pt x="294" y="5812"/>
                    <a:pt x="324" y="5781"/>
                    <a:pt x="323" y="5744"/>
                  </a:cubicBezTo>
                  <a:lnTo>
                    <a:pt x="134" y="65"/>
                  </a:lnTo>
                  <a:cubicBezTo>
                    <a:pt x="133" y="29"/>
                    <a:pt x="10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g33f68990add_0_5"/>
            <p:cNvSpPr/>
            <p:nvPr/>
          </p:nvSpPr>
          <p:spPr>
            <a:xfrm>
              <a:off x="9910181" y="3904304"/>
              <a:ext cx="84876" cy="154521"/>
            </a:xfrm>
            <a:custGeom>
              <a:rect b="b" l="l" r="r" t="t"/>
              <a:pathLst>
                <a:path extrusionOk="0" h="3561" w="1956">
                  <a:moveTo>
                    <a:pt x="442" y="155"/>
                  </a:moveTo>
                  <a:lnTo>
                    <a:pt x="1800" y="3145"/>
                  </a:lnTo>
                  <a:lnTo>
                    <a:pt x="1488" y="3388"/>
                  </a:lnTo>
                  <a:lnTo>
                    <a:pt x="162" y="288"/>
                  </a:lnTo>
                  <a:lnTo>
                    <a:pt x="442" y="155"/>
                  </a:lnTo>
                  <a:close/>
                  <a:moveTo>
                    <a:pt x="475" y="0"/>
                  </a:moveTo>
                  <a:cubicBezTo>
                    <a:pt x="465" y="0"/>
                    <a:pt x="455" y="2"/>
                    <a:pt x="446" y="6"/>
                  </a:cubicBezTo>
                  <a:lnTo>
                    <a:pt x="47" y="195"/>
                  </a:lnTo>
                  <a:cubicBezTo>
                    <a:pt x="15" y="210"/>
                    <a:pt x="1" y="248"/>
                    <a:pt x="15" y="281"/>
                  </a:cubicBezTo>
                  <a:lnTo>
                    <a:pt x="1399" y="3519"/>
                  </a:lnTo>
                  <a:cubicBezTo>
                    <a:pt x="1408" y="3538"/>
                    <a:pt x="1424" y="3552"/>
                    <a:pt x="1443" y="3558"/>
                  </a:cubicBezTo>
                  <a:cubicBezTo>
                    <a:pt x="1449" y="3559"/>
                    <a:pt x="1455" y="3561"/>
                    <a:pt x="1461" y="3561"/>
                  </a:cubicBezTo>
                  <a:cubicBezTo>
                    <a:pt x="1475" y="3561"/>
                    <a:pt x="1489" y="3556"/>
                    <a:pt x="1501" y="3546"/>
                  </a:cubicBezTo>
                  <a:lnTo>
                    <a:pt x="1923" y="3217"/>
                  </a:lnTo>
                  <a:cubicBezTo>
                    <a:pt x="1947" y="3198"/>
                    <a:pt x="1955" y="3165"/>
                    <a:pt x="1944" y="3138"/>
                  </a:cubicBezTo>
                  <a:lnTo>
                    <a:pt x="535" y="40"/>
                  </a:lnTo>
                  <a:cubicBezTo>
                    <a:pt x="527" y="23"/>
                    <a:pt x="514" y="11"/>
                    <a:pt x="498" y="4"/>
                  </a:cubicBezTo>
                  <a:cubicBezTo>
                    <a:pt x="490" y="1"/>
                    <a:pt x="482" y="0"/>
                    <a:pt x="4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g33f68990add_0_5"/>
            <p:cNvSpPr/>
            <p:nvPr/>
          </p:nvSpPr>
          <p:spPr>
            <a:xfrm>
              <a:off x="9847263" y="3388848"/>
              <a:ext cx="122237" cy="377862"/>
            </a:xfrm>
            <a:custGeom>
              <a:rect b="b" l="l" r="r" t="t"/>
              <a:pathLst>
                <a:path extrusionOk="0" h="8708" w="2817">
                  <a:moveTo>
                    <a:pt x="273" y="1"/>
                  </a:moveTo>
                  <a:cubicBezTo>
                    <a:pt x="156" y="1"/>
                    <a:pt x="75" y="28"/>
                    <a:pt x="47" y="93"/>
                  </a:cubicBezTo>
                  <a:lnTo>
                    <a:pt x="0" y="8708"/>
                  </a:lnTo>
                  <a:cubicBezTo>
                    <a:pt x="0" y="8708"/>
                    <a:pt x="1432" y="2534"/>
                    <a:pt x="1620" y="2206"/>
                  </a:cubicBezTo>
                  <a:cubicBezTo>
                    <a:pt x="1807" y="1877"/>
                    <a:pt x="2816" y="1150"/>
                    <a:pt x="2723" y="985"/>
                  </a:cubicBezTo>
                  <a:cubicBezTo>
                    <a:pt x="2644" y="846"/>
                    <a:pt x="915" y="1"/>
                    <a:pt x="27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g33f68990add_0_5"/>
            <p:cNvSpPr/>
            <p:nvPr/>
          </p:nvSpPr>
          <p:spPr>
            <a:xfrm>
              <a:off x="9844312" y="3385984"/>
              <a:ext cx="126880" cy="383590"/>
            </a:xfrm>
            <a:custGeom>
              <a:rect b="b" l="l" r="r" t="t"/>
              <a:pathLst>
                <a:path extrusionOk="0" h="8840" w="2924">
                  <a:moveTo>
                    <a:pt x="344" y="133"/>
                  </a:moveTo>
                  <a:cubicBezTo>
                    <a:pt x="944" y="133"/>
                    <a:pt x="2626" y="944"/>
                    <a:pt x="2730" y="1076"/>
                  </a:cubicBezTo>
                  <a:cubicBezTo>
                    <a:pt x="2730" y="1157"/>
                    <a:pt x="2415" y="1446"/>
                    <a:pt x="2206" y="1637"/>
                  </a:cubicBezTo>
                  <a:cubicBezTo>
                    <a:pt x="1954" y="1868"/>
                    <a:pt x="1718" y="2085"/>
                    <a:pt x="1630" y="2239"/>
                  </a:cubicBezTo>
                  <a:cubicBezTo>
                    <a:pt x="1472" y="2515"/>
                    <a:pt x="500" y="6631"/>
                    <a:pt x="138" y="8182"/>
                  </a:cubicBezTo>
                  <a:lnTo>
                    <a:pt x="181" y="177"/>
                  </a:lnTo>
                  <a:cubicBezTo>
                    <a:pt x="201" y="151"/>
                    <a:pt x="246" y="140"/>
                    <a:pt x="281" y="137"/>
                  </a:cubicBezTo>
                  <a:cubicBezTo>
                    <a:pt x="301" y="134"/>
                    <a:pt x="322" y="133"/>
                    <a:pt x="344" y="133"/>
                  </a:cubicBezTo>
                  <a:close/>
                  <a:moveTo>
                    <a:pt x="343" y="1"/>
                  </a:moveTo>
                  <a:cubicBezTo>
                    <a:pt x="330" y="1"/>
                    <a:pt x="317" y="1"/>
                    <a:pt x="305" y="2"/>
                  </a:cubicBezTo>
                  <a:cubicBezTo>
                    <a:pt x="175" y="8"/>
                    <a:pt x="90" y="52"/>
                    <a:pt x="54" y="132"/>
                  </a:cubicBezTo>
                  <a:cubicBezTo>
                    <a:pt x="51" y="141"/>
                    <a:pt x="48" y="150"/>
                    <a:pt x="48" y="159"/>
                  </a:cubicBezTo>
                  <a:lnTo>
                    <a:pt x="2" y="8772"/>
                  </a:lnTo>
                  <a:cubicBezTo>
                    <a:pt x="1" y="8807"/>
                    <a:pt x="27" y="8835"/>
                    <a:pt x="60" y="8839"/>
                  </a:cubicBezTo>
                  <a:cubicBezTo>
                    <a:pt x="63" y="8840"/>
                    <a:pt x="66" y="8840"/>
                    <a:pt x="68" y="8840"/>
                  </a:cubicBezTo>
                  <a:cubicBezTo>
                    <a:pt x="99" y="8840"/>
                    <a:pt x="125" y="8818"/>
                    <a:pt x="132" y="8788"/>
                  </a:cubicBezTo>
                  <a:cubicBezTo>
                    <a:pt x="530" y="7073"/>
                    <a:pt x="1595" y="2567"/>
                    <a:pt x="1745" y="2304"/>
                  </a:cubicBezTo>
                  <a:cubicBezTo>
                    <a:pt x="1823" y="2168"/>
                    <a:pt x="2063" y="1948"/>
                    <a:pt x="2296" y="1735"/>
                  </a:cubicBezTo>
                  <a:cubicBezTo>
                    <a:pt x="2710" y="1354"/>
                    <a:pt x="2923" y="1149"/>
                    <a:pt x="2849" y="1018"/>
                  </a:cubicBezTo>
                  <a:cubicBezTo>
                    <a:pt x="2745" y="838"/>
                    <a:pt x="998" y="1"/>
                    <a:pt x="3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g33f68990add_0_5"/>
            <p:cNvSpPr/>
            <p:nvPr/>
          </p:nvSpPr>
          <p:spPr>
            <a:xfrm>
              <a:off x="9543561" y="2501519"/>
              <a:ext cx="462955" cy="518584"/>
            </a:xfrm>
            <a:custGeom>
              <a:rect b="b" l="l" r="r" t="t"/>
              <a:pathLst>
                <a:path extrusionOk="0" h="11951" w="10669">
                  <a:moveTo>
                    <a:pt x="5334" y="1"/>
                  </a:moveTo>
                  <a:cubicBezTo>
                    <a:pt x="2388" y="1"/>
                    <a:pt x="0" y="2390"/>
                    <a:pt x="0" y="5336"/>
                  </a:cubicBezTo>
                  <a:cubicBezTo>
                    <a:pt x="0" y="7931"/>
                    <a:pt x="1854" y="10093"/>
                    <a:pt x="4311" y="10571"/>
                  </a:cubicBezTo>
                  <a:lnTo>
                    <a:pt x="5376" y="11950"/>
                  </a:lnTo>
                  <a:lnTo>
                    <a:pt x="6402" y="10563"/>
                  </a:lnTo>
                  <a:cubicBezTo>
                    <a:pt x="8837" y="10068"/>
                    <a:pt x="10668" y="7916"/>
                    <a:pt x="10668" y="5336"/>
                  </a:cubicBezTo>
                  <a:cubicBezTo>
                    <a:pt x="10668" y="2390"/>
                    <a:pt x="8280" y="1"/>
                    <a:pt x="53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g33f68990add_0_5"/>
            <p:cNvSpPr/>
            <p:nvPr/>
          </p:nvSpPr>
          <p:spPr>
            <a:xfrm>
              <a:off x="9532843" y="2480214"/>
              <a:ext cx="462998" cy="518540"/>
            </a:xfrm>
            <a:custGeom>
              <a:rect b="b" l="l" r="r" t="t"/>
              <a:pathLst>
                <a:path extrusionOk="0" h="11950" w="10670">
                  <a:moveTo>
                    <a:pt x="5336" y="1"/>
                  </a:moveTo>
                  <a:cubicBezTo>
                    <a:pt x="2390" y="1"/>
                    <a:pt x="1" y="2388"/>
                    <a:pt x="1" y="5336"/>
                  </a:cubicBezTo>
                  <a:cubicBezTo>
                    <a:pt x="1" y="7931"/>
                    <a:pt x="1856" y="10093"/>
                    <a:pt x="4312" y="10570"/>
                  </a:cubicBezTo>
                  <a:lnTo>
                    <a:pt x="5378" y="11949"/>
                  </a:lnTo>
                  <a:lnTo>
                    <a:pt x="6404" y="10563"/>
                  </a:lnTo>
                  <a:cubicBezTo>
                    <a:pt x="8838" y="10067"/>
                    <a:pt x="10669" y="7915"/>
                    <a:pt x="10669" y="5336"/>
                  </a:cubicBezTo>
                  <a:cubicBezTo>
                    <a:pt x="10669" y="2390"/>
                    <a:pt x="8282" y="1"/>
                    <a:pt x="53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g33f68990add_0_5"/>
            <p:cNvSpPr/>
            <p:nvPr/>
          </p:nvSpPr>
          <p:spPr>
            <a:xfrm>
              <a:off x="9529979" y="2477350"/>
              <a:ext cx="468769" cy="524268"/>
            </a:xfrm>
            <a:custGeom>
              <a:rect b="b" l="l" r="r" t="t"/>
              <a:pathLst>
                <a:path extrusionOk="0" h="12082" w="10803">
                  <a:moveTo>
                    <a:pt x="5402" y="133"/>
                  </a:moveTo>
                  <a:cubicBezTo>
                    <a:pt x="8306" y="133"/>
                    <a:pt x="10669" y="2496"/>
                    <a:pt x="10669" y="5402"/>
                  </a:cubicBezTo>
                  <a:cubicBezTo>
                    <a:pt x="10669" y="7896"/>
                    <a:pt x="8898" y="10067"/>
                    <a:pt x="6456" y="10564"/>
                  </a:cubicBezTo>
                  <a:cubicBezTo>
                    <a:pt x="6440" y="10566"/>
                    <a:pt x="6426" y="10575"/>
                    <a:pt x="6416" y="10588"/>
                  </a:cubicBezTo>
                  <a:lnTo>
                    <a:pt x="5443" y="11905"/>
                  </a:lnTo>
                  <a:lnTo>
                    <a:pt x="4430" y="10595"/>
                  </a:lnTo>
                  <a:cubicBezTo>
                    <a:pt x="4421" y="10582"/>
                    <a:pt x="4407" y="10574"/>
                    <a:pt x="4391" y="10571"/>
                  </a:cubicBezTo>
                  <a:cubicBezTo>
                    <a:pt x="1923" y="10091"/>
                    <a:pt x="133" y="7917"/>
                    <a:pt x="133" y="5402"/>
                  </a:cubicBezTo>
                  <a:cubicBezTo>
                    <a:pt x="133" y="2496"/>
                    <a:pt x="2497" y="133"/>
                    <a:pt x="5402" y="133"/>
                  </a:cubicBezTo>
                  <a:close/>
                  <a:moveTo>
                    <a:pt x="5402" y="1"/>
                  </a:moveTo>
                  <a:cubicBezTo>
                    <a:pt x="2424" y="1"/>
                    <a:pt x="1" y="2422"/>
                    <a:pt x="1" y="5400"/>
                  </a:cubicBezTo>
                  <a:cubicBezTo>
                    <a:pt x="1" y="7972"/>
                    <a:pt x="1825" y="10196"/>
                    <a:pt x="4340" y="10696"/>
                  </a:cubicBezTo>
                  <a:lnTo>
                    <a:pt x="5391" y="12055"/>
                  </a:lnTo>
                  <a:cubicBezTo>
                    <a:pt x="5404" y="12072"/>
                    <a:pt x="5423" y="12081"/>
                    <a:pt x="5444" y="12081"/>
                  </a:cubicBezTo>
                  <a:cubicBezTo>
                    <a:pt x="5466" y="12081"/>
                    <a:pt x="5486" y="12072"/>
                    <a:pt x="5498" y="12055"/>
                  </a:cubicBezTo>
                  <a:lnTo>
                    <a:pt x="6508" y="10688"/>
                  </a:lnTo>
                  <a:cubicBezTo>
                    <a:pt x="8997" y="10170"/>
                    <a:pt x="10803" y="7950"/>
                    <a:pt x="10803" y="5400"/>
                  </a:cubicBezTo>
                  <a:cubicBezTo>
                    <a:pt x="10803" y="2422"/>
                    <a:pt x="8380" y="1"/>
                    <a:pt x="5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g33f68990add_0_5"/>
            <p:cNvSpPr/>
            <p:nvPr/>
          </p:nvSpPr>
          <p:spPr>
            <a:xfrm>
              <a:off x="9670093" y="2702643"/>
              <a:ext cx="35582" cy="35538"/>
            </a:xfrm>
            <a:custGeom>
              <a:rect b="b" l="l" r="r" t="t"/>
              <a:pathLst>
                <a:path extrusionOk="0" h="819" w="820">
                  <a:moveTo>
                    <a:pt x="410" y="0"/>
                  </a:moveTo>
                  <a:cubicBezTo>
                    <a:pt x="184" y="0"/>
                    <a:pt x="0" y="184"/>
                    <a:pt x="0" y="409"/>
                  </a:cubicBezTo>
                  <a:cubicBezTo>
                    <a:pt x="0" y="635"/>
                    <a:pt x="184" y="819"/>
                    <a:pt x="410" y="819"/>
                  </a:cubicBezTo>
                  <a:cubicBezTo>
                    <a:pt x="636" y="819"/>
                    <a:pt x="819" y="635"/>
                    <a:pt x="819" y="409"/>
                  </a:cubicBezTo>
                  <a:cubicBezTo>
                    <a:pt x="819" y="184"/>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g33f68990add_0_5"/>
            <p:cNvSpPr/>
            <p:nvPr/>
          </p:nvSpPr>
          <p:spPr>
            <a:xfrm>
              <a:off x="9751843" y="2702643"/>
              <a:ext cx="35538" cy="35538"/>
            </a:xfrm>
            <a:custGeom>
              <a:rect b="b" l="l" r="r" t="t"/>
              <a:pathLst>
                <a:path extrusionOk="0" h="819" w="819">
                  <a:moveTo>
                    <a:pt x="409" y="0"/>
                  </a:moveTo>
                  <a:cubicBezTo>
                    <a:pt x="183" y="0"/>
                    <a:pt x="0" y="184"/>
                    <a:pt x="0" y="409"/>
                  </a:cubicBezTo>
                  <a:cubicBezTo>
                    <a:pt x="0" y="635"/>
                    <a:pt x="183" y="819"/>
                    <a:pt x="409" y="819"/>
                  </a:cubicBezTo>
                  <a:cubicBezTo>
                    <a:pt x="635" y="819"/>
                    <a:pt x="819" y="635"/>
                    <a:pt x="819" y="409"/>
                  </a:cubicBezTo>
                  <a:cubicBezTo>
                    <a:pt x="819" y="184"/>
                    <a:pt x="635"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g33f68990add_0_5"/>
            <p:cNvSpPr/>
            <p:nvPr/>
          </p:nvSpPr>
          <p:spPr>
            <a:xfrm>
              <a:off x="9833551" y="2702643"/>
              <a:ext cx="35582" cy="35538"/>
            </a:xfrm>
            <a:custGeom>
              <a:rect b="b" l="l" r="r" t="t"/>
              <a:pathLst>
                <a:path extrusionOk="0" h="819" w="820">
                  <a:moveTo>
                    <a:pt x="410" y="0"/>
                  </a:moveTo>
                  <a:cubicBezTo>
                    <a:pt x="184" y="0"/>
                    <a:pt x="1" y="184"/>
                    <a:pt x="1" y="409"/>
                  </a:cubicBezTo>
                  <a:cubicBezTo>
                    <a:pt x="1" y="635"/>
                    <a:pt x="184" y="819"/>
                    <a:pt x="410" y="819"/>
                  </a:cubicBezTo>
                  <a:cubicBezTo>
                    <a:pt x="636" y="819"/>
                    <a:pt x="819" y="635"/>
                    <a:pt x="819" y="409"/>
                  </a:cubicBezTo>
                  <a:cubicBezTo>
                    <a:pt x="819" y="184"/>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2" name="Google Shape;1132;g33f68990add_0_5"/>
          <p:cNvGrpSpPr/>
          <p:nvPr/>
        </p:nvGrpSpPr>
        <p:grpSpPr>
          <a:xfrm>
            <a:off x="5369032" y="1568234"/>
            <a:ext cx="1114776" cy="3575069"/>
            <a:chOff x="8502800" y="2625448"/>
            <a:chExt cx="864503" cy="2518009"/>
          </a:xfrm>
        </p:grpSpPr>
        <p:sp>
          <p:nvSpPr>
            <p:cNvPr id="1133" name="Google Shape;1133;g33f68990add_0_5"/>
            <p:cNvSpPr/>
            <p:nvPr/>
          </p:nvSpPr>
          <p:spPr>
            <a:xfrm>
              <a:off x="8803030" y="5010676"/>
              <a:ext cx="196785" cy="129917"/>
            </a:xfrm>
            <a:custGeom>
              <a:rect b="b" l="l" r="r" t="t"/>
              <a:pathLst>
                <a:path extrusionOk="0" h="2994" w="4535">
                  <a:moveTo>
                    <a:pt x="1663" y="1"/>
                  </a:moveTo>
                  <a:lnTo>
                    <a:pt x="1572" y="485"/>
                  </a:lnTo>
                  <a:cubicBezTo>
                    <a:pt x="1572" y="485"/>
                    <a:pt x="485" y="1844"/>
                    <a:pt x="273" y="2056"/>
                  </a:cubicBezTo>
                  <a:cubicBezTo>
                    <a:pt x="61" y="2268"/>
                    <a:pt x="1" y="2993"/>
                    <a:pt x="1" y="2993"/>
                  </a:cubicBezTo>
                  <a:lnTo>
                    <a:pt x="4292" y="2993"/>
                  </a:lnTo>
                  <a:cubicBezTo>
                    <a:pt x="4292" y="2993"/>
                    <a:pt x="4534" y="2056"/>
                    <a:pt x="4504" y="1784"/>
                  </a:cubicBezTo>
                  <a:cubicBezTo>
                    <a:pt x="4474" y="1513"/>
                    <a:pt x="4474" y="726"/>
                    <a:pt x="4474" y="726"/>
                  </a:cubicBezTo>
                  <a:lnTo>
                    <a:pt x="16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g33f68990add_0_5"/>
            <p:cNvSpPr/>
            <p:nvPr/>
          </p:nvSpPr>
          <p:spPr>
            <a:xfrm>
              <a:off x="8800123" y="5007812"/>
              <a:ext cx="202556" cy="135645"/>
            </a:xfrm>
            <a:custGeom>
              <a:rect b="b" l="l" r="r" t="t"/>
              <a:pathLst>
                <a:path extrusionOk="0" h="3126" w="4668">
                  <a:moveTo>
                    <a:pt x="1782" y="150"/>
                  </a:moveTo>
                  <a:lnTo>
                    <a:pt x="4475" y="844"/>
                  </a:lnTo>
                  <a:cubicBezTo>
                    <a:pt x="4475" y="1025"/>
                    <a:pt x="4478" y="1623"/>
                    <a:pt x="4504" y="1858"/>
                  </a:cubicBezTo>
                  <a:cubicBezTo>
                    <a:pt x="4527" y="2058"/>
                    <a:pt x="4380" y="2703"/>
                    <a:pt x="4308" y="2993"/>
                  </a:cubicBezTo>
                  <a:lnTo>
                    <a:pt x="141" y="2993"/>
                  </a:lnTo>
                  <a:cubicBezTo>
                    <a:pt x="167" y="2761"/>
                    <a:pt x="244" y="2313"/>
                    <a:pt x="386" y="2169"/>
                  </a:cubicBezTo>
                  <a:cubicBezTo>
                    <a:pt x="598" y="1958"/>
                    <a:pt x="1646" y="648"/>
                    <a:pt x="1691" y="592"/>
                  </a:cubicBezTo>
                  <a:cubicBezTo>
                    <a:pt x="1698" y="584"/>
                    <a:pt x="1703" y="575"/>
                    <a:pt x="1704" y="563"/>
                  </a:cubicBezTo>
                  <a:lnTo>
                    <a:pt x="1782" y="150"/>
                  </a:lnTo>
                  <a:close/>
                  <a:moveTo>
                    <a:pt x="1729" y="1"/>
                  </a:moveTo>
                  <a:cubicBezTo>
                    <a:pt x="1717" y="1"/>
                    <a:pt x="1705" y="4"/>
                    <a:pt x="1695" y="11"/>
                  </a:cubicBezTo>
                  <a:cubicBezTo>
                    <a:pt x="1679" y="21"/>
                    <a:pt x="1667" y="36"/>
                    <a:pt x="1665" y="55"/>
                  </a:cubicBezTo>
                  <a:lnTo>
                    <a:pt x="1576" y="522"/>
                  </a:lnTo>
                  <a:cubicBezTo>
                    <a:pt x="1465" y="662"/>
                    <a:pt x="488" y="1880"/>
                    <a:pt x="293" y="2076"/>
                  </a:cubicBezTo>
                  <a:cubicBezTo>
                    <a:pt x="70" y="2298"/>
                    <a:pt x="7" y="2977"/>
                    <a:pt x="1" y="3053"/>
                  </a:cubicBezTo>
                  <a:cubicBezTo>
                    <a:pt x="0" y="3072"/>
                    <a:pt x="6" y="3091"/>
                    <a:pt x="18" y="3104"/>
                  </a:cubicBezTo>
                  <a:cubicBezTo>
                    <a:pt x="31" y="3118"/>
                    <a:pt x="49" y="3125"/>
                    <a:pt x="68" y="3125"/>
                  </a:cubicBezTo>
                  <a:lnTo>
                    <a:pt x="4359" y="3125"/>
                  </a:lnTo>
                  <a:cubicBezTo>
                    <a:pt x="4390" y="3125"/>
                    <a:pt x="4416" y="3105"/>
                    <a:pt x="4424" y="3076"/>
                  </a:cubicBezTo>
                  <a:cubicBezTo>
                    <a:pt x="4433" y="3037"/>
                    <a:pt x="4668" y="2123"/>
                    <a:pt x="4637" y="1843"/>
                  </a:cubicBezTo>
                  <a:cubicBezTo>
                    <a:pt x="4607" y="1578"/>
                    <a:pt x="4607" y="801"/>
                    <a:pt x="4607" y="792"/>
                  </a:cubicBezTo>
                  <a:cubicBezTo>
                    <a:pt x="4607" y="763"/>
                    <a:pt x="4586" y="735"/>
                    <a:pt x="4557" y="728"/>
                  </a:cubicBezTo>
                  <a:lnTo>
                    <a:pt x="1747" y="3"/>
                  </a:lnTo>
                  <a:cubicBezTo>
                    <a:pt x="1741" y="2"/>
                    <a:pt x="1735" y="1"/>
                    <a:pt x="17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g33f68990add_0_5"/>
            <p:cNvSpPr/>
            <p:nvPr/>
          </p:nvSpPr>
          <p:spPr>
            <a:xfrm>
              <a:off x="8800123" y="5112778"/>
              <a:ext cx="197913" cy="30678"/>
            </a:xfrm>
            <a:custGeom>
              <a:rect b="b" l="l" r="r" t="t"/>
              <a:pathLst>
                <a:path extrusionOk="0" h="707" w="4561">
                  <a:moveTo>
                    <a:pt x="4410" y="133"/>
                  </a:moveTo>
                  <a:cubicBezTo>
                    <a:pt x="4370" y="321"/>
                    <a:pt x="4328" y="492"/>
                    <a:pt x="4307" y="574"/>
                  </a:cubicBezTo>
                  <a:lnTo>
                    <a:pt x="141" y="574"/>
                  </a:lnTo>
                  <a:cubicBezTo>
                    <a:pt x="153" y="478"/>
                    <a:pt x="177" y="303"/>
                    <a:pt x="219" y="133"/>
                  </a:cubicBezTo>
                  <a:close/>
                  <a:moveTo>
                    <a:pt x="168" y="0"/>
                  </a:moveTo>
                  <a:cubicBezTo>
                    <a:pt x="139" y="0"/>
                    <a:pt x="112" y="20"/>
                    <a:pt x="104" y="49"/>
                  </a:cubicBezTo>
                  <a:cubicBezTo>
                    <a:pt x="29" y="323"/>
                    <a:pt x="3" y="622"/>
                    <a:pt x="1" y="634"/>
                  </a:cubicBezTo>
                  <a:cubicBezTo>
                    <a:pt x="0" y="653"/>
                    <a:pt x="6" y="672"/>
                    <a:pt x="18" y="685"/>
                  </a:cubicBezTo>
                  <a:cubicBezTo>
                    <a:pt x="31" y="699"/>
                    <a:pt x="49" y="706"/>
                    <a:pt x="68" y="706"/>
                  </a:cubicBezTo>
                  <a:lnTo>
                    <a:pt x="4359" y="706"/>
                  </a:lnTo>
                  <a:cubicBezTo>
                    <a:pt x="4390" y="706"/>
                    <a:pt x="4416" y="686"/>
                    <a:pt x="4424" y="657"/>
                  </a:cubicBezTo>
                  <a:cubicBezTo>
                    <a:pt x="4424" y="654"/>
                    <a:pt x="4496" y="374"/>
                    <a:pt x="4557" y="79"/>
                  </a:cubicBezTo>
                  <a:cubicBezTo>
                    <a:pt x="4560" y="59"/>
                    <a:pt x="4555" y="39"/>
                    <a:pt x="4542" y="24"/>
                  </a:cubicBezTo>
                  <a:cubicBezTo>
                    <a:pt x="4529" y="8"/>
                    <a:pt x="4512" y="0"/>
                    <a:pt x="44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g33f68990add_0_5"/>
            <p:cNvSpPr/>
            <p:nvPr/>
          </p:nvSpPr>
          <p:spPr>
            <a:xfrm>
              <a:off x="9132203" y="5010676"/>
              <a:ext cx="196742" cy="129917"/>
            </a:xfrm>
            <a:custGeom>
              <a:rect b="b" l="l" r="r" t="t"/>
              <a:pathLst>
                <a:path extrusionOk="0" h="2994" w="4534">
                  <a:moveTo>
                    <a:pt x="2872" y="1"/>
                  </a:moveTo>
                  <a:lnTo>
                    <a:pt x="61" y="726"/>
                  </a:lnTo>
                  <a:cubicBezTo>
                    <a:pt x="61" y="726"/>
                    <a:pt x="61" y="1513"/>
                    <a:pt x="30" y="1784"/>
                  </a:cubicBezTo>
                  <a:cubicBezTo>
                    <a:pt x="1" y="2056"/>
                    <a:pt x="242" y="2993"/>
                    <a:pt x="242" y="2993"/>
                  </a:cubicBezTo>
                  <a:lnTo>
                    <a:pt x="4533" y="2993"/>
                  </a:lnTo>
                  <a:cubicBezTo>
                    <a:pt x="4533" y="2993"/>
                    <a:pt x="4473" y="2268"/>
                    <a:pt x="4263" y="2056"/>
                  </a:cubicBezTo>
                  <a:cubicBezTo>
                    <a:pt x="4051" y="1844"/>
                    <a:pt x="2962" y="485"/>
                    <a:pt x="2962" y="485"/>
                  </a:cubicBezTo>
                  <a:lnTo>
                    <a:pt x="287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g33f68990add_0_5"/>
            <p:cNvSpPr/>
            <p:nvPr/>
          </p:nvSpPr>
          <p:spPr>
            <a:xfrm>
              <a:off x="9129296" y="5007812"/>
              <a:ext cx="202643" cy="135645"/>
            </a:xfrm>
            <a:custGeom>
              <a:rect b="b" l="l" r="r" t="t"/>
              <a:pathLst>
                <a:path extrusionOk="0" h="3126" w="4670">
                  <a:moveTo>
                    <a:pt x="2887" y="150"/>
                  </a:moveTo>
                  <a:lnTo>
                    <a:pt x="2964" y="563"/>
                  </a:lnTo>
                  <a:cubicBezTo>
                    <a:pt x="2967" y="575"/>
                    <a:pt x="2971" y="584"/>
                    <a:pt x="2977" y="592"/>
                  </a:cubicBezTo>
                  <a:cubicBezTo>
                    <a:pt x="3022" y="648"/>
                    <a:pt x="4070" y="1958"/>
                    <a:pt x="4282" y="2169"/>
                  </a:cubicBezTo>
                  <a:cubicBezTo>
                    <a:pt x="4425" y="2313"/>
                    <a:pt x="4501" y="2761"/>
                    <a:pt x="4528" y="2993"/>
                  </a:cubicBezTo>
                  <a:lnTo>
                    <a:pt x="361" y="2993"/>
                  </a:lnTo>
                  <a:cubicBezTo>
                    <a:pt x="288" y="2703"/>
                    <a:pt x="141" y="2058"/>
                    <a:pt x="164" y="1858"/>
                  </a:cubicBezTo>
                  <a:cubicBezTo>
                    <a:pt x="190" y="1623"/>
                    <a:pt x="195" y="1025"/>
                    <a:pt x="195" y="844"/>
                  </a:cubicBezTo>
                  <a:lnTo>
                    <a:pt x="2887" y="150"/>
                  </a:lnTo>
                  <a:close/>
                  <a:moveTo>
                    <a:pt x="2940" y="1"/>
                  </a:moveTo>
                  <a:cubicBezTo>
                    <a:pt x="2934" y="1"/>
                    <a:pt x="2929" y="2"/>
                    <a:pt x="2923" y="3"/>
                  </a:cubicBezTo>
                  <a:lnTo>
                    <a:pt x="112" y="728"/>
                  </a:lnTo>
                  <a:cubicBezTo>
                    <a:pt x="82" y="735"/>
                    <a:pt x="62" y="763"/>
                    <a:pt x="62" y="792"/>
                  </a:cubicBezTo>
                  <a:cubicBezTo>
                    <a:pt x="62" y="801"/>
                    <a:pt x="61" y="1578"/>
                    <a:pt x="32" y="1843"/>
                  </a:cubicBezTo>
                  <a:cubicBezTo>
                    <a:pt x="0" y="2124"/>
                    <a:pt x="235" y="3037"/>
                    <a:pt x="245" y="3076"/>
                  </a:cubicBezTo>
                  <a:cubicBezTo>
                    <a:pt x="252" y="3105"/>
                    <a:pt x="280" y="3125"/>
                    <a:pt x="309" y="3125"/>
                  </a:cubicBezTo>
                  <a:lnTo>
                    <a:pt x="4602" y="3125"/>
                  </a:lnTo>
                  <a:cubicBezTo>
                    <a:pt x="4619" y="3125"/>
                    <a:pt x="4637" y="3118"/>
                    <a:pt x="4650" y="3104"/>
                  </a:cubicBezTo>
                  <a:cubicBezTo>
                    <a:pt x="4663" y="3091"/>
                    <a:pt x="4669" y="3072"/>
                    <a:pt x="4668" y="3053"/>
                  </a:cubicBezTo>
                  <a:cubicBezTo>
                    <a:pt x="4661" y="2977"/>
                    <a:pt x="4598" y="2298"/>
                    <a:pt x="4376" y="2076"/>
                  </a:cubicBezTo>
                  <a:cubicBezTo>
                    <a:pt x="4180" y="1880"/>
                    <a:pt x="3203" y="662"/>
                    <a:pt x="3092" y="522"/>
                  </a:cubicBezTo>
                  <a:lnTo>
                    <a:pt x="3004" y="55"/>
                  </a:lnTo>
                  <a:cubicBezTo>
                    <a:pt x="3001" y="37"/>
                    <a:pt x="2990" y="21"/>
                    <a:pt x="2975" y="11"/>
                  </a:cubicBezTo>
                  <a:cubicBezTo>
                    <a:pt x="2964" y="4"/>
                    <a:pt x="2952" y="1"/>
                    <a:pt x="29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g33f68990add_0_5"/>
            <p:cNvSpPr/>
            <p:nvPr/>
          </p:nvSpPr>
          <p:spPr>
            <a:xfrm>
              <a:off x="9133982" y="5112778"/>
              <a:ext cx="197957" cy="30678"/>
            </a:xfrm>
            <a:custGeom>
              <a:rect b="b" l="l" r="r" t="t"/>
              <a:pathLst>
                <a:path extrusionOk="0" h="707" w="4562">
                  <a:moveTo>
                    <a:pt x="4341" y="133"/>
                  </a:moveTo>
                  <a:cubicBezTo>
                    <a:pt x="4384" y="303"/>
                    <a:pt x="4408" y="478"/>
                    <a:pt x="4419" y="574"/>
                  </a:cubicBezTo>
                  <a:lnTo>
                    <a:pt x="253" y="574"/>
                  </a:lnTo>
                  <a:cubicBezTo>
                    <a:pt x="233" y="492"/>
                    <a:pt x="192" y="321"/>
                    <a:pt x="152" y="133"/>
                  </a:cubicBezTo>
                  <a:close/>
                  <a:moveTo>
                    <a:pt x="70" y="0"/>
                  </a:moveTo>
                  <a:cubicBezTo>
                    <a:pt x="50" y="0"/>
                    <a:pt x="31" y="8"/>
                    <a:pt x="18" y="24"/>
                  </a:cubicBezTo>
                  <a:cubicBezTo>
                    <a:pt x="6" y="39"/>
                    <a:pt x="0" y="60"/>
                    <a:pt x="5" y="79"/>
                  </a:cubicBezTo>
                  <a:cubicBezTo>
                    <a:pt x="65" y="374"/>
                    <a:pt x="136" y="654"/>
                    <a:pt x="137" y="657"/>
                  </a:cubicBezTo>
                  <a:cubicBezTo>
                    <a:pt x="144" y="686"/>
                    <a:pt x="172" y="706"/>
                    <a:pt x="201" y="706"/>
                  </a:cubicBezTo>
                  <a:lnTo>
                    <a:pt x="4494" y="706"/>
                  </a:lnTo>
                  <a:cubicBezTo>
                    <a:pt x="4511" y="706"/>
                    <a:pt x="4529" y="699"/>
                    <a:pt x="4542" y="685"/>
                  </a:cubicBezTo>
                  <a:cubicBezTo>
                    <a:pt x="4555" y="672"/>
                    <a:pt x="4561" y="653"/>
                    <a:pt x="4560" y="634"/>
                  </a:cubicBezTo>
                  <a:cubicBezTo>
                    <a:pt x="4559" y="622"/>
                    <a:pt x="4533" y="323"/>
                    <a:pt x="4457" y="49"/>
                  </a:cubicBezTo>
                  <a:cubicBezTo>
                    <a:pt x="4449" y="20"/>
                    <a:pt x="4423" y="0"/>
                    <a:pt x="43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g33f68990add_0_5"/>
            <p:cNvSpPr/>
            <p:nvPr/>
          </p:nvSpPr>
          <p:spPr>
            <a:xfrm>
              <a:off x="8872545" y="4050710"/>
              <a:ext cx="386931" cy="991519"/>
            </a:xfrm>
            <a:custGeom>
              <a:rect b="b" l="l" r="r" t="t"/>
              <a:pathLst>
                <a:path extrusionOk="0" h="22850" w="8917">
                  <a:moveTo>
                    <a:pt x="4352" y="1"/>
                  </a:moveTo>
                  <a:lnTo>
                    <a:pt x="1" y="907"/>
                  </a:lnTo>
                  <a:lnTo>
                    <a:pt x="302" y="13451"/>
                  </a:lnTo>
                  <a:lnTo>
                    <a:pt x="454" y="21338"/>
                  </a:lnTo>
                  <a:lnTo>
                    <a:pt x="31" y="21702"/>
                  </a:lnTo>
                  <a:lnTo>
                    <a:pt x="61" y="22124"/>
                  </a:lnTo>
                  <a:lnTo>
                    <a:pt x="2872" y="22849"/>
                  </a:lnTo>
                  <a:cubicBezTo>
                    <a:pt x="2872" y="22849"/>
                    <a:pt x="2932" y="21731"/>
                    <a:pt x="2962" y="21580"/>
                  </a:cubicBezTo>
                  <a:cubicBezTo>
                    <a:pt x="2993" y="21429"/>
                    <a:pt x="2872" y="20794"/>
                    <a:pt x="2872" y="20673"/>
                  </a:cubicBezTo>
                  <a:cubicBezTo>
                    <a:pt x="2872" y="20553"/>
                    <a:pt x="3809" y="10247"/>
                    <a:pt x="3809" y="10247"/>
                  </a:cubicBezTo>
                  <a:lnTo>
                    <a:pt x="4171" y="4534"/>
                  </a:lnTo>
                  <a:lnTo>
                    <a:pt x="4459" y="4462"/>
                  </a:lnTo>
                  <a:lnTo>
                    <a:pt x="4745" y="4534"/>
                  </a:lnTo>
                  <a:lnTo>
                    <a:pt x="5108" y="10247"/>
                  </a:lnTo>
                  <a:cubicBezTo>
                    <a:pt x="5108" y="10247"/>
                    <a:pt x="6045" y="20553"/>
                    <a:pt x="6045" y="20673"/>
                  </a:cubicBezTo>
                  <a:cubicBezTo>
                    <a:pt x="6045" y="20794"/>
                    <a:pt x="5925" y="21429"/>
                    <a:pt x="5954" y="21580"/>
                  </a:cubicBezTo>
                  <a:cubicBezTo>
                    <a:pt x="5985" y="21731"/>
                    <a:pt x="6045" y="22849"/>
                    <a:pt x="6045" y="22849"/>
                  </a:cubicBezTo>
                  <a:lnTo>
                    <a:pt x="8856" y="22124"/>
                  </a:lnTo>
                  <a:lnTo>
                    <a:pt x="8886" y="21702"/>
                  </a:lnTo>
                  <a:lnTo>
                    <a:pt x="8462" y="21338"/>
                  </a:lnTo>
                  <a:lnTo>
                    <a:pt x="8614" y="13451"/>
                  </a:lnTo>
                  <a:lnTo>
                    <a:pt x="8917" y="907"/>
                  </a:lnTo>
                  <a:lnTo>
                    <a:pt x="456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g33f68990add_0_5"/>
            <p:cNvSpPr/>
            <p:nvPr/>
          </p:nvSpPr>
          <p:spPr>
            <a:xfrm>
              <a:off x="8869637" y="4047846"/>
              <a:ext cx="392702" cy="997290"/>
            </a:xfrm>
            <a:custGeom>
              <a:rect b="b" l="l" r="r" t="t"/>
              <a:pathLst>
                <a:path extrusionOk="0" h="22983" w="9050">
                  <a:moveTo>
                    <a:pt x="4624" y="133"/>
                  </a:moveTo>
                  <a:lnTo>
                    <a:pt x="8915" y="1027"/>
                  </a:lnTo>
                  <a:lnTo>
                    <a:pt x="8615" y="13514"/>
                  </a:lnTo>
                  <a:lnTo>
                    <a:pt x="8463" y="21403"/>
                  </a:lnTo>
                  <a:cubicBezTo>
                    <a:pt x="8463" y="21423"/>
                    <a:pt x="8471" y="21442"/>
                    <a:pt x="8487" y="21455"/>
                  </a:cubicBezTo>
                  <a:lnTo>
                    <a:pt x="8884" y="21796"/>
                  </a:lnTo>
                  <a:lnTo>
                    <a:pt x="8859" y="22138"/>
                  </a:lnTo>
                  <a:lnTo>
                    <a:pt x="6174" y="22831"/>
                  </a:lnTo>
                  <a:cubicBezTo>
                    <a:pt x="6160" y="22569"/>
                    <a:pt x="6112" y="21764"/>
                    <a:pt x="6086" y="21633"/>
                  </a:cubicBezTo>
                  <a:cubicBezTo>
                    <a:pt x="6070" y="21549"/>
                    <a:pt x="6113" y="21242"/>
                    <a:pt x="6143" y="21039"/>
                  </a:cubicBezTo>
                  <a:cubicBezTo>
                    <a:pt x="6163" y="20899"/>
                    <a:pt x="6179" y="20788"/>
                    <a:pt x="6179" y="20739"/>
                  </a:cubicBezTo>
                  <a:cubicBezTo>
                    <a:pt x="6179" y="20616"/>
                    <a:pt x="5279" y="10727"/>
                    <a:pt x="5241" y="10308"/>
                  </a:cubicBezTo>
                  <a:lnTo>
                    <a:pt x="4878" y="4596"/>
                  </a:lnTo>
                  <a:cubicBezTo>
                    <a:pt x="4877" y="4567"/>
                    <a:pt x="4857" y="4543"/>
                    <a:pt x="4829" y="4535"/>
                  </a:cubicBezTo>
                  <a:lnTo>
                    <a:pt x="4541" y="4464"/>
                  </a:lnTo>
                  <a:cubicBezTo>
                    <a:pt x="4536" y="4462"/>
                    <a:pt x="4530" y="4462"/>
                    <a:pt x="4526" y="4462"/>
                  </a:cubicBezTo>
                  <a:cubicBezTo>
                    <a:pt x="4520" y="4462"/>
                    <a:pt x="4515" y="4462"/>
                    <a:pt x="4509" y="4463"/>
                  </a:cubicBezTo>
                  <a:lnTo>
                    <a:pt x="4222" y="4535"/>
                  </a:lnTo>
                  <a:cubicBezTo>
                    <a:pt x="4194" y="4543"/>
                    <a:pt x="4173" y="4566"/>
                    <a:pt x="4172" y="4596"/>
                  </a:cubicBezTo>
                  <a:lnTo>
                    <a:pt x="3809" y="10307"/>
                  </a:lnTo>
                  <a:cubicBezTo>
                    <a:pt x="3771" y="10727"/>
                    <a:pt x="2872" y="20616"/>
                    <a:pt x="2872" y="20739"/>
                  </a:cubicBezTo>
                  <a:cubicBezTo>
                    <a:pt x="2872" y="20788"/>
                    <a:pt x="2888" y="20899"/>
                    <a:pt x="2908" y="21039"/>
                  </a:cubicBezTo>
                  <a:cubicBezTo>
                    <a:pt x="2937" y="21242"/>
                    <a:pt x="2981" y="21549"/>
                    <a:pt x="2964" y="21633"/>
                  </a:cubicBezTo>
                  <a:cubicBezTo>
                    <a:pt x="2938" y="21764"/>
                    <a:pt x="2891" y="22569"/>
                    <a:pt x="2876" y="22831"/>
                  </a:cubicBezTo>
                  <a:lnTo>
                    <a:pt x="191" y="22138"/>
                  </a:lnTo>
                  <a:lnTo>
                    <a:pt x="166" y="21796"/>
                  </a:lnTo>
                  <a:lnTo>
                    <a:pt x="563" y="21455"/>
                  </a:lnTo>
                  <a:cubicBezTo>
                    <a:pt x="579" y="21442"/>
                    <a:pt x="587" y="21423"/>
                    <a:pt x="587" y="21403"/>
                  </a:cubicBezTo>
                  <a:lnTo>
                    <a:pt x="436" y="13514"/>
                  </a:lnTo>
                  <a:lnTo>
                    <a:pt x="135" y="1027"/>
                  </a:lnTo>
                  <a:lnTo>
                    <a:pt x="4426" y="133"/>
                  </a:lnTo>
                  <a:close/>
                  <a:moveTo>
                    <a:pt x="4419" y="1"/>
                  </a:moveTo>
                  <a:cubicBezTo>
                    <a:pt x="4416" y="1"/>
                    <a:pt x="4411" y="1"/>
                    <a:pt x="4406" y="2"/>
                  </a:cubicBezTo>
                  <a:lnTo>
                    <a:pt x="53" y="908"/>
                  </a:lnTo>
                  <a:cubicBezTo>
                    <a:pt x="23" y="915"/>
                    <a:pt x="0" y="943"/>
                    <a:pt x="1" y="975"/>
                  </a:cubicBezTo>
                  <a:lnTo>
                    <a:pt x="303" y="13518"/>
                  </a:lnTo>
                  <a:lnTo>
                    <a:pt x="455" y="21375"/>
                  </a:lnTo>
                  <a:lnTo>
                    <a:pt x="55" y="21717"/>
                  </a:lnTo>
                  <a:cubicBezTo>
                    <a:pt x="39" y="21731"/>
                    <a:pt x="30" y="21751"/>
                    <a:pt x="32" y="21772"/>
                  </a:cubicBezTo>
                  <a:lnTo>
                    <a:pt x="62" y="22195"/>
                  </a:lnTo>
                  <a:cubicBezTo>
                    <a:pt x="64" y="22224"/>
                    <a:pt x="84" y="22248"/>
                    <a:pt x="111" y="22255"/>
                  </a:cubicBezTo>
                  <a:lnTo>
                    <a:pt x="2923" y="22980"/>
                  </a:lnTo>
                  <a:cubicBezTo>
                    <a:pt x="2928" y="22982"/>
                    <a:pt x="2933" y="22982"/>
                    <a:pt x="2939" y="22982"/>
                  </a:cubicBezTo>
                  <a:cubicBezTo>
                    <a:pt x="2953" y="22982"/>
                    <a:pt x="2966" y="22978"/>
                    <a:pt x="2978" y="22970"/>
                  </a:cubicBezTo>
                  <a:cubicBezTo>
                    <a:pt x="2994" y="22958"/>
                    <a:pt x="3004" y="22939"/>
                    <a:pt x="3005" y="22919"/>
                  </a:cubicBezTo>
                  <a:cubicBezTo>
                    <a:pt x="3022" y="22610"/>
                    <a:pt x="3070" y="21779"/>
                    <a:pt x="3094" y="21660"/>
                  </a:cubicBezTo>
                  <a:cubicBezTo>
                    <a:pt x="3114" y="21561"/>
                    <a:pt x="3083" y="21323"/>
                    <a:pt x="3040" y="21021"/>
                  </a:cubicBezTo>
                  <a:cubicBezTo>
                    <a:pt x="3022" y="20897"/>
                    <a:pt x="3005" y="20780"/>
                    <a:pt x="3005" y="20741"/>
                  </a:cubicBezTo>
                  <a:cubicBezTo>
                    <a:pt x="3010" y="20574"/>
                    <a:pt x="3933" y="10421"/>
                    <a:pt x="3942" y="10316"/>
                  </a:cubicBezTo>
                  <a:lnTo>
                    <a:pt x="4302" y="4653"/>
                  </a:lnTo>
                  <a:lnTo>
                    <a:pt x="4526" y="4597"/>
                  </a:lnTo>
                  <a:lnTo>
                    <a:pt x="4749" y="4653"/>
                  </a:lnTo>
                  <a:lnTo>
                    <a:pt x="5109" y="10319"/>
                  </a:lnTo>
                  <a:cubicBezTo>
                    <a:pt x="5118" y="10421"/>
                    <a:pt x="6041" y="20574"/>
                    <a:pt x="6046" y="20739"/>
                  </a:cubicBezTo>
                  <a:cubicBezTo>
                    <a:pt x="6046" y="20780"/>
                    <a:pt x="6029" y="20897"/>
                    <a:pt x="6012" y="21021"/>
                  </a:cubicBezTo>
                  <a:cubicBezTo>
                    <a:pt x="5968" y="21322"/>
                    <a:pt x="5937" y="21561"/>
                    <a:pt x="5956" y="21659"/>
                  </a:cubicBezTo>
                  <a:cubicBezTo>
                    <a:pt x="5981" y="21779"/>
                    <a:pt x="6029" y="22610"/>
                    <a:pt x="6046" y="22919"/>
                  </a:cubicBezTo>
                  <a:cubicBezTo>
                    <a:pt x="6047" y="22939"/>
                    <a:pt x="6057" y="22958"/>
                    <a:pt x="6073" y="22970"/>
                  </a:cubicBezTo>
                  <a:cubicBezTo>
                    <a:pt x="6084" y="22978"/>
                    <a:pt x="6098" y="22981"/>
                    <a:pt x="6112" y="22981"/>
                  </a:cubicBezTo>
                  <a:cubicBezTo>
                    <a:pt x="6118" y="22981"/>
                    <a:pt x="6123" y="22981"/>
                    <a:pt x="6129" y="22980"/>
                  </a:cubicBezTo>
                  <a:lnTo>
                    <a:pt x="8939" y="22255"/>
                  </a:lnTo>
                  <a:cubicBezTo>
                    <a:pt x="8967" y="22248"/>
                    <a:pt x="8987" y="22223"/>
                    <a:pt x="8988" y="22195"/>
                  </a:cubicBezTo>
                  <a:lnTo>
                    <a:pt x="9019" y="21772"/>
                  </a:lnTo>
                  <a:cubicBezTo>
                    <a:pt x="9020" y="21751"/>
                    <a:pt x="9012" y="21731"/>
                    <a:pt x="8996" y="21717"/>
                  </a:cubicBezTo>
                  <a:lnTo>
                    <a:pt x="8597" y="21375"/>
                  </a:lnTo>
                  <a:lnTo>
                    <a:pt x="8747" y="13518"/>
                  </a:lnTo>
                  <a:lnTo>
                    <a:pt x="9050" y="975"/>
                  </a:lnTo>
                  <a:cubicBezTo>
                    <a:pt x="9050" y="943"/>
                    <a:pt x="9029" y="915"/>
                    <a:pt x="8997" y="908"/>
                  </a:cubicBezTo>
                  <a:lnTo>
                    <a:pt x="4644" y="2"/>
                  </a:lnTo>
                  <a:cubicBezTo>
                    <a:pt x="4640" y="1"/>
                    <a:pt x="4636" y="1"/>
                    <a:pt x="46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g33f68990add_0_5"/>
            <p:cNvSpPr/>
            <p:nvPr/>
          </p:nvSpPr>
          <p:spPr>
            <a:xfrm>
              <a:off x="8504015" y="3559639"/>
              <a:ext cx="362024" cy="340544"/>
            </a:xfrm>
            <a:custGeom>
              <a:rect b="b" l="l" r="r" t="t"/>
              <a:pathLst>
                <a:path extrusionOk="0" h="7848" w="8343">
                  <a:moveTo>
                    <a:pt x="1917" y="0"/>
                  </a:moveTo>
                  <a:cubicBezTo>
                    <a:pt x="1810" y="0"/>
                    <a:pt x="1742" y="120"/>
                    <a:pt x="1874" y="347"/>
                  </a:cubicBezTo>
                  <a:cubicBezTo>
                    <a:pt x="2086" y="710"/>
                    <a:pt x="2479" y="920"/>
                    <a:pt x="2479" y="920"/>
                  </a:cubicBezTo>
                  <a:cubicBezTo>
                    <a:pt x="2479" y="920"/>
                    <a:pt x="1452" y="891"/>
                    <a:pt x="1300" y="831"/>
                  </a:cubicBezTo>
                  <a:cubicBezTo>
                    <a:pt x="1174" y="780"/>
                    <a:pt x="605" y="350"/>
                    <a:pt x="316" y="350"/>
                  </a:cubicBezTo>
                  <a:cubicBezTo>
                    <a:pt x="258" y="350"/>
                    <a:pt x="212" y="367"/>
                    <a:pt x="182" y="407"/>
                  </a:cubicBezTo>
                  <a:cubicBezTo>
                    <a:pt x="0" y="650"/>
                    <a:pt x="393" y="951"/>
                    <a:pt x="484" y="1163"/>
                  </a:cubicBezTo>
                  <a:cubicBezTo>
                    <a:pt x="575" y="1375"/>
                    <a:pt x="1390" y="1918"/>
                    <a:pt x="2117" y="2341"/>
                  </a:cubicBezTo>
                  <a:cubicBezTo>
                    <a:pt x="2842" y="2765"/>
                    <a:pt x="3597" y="3067"/>
                    <a:pt x="3597" y="3067"/>
                  </a:cubicBezTo>
                  <a:cubicBezTo>
                    <a:pt x="3597" y="3067"/>
                    <a:pt x="5984" y="6996"/>
                    <a:pt x="6377" y="7328"/>
                  </a:cubicBezTo>
                  <a:cubicBezTo>
                    <a:pt x="6665" y="7572"/>
                    <a:pt x="7066" y="7847"/>
                    <a:pt x="7343" y="7847"/>
                  </a:cubicBezTo>
                  <a:cubicBezTo>
                    <a:pt x="7445" y="7847"/>
                    <a:pt x="7529" y="7810"/>
                    <a:pt x="7586" y="7721"/>
                  </a:cubicBezTo>
                  <a:cubicBezTo>
                    <a:pt x="7798" y="7389"/>
                    <a:pt x="8251" y="6301"/>
                    <a:pt x="8251" y="6301"/>
                  </a:cubicBezTo>
                  <a:lnTo>
                    <a:pt x="8342" y="3943"/>
                  </a:lnTo>
                  <a:lnTo>
                    <a:pt x="6348" y="3218"/>
                  </a:lnTo>
                  <a:lnTo>
                    <a:pt x="6045" y="4457"/>
                  </a:lnTo>
                  <a:lnTo>
                    <a:pt x="4141" y="2281"/>
                  </a:lnTo>
                  <a:cubicBezTo>
                    <a:pt x="4141" y="2281"/>
                    <a:pt x="3990" y="1253"/>
                    <a:pt x="3869" y="1132"/>
                  </a:cubicBezTo>
                  <a:cubicBezTo>
                    <a:pt x="3748" y="1012"/>
                    <a:pt x="3295" y="800"/>
                    <a:pt x="2992" y="648"/>
                  </a:cubicBezTo>
                  <a:cubicBezTo>
                    <a:pt x="2690" y="498"/>
                    <a:pt x="2267" y="377"/>
                    <a:pt x="2117" y="135"/>
                  </a:cubicBezTo>
                  <a:cubicBezTo>
                    <a:pt x="2060" y="44"/>
                    <a:pt x="1981" y="0"/>
                    <a:pt x="191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g33f68990add_0_5"/>
            <p:cNvSpPr/>
            <p:nvPr/>
          </p:nvSpPr>
          <p:spPr>
            <a:xfrm>
              <a:off x="8502800" y="3556776"/>
              <a:ext cx="366146" cy="346272"/>
            </a:xfrm>
            <a:custGeom>
              <a:rect b="b" l="l" r="r" t="t"/>
              <a:pathLst>
                <a:path extrusionOk="0" h="7980" w="8438">
                  <a:moveTo>
                    <a:pt x="1945" y="133"/>
                  </a:moveTo>
                  <a:cubicBezTo>
                    <a:pt x="1984" y="133"/>
                    <a:pt x="2042" y="163"/>
                    <a:pt x="2088" y="236"/>
                  </a:cubicBezTo>
                  <a:cubicBezTo>
                    <a:pt x="2211" y="434"/>
                    <a:pt x="2482" y="550"/>
                    <a:pt x="2745" y="663"/>
                  </a:cubicBezTo>
                  <a:cubicBezTo>
                    <a:pt x="2830" y="700"/>
                    <a:pt x="2915" y="736"/>
                    <a:pt x="2992" y="775"/>
                  </a:cubicBezTo>
                  <a:lnTo>
                    <a:pt x="3144" y="850"/>
                  </a:lnTo>
                  <a:cubicBezTo>
                    <a:pt x="3418" y="984"/>
                    <a:pt x="3756" y="1152"/>
                    <a:pt x="3851" y="1246"/>
                  </a:cubicBezTo>
                  <a:cubicBezTo>
                    <a:pt x="3916" y="1311"/>
                    <a:pt x="4033" y="1873"/>
                    <a:pt x="4104" y="2357"/>
                  </a:cubicBezTo>
                  <a:cubicBezTo>
                    <a:pt x="4105" y="2370"/>
                    <a:pt x="4111" y="2381"/>
                    <a:pt x="4119" y="2391"/>
                  </a:cubicBezTo>
                  <a:lnTo>
                    <a:pt x="6023" y="4567"/>
                  </a:lnTo>
                  <a:cubicBezTo>
                    <a:pt x="6036" y="4581"/>
                    <a:pt x="6054" y="4590"/>
                    <a:pt x="6073" y="4590"/>
                  </a:cubicBezTo>
                  <a:cubicBezTo>
                    <a:pt x="6079" y="4590"/>
                    <a:pt x="6084" y="4589"/>
                    <a:pt x="6089" y="4588"/>
                  </a:cubicBezTo>
                  <a:cubicBezTo>
                    <a:pt x="6113" y="4582"/>
                    <a:pt x="6132" y="4563"/>
                    <a:pt x="6138" y="4538"/>
                  </a:cubicBezTo>
                  <a:lnTo>
                    <a:pt x="6423" y="3372"/>
                  </a:lnTo>
                  <a:lnTo>
                    <a:pt x="8303" y="4055"/>
                  </a:lnTo>
                  <a:lnTo>
                    <a:pt x="8214" y="6352"/>
                  </a:lnTo>
                  <a:cubicBezTo>
                    <a:pt x="8166" y="6467"/>
                    <a:pt x="7754" y="7445"/>
                    <a:pt x="7559" y="7752"/>
                  </a:cubicBezTo>
                  <a:cubicBezTo>
                    <a:pt x="7526" y="7804"/>
                    <a:pt x="7479" y="7834"/>
                    <a:pt x="7417" y="7844"/>
                  </a:cubicBezTo>
                  <a:cubicBezTo>
                    <a:pt x="7402" y="7846"/>
                    <a:pt x="7387" y="7847"/>
                    <a:pt x="7372" y="7847"/>
                  </a:cubicBezTo>
                  <a:cubicBezTo>
                    <a:pt x="7165" y="7847"/>
                    <a:pt x="6826" y="7662"/>
                    <a:pt x="6449" y="7343"/>
                  </a:cubicBezTo>
                  <a:cubicBezTo>
                    <a:pt x="6145" y="7085"/>
                    <a:pt x="4506" y="4454"/>
                    <a:pt x="3683" y="3098"/>
                  </a:cubicBezTo>
                  <a:cubicBezTo>
                    <a:pt x="3674" y="3085"/>
                    <a:pt x="3664" y="3076"/>
                    <a:pt x="3650" y="3071"/>
                  </a:cubicBezTo>
                  <a:cubicBezTo>
                    <a:pt x="3643" y="3068"/>
                    <a:pt x="2890" y="2766"/>
                    <a:pt x="2178" y="2351"/>
                  </a:cubicBezTo>
                  <a:cubicBezTo>
                    <a:pt x="1318" y="1849"/>
                    <a:pt x="643" y="1366"/>
                    <a:pt x="573" y="1203"/>
                  </a:cubicBezTo>
                  <a:cubicBezTo>
                    <a:pt x="542" y="1130"/>
                    <a:pt x="484" y="1054"/>
                    <a:pt x="422" y="972"/>
                  </a:cubicBezTo>
                  <a:cubicBezTo>
                    <a:pt x="273" y="778"/>
                    <a:pt x="175" y="632"/>
                    <a:pt x="264" y="513"/>
                  </a:cubicBezTo>
                  <a:cubicBezTo>
                    <a:pt x="280" y="491"/>
                    <a:pt x="308" y="480"/>
                    <a:pt x="346" y="480"/>
                  </a:cubicBezTo>
                  <a:cubicBezTo>
                    <a:pt x="529" y="480"/>
                    <a:pt x="913" y="721"/>
                    <a:pt x="1095" y="836"/>
                  </a:cubicBezTo>
                  <a:cubicBezTo>
                    <a:pt x="1192" y="897"/>
                    <a:pt x="1262" y="942"/>
                    <a:pt x="1303" y="958"/>
                  </a:cubicBezTo>
                  <a:cubicBezTo>
                    <a:pt x="1461" y="1021"/>
                    <a:pt x="2399" y="1050"/>
                    <a:pt x="2506" y="1053"/>
                  </a:cubicBezTo>
                  <a:cubicBezTo>
                    <a:pt x="2534" y="1052"/>
                    <a:pt x="2563" y="1034"/>
                    <a:pt x="2572" y="1004"/>
                  </a:cubicBezTo>
                  <a:cubicBezTo>
                    <a:pt x="2579" y="975"/>
                    <a:pt x="2566" y="943"/>
                    <a:pt x="2539" y="928"/>
                  </a:cubicBezTo>
                  <a:cubicBezTo>
                    <a:pt x="2535" y="926"/>
                    <a:pt x="2159" y="720"/>
                    <a:pt x="1960" y="380"/>
                  </a:cubicBezTo>
                  <a:cubicBezTo>
                    <a:pt x="1876" y="235"/>
                    <a:pt x="1889" y="157"/>
                    <a:pt x="1919" y="139"/>
                  </a:cubicBezTo>
                  <a:cubicBezTo>
                    <a:pt x="1926" y="135"/>
                    <a:pt x="1935" y="133"/>
                    <a:pt x="1945" y="133"/>
                  </a:cubicBezTo>
                  <a:close/>
                  <a:moveTo>
                    <a:pt x="1944" y="0"/>
                  </a:moveTo>
                  <a:cubicBezTo>
                    <a:pt x="1909" y="0"/>
                    <a:pt x="1877" y="9"/>
                    <a:pt x="1850" y="25"/>
                  </a:cubicBezTo>
                  <a:cubicBezTo>
                    <a:pt x="1760" y="79"/>
                    <a:pt x="1712" y="219"/>
                    <a:pt x="1845" y="446"/>
                  </a:cubicBezTo>
                  <a:cubicBezTo>
                    <a:pt x="1965" y="652"/>
                    <a:pt x="2139" y="810"/>
                    <a:pt x="2274" y="912"/>
                  </a:cubicBezTo>
                  <a:cubicBezTo>
                    <a:pt x="1895" y="897"/>
                    <a:pt x="1436" y="868"/>
                    <a:pt x="1353" y="834"/>
                  </a:cubicBezTo>
                  <a:cubicBezTo>
                    <a:pt x="1322" y="822"/>
                    <a:pt x="1245" y="775"/>
                    <a:pt x="1165" y="724"/>
                  </a:cubicBezTo>
                  <a:cubicBezTo>
                    <a:pt x="916" y="568"/>
                    <a:pt x="572" y="351"/>
                    <a:pt x="341" y="351"/>
                  </a:cubicBezTo>
                  <a:cubicBezTo>
                    <a:pt x="265" y="351"/>
                    <a:pt x="201" y="375"/>
                    <a:pt x="157" y="433"/>
                  </a:cubicBezTo>
                  <a:cubicBezTo>
                    <a:pt x="1" y="641"/>
                    <a:pt x="176" y="869"/>
                    <a:pt x="317" y="1054"/>
                  </a:cubicBezTo>
                  <a:cubicBezTo>
                    <a:pt x="374" y="1127"/>
                    <a:pt x="427" y="1197"/>
                    <a:pt x="450" y="1255"/>
                  </a:cubicBezTo>
                  <a:cubicBezTo>
                    <a:pt x="585" y="1569"/>
                    <a:pt x="1955" y="2374"/>
                    <a:pt x="2110" y="2464"/>
                  </a:cubicBezTo>
                  <a:cubicBezTo>
                    <a:pt x="2766" y="2846"/>
                    <a:pt x="3453" y="3134"/>
                    <a:pt x="3580" y="3186"/>
                  </a:cubicBezTo>
                  <a:cubicBezTo>
                    <a:pt x="3780" y="3515"/>
                    <a:pt x="5976" y="7117"/>
                    <a:pt x="6362" y="7445"/>
                  </a:cubicBezTo>
                  <a:cubicBezTo>
                    <a:pt x="6606" y="7650"/>
                    <a:pt x="7045" y="7980"/>
                    <a:pt x="7372" y="7980"/>
                  </a:cubicBezTo>
                  <a:cubicBezTo>
                    <a:pt x="7394" y="7980"/>
                    <a:pt x="7415" y="7978"/>
                    <a:pt x="7437" y="7975"/>
                  </a:cubicBezTo>
                  <a:cubicBezTo>
                    <a:pt x="7537" y="7960"/>
                    <a:pt x="7617" y="7908"/>
                    <a:pt x="7671" y="7823"/>
                  </a:cubicBezTo>
                  <a:cubicBezTo>
                    <a:pt x="7883" y="7489"/>
                    <a:pt x="8323" y="6436"/>
                    <a:pt x="8341" y="6392"/>
                  </a:cubicBezTo>
                  <a:cubicBezTo>
                    <a:pt x="8344" y="6385"/>
                    <a:pt x="8345" y="6377"/>
                    <a:pt x="8347" y="6368"/>
                  </a:cubicBezTo>
                  <a:lnTo>
                    <a:pt x="8437" y="4012"/>
                  </a:lnTo>
                  <a:cubicBezTo>
                    <a:pt x="8438" y="3982"/>
                    <a:pt x="8420" y="3956"/>
                    <a:pt x="8393" y="3947"/>
                  </a:cubicBezTo>
                  <a:lnTo>
                    <a:pt x="6398" y="3221"/>
                  </a:lnTo>
                  <a:cubicBezTo>
                    <a:pt x="6390" y="3218"/>
                    <a:pt x="6383" y="3217"/>
                    <a:pt x="6375" y="3217"/>
                  </a:cubicBezTo>
                  <a:cubicBezTo>
                    <a:pt x="6364" y="3217"/>
                    <a:pt x="6354" y="3220"/>
                    <a:pt x="6345" y="3225"/>
                  </a:cubicBezTo>
                  <a:cubicBezTo>
                    <a:pt x="6327" y="3233"/>
                    <a:pt x="6315" y="3250"/>
                    <a:pt x="6312" y="3268"/>
                  </a:cubicBezTo>
                  <a:lnTo>
                    <a:pt x="6040" y="4383"/>
                  </a:lnTo>
                  <a:lnTo>
                    <a:pt x="4232" y="2317"/>
                  </a:lnTo>
                  <a:cubicBezTo>
                    <a:pt x="4193" y="2051"/>
                    <a:pt x="4067" y="1275"/>
                    <a:pt x="3944" y="1151"/>
                  </a:cubicBezTo>
                  <a:cubicBezTo>
                    <a:pt x="3834" y="1042"/>
                    <a:pt x="3499" y="876"/>
                    <a:pt x="3204" y="731"/>
                  </a:cubicBezTo>
                  <a:lnTo>
                    <a:pt x="3051" y="655"/>
                  </a:lnTo>
                  <a:cubicBezTo>
                    <a:pt x="2972" y="616"/>
                    <a:pt x="2885" y="578"/>
                    <a:pt x="2797" y="540"/>
                  </a:cubicBezTo>
                  <a:cubicBezTo>
                    <a:pt x="2553" y="436"/>
                    <a:pt x="2302" y="327"/>
                    <a:pt x="2200" y="165"/>
                  </a:cubicBezTo>
                  <a:cubicBezTo>
                    <a:pt x="2129" y="52"/>
                    <a:pt x="2029" y="0"/>
                    <a:pt x="19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g33f68990add_0_5"/>
            <p:cNvSpPr/>
            <p:nvPr/>
          </p:nvSpPr>
          <p:spPr>
            <a:xfrm>
              <a:off x="8542764" y="3603249"/>
              <a:ext cx="119329" cy="67475"/>
            </a:xfrm>
            <a:custGeom>
              <a:rect b="b" l="l" r="r" t="t"/>
              <a:pathLst>
                <a:path extrusionOk="0" h="1555" w="2750">
                  <a:moveTo>
                    <a:pt x="74" y="1"/>
                  </a:moveTo>
                  <a:cubicBezTo>
                    <a:pt x="46" y="1"/>
                    <a:pt x="21" y="18"/>
                    <a:pt x="12" y="47"/>
                  </a:cubicBezTo>
                  <a:cubicBezTo>
                    <a:pt x="0" y="81"/>
                    <a:pt x="19" y="119"/>
                    <a:pt x="55" y="130"/>
                  </a:cubicBezTo>
                  <a:cubicBezTo>
                    <a:pt x="659" y="328"/>
                    <a:pt x="1840" y="721"/>
                    <a:pt x="1980" y="791"/>
                  </a:cubicBezTo>
                  <a:cubicBezTo>
                    <a:pt x="2102" y="853"/>
                    <a:pt x="2438" y="1275"/>
                    <a:pt x="2620" y="1527"/>
                  </a:cubicBezTo>
                  <a:cubicBezTo>
                    <a:pt x="2633" y="1545"/>
                    <a:pt x="2653" y="1554"/>
                    <a:pt x="2674" y="1554"/>
                  </a:cubicBezTo>
                  <a:cubicBezTo>
                    <a:pt x="2687" y="1554"/>
                    <a:pt x="2701" y="1549"/>
                    <a:pt x="2713" y="1541"/>
                  </a:cubicBezTo>
                  <a:cubicBezTo>
                    <a:pt x="2743" y="1520"/>
                    <a:pt x="2750" y="1478"/>
                    <a:pt x="2727" y="1449"/>
                  </a:cubicBezTo>
                  <a:cubicBezTo>
                    <a:pt x="2678" y="1379"/>
                    <a:pt x="2229" y="767"/>
                    <a:pt x="2039" y="673"/>
                  </a:cubicBezTo>
                  <a:cubicBezTo>
                    <a:pt x="1855" y="580"/>
                    <a:pt x="167" y="28"/>
                    <a:pt x="95" y="4"/>
                  </a:cubicBezTo>
                  <a:cubicBezTo>
                    <a:pt x="88" y="2"/>
                    <a:pt x="81" y="1"/>
                    <a:pt x="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g33f68990add_0_5"/>
            <p:cNvSpPr/>
            <p:nvPr/>
          </p:nvSpPr>
          <p:spPr>
            <a:xfrm>
              <a:off x="8763066" y="3750131"/>
              <a:ext cx="70817" cy="47775"/>
            </a:xfrm>
            <a:custGeom>
              <a:rect b="b" l="l" r="r" t="t"/>
              <a:pathLst>
                <a:path extrusionOk="0" h="1101" w="1632">
                  <a:moveTo>
                    <a:pt x="75" y="0"/>
                  </a:moveTo>
                  <a:cubicBezTo>
                    <a:pt x="54" y="0"/>
                    <a:pt x="33" y="11"/>
                    <a:pt x="20" y="30"/>
                  </a:cubicBezTo>
                  <a:cubicBezTo>
                    <a:pt x="0" y="61"/>
                    <a:pt x="8" y="102"/>
                    <a:pt x="39" y="122"/>
                  </a:cubicBezTo>
                  <a:lnTo>
                    <a:pt x="1520" y="1090"/>
                  </a:lnTo>
                  <a:cubicBezTo>
                    <a:pt x="1531" y="1097"/>
                    <a:pt x="1544" y="1101"/>
                    <a:pt x="1556" y="1101"/>
                  </a:cubicBezTo>
                  <a:cubicBezTo>
                    <a:pt x="1578" y="1101"/>
                    <a:pt x="1600" y="1090"/>
                    <a:pt x="1612" y="1070"/>
                  </a:cubicBezTo>
                  <a:cubicBezTo>
                    <a:pt x="1632" y="1039"/>
                    <a:pt x="1623" y="998"/>
                    <a:pt x="1593" y="978"/>
                  </a:cubicBezTo>
                  <a:lnTo>
                    <a:pt x="111" y="11"/>
                  </a:lnTo>
                  <a:cubicBezTo>
                    <a:pt x="100" y="4"/>
                    <a:pt x="88"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g33f68990add_0_5"/>
            <p:cNvSpPr/>
            <p:nvPr/>
          </p:nvSpPr>
          <p:spPr>
            <a:xfrm>
              <a:off x="9234479" y="3675627"/>
              <a:ext cx="129874" cy="653404"/>
            </a:xfrm>
            <a:custGeom>
              <a:rect b="b" l="l" r="r" t="t"/>
              <a:pathLst>
                <a:path extrusionOk="0" h="15058" w="2993">
                  <a:moveTo>
                    <a:pt x="1735" y="1"/>
                  </a:moveTo>
                  <a:lnTo>
                    <a:pt x="1" y="1826"/>
                  </a:lnTo>
                  <a:lnTo>
                    <a:pt x="304" y="6179"/>
                  </a:lnTo>
                  <a:lnTo>
                    <a:pt x="1663" y="10803"/>
                  </a:lnTo>
                  <a:cubicBezTo>
                    <a:pt x="1663" y="10803"/>
                    <a:pt x="1270" y="12163"/>
                    <a:pt x="1241" y="12344"/>
                  </a:cubicBezTo>
                  <a:cubicBezTo>
                    <a:pt x="1210" y="12527"/>
                    <a:pt x="1331" y="12677"/>
                    <a:pt x="1361" y="12889"/>
                  </a:cubicBezTo>
                  <a:cubicBezTo>
                    <a:pt x="1392" y="13100"/>
                    <a:pt x="1513" y="13705"/>
                    <a:pt x="1513" y="13946"/>
                  </a:cubicBezTo>
                  <a:cubicBezTo>
                    <a:pt x="1513" y="14189"/>
                    <a:pt x="1663" y="14249"/>
                    <a:pt x="1814" y="14279"/>
                  </a:cubicBezTo>
                  <a:cubicBezTo>
                    <a:pt x="1834" y="14283"/>
                    <a:pt x="1850" y="14285"/>
                    <a:pt x="1865" y="14285"/>
                  </a:cubicBezTo>
                  <a:cubicBezTo>
                    <a:pt x="1966" y="14285"/>
                    <a:pt x="1966" y="14192"/>
                    <a:pt x="1966" y="14007"/>
                  </a:cubicBezTo>
                  <a:cubicBezTo>
                    <a:pt x="1966" y="13795"/>
                    <a:pt x="1935" y="12859"/>
                    <a:pt x="1935" y="12859"/>
                  </a:cubicBezTo>
                  <a:lnTo>
                    <a:pt x="1935" y="12859"/>
                  </a:lnTo>
                  <a:cubicBezTo>
                    <a:pt x="1935" y="12859"/>
                    <a:pt x="2298" y="13433"/>
                    <a:pt x="2298" y="13645"/>
                  </a:cubicBezTo>
                  <a:lnTo>
                    <a:pt x="2298" y="14430"/>
                  </a:lnTo>
                  <a:cubicBezTo>
                    <a:pt x="2298" y="14551"/>
                    <a:pt x="2117" y="14732"/>
                    <a:pt x="2026" y="14883"/>
                  </a:cubicBezTo>
                  <a:cubicBezTo>
                    <a:pt x="1959" y="14996"/>
                    <a:pt x="2141" y="15058"/>
                    <a:pt x="2289" y="15058"/>
                  </a:cubicBezTo>
                  <a:cubicBezTo>
                    <a:pt x="2341" y="15058"/>
                    <a:pt x="2388" y="15050"/>
                    <a:pt x="2419" y="15035"/>
                  </a:cubicBezTo>
                  <a:cubicBezTo>
                    <a:pt x="2540" y="14974"/>
                    <a:pt x="2782" y="14672"/>
                    <a:pt x="2843" y="14491"/>
                  </a:cubicBezTo>
                  <a:cubicBezTo>
                    <a:pt x="2903" y="14310"/>
                    <a:pt x="2993" y="12556"/>
                    <a:pt x="2963" y="12435"/>
                  </a:cubicBezTo>
                  <a:cubicBezTo>
                    <a:pt x="2932" y="12315"/>
                    <a:pt x="2570" y="10713"/>
                    <a:pt x="2570" y="10713"/>
                  </a:cubicBezTo>
                  <a:lnTo>
                    <a:pt x="2117" y="3882"/>
                  </a:lnTo>
                  <a:lnTo>
                    <a:pt x="173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g33f68990add_0_5"/>
            <p:cNvSpPr/>
            <p:nvPr/>
          </p:nvSpPr>
          <p:spPr>
            <a:xfrm>
              <a:off x="9231571" y="3672763"/>
              <a:ext cx="135732" cy="659175"/>
            </a:xfrm>
            <a:custGeom>
              <a:rect b="b" l="l" r="r" t="t"/>
              <a:pathLst>
                <a:path extrusionOk="0" h="15191" w="3128">
                  <a:moveTo>
                    <a:pt x="1750" y="218"/>
                  </a:moveTo>
                  <a:lnTo>
                    <a:pt x="2117" y="3952"/>
                  </a:lnTo>
                  <a:lnTo>
                    <a:pt x="2572" y="10793"/>
                  </a:lnTo>
                  <a:cubicBezTo>
                    <a:pt x="2587" y="10859"/>
                    <a:pt x="2936" y="12397"/>
                    <a:pt x="2965" y="12517"/>
                  </a:cubicBezTo>
                  <a:cubicBezTo>
                    <a:pt x="2990" y="12634"/>
                    <a:pt x="2906" y="14355"/>
                    <a:pt x="2846" y="14535"/>
                  </a:cubicBezTo>
                  <a:cubicBezTo>
                    <a:pt x="2790" y="14704"/>
                    <a:pt x="2558" y="14990"/>
                    <a:pt x="2456" y="15042"/>
                  </a:cubicBezTo>
                  <a:cubicBezTo>
                    <a:pt x="2435" y="15052"/>
                    <a:pt x="2398" y="15057"/>
                    <a:pt x="2357" y="15057"/>
                  </a:cubicBezTo>
                  <a:cubicBezTo>
                    <a:pt x="2298" y="15057"/>
                    <a:pt x="2230" y="15047"/>
                    <a:pt x="2182" y="15024"/>
                  </a:cubicBezTo>
                  <a:cubicBezTo>
                    <a:pt x="2154" y="15010"/>
                    <a:pt x="2145" y="14998"/>
                    <a:pt x="2150" y="14984"/>
                  </a:cubicBezTo>
                  <a:cubicBezTo>
                    <a:pt x="2178" y="14936"/>
                    <a:pt x="2219" y="14883"/>
                    <a:pt x="2256" y="14831"/>
                  </a:cubicBezTo>
                  <a:cubicBezTo>
                    <a:pt x="2346" y="14712"/>
                    <a:pt x="2432" y="14599"/>
                    <a:pt x="2432" y="14496"/>
                  </a:cubicBezTo>
                  <a:lnTo>
                    <a:pt x="2432" y="13711"/>
                  </a:lnTo>
                  <a:cubicBezTo>
                    <a:pt x="2432" y="13486"/>
                    <a:pt x="2097" y="12949"/>
                    <a:pt x="2059" y="12890"/>
                  </a:cubicBezTo>
                  <a:cubicBezTo>
                    <a:pt x="2046" y="12869"/>
                    <a:pt x="2025" y="12858"/>
                    <a:pt x="2002" y="12858"/>
                  </a:cubicBezTo>
                  <a:cubicBezTo>
                    <a:pt x="1996" y="12858"/>
                    <a:pt x="1989" y="12859"/>
                    <a:pt x="1983" y="12861"/>
                  </a:cubicBezTo>
                  <a:cubicBezTo>
                    <a:pt x="1955" y="12869"/>
                    <a:pt x="1935" y="12897"/>
                    <a:pt x="1936" y="12926"/>
                  </a:cubicBezTo>
                  <a:cubicBezTo>
                    <a:pt x="1936" y="12936"/>
                    <a:pt x="1967" y="13866"/>
                    <a:pt x="1967" y="14073"/>
                  </a:cubicBezTo>
                  <a:cubicBezTo>
                    <a:pt x="1967" y="14159"/>
                    <a:pt x="1967" y="14267"/>
                    <a:pt x="1948" y="14282"/>
                  </a:cubicBezTo>
                  <a:cubicBezTo>
                    <a:pt x="1948" y="14282"/>
                    <a:pt x="1944" y="14284"/>
                    <a:pt x="1932" y="14284"/>
                  </a:cubicBezTo>
                  <a:cubicBezTo>
                    <a:pt x="1924" y="14284"/>
                    <a:pt x="1912" y="14283"/>
                    <a:pt x="1894" y="14280"/>
                  </a:cubicBezTo>
                  <a:cubicBezTo>
                    <a:pt x="1737" y="14249"/>
                    <a:pt x="1646" y="14195"/>
                    <a:pt x="1646" y="14012"/>
                  </a:cubicBezTo>
                  <a:cubicBezTo>
                    <a:pt x="1646" y="13832"/>
                    <a:pt x="1582" y="13466"/>
                    <a:pt x="1536" y="13198"/>
                  </a:cubicBezTo>
                  <a:cubicBezTo>
                    <a:pt x="1518" y="13094"/>
                    <a:pt x="1503" y="13004"/>
                    <a:pt x="1493" y="12945"/>
                  </a:cubicBezTo>
                  <a:cubicBezTo>
                    <a:pt x="1480" y="12852"/>
                    <a:pt x="1451" y="12769"/>
                    <a:pt x="1425" y="12697"/>
                  </a:cubicBezTo>
                  <a:cubicBezTo>
                    <a:pt x="1389" y="12597"/>
                    <a:pt x="1357" y="12511"/>
                    <a:pt x="1373" y="12421"/>
                  </a:cubicBezTo>
                  <a:cubicBezTo>
                    <a:pt x="1402" y="12246"/>
                    <a:pt x="1790" y="10902"/>
                    <a:pt x="1794" y="10888"/>
                  </a:cubicBezTo>
                  <a:cubicBezTo>
                    <a:pt x="1797" y="10876"/>
                    <a:pt x="1797" y="10863"/>
                    <a:pt x="1794" y="10851"/>
                  </a:cubicBezTo>
                  <a:lnTo>
                    <a:pt x="436" y="6233"/>
                  </a:lnTo>
                  <a:lnTo>
                    <a:pt x="136" y="1917"/>
                  </a:lnTo>
                  <a:lnTo>
                    <a:pt x="1750" y="218"/>
                  </a:lnTo>
                  <a:close/>
                  <a:moveTo>
                    <a:pt x="1802" y="1"/>
                  </a:moveTo>
                  <a:cubicBezTo>
                    <a:pt x="1784" y="1"/>
                    <a:pt x="1766" y="8"/>
                    <a:pt x="1754" y="22"/>
                  </a:cubicBezTo>
                  <a:lnTo>
                    <a:pt x="20" y="1847"/>
                  </a:lnTo>
                  <a:cubicBezTo>
                    <a:pt x="7" y="1860"/>
                    <a:pt x="0" y="1878"/>
                    <a:pt x="1" y="1897"/>
                  </a:cubicBezTo>
                  <a:lnTo>
                    <a:pt x="304" y="6249"/>
                  </a:lnTo>
                  <a:cubicBezTo>
                    <a:pt x="304" y="6255"/>
                    <a:pt x="305" y="6259"/>
                    <a:pt x="307" y="6264"/>
                  </a:cubicBezTo>
                  <a:lnTo>
                    <a:pt x="1661" y="10869"/>
                  </a:lnTo>
                  <a:cubicBezTo>
                    <a:pt x="1612" y="11040"/>
                    <a:pt x="1271" y="12226"/>
                    <a:pt x="1241" y="12400"/>
                  </a:cubicBezTo>
                  <a:cubicBezTo>
                    <a:pt x="1221" y="12524"/>
                    <a:pt x="1260" y="12634"/>
                    <a:pt x="1299" y="12742"/>
                  </a:cubicBezTo>
                  <a:cubicBezTo>
                    <a:pt x="1324" y="12811"/>
                    <a:pt x="1351" y="12884"/>
                    <a:pt x="1362" y="12964"/>
                  </a:cubicBezTo>
                  <a:cubicBezTo>
                    <a:pt x="1370" y="13023"/>
                    <a:pt x="1387" y="13114"/>
                    <a:pt x="1405" y="13221"/>
                  </a:cubicBezTo>
                  <a:cubicBezTo>
                    <a:pt x="1451" y="13483"/>
                    <a:pt x="1512" y="13844"/>
                    <a:pt x="1512" y="14012"/>
                  </a:cubicBezTo>
                  <a:cubicBezTo>
                    <a:pt x="1512" y="14301"/>
                    <a:pt x="1703" y="14377"/>
                    <a:pt x="1868" y="14410"/>
                  </a:cubicBezTo>
                  <a:cubicBezTo>
                    <a:pt x="1887" y="14414"/>
                    <a:pt x="1909" y="14417"/>
                    <a:pt x="1931" y="14417"/>
                  </a:cubicBezTo>
                  <a:cubicBezTo>
                    <a:pt x="1965" y="14417"/>
                    <a:pt x="2001" y="14409"/>
                    <a:pt x="2032" y="14384"/>
                  </a:cubicBezTo>
                  <a:cubicBezTo>
                    <a:pt x="2099" y="14329"/>
                    <a:pt x="2099" y="14232"/>
                    <a:pt x="2099" y="14073"/>
                  </a:cubicBezTo>
                  <a:cubicBezTo>
                    <a:pt x="2099" y="13931"/>
                    <a:pt x="2086" y="13474"/>
                    <a:pt x="2077" y="13181"/>
                  </a:cubicBezTo>
                  <a:lnTo>
                    <a:pt x="2077" y="13181"/>
                  </a:lnTo>
                  <a:cubicBezTo>
                    <a:pt x="2182" y="13369"/>
                    <a:pt x="2299" y="13603"/>
                    <a:pt x="2299" y="13711"/>
                  </a:cubicBezTo>
                  <a:lnTo>
                    <a:pt x="2299" y="14496"/>
                  </a:lnTo>
                  <a:cubicBezTo>
                    <a:pt x="2299" y="14554"/>
                    <a:pt x="2216" y="14664"/>
                    <a:pt x="2151" y="14752"/>
                  </a:cubicBezTo>
                  <a:cubicBezTo>
                    <a:pt x="2110" y="14806"/>
                    <a:pt x="2068" y="14862"/>
                    <a:pt x="2036" y="14915"/>
                  </a:cubicBezTo>
                  <a:cubicBezTo>
                    <a:pt x="2000" y="14975"/>
                    <a:pt x="2006" y="15042"/>
                    <a:pt x="2052" y="15091"/>
                  </a:cubicBezTo>
                  <a:cubicBezTo>
                    <a:pt x="2112" y="15158"/>
                    <a:pt x="2240" y="15191"/>
                    <a:pt x="2353" y="15191"/>
                  </a:cubicBezTo>
                  <a:cubicBezTo>
                    <a:pt x="2416" y="15191"/>
                    <a:pt x="2475" y="15180"/>
                    <a:pt x="2516" y="15160"/>
                  </a:cubicBezTo>
                  <a:cubicBezTo>
                    <a:pt x="2656" y="15089"/>
                    <a:pt x="2908" y="14768"/>
                    <a:pt x="2972" y="14578"/>
                  </a:cubicBezTo>
                  <a:cubicBezTo>
                    <a:pt x="3040" y="14373"/>
                    <a:pt x="3127" y="12615"/>
                    <a:pt x="3094" y="12485"/>
                  </a:cubicBezTo>
                  <a:cubicBezTo>
                    <a:pt x="3065" y="12367"/>
                    <a:pt x="2705" y="10780"/>
                    <a:pt x="2704" y="10774"/>
                  </a:cubicBezTo>
                  <a:lnTo>
                    <a:pt x="2249" y="3942"/>
                  </a:lnTo>
                  <a:lnTo>
                    <a:pt x="1867" y="61"/>
                  </a:lnTo>
                  <a:cubicBezTo>
                    <a:pt x="1865" y="35"/>
                    <a:pt x="1848" y="12"/>
                    <a:pt x="1823" y="4"/>
                  </a:cubicBezTo>
                  <a:cubicBezTo>
                    <a:pt x="1817" y="2"/>
                    <a:pt x="1809" y="1"/>
                    <a:pt x="18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g33f68990add_0_5"/>
            <p:cNvSpPr/>
            <p:nvPr/>
          </p:nvSpPr>
          <p:spPr>
            <a:xfrm>
              <a:off x="8762372" y="3406769"/>
              <a:ext cx="569223" cy="739755"/>
            </a:xfrm>
            <a:custGeom>
              <a:rect b="b" l="l" r="r" t="t"/>
              <a:pathLst>
                <a:path extrusionOk="0" h="17048" w="13118">
                  <a:moveTo>
                    <a:pt x="8464" y="1"/>
                  </a:moveTo>
                  <a:lnTo>
                    <a:pt x="4534" y="213"/>
                  </a:lnTo>
                  <a:lnTo>
                    <a:pt x="708" y="2049"/>
                  </a:lnTo>
                  <a:lnTo>
                    <a:pt x="1" y="6348"/>
                  </a:lnTo>
                  <a:lnTo>
                    <a:pt x="1995" y="7436"/>
                  </a:lnTo>
                  <a:lnTo>
                    <a:pt x="2328" y="16050"/>
                  </a:lnTo>
                  <a:lnTo>
                    <a:pt x="6348" y="16956"/>
                  </a:lnTo>
                  <a:lnTo>
                    <a:pt x="7013" y="15838"/>
                  </a:lnTo>
                  <a:lnTo>
                    <a:pt x="7496" y="17047"/>
                  </a:lnTo>
                  <a:lnTo>
                    <a:pt x="11576" y="15959"/>
                  </a:lnTo>
                  <a:lnTo>
                    <a:pt x="11395" y="7285"/>
                  </a:lnTo>
                  <a:lnTo>
                    <a:pt x="13118" y="6137"/>
                  </a:lnTo>
                  <a:lnTo>
                    <a:pt x="12154" y="1818"/>
                  </a:lnTo>
                  <a:lnTo>
                    <a:pt x="846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g33f68990add_0_5"/>
            <p:cNvSpPr/>
            <p:nvPr/>
          </p:nvSpPr>
          <p:spPr>
            <a:xfrm>
              <a:off x="8759291" y="3403905"/>
              <a:ext cx="575341" cy="745483"/>
            </a:xfrm>
            <a:custGeom>
              <a:rect b="b" l="l" r="r" t="t"/>
              <a:pathLst>
                <a:path extrusionOk="0" h="17180" w="13259">
                  <a:moveTo>
                    <a:pt x="8520" y="134"/>
                  </a:moveTo>
                  <a:lnTo>
                    <a:pt x="12167" y="1930"/>
                  </a:lnTo>
                  <a:lnTo>
                    <a:pt x="13114" y="6173"/>
                  </a:lnTo>
                  <a:lnTo>
                    <a:pt x="11428" y="7296"/>
                  </a:lnTo>
                  <a:cubicBezTo>
                    <a:pt x="11410" y="7308"/>
                    <a:pt x="11399" y="7329"/>
                    <a:pt x="11399" y="7353"/>
                  </a:cubicBezTo>
                  <a:lnTo>
                    <a:pt x="11580" y="15974"/>
                  </a:lnTo>
                  <a:lnTo>
                    <a:pt x="7607" y="17034"/>
                  </a:lnTo>
                  <a:lnTo>
                    <a:pt x="7146" y="15879"/>
                  </a:lnTo>
                  <a:cubicBezTo>
                    <a:pt x="7136" y="15856"/>
                    <a:pt x="7114" y="15840"/>
                    <a:pt x="7089" y="15838"/>
                  </a:cubicBezTo>
                  <a:lnTo>
                    <a:pt x="7084" y="15838"/>
                  </a:lnTo>
                  <a:cubicBezTo>
                    <a:pt x="7060" y="15838"/>
                    <a:pt x="7039" y="15850"/>
                    <a:pt x="7026" y="15870"/>
                  </a:cubicBezTo>
                  <a:lnTo>
                    <a:pt x="6386" y="16946"/>
                  </a:lnTo>
                  <a:lnTo>
                    <a:pt x="2463" y="16061"/>
                  </a:lnTo>
                  <a:lnTo>
                    <a:pt x="2133" y="7499"/>
                  </a:lnTo>
                  <a:cubicBezTo>
                    <a:pt x="2132" y="7476"/>
                    <a:pt x="2119" y="7454"/>
                    <a:pt x="2098" y="7444"/>
                  </a:cubicBezTo>
                  <a:lnTo>
                    <a:pt x="145" y="6378"/>
                  </a:lnTo>
                  <a:lnTo>
                    <a:pt x="838" y="2160"/>
                  </a:lnTo>
                  <a:lnTo>
                    <a:pt x="4622" y="344"/>
                  </a:lnTo>
                  <a:lnTo>
                    <a:pt x="8520" y="134"/>
                  </a:lnTo>
                  <a:close/>
                  <a:moveTo>
                    <a:pt x="8536" y="0"/>
                  </a:moveTo>
                  <a:cubicBezTo>
                    <a:pt x="8534" y="0"/>
                    <a:pt x="8532" y="0"/>
                    <a:pt x="8530" y="1"/>
                  </a:cubicBezTo>
                  <a:lnTo>
                    <a:pt x="4602" y="212"/>
                  </a:lnTo>
                  <a:cubicBezTo>
                    <a:pt x="4592" y="212"/>
                    <a:pt x="4584" y="215"/>
                    <a:pt x="4576" y="218"/>
                  </a:cubicBezTo>
                  <a:lnTo>
                    <a:pt x="750" y="2056"/>
                  </a:lnTo>
                  <a:cubicBezTo>
                    <a:pt x="731" y="2064"/>
                    <a:pt x="717" y="2083"/>
                    <a:pt x="713" y="2104"/>
                  </a:cubicBezTo>
                  <a:lnTo>
                    <a:pt x="5" y="6404"/>
                  </a:lnTo>
                  <a:cubicBezTo>
                    <a:pt x="1" y="6431"/>
                    <a:pt x="15" y="6459"/>
                    <a:pt x="40" y="6472"/>
                  </a:cubicBezTo>
                  <a:lnTo>
                    <a:pt x="2001" y="7542"/>
                  </a:lnTo>
                  <a:lnTo>
                    <a:pt x="2333" y="16118"/>
                  </a:lnTo>
                  <a:cubicBezTo>
                    <a:pt x="2334" y="16148"/>
                    <a:pt x="2355" y="16174"/>
                    <a:pt x="2384" y="16180"/>
                  </a:cubicBezTo>
                  <a:lnTo>
                    <a:pt x="6404" y="17087"/>
                  </a:lnTo>
                  <a:cubicBezTo>
                    <a:pt x="6409" y="17089"/>
                    <a:pt x="6414" y="17089"/>
                    <a:pt x="6419" y="17089"/>
                  </a:cubicBezTo>
                  <a:cubicBezTo>
                    <a:pt x="6442" y="17089"/>
                    <a:pt x="6463" y="17077"/>
                    <a:pt x="6476" y="17056"/>
                  </a:cubicBezTo>
                  <a:lnTo>
                    <a:pt x="7072" y="16053"/>
                  </a:lnTo>
                  <a:lnTo>
                    <a:pt x="7505" y="17138"/>
                  </a:lnTo>
                  <a:cubicBezTo>
                    <a:pt x="7516" y="17163"/>
                    <a:pt x="7541" y="17180"/>
                    <a:pt x="7567" y="17180"/>
                  </a:cubicBezTo>
                  <a:cubicBezTo>
                    <a:pt x="7573" y="17180"/>
                    <a:pt x="7579" y="17178"/>
                    <a:pt x="7585" y="17177"/>
                  </a:cubicBezTo>
                  <a:lnTo>
                    <a:pt x="11664" y="16089"/>
                  </a:lnTo>
                  <a:cubicBezTo>
                    <a:pt x="11694" y="16082"/>
                    <a:pt x="11714" y="16054"/>
                    <a:pt x="11714" y="16024"/>
                  </a:cubicBezTo>
                  <a:lnTo>
                    <a:pt x="11533" y="7386"/>
                  </a:lnTo>
                  <a:lnTo>
                    <a:pt x="13226" y="6258"/>
                  </a:lnTo>
                  <a:cubicBezTo>
                    <a:pt x="13248" y="6243"/>
                    <a:pt x="13259" y="6214"/>
                    <a:pt x="13253" y="6188"/>
                  </a:cubicBezTo>
                  <a:lnTo>
                    <a:pt x="12290" y="1870"/>
                  </a:lnTo>
                  <a:cubicBezTo>
                    <a:pt x="12285" y="1851"/>
                    <a:pt x="12272" y="1834"/>
                    <a:pt x="12254" y="1825"/>
                  </a:cubicBezTo>
                  <a:lnTo>
                    <a:pt x="8563" y="8"/>
                  </a:lnTo>
                  <a:cubicBezTo>
                    <a:pt x="8555" y="3"/>
                    <a:pt x="8546" y="0"/>
                    <a:pt x="85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g33f68990add_0_5"/>
            <p:cNvSpPr/>
            <p:nvPr/>
          </p:nvSpPr>
          <p:spPr>
            <a:xfrm>
              <a:off x="9047979" y="3461616"/>
              <a:ext cx="21653" cy="620860"/>
            </a:xfrm>
            <a:custGeom>
              <a:rect b="b" l="l" r="r" t="t"/>
              <a:pathLst>
                <a:path extrusionOk="0" h="14308" w="499">
                  <a:moveTo>
                    <a:pt x="67" y="0"/>
                  </a:moveTo>
                  <a:cubicBezTo>
                    <a:pt x="29" y="2"/>
                    <a:pt x="0" y="31"/>
                    <a:pt x="2" y="68"/>
                  </a:cubicBezTo>
                  <a:lnTo>
                    <a:pt x="364" y="14243"/>
                  </a:lnTo>
                  <a:cubicBezTo>
                    <a:pt x="365" y="14280"/>
                    <a:pt x="394" y="14308"/>
                    <a:pt x="431" y="14308"/>
                  </a:cubicBezTo>
                  <a:lnTo>
                    <a:pt x="432" y="14308"/>
                  </a:lnTo>
                  <a:cubicBezTo>
                    <a:pt x="469" y="14307"/>
                    <a:pt x="499" y="14276"/>
                    <a:pt x="497" y="14239"/>
                  </a:cubicBezTo>
                  <a:lnTo>
                    <a:pt x="134" y="64"/>
                  </a:lnTo>
                  <a:cubicBezTo>
                    <a:pt x="133" y="28"/>
                    <a:pt x="102" y="3"/>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g33f68990add_0_5"/>
            <p:cNvSpPr/>
            <p:nvPr/>
          </p:nvSpPr>
          <p:spPr>
            <a:xfrm>
              <a:off x="9241985" y="3573134"/>
              <a:ext cx="17834" cy="152655"/>
            </a:xfrm>
            <a:custGeom>
              <a:rect b="b" l="l" r="r" t="t"/>
              <a:pathLst>
                <a:path extrusionOk="0" h="3518" w="411">
                  <a:moveTo>
                    <a:pt x="69" y="0"/>
                  </a:moveTo>
                  <a:cubicBezTo>
                    <a:pt x="68" y="0"/>
                    <a:pt x="66" y="0"/>
                    <a:pt x="64" y="0"/>
                  </a:cubicBezTo>
                  <a:cubicBezTo>
                    <a:pt x="28" y="3"/>
                    <a:pt x="0" y="34"/>
                    <a:pt x="4" y="71"/>
                  </a:cubicBezTo>
                  <a:lnTo>
                    <a:pt x="276" y="3456"/>
                  </a:lnTo>
                  <a:cubicBezTo>
                    <a:pt x="278" y="3492"/>
                    <a:pt x="308" y="3518"/>
                    <a:pt x="342" y="3518"/>
                  </a:cubicBezTo>
                  <a:lnTo>
                    <a:pt x="347" y="3518"/>
                  </a:lnTo>
                  <a:cubicBezTo>
                    <a:pt x="384" y="3514"/>
                    <a:pt x="411" y="3482"/>
                    <a:pt x="407" y="3445"/>
                  </a:cubicBezTo>
                  <a:lnTo>
                    <a:pt x="136" y="61"/>
                  </a:lnTo>
                  <a:cubicBezTo>
                    <a:pt x="133" y="25"/>
                    <a:pt x="105"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g33f68990add_0_5"/>
            <p:cNvSpPr/>
            <p:nvPr/>
          </p:nvSpPr>
          <p:spPr>
            <a:xfrm>
              <a:off x="8839436" y="3552133"/>
              <a:ext cx="12454" cy="180252"/>
            </a:xfrm>
            <a:custGeom>
              <a:rect b="b" l="l" r="r" t="t"/>
              <a:pathLst>
                <a:path extrusionOk="0" h="4154" w="287">
                  <a:moveTo>
                    <a:pt x="68" y="0"/>
                  </a:moveTo>
                  <a:cubicBezTo>
                    <a:pt x="67" y="0"/>
                    <a:pt x="66" y="0"/>
                    <a:pt x="66" y="0"/>
                  </a:cubicBezTo>
                  <a:cubicBezTo>
                    <a:pt x="29" y="1"/>
                    <a:pt x="1" y="32"/>
                    <a:pt x="2" y="69"/>
                  </a:cubicBezTo>
                  <a:lnTo>
                    <a:pt x="153" y="4089"/>
                  </a:lnTo>
                  <a:cubicBezTo>
                    <a:pt x="154" y="4125"/>
                    <a:pt x="184" y="4153"/>
                    <a:pt x="219" y="4153"/>
                  </a:cubicBezTo>
                  <a:lnTo>
                    <a:pt x="222" y="4153"/>
                  </a:lnTo>
                  <a:cubicBezTo>
                    <a:pt x="258" y="4151"/>
                    <a:pt x="287" y="4120"/>
                    <a:pt x="286" y="4083"/>
                  </a:cubicBezTo>
                  <a:lnTo>
                    <a:pt x="134" y="64"/>
                  </a:lnTo>
                  <a:cubicBezTo>
                    <a:pt x="133" y="28"/>
                    <a:pt x="106"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g33f68990add_0_5"/>
            <p:cNvSpPr/>
            <p:nvPr/>
          </p:nvSpPr>
          <p:spPr>
            <a:xfrm>
              <a:off x="9061127" y="3580988"/>
              <a:ext cx="21566" cy="21479"/>
            </a:xfrm>
            <a:custGeom>
              <a:rect b="b" l="l" r="r" t="t"/>
              <a:pathLst>
                <a:path extrusionOk="0" h="495" w="497">
                  <a:moveTo>
                    <a:pt x="249" y="133"/>
                  </a:moveTo>
                  <a:cubicBezTo>
                    <a:pt x="311" y="133"/>
                    <a:pt x="364" y="184"/>
                    <a:pt x="364" y="247"/>
                  </a:cubicBezTo>
                  <a:cubicBezTo>
                    <a:pt x="364" y="311"/>
                    <a:pt x="311" y="362"/>
                    <a:pt x="249" y="362"/>
                  </a:cubicBezTo>
                  <a:cubicBezTo>
                    <a:pt x="185" y="362"/>
                    <a:pt x="134" y="311"/>
                    <a:pt x="134" y="247"/>
                  </a:cubicBezTo>
                  <a:cubicBezTo>
                    <a:pt x="134" y="184"/>
                    <a:pt x="185" y="133"/>
                    <a:pt x="249" y="133"/>
                  </a:cubicBezTo>
                  <a:close/>
                  <a:moveTo>
                    <a:pt x="249" y="0"/>
                  </a:moveTo>
                  <a:cubicBezTo>
                    <a:pt x="112" y="0"/>
                    <a:pt x="0" y="111"/>
                    <a:pt x="0" y="247"/>
                  </a:cubicBezTo>
                  <a:cubicBezTo>
                    <a:pt x="0" y="384"/>
                    <a:pt x="112" y="495"/>
                    <a:pt x="249" y="495"/>
                  </a:cubicBezTo>
                  <a:cubicBezTo>
                    <a:pt x="385" y="495"/>
                    <a:pt x="496" y="384"/>
                    <a:pt x="496" y="247"/>
                  </a:cubicBezTo>
                  <a:cubicBezTo>
                    <a:pt x="496" y="111"/>
                    <a:pt x="385"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g33f68990add_0_5"/>
            <p:cNvSpPr/>
            <p:nvPr/>
          </p:nvSpPr>
          <p:spPr>
            <a:xfrm>
              <a:off x="9061127" y="3782936"/>
              <a:ext cx="21566" cy="21523"/>
            </a:xfrm>
            <a:custGeom>
              <a:rect b="b" l="l" r="r" t="t"/>
              <a:pathLst>
                <a:path extrusionOk="0" h="496" w="497">
                  <a:moveTo>
                    <a:pt x="249" y="133"/>
                  </a:moveTo>
                  <a:cubicBezTo>
                    <a:pt x="311" y="133"/>
                    <a:pt x="364" y="184"/>
                    <a:pt x="364" y="248"/>
                  </a:cubicBezTo>
                  <a:cubicBezTo>
                    <a:pt x="364" y="312"/>
                    <a:pt x="311" y="363"/>
                    <a:pt x="249" y="363"/>
                  </a:cubicBezTo>
                  <a:cubicBezTo>
                    <a:pt x="185" y="363"/>
                    <a:pt x="134" y="312"/>
                    <a:pt x="134" y="248"/>
                  </a:cubicBezTo>
                  <a:cubicBezTo>
                    <a:pt x="134" y="184"/>
                    <a:pt x="185" y="133"/>
                    <a:pt x="249" y="133"/>
                  </a:cubicBezTo>
                  <a:close/>
                  <a:moveTo>
                    <a:pt x="249" y="1"/>
                  </a:moveTo>
                  <a:cubicBezTo>
                    <a:pt x="112" y="1"/>
                    <a:pt x="0" y="112"/>
                    <a:pt x="0" y="248"/>
                  </a:cubicBezTo>
                  <a:cubicBezTo>
                    <a:pt x="0" y="384"/>
                    <a:pt x="112" y="495"/>
                    <a:pt x="249" y="495"/>
                  </a:cubicBezTo>
                  <a:cubicBezTo>
                    <a:pt x="385" y="495"/>
                    <a:pt x="496" y="384"/>
                    <a:pt x="496" y="248"/>
                  </a:cubicBezTo>
                  <a:cubicBezTo>
                    <a:pt x="496" y="112"/>
                    <a:pt x="385" y="1"/>
                    <a:pt x="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g33f68990add_0_5"/>
            <p:cNvSpPr/>
            <p:nvPr/>
          </p:nvSpPr>
          <p:spPr>
            <a:xfrm>
              <a:off x="9070326" y="3984884"/>
              <a:ext cx="21523" cy="21523"/>
            </a:xfrm>
            <a:custGeom>
              <a:rect b="b" l="l" r="r" t="t"/>
              <a:pathLst>
                <a:path extrusionOk="0" h="496" w="496">
                  <a:moveTo>
                    <a:pt x="247" y="134"/>
                  </a:moveTo>
                  <a:cubicBezTo>
                    <a:pt x="311" y="134"/>
                    <a:pt x="363" y="184"/>
                    <a:pt x="363" y="248"/>
                  </a:cubicBezTo>
                  <a:cubicBezTo>
                    <a:pt x="363" y="312"/>
                    <a:pt x="311" y="363"/>
                    <a:pt x="247" y="363"/>
                  </a:cubicBezTo>
                  <a:cubicBezTo>
                    <a:pt x="185" y="363"/>
                    <a:pt x="133" y="312"/>
                    <a:pt x="133" y="248"/>
                  </a:cubicBezTo>
                  <a:cubicBezTo>
                    <a:pt x="133" y="184"/>
                    <a:pt x="185" y="134"/>
                    <a:pt x="247" y="134"/>
                  </a:cubicBezTo>
                  <a:close/>
                  <a:moveTo>
                    <a:pt x="247" y="1"/>
                  </a:moveTo>
                  <a:cubicBezTo>
                    <a:pt x="111" y="1"/>
                    <a:pt x="0" y="112"/>
                    <a:pt x="0" y="248"/>
                  </a:cubicBezTo>
                  <a:cubicBezTo>
                    <a:pt x="0" y="384"/>
                    <a:pt x="111" y="496"/>
                    <a:pt x="247" y="496"/>
                  </a:cubicBezTo>
                  <a:cubicBezTo>
                    <a:pt x="385" y="496"/>
                    <a:pt x="496" y="386"/>
                    <a:pt x="496" y="248"/>
                  </a:cubicBezTo>
                  <a:cubicBezTo>
                    <a:pt x="496" y="112"/>
                    <a:pt x="385"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33f68990add_0_5"/>
            <p:cNvSpPr/>
            <p:nvPr/>
          </p:nvSpPr>
          <p:spPr>
            <a:xfrm>
              <a:off x="8747966" y="3648073"/>
              <a:ext cx="102363" cy="98414"/>
            </a:xfrm>
            <a:custGeom>
              <a:rect b="b" l="l" r="r" t="t"/>
              <a:pathLst>
                <a:path extrusionOk="0" h="2268" w="2359">
                  <a:moveTo>
                    <a:pt x="363" y="1"/>
                  </a:moveTo>
                  <a:lnTo>
                    <a:pt x="0" y="1210"/>
                  </a:lnTo>
                  <a:lnTo>
                    <a:pt x="2327" y="2267"/>
                  </a:lnTo>
                  <a:lnTo>
                    <a:pt x="2358" y="1330"/>
                  </a:lnTo>
                  <a:lnTo>
                    <a:pt x="3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g33f68990add_0_5"/>
            <p:cNvSpPr/>
            <p:nvPr/>
          </p:nvSpPr>
          <p:spPr>
            <a:xfrm>
              <a:off x="8744755" y="3645209"/>
              <a:ext cx="108438" cy="104185"/>
            </a:xfrm>
            <a:custGeom>
              <a:rect b="b" l="l" r="r" t="t"/>
              <a:pathLst>
                <a:path extrusionOk="0" h="2401" w="2499">
                  <a:moveTo>
                    <a:pt x="475" y="172"/>
                  </a:moveTo>
                  <a:lnTo>
                    <a:pt x="2364" y="1432"/>
                  </a:lnTo>
                  <a:lnTo>
                    <a:pt x="2339" y="2232"/>
                  </a:lnTo>
                  <a:lnTo>
                    <a:pt x="155" y="1239"/>
                  </a:lnTo>
                  <a:lnTo>
                    <a:pt x="475" y="172"/>
                  </a:lnTo>
                  <a:close/>
                  <a:moveTo>
                    <a:pt x="436" y="1"/>
                  </a:moveTo>
                  <a:cubicBezTo>
                    <a:pt x="429" y="1"/>
                    <a:pt x="422" y="2"/>
                    <a:pt x="415" y="4"/>
                  </a:cubicBezTo>
                  <a:cubicBezTo>
                    <a:pt x="395" y="11"/>
                    <a:pt x="380" y="27"/>
                    <a:pt x="374" y="48"/>
                  </a:cubicBezTo>
                  <a:lnTo>
                    <a:pt x="10" y="1257"/>
                  </a:lnTo>
                  <a:cubicBezTo>
                    <a:pt x="1" y="1289"/>
                    <a:pt x="16" y="1323"/>
                    <a:pt x="47" y="1336"/>
                  </a:cubicBezTo>
                  <a:lnTo>
                    <a:pt x="2374" y="2395"/>
                  </a:lnTo>
                  <a:cubicBezTo>
                    <a:pt x="2383" y="2398"/>
                    <a:pt x="2392" y="2401"/>
                    <a:pt x="2401" y="2401"/>
                  </a:cubicBezTo>
                  <a:cubicBezTo>
                    <a:pt x="2413" y="2401"/>
                    <a:pt x="2426" y="2397"/>
                    <a:pt x="2437" y="2390"/>
                  </a:cubicBezTo>
                  <a:cubicBezTo>
                    <a:pt x="2456" y="2378"/>
                    <a:pt x="2468" y="2358"/>
                    <a:pt x="2468" y="2336"/>
                  </a:cubicBezTo>
                  <a:lnTo>
                    <a:pt x="2498" y="1399"/>
                  </a:lnTo>
                  <a:cubicBezTo>
                    <a:pt x="2498" y="1376"/>
                    <a:pt x="2488" y="1354"/>
                    <a:pt x="2469" y="1342"/>
                  </a:cubicBezTo>
                  <a:lnTo>
                    <a:pt x="474" y="12"/>
                  </a:lnTo>
                  <a:cubicBezTo>
                    <a:pt x="463" y="4"/>
                    <a:pt x="449"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g33f68990add_0_5"/>
            <p:cNvSpPr/>
            <p:nvPr/>
          </p:nvSpPr>
          <p:spPr>
            <a:xfrm>
              <a:off x="9256826" y="3645469"/>
              <a:ext cx="89215" cy="101018"/>
            </a:xfrm>
            <a:custGeom>
              <a:rect b="b" l="l" r="r" t="t"/>
              <a:pathLst>
                <a:path extrusionOk="0" h="2328" w="2056">
                  <a:moveTo>
                    <a:pt x="1511" y="0"/>
                  </a:moveTo>
                  <a:lnTo>
                    <a:pt x="0" y="1028"/>
                  </a:lnTo>
                  <a:lnTo>
                    <a:pt x="0" y="2327"/>
                  </a:lnTo>
                  <a:lnTo>
                    <a:pt x="2055" y="817"/>
                  </a:lnTo>
                  <a:lnTo>
                    <a:pt x="151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g33f68990add_0_5"/>
            <p:cNvSpPr/>
            <p:nvPr/>
          </p:nvSpPr>
          <p:spPr>
            <a:xfrm>
              <a:off x="9253962" y="3642605"/>
              <a:ext cx="95290" cy="106789"/>
            </a:xfrm>
            <a:custGeom>
              <a:rect b="b" l="l" r="r" t="t"/>
              <a:pathLst>
                <a:path extrusionOk="0" h="2461" w="2196">
                  <a:moveTo>
                    <a:pt x="1559" y="158"/>
                  </a:moveTo>
                  <a:lnTo>
                    <a:pt x="2030" y="866"/>
                  </a:lnTo>
                  <a:lnTo>
                    <a:pt x="133" y="2262"/>
                  </a:lnTo>
                  <a:lnTo>
                    <a:pt x="133" y="1130"/>
                  </a:lnTo>
                  <a:lnTo>
                    <a:pt x="1559" y="158"/>
                  </a:lnTo>
                  <a:close/>
                  <a:moveTo>
                    <a:pt x="1578" y="0"/>
                  </a:moveTo>
                  <a:cubicBezTo>
                    <a:pt x="1564" y="0"/>
                    <a:pt x="1551" y="4"/>
                    <a:pt x="1539" y="12"/>
                  </a:cubicBezTo>
                  <a:lnTo>
                    <a:pt x="28" y="1039"/>
                  </a:lnTo>
                  <a:cubicBezTo>
                    <a:pt x="11" y="1052"/>
                    <a:pt x="0" y="1072"/>
                    <a:pt x="0" y="1094"/>
                  </a:cubicBezTo>
                  <a:lnTo>
                    <a:pt x="0" y="2393"/>
                  </a:lnTo>
                  <a:cubicBezTo>
                    <a:pt x="0" y="2418"/>
                    <a:pt x="13" y="2442"/>
                    <a:pt x="36" y="2454"/>
                  </a:cubicBezTo>
                  <a:cubicBezTo>
                    <a:pt x="45" y="2458"/>
                    <a:pt x="56" y="2461"/>
                    <a:pt x="66" y="2461"/>
                  </a:cubicBezTo>
                  <a:cubicBezTo>
                    <a:pt x="79" y="2461"/>
                    <a:pt x="94" y="2456"/>
                    <a:pt x="105" y="2448"/>
                  </a:cubicBezTo>
                  <a:lnTo>
                    <a:pt x="2160" y="936"/>
                  </a:lnTo>
                  <a:cubicBezTo>
                    <a:pt x="2189" y="914"/>
                    <a:pt x="2196" y="875"/>
                    <a:pt x="2177" y="846"/>
                  </a:cubicBezTo>
                  <a:lnTo>
                    <a:pt x="1633" y="30"/>
                  </a:lnTo>
                  <a:cubicBezTo>
                    <a:pt x="1622" y="15"/>
                    <a:pt x="1607" y="5"/>
                    <a:pt x="1590" y="1"/>
                  </a:cubicBezTo>
                  <a:cubicBezTo>
                    <a:pt x="1586" y="1"/>
                    <a:pt x="1582" y="0"/>
                    <a:pt x="15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g33f68990add_0_5"/>
            <p:cNvSpPr/>
            <p:nvPr/>
          </p:nvSpPr>
          <p:spPr>
            <a:xfrm>
              <a:off x="8982717" y="3326797"/>
              <a:ext cx="137728" cy="137728"/>
            </a:xfrm>
            <a:custGeom>
              <a:rect b="b" l="l" r="r" t="t"/>
              <a:pathLst>
                <a:path extrusionOk="0" h="3174" w="3174">
                  <a:moveTo>
                    <a:pt x="1" y="1"/>
                  </a:moveTo>
                  <a:lnTo>
                    <a:pt x="1" y="393"/>
                  </a:lnTo>
                  <a:lnTo>
                    <a:pt x="182" y="1814"/>
                  </a:lnTo>
                  <a:lnTo>
                    <a:pt x="1572" y="3174"/>
                  </a:lnTo>
                  <a:lnTo>
                    <a:pt x="3174" y="1451"/>
                  </a:lnTo>
                  <a:lnTo>
                    <a:pt x="3143" y="182"/>
                  </a:lnTo>
                  <a:lnTo>
                    <a:pt x="2297" y="755"/>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g33f68990add_0_5"/>
            <p:cNvSpPr/>
            <p:nvPr/>
          </p:nvSpPr>
          <p:spPr>
            <a:xfrm>
              <a:off x="8979810" y="3323889"/>
              <a:ext cx="143542" cy="143499"/>
            </a:xfrm>
            <a:custGeom>
              <a:rect b="b" l="l" r="r" t="t"/>
              <a:pathLst>
                <a:path extrusionOk="0" h="3307" w="3308">
                  <a:moveTo>
                    <a:pt x="134" y="159"/>
                  </a:moveTo>
                  <a:lnTo>
                    <a:pt x="2344" y="886"/>
                  </a:lnTo>
                  <a:cubicBezTo>
                    <a:pt x="2351" y="888"/>
                    <a:pt x="2357" y="889"/>
                    <a:pt x="2364" y="889"/>
                  </a:cubicBezTo>
                  <a:cubicBezTo>
                    <a:pt x="2377" y="889"/>
                    <a:pt x="2390" y="886"/>
                    <a:pt x="2402" y="878"/>
                  </a:cubicBezTo>
                  <a:lnTo>
                    <a:pt x="3147" y="372"/>
                  </a:lnTo>
                  <a:lnTo>
                    <a:pt x="3173" y="1492"/>
                  </a:lnTo>
                  <a:lnTo>
                    <a:pt x="1636" y="3146"/>
                  </a:lnTo>
                  <a:lnTo>
                    <a:pt x="311" y="1849"/>
                  </a:lnTo>
                  <a:lnTo>
                    <a:pt x="134" y="456"/>
                  </a:lnTo>
                  <a:lnTo>
                    <a:pt x="134" y="159"/>
                  </a:lnTo>
                  <a:close/>
                  <a:moveTo>
                    <a:pt x="68" y="1"/>
                  </a:moveTo>
                  <a:cubicBezTo>
                    <a:pt x="54" y="1"/>
                    <a:pt x="40" y="5"/>
                    <a:pt x="29" y="13"/>
                  </a:cubicBezTo>
                  <a:cubicBezTo>
                    <a:pt x="11" y="26"/>
                    <a:pt x="0" y="46"/>
                    <a:pt x="0" y="68"/>
                  </a:cubicBezTo>
                  <a:lnTo>
                    <a:pt x="0" y="460"/>
                  </a:lnTo>
                  <a:cubicBezTo>
                    <a:pt x="0" y="463"/>
                    <a:pt x="0" y="466"/>
                    <a:pt x="1" y="469"/>
                  </a:cubicBezTo>
                  <a:lnTo>
                    <a:pt x="182" y="1890"/>
                  </a:lnTo>
                  <a:cubicBezTo>
                    <a:pt x="185" y="1904"/>
                    <a:pt x="192" y="1918"/>
                    <a:pt x="203" y="1929"/>
                  </a:cubicBezTo>
                  <a:lnTo>
                    <a:pt x="1593" y="3288"/>
                  </a:lnTo>
                  <a:cubicBezTo>
                    <a:pt x="1605" y="3300"/>
                    <a:pt x="1621" y="3307"/>
                    <a:pt x="1639" y="3307"/>
                  </a:cubicBezTo>
                  <a:lnTo>
                    <a:pt x="1640" y="3307"/>
                  </a:lnTo>
                  <a:cubicBezTo>
                    <a:pt x="1658" y="3307"/>
                    <a:pt x="1676" y="3299"/>
                    <a:pt x="1687" y="3286"/>
                  </a:cubicBezTo>
                  <a:lnTo>
                    <a:pt x="3289" y="1563"/>
                  </a:lnTo>
                  <a:cubicBezTo>
                    <a:pt x="3301" y="1550"/>
                    <a:pt x="3307" y="1533"/>
                    <a:pt x="3307" y="1516"/>
                  </a:cubicBezTo>
                  <a:lnTo>
                    <a:pt x="3276" y="247"/>
                  </a:lnTo>
                  <a:cubicBezTo>
                    <a:pt x="3276" y="223"/>
                    <a:pt x="3262" y="200"/>
                    <a:pt x="3241" y="189"/>
                  </a:cubicBezTo>
                  <a:cubicBezTo>
                    <a:pt x="3231" y="185"/>
                    <a:pt x="3221" y="182"/>
                    <a:pt x="3210" y="182"/>
                  </a:cubicBezTo>
                  <a:cubicBezTo>
                    <a:pt x="3197" y="182"/>
                    <a:pt x="3184" y="186"/>
                    <a:pt x="3173" y="193"/>
                  </a:cubicBezTo>
                  <a:lnTo>
                    <a:pt x="2353" y="749"/>
                  </a:lnTo>
                  <a:lnTo>
                    <a:pt x="88" y="4"/>
                  </a:lnTo>
                  <a:cubicBezTo>
                    <a:pt x="81" y="2"/>
                    <a:pt x="75"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g33f68990add_0_5"/>
            <p:cNvSpPr/>
            <p:nvPr/>
          </p:nvSpPr>
          <p:spPr>
            <a:xfrm>
              <a:off x="8982717" y="3326797"/>
              <a:ext cx="113775" cy="93988"/>
            </a:xfrm>
            <a:custGeom>
              <a:rect b="b" l="l" r="r" t="t"/>
              <a:pathLst>
                <a:path extrusionOk="0" h="2166" w="2622">
                  <a:moveTo>
                    <a:pt x="1" y="1"/>
                  </a:moveTo>
                  <a:lnTo>
                    <a:pt x="1" y="393"/>
                  </a:lnTo>
                  <a:lnTo>
                    <a:pt x="182" y="1814"/>
                  </a:lnTo>
                  <a:lnTo>
                    <a:pt x="541" y="2166"/>
                  </a:lnTo>
                  <a:lnTo>
                    <a:pt x="2621" y="1502"/>
                  </a:lnTo>
                  <a:lnTo>
                    <a:pt x="1268" y="417"/>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g33f68990add_0_5"/>
            <p:cNvSpPr/>
            <p:nvPr/>
          </p:nvSpPr>
          <p:spPr>
            <a:xfrm>
              <a:off x="8979810" y="3323889"/>
              <a:ext cx="119633" cy="99759"/>
            </a:xfrm>
            <a:custGeom>
              <a:rect b="b" l="l" r="r" t="t"/>
              <a:pathLst>
                <a:path extrusionOk="0" h="2299" w="2757">
                  <a:moveTo>
                    <a:pt x="134" y="159"/>
                  </a:moveTo>
                  <a:lnTo>
                    <a:pt x="1303" y="543"/>
                  </a:lnTo>
                  <a:lnTo>
                    <a:pt x="2550" y="1544"/>
                  </a:lnTo>
                  <a:lnTo>
                    <a:pt x="626" y="2157"/>
                  </a:lnTo>
                  <a:lnTo>
                    <a:pt x="311" y="1849"/>
                  </a:lnTo>
                  <a:lnTo>
                    <a:pt x="134" y="460"/>
                  </a:lnTo>
                  <a:lnTo>
                    <a:pt x="134" y="159"/>
                  </a:lnTo>
                  <a:close/>
                  <a:moveTo>
                    <a:pt x="68" y="1"/>
                  </a:moveTo>
                  <a:cubicBezTo>
                    <a:pt x="54" y="1"/>
                    <a:pt x="40" y="5"/>
                    <a:pt x="29" y="13"/>
                  </a:cubicBezTo>
                  <a:cubicBezTo>
                    <a:pt x="11" y="26"/>
                    <a:pt x="0" y="46"/>
                    <a:pt x="0" y="68"/>
                  </a:cubicBezTo>
                  <a:lnTo>
                    <a:pt x="1" y="469"/>
                  </a:lnTo>
                  <a:lnTo>
                    <a:pt x="182" y="1890"/>
                  </a:lnTo>
                  <a:cubicBezTo>
                    <a:pt x="185" y="1904"/>
                    <a:pt x="192" y="1918"/>
                    <a:pt x="203" y="1929"/>
                  </a:cubicBezTo>
                  <a:lnTo>
                    <a:pt x="561" y="2280"/>
                  </a:lnTo>
                  <a:cubicBezTo>
                    <a:pt x="574" y="2292"/>
                    <a:pt x="591" y="2299"/>
                    <a:pt x="608" y="2299"/>
                  </a:cubicBezTo>
                  <a:cubicBezTo>
                    <a:pt x="614" y="2299"/>
                    <a:pt x="621" y="2298"/>
                    <a:pt x="628" y="2295"/>
                  </a:cubicBezTo>
                  <a:lnTo>
                    <a:pt x="2707" y="1633"/>
                  </a:lnTo>
                  <a:cubicBezTo>
                    <a:pt x="2731" y="1626"/>
                    <a:pt x="2749" y="1606"/>
                    <a:pt x="2753" y="1582"/>
                  </a:cubicBezTo>
                  <a:cubicBezTo>
                    <a:pt x="2757" y="1557"/>
                    <a:pt x="2749" y="1532"/>
                    <a:pt x="2729" y="1517"/>
                  </a:cubicBezTo>
                  <a:lnTo>
                    <a:pt x="1376" y="432"/>
                  </a:lnTo>
                  <a:cubicBezTo>
                    <a:pt x="1370" y="427"/>
                    <a:pt x="1363" y="424"/>
                    <a:pt x="1356" y="421"/>
                  </a:cubicBezTo>
                  <a:lnTo>
                    <a:pt x="88" y="4"/>
                  </a:lnTo>
                  <a:cubicBezTo>
                    <a:pt x="81" y="2"/>
                    <a:pt x="75"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33f68990add_0_5"/>
            <p:cNvSpPr/>
            <p:nvPr/>
          </p:nvSpPr>
          <p:spPr>
            <a:xfrm>
              <a:off x="8949913" y="3384508"/>
              <a:ext cx="101018" cy="137728"/>
            </a:xfrm>
            <a:custGeom>
              <a:rect b="b" l="l" r="r" t="t"/>
              <a:pathLst>
                <a:path extrusionOk="0" h="3174" w="2328">
                  <a:moveTo>
                    <a:pt x="817" y="0"/>
                  </a:moveTo>
                  <a:lnTo>
                    <a:pt x="1" y="786"/>
                  </a:lnTo>
                  <a:lnTo>
                    <a:pt x="1603" y="3174"/>
                  </a:lnTo>
                  <a:lnTo>
                    <a:pt x="2328" y="1844"/>
                  </a:lnTo>
                  <a:lnTo>
                    <a:pt x="81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g33f68990add_0_5"/>
            <p:cNvSpPr/>
            <p:nvPr/>
          </p:nvSpPr>
          <p:spPr>
            <a:xfrm>
              <a:off x="8946745" y="3381601"/>
              <a:ext cx="107266" cy="143499"/>
            </a:xfrm>
            <a:custGeom>
              <a:rect b="b" l="l" r="r" t="t"/>
              <a:pathLst>
                <a:path extrusionOk="0" h="3307" w="2472">
                  <a:moveTo>
                    <a:pt x="884" y="164"/>
                  </a:moveTo>
                  <a:lnTo>
                    <a:pt x="2322" y="1918"/>
                  </a:lnTo>
                  <a:lnTo>
                    <a:pt x="1670" y="3113"/>
                  </a:lnTo>
                  <a:lnTo>
                    <a:pt x="160" y="862"/>
                  </a:lnTo>
                  <a:lnTo>
                    <a:pt x="884" y="164"/>
                  </a:lnTo>
                  <a:close/>
                  <a:moveTo>
                    <a:pt x="889" y="1"/>
                  </a:moveTo>
                  <a:cubicBezTo>
                    <a:pt x="872" y="1"/>
                    <a:pt x="856" y="8"/>
                    <a:pt x="844" y="19"/>
                  </a:cubicBezTo>
                  <a:lnTo>
                    <a:pt x="28" y="806"/>
                  </a:lnTo>
                  <a:cubicBezTo>
                    <a:pt x="4" y="827"/>
                    <a:pt x="0" y="864"/>
                    <a:pt x="18" y="890"/>
                  </a:cubicBezTo>
                  <a:lnTo>
                    <a:pt x="1620" y="3277"/>
                  </a:lnTo>
                  <a:cubicBezTo>
                    <a:pt x="1633" y="3296"/>
                    <a:pt x="1653" y="3307"/>
                    <a:pt x="1676" y="3307"/>
                  </a:cubicBezTo>
                  <a:lnTo>
                    <a:pt x="1678" y="3307"/>
                  </a:lnTo>
                  <a:cubicBezTo>
                    <a:pt x="1702" y="3306"/>
                    <a:pt x="1723" y="3293"/>
                    <a:pt x="1734" y="3272"/>
                  </a:cubicBezTo>
                  <a:lnTo>
                    <a:pt x="2459" y="1943"/>
                  </a:lnTo>
                  <a:cubicBezTo>
                    <a:pt x="2472" y="1919"/>
                    <a:pt x="2469" y="1889"/>
                    <a:pt x="2452" y="1869"/>
                  </a:cubicBezTo>
                  <a:lnTo>
                    <a:pt x="941" y="25"/>
                  </a:lnTo>
                  <a:cubicBezTo>
                    <a:pt x="929" y="11"/>
                    <a:pt x="912" y="2"/>
                    <a:pt x="894" y="1"/>
                  </a:cubicBezTo>
                  <a:cubicBezTo>
                    <a:pt x="892" y="1"/>
                    <a:pt x="891" y="1"/>
                    <a:pt x="8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g33f68990add_0_5"/>
            <p:cNvSpPr/>
            <p:nvPr/>
          </p:nvSpPr>
          <p:spPr>
            <a:xfrm>
              <a:off x="9050886" y="3389759"/>
              <a:ext cx="98414" cy="127227"/>
            </a:xfrm>
            <a:custGeom>
              <a:rect b="b" l="l" r="r" t="t"/>
              <a:pathLst>
                <a:path extrusionOk="0" h="2932" w="2268">
                  <a:moveTo>
                    <a:pt x="1603" y="0"/>
                  </a:moveTo>
                  <a:lnTo>
                    <a:pt x="1" y="1723"/>
                  </a:lnTo>
                  <a:lnTo>
                    <a:pt x="878" y="2932"/>
                  </a:lnTo>
                  <a:lnTo>
                    <a:pt x="2268" y="544"/>
                  </a:lnTo>
                  <a:lnTo>
                    <a:pt x="160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g33f68990add_0_5"/>
            <p:cNvSpPr/>
            <p:nvPr/>
          </p:nvSpPr>
          <p:spPr>
            <a:xfrm>
              <a:off x="9047762" y="3386852"/>
              <a:ext cx="104749" cy="133041"/>
            </a:xfrm>
            <a:custGeom>
              <a:rect b="b" l="l" r="r" t="t"/>
              <a:pathLst>
                <a:path extrusionOk="0" h="3066" w="2414">
                  <a:moveTo>
                    <a:pt x="1681" y="158"/>
                  </a:moveTo>
                  <a:lnTo>
                    <a:pt x="2253" y="627"/>
                  </a:lnTo>
                  <a:lnTo>
                    <a:pt x="944" y="2877"/>
                  </a:lnTo>
                  <a:lnTo>
                    <a:pt x="159" y="1796"/>
                  </a:lnTo>
                  <a:lnTo>
                    <a:pt x="1681" y="158"/>
                  </a:lnTo>
                  <a:close/>
                  <a:moveTo>
                    <a:pt x="1675" y="1"/>
                  </a:moveTo>
                  <a:cubicBezTo>
                    <a:pt x="1657" y="1"/>
                    <a:pt x="1639" y="8"/>
                    <a:pt x="1626" y="22"/>
                  </a:cubicBezTo>
                  <a:lnTo>
                    <a:pt x="24" y="1745"/>
                  </a:lnTo>
                  <a:cubicBezTo>
                    <a:pt x="3" y="1768"/>
                    <a:pt x="1" y="1803"/>
                    <a:pt x="20" y="1829"/>
                  </a:cubicBezTo>
                  <a:lnTo>
                    <a:pt x="895" y="3038"/>
                  </a:lnTo>
                  <a:cubicBezTo>
                    <a:pt x="908" y="3056"/>
                    <a:pt x="928" y="3065"/>
                    <a:pt x="950" y="3065"/>
                  </a:cubicBezTo>
                  <a:lnTo>
                    <a:pt x="953" y="3065"/>
                  </a:lnTo>
                  <a:cubicBezTo>
                    <a:pt x="976" y="3064"/>
                    <a:pt x="996" y="3052"/>
                    <a:pt x="1006" y="3032"/>
                  </a:cubicBezTo>
                  <a:lnTo>
                    <a:pt x="2397" y="644"/>
                  </a:lnTo>
                  <a:cubicBezTo>
                    <a:pt x="2413" y="616"/>
                    <a:pt x="2407" y="581"/>
                    <a:pt x="2381" y="559"/>
                  </a:cubicBezTo>
                  <a:lnTo>
                    <a:pt x="1716" y="16"/>
                  </a:lnTo>
                  <a:cubicBezTo>
                    <a:pt x="1704" y="6"/>
                    <a:pt x="1689" y="1"/>
                    <a:pt x="16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g33f68990add_0_5"/>
            <p:cNvSpPr/>
            <p:nvPr/>
          </p:nvSpPr>
          <p:spPr>
            <a:xfrm>
              <a:off x="8928477" y="3064707"/>
              <a:ext cx="221302" cy="338505"/>
            </a:xfrm>
            <a:custGeom>
              <a:rect b="b" l="l" r="r" t="t"/>
              <a:pathLst>
                <a:path extrusionOk="0" h="7801" w="5100">
                  <a:moveTo>
                    <a:pt x="2769" y="1"/>
                  </a:moveTo>
                  <a:cubicBezTo>
                    <a:pt x="2600" y="1"/>
                    <a:pt x="2426" y="17"/>
                    <a:pt x="2252" y="53"/>
                  </a:cubicBezTo>
                  <a:cubicBezTo>
                    <a:pt x="1126" y="285"/>
                    <a:pt x="166" y="517"/>
                    <a:pt x="265" y="1840"/>
                  </a:cubicBezTo>
                  <a:lnTo>
                    <a:pt x="431" y="3927"/>
                  </a:lnTo>
                  <a:cubicBezTo>
                    <a:pt x="431" y="3927"/>
                    <a:pt x="323" y="3845"/>
                    <a:pt x="215" y="3845"/>
                  </a:cubicBezTo>
                  <a:cubicBezTo>
                    <a:pt x="108" y="3845"/>
                    <a:pt x="0" y="3927"/>
                    <a:pt x="0" y="4258"/>
                  </a:cubicBezTo>
                  <a:cubicBezTo>
                    <a:pt x="0" y="4920"/>
                    <a:pt x="99" y="5483"/>
                    <a:pt x="331" y="5550"/>
                  </a:cubicBezTo>
                  <a:cubicBezTo>
                    <a:pt x="563" y="5616"/>
                    <a:pt x="795" y="5649"/>
                    <a:pt x="795" y="5649"/>
                  </a:cubicBezTo>
                  <a:cubicBezTo>
                    <a:pt x="795" y="5649"/>
                    <a:pt x="895" y="6476"/>
                    <a:pt x="1126" y="6676"/>
                  </a:cubicBezTo>
                  <a:cubicBezTo>
                    <a:pt x="1357" y="6873"/>
                    <a:pt x="2616" y="7602"/>
                    <a:pt x="2848" y="7735"/>
                  </a:cubicBezTo>
                  <a:cubicBezTo>
                    <a:pt x="2931" y="7782"/>
                    <a:pt x="3079" y="7800"/>
                    <a:pt x="3241" y="7800"/>
                  </a:cubicBezTo>
                  <a:cubicBezTo>
                    <a:pt x="3530" y="7800"/>
                    <a:pt x="3867" y="7744"/>
                    <a:pt x="3973" y="7702"/>
                  </a:cubicBezTo>
                  <a:cubicBezTo>
                    <a:pt x="4139" y="7635"/>
                    <a:pt x="4735" y="6576"/>
                    <a:pt x="4867" y="6278"/>
                  </a:cubicBezTo>
                  <a:cubicBezTo>
                    <a:pt x="5000" y="5980"/>
                    <a:pt x="5099" y="4854"/>
                    <a:pt x="5099" y="4854"/>
                  </a:cubicBezTo>
                  <a:cubicBezTo>
                    <a:pt x="5099" y="4854"/>
                    <a:pt x="4967" y="2867"/>
                    <a:pt x="4967" y="2304"/>
                  </a:cubicBezTo>
                  <a:cubicBezTo>
                    <a:pt x="4967" y="1742"/>
                    <a:pt x="5000" y="1212"/>
                    <a:pt x="4735" y="815"/>
                  </a:cubicBezTo>
                  <a:cubicBezTo>
                    <a:pt x="4511" y="479"/>
                    <a:pt x="3696" y="1"/>
                    <a:pt x="276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g33f68990add_0_5"/>
            <p:cNvSpPr/>
            <p:nvPr/>
          </p:nvSpPr>
          <p:spPr>
            <a:xfrm>
              <a:off x="8925570" y="3061800"/>
              <a:ext cx="227073" cy="344319"/>
            </a:xfrm>
            <a:custGeom>
              <a:rect b="b" l="l" r="r" t="t"/>
              <a:pathLst>
                <a:path extrusionOk="0" h="7935" w="5233">
                  <a:moveTo>
                    <a:pt x="2830" y="135"/>
                  </a:moveTo>
                  <a:cubicBezTo>
                    <a:pt x="3737" y="135"/>
                    <a:pt x="4540" y="608"/>
                    <a:pt x="4748" y="918"/>
                  </a:cubicBezTo>
                  <a:cubicBezTo>
                    <a:pt x="4974" y="1259"/>
                    <a:pt x="4971" y="1717"/>
                    <a:pt x="4968" y="2202"/>
                  </a:cubicBezTo>
                  <a:lnTo>
                    <a:pt x="4968" y="2371"/>
                  </a:lnTo>
                  <a:cubicBezTo>
                    <a:pt x="4968" y="2930"/>
                    <a:pt x="5099" y="4905"/>
                    <a:pt x="5100" y="4915"/>
                  </a:cubicBezTo>
                  <a:cubicBezTo>
                    <a:pt x="5099" y="4927"/>
                    <a:pt x="5001" y="6033"/>
                    <a:pt x="4874" y="6318"/>
                  </a:cubicBezTo>
                  <a:cubicBezTo>
                    <a:pt x="4723" y="6657"/>
                    <a:pt x="4144" y="7653"/>
                    <a:pt x="4016" y="7707"/>
                  </a:cubicBezTo>
                  <a:cubicBezTo>
                    <a:pt x="3907" y="7751"/>
                    <a:pt x="3580" y="7800"/>
                    <a:pt x="3308" y="7800"/>
                  </a:cubicBezTo>
                  <a:cubicBezTo>
                    <a:pt x="3155" y="7800"/>
                    <a:pt x="3019" y="7785"/>
                    <a:pt x="2948" y="7744"/>
                  </a:cubicBezTo>
                  <a:cubicBezTo>
                    <a:pt x="2571" y="7528"/>
                    <a:pt x="1448" y="6873"/>
                    <a:pt x="1236" y="6692"/>
                  </a:cubicBezTo>
                  <a:cubicBezTo>
                    <a:pt x="1062" y="6543"/>
                    <a:pt x="954" y="5931"/>
                    <a:pt x="927" y="5708"/>
                  </a:cubicBezTo>
                  <a:cubicBezTo>
                    <a:pt x="925" y="5678"/>
                    <a:pt x="901" y="5654"/>
                    <a:pt x="872" y="5650"/>
                  </a:cubicBezTo>
                  <a:cubicBezTo>
                    <a:pt x="869" y="5650"/>
                    <a:pt x="641" y="5617"/>
                    <a:pt x="416" y="5553"/>
                  </a:cubicBezTo>
                  <a:cubicBezTo>
                    <a:pt x="245" y="5503"/>
                    <a:pt x="133" y="5021"/>
                    <a:pt x="133" y="4325"/>
                  </a:cubicBezTo>
                  <a:cubicBezTo>
                    <a:pt x="133" y="4140"/>
                    <a:pt x="170" y="4021"/>
                    <a:pt x="235" y="3987"/>
                  </a:cubicBezTo>
                  <a:cubicBezTo>
                    <a:pt x="249" y="3980"/>
                    <a:pt x="266" y="3978"/>
                    <a:pt x="282" y="3978"/>
                  </a:cubicBezTo>
                  <a:cubicBezTo>
                    <a:pt x="350" y="3978"/>
                    <a:pt x="429" y="4025"/>
                    <a:pt x="458" y="4047"/>
                  </a:cubicBezTo>
                  <a:cubicBezTo>
                    <a:pt x="470" y="4056"/>
                    <a:pt x="484" y="4061"/>
                    <a:pt x="498" y="4061"/>
                  </a:cubicBezTo>
                  <a:cubicBezTo>
                    <a:pt x="509" y="4061"/>
                    <a:pt x="520" y="4058"/>
                    <a:pt x="530" y="4052"/>
                  </a:cubicBezTo>
                  <a:cubicBezTo>
                    <a:pt x="552" y="4039"/>
                    <a:pt x="566" y="4015"/>
                    <a:pt x="564" y="3989"/>
                  </a:cubicBezTo>
                  <a:lnTo>
                    <a:pt x="398" y="1903"/>
                  </a:lnTo>
                  <a:cubicBezTo>
                    <a:pt x="308" y="694"/>
                    <a:pt x="1106" y="438"/>
                    <a:pt x="2333" y="185"/>
                  </a:cubicBezTo>
                  <a:cubicBezTo>
                    <a:pt x="2500" y="151"/>
                    <a:pt x="2666" y="135"/>
                    <a:pt x="2830" y="135"/>
                  </a:cubicBezTo>
                  <a:close/>
                  <a:moveTo>
                    <a:pt x="2838" y="1"/>
                  </a:moveTo>
                  <a:cubicBezTo>
                    <a:pt x="2664" y="1"/>
                    <a:pt x="2485" y="18"/>
                    <a:pt x="2306" y="55"/>
                  </a:cubicBezTo>
                  <a:cubicBezTo>
                    <a:pt x="1250" y="272"/>
                    <a:pt x="159" y="496"/>
                    <a:pt x="266" y="1913"/>
                  </a:cubicBezTo>
                  <a:lnTo>
                    <a:pt x="422" y="3875"/>
                  </a:lnTo>
                  <a:cubicBezTo>
                    <a:pt x="381" y="3858"/>
                    <a:pt x="332" y="3844"/>
                    <a:pt x="282" y="3844"/>
                  </a:cubicBezTo>
                  <a:cubicBezTo>
                    <a:pt x="247" y="3844"/>
                    <a:pt x="211" y="3851"/>
                    <a:pt x="176" y="3868"/>
                  </a:cubicBezTo>
                  <a:cubicBezTo>
                    <a:pt x="59" y="3927"/>
                    <a:pt x="1" y="4076"/>
                    <a:pt x="1" y="4325"/>
                  </a:cubicBezTo>
                  <a:cubicBezTo>
                    <a:pt x="1" y="4791"/>
                    <a:pt x="51" y="5586"/>
                    <a:pt x="379" y="5680"/>
                  </a:cubicBezTo>
                  <a:cubicBezTo>
                    <a:pt x="552" y="5729"/>
                    <a:pt x="720" y="5760"/>
                    <a:pt x="802" y="5774"/>
                  </a:cubicBezTo>
                  <a:cubicBezTo>
                    <a:pt x="829" y="5969"/>
                    <a:pt x="932" y="6606"/>
                    <a:pt x="1150" y="6793"/>
                  </a:cubicBezTo>
                  <a:cubicBezTo>
                    <a:pt x="1411" y="7016"/>
                    <a:pt x="2868" y="7850"/>
                    <a:pt x="2882" y="7860"/>
                  </a:cubicBezTo>
                  <a:cubicBezTo>
                    <a:pt x="2978" y="7914"/>
                    <a:pt x="3138" y="7934"/>
                    <a:pt x="3312" y="7934"/>
                  </a:cubicBezTo>
                  <a:cubicBezTo>
                    <a:pt x="3615" y="7934"/>
                    <a:pt x="3957" y="7874"/>
                    <a:pt x="4065" y="7830"/>
                  </a:cubicBezTo>
                  <a:cubicBezTo>
                    <a:pt x="4280" y="7744"/>
                    <a:pt x="4906" y="6571"/>
                    <a:pt x="4995" y="6371"/>
                  </a:cubicBezTo>
                  <a:cubicBezTo>
                    <a:pt x="5131" y="6067"/>
                    <a:pt x="5228" y="4973"/>
                    <a:pt x="5233" y="4916"/>
                  </a:cubicBezTo>
                  <a:cubicBezTo>
                    <a:pt x="5231" y="4897"/>
                    <a:pt x="5100" y="2926"/>
                    <a:pt x="5100" y="2371"/>
                  </a:cubicBezTo>
                  <a:lnTo>
                    <a:pt x="5100" y="2203"/>
                  </a:lnTo>
                  <a:cubicBezTo>
                    <a:pt x="5104" y="1697"/>
                    <a:pt x="5107" y="1219"/>
                    <a:pt x="4858" y="845"/>
                  </a:cubicBezTo>
                  <a:cubicBezTo>
                    <a:pt x="4629" y="503"/>
                    <a:pt x="3797" y="1"/>
                    <a:pt x="28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g33f68990add_0_5"/>
            <p:cNvSpPr/>
            <p:nvPr/>
          </p:nvSpPr>
          <p:spPr>
            <a:xfrm>
              <a:off x="8943621" y="3232028"/>
              <a:ext cx="4947" cy="5424"/>
            </a:xfrm>
            <a:custGeom>
              <a:rect b="b" l="l" r="r" t="t"/>
              <a:pathLst>
                <a:path extrusionOk="0" h="125" w="114">
                  <a:moveTo>
                    <a:pt x="76" y="0"/>
                  </a:moveTo>
                  <a:cubicBezTo>
                    <a:pt x="55" y="0"/>
                    <a:pt x="34" y="10"/>
                    <a:pt x="21" y="28"/>
                  </a:cubicBezTo>
                  <a:cubicBezTo>
                    <a:pt x="0" y="58"/>
                    <a:pt x="7" y="100"/>
                    <a:pt x="37" y="120"/>
                  </a:cubicBezTo>
                  <a:lnTo>
                    <a:pt x="43" y="125"/>
                  </a:lnTo>
                  <a:lnTo>
                    <a:pt x="82" y="71"/>
                  </a:lnTo>
                  <a:lnTo>
                    <a:pt x="114" y="12"/>
                  </a:lnTo>
                  <a:cubicBezTo>
                    <a:pt x="102" y="4"/>
                    <a:pt x="89"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g33f68990add_0_5"/>
            <p:cNvSpPr/>
            <p:nvPr/>
          </p:nvSpPr>
          <p:spPr>
            <a:xfrm>
              <a:off x="8935637" y="3064707"/>
              <a:ext cx="207763" cy="170446"/>
            </a:xfrm>
            <a:custGeom>
              <a:rect b="b" l="l" r="r" t="t"/>
              <a:pathLst>
                <a:path extrusionOk="0" h="3928" w="4788">
                  <a:moveTo>
                    <a:pt x="2604" y="1"/>
                  </a:moveTo>
                  <a:cubicBezTo>
                    <a:pt x="2435" y="1"/>
                    <a:pt x="2261" y="17"/>
                    <a:pt x="2087" y="53"/>
                  </a:cubicBezTo>
                  <a:cubicBezTo>
                    <a:pt x="961" y="285"/>
                    <a:pt x="1" y="517"/>
                    <a:pt x="100" y="1840"/>
                  </a:cubicBezTo>
                  <a:lnTo>
                    <a:pt x="266" y="3927"/>
                  </a:lnTo>
                  <a:lnTo>
                    <a:pt x="696" y="3894"/>
                  </a:lnTo>
                  <a:lnTo>
                    <a:pt x="597" y="3166"/>
                  </a:lnTo>
                  <a:cubicBezTo>
                    <a:pt x="597" y="3166"/>
                    <a:pt x="1060" y="3099"/>
                    <a:pt x="1060" y="2901"/>
                  </a:cubicBezTo>
                  <a:cubicBezTo>
                    <a:pt x="1060" y="2702"/>
                    <a:pt x="465" y="1610"/>
                    <a:pt x="927" y="1378"/>
                  </a:cubicBezTo>
                  <a:cubicBezTo>
                    <a:pt x="1317" y="1183"/>
                    <a:pt x="1544" y="1105"/>
                    <a:pt x="1783" y="1105"/>
                  </a:cubicBezTo>
                  <a:cubicBezTo>
                    <a:pt x="1828" y="1105"/>
                    <a:pt x="1874" y="1108"/>
                    <a:pt x="1921" y="1113"/>
                  </a:cubicBezTo>
                  <a:cubicBezTo>
                    <a:pt x="2174" y="1141"/>
                    <a:pt x="2571" y="1480"/>
                    <a:pt x="3090" y="1480"/>
                  </a:cubicBezTo>
                  <a:cubicBezTo>
                    <a:pt x="3182" y="1480"/>
                    <a:pt x="3278" y="1469"/>
                    <a:pt x="3377" y="1444"/>
                  </a:cubicBezTo>
                  <a:cubicBezTo>
                    <a:pt x="4040" y="1278"/>
                    <a:pt x="4338" y="980"/>
                    <a:pt x="4338" y="980"/>
                  </a:cubicBezTo>
                  <a:lnTo>
                    <a:pt x="4788" y="1535"/>
                  </a:lnTo>
                  <a:cubicBezTo>
                    <a:pt x="4765" y="1269"/>
                    <a:pt x="4710" y="1023"/>
                    <a:pt x="4570" y="815"/>
                  </a:cubicBezTo>
                  <a:cubicBezTo>
                    <a:pt x="4346" y="479"/>
                    <a:pt x="3531" y="1"/>
                    <a:pt x="26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g33f68990add_0_5"/>
            <p:cNvSpPr/>
            <p:nvPr/>
          </p:nvSpPr>
          <p:spPr>
            <a:xfrm>
              <a:off x="8932469" y="3061844"/>
              <a:ext cx="213925" cy="176174"/>
            </a:xfrm>
            <a:custGeom>
              <a:rect b="b" l="l" r="r" t="t"/>
              <a:pathLst>
                <a:path extrusionOk="0" h="4060" w="4930">
                  <a:moveTo>
                    <a:pt x="2672" y="134"/>
                  </a:moveTo>
                  <a:cubicBezTo>
                    <a:pt x="3578" y="134"/>
                    <a:pt x="4380" y="606"/>
                    <a:pt x="4589" y="917"/>
                  </a:cubicBezTo>
                  <a:cubicBezTo>
                    <a:pt x="4671" y="1042"/>
                    <a:pt x="4729" y="1191"/>
                    <a:pt x="4764" y="1375"/>
                  </a:cubicBezTo>
                  <a:lnTo>
                    <a:pt x="4463" y="1004"/>
                  </a:lnTo>
                  <a:cubicBezTo>
                    <a:pt x="4451" y="990"/>
                    <a:pt x="4434" y="980"/>
                    <a:pt x="4415" y="979"/>
                  </a:cubicBezTo>
                  <a:cubicBezTo>
                    <a:pt x="4393" y="979"/>
                    <a:pt x="4378" y="986"/>
                    <a:pt x="4365" y="999"/>
                  </a:cubicBezTo>
                  <a:cubicBezTo>
                    <a:pt x="4361" y="1001"/>
                    <a:pt x="4068" y="1286"/>
                    <a:pt x="3435" y="1445"/>
                  </a:cubicBezTo>
                  <a:cubicBezTo>
                    <a:pt x="3341" y="1468"/>
                    <a:pt x="3251" y="1478"/>
                    <a:pt x="3164" y="1478"/>
                  </a:cubicBezTo>
                  <a:cubicBezTo>
                    <a:pt x="2856" y="1478"/>
                    <a:pt x="2593" y="1354"/>
                    <a:pt x="2371" y="1249"/>
                  </a:cubicBezTo>
                  <a:cubicBezTo>
                    <a:pt x="2231" y="1181"/>
                    <a:pt x="2109" y="1124"/>
                    <a:pt x="2002" y="1113"/>
                  </a:cubicBezTo>
                  <a:cubicBezTo>
                    <a:pt x="1952" y="1107"/>
                    <a:pt x="1904" y="1104"/>
                    <a:pt x="1856" y="1104"/>
                  </a:cubicBezTo>
                  <a:cubicBezTo>
                    <a:pt x="1611" y="1104"/>
                    <a:pt x="1376" y="1182"/>
                    <a:pt x="972" y="1384"/>
                  </a:cubicBezTo>
                  <a:cubicBezTo>
                    <a:pt x="578" y="1580"/>
                    <a:pt x="817" y="2238"/>
                    <a:pt x="975" y="2673"/>
                  </a:cubicBezTo>
                  <a:cubicBezTo>
                    <a:pt x="1020" y="2797"/>
                    <a:pt x="1068" y="2925"/>
                    <a:pt x="1068" y="2967"/>
                  </a:cubicBezTo>
                  <a:cubicBezTo>
                    <a:pt x="1068" y="3062"/>
                    <a:pt x="825" y="3142"/>
                    <a:pt x="661" y="3165"/>
                  </a:cubicBezTo>
                  <a:cubicBezTo>
                    <a:pt x="624" y="3171"/>
                    <a:pt x="599" y="3204"/>
                    <a:pt x="604" y="3240"/>
                  </a:cubicBezTo>
                  <a:lnTo>
                    <a:pt x="694" y="3899"/>
                  </a:lnTo>
                  <a:lnTo>
                    <a:pt x="400" y="3921"/>
                  </a:lnTo>
                  <a:lnTo>
                    <a:pt x="239" y="1902"/>
                  </a:lnTo>
                  <a:cubicBezTo>
                    <a:pt x="148" y="693"/>
                    <a:pt x="946" y="437"/>
                    <a:pt x="2174" y="184"/>
                  </a:cubicBezTo>
                  <a:cubicBezTo>
                    <a:pt x="2341" y="150"/>
                    <a:pt x="2507" y="134"/>
                    <a:pt x="2672" y="134"/>
                  </a:cubicBezTo>
                  <a:close/>
                  <a:moveTo>
                    <a:pt x="2679" y="0"/>
                  </a:moveTo>
                  <a:cubicBezTo>
                    <a:pt x="2504" y="0"/>
                    <a:pt x="2326" y="17"/>
                    <a:pt x="2147" y="54"/>
                  </a:cubicBezTo>
                  <a:cubicBezTo>
                    <a:pt x="1091" y="271"/>
                    <a:pt x="0" y="496"/>
                    <a:pt x="107" y="1912"/>
                  </a:cubicBezTo>
                  <a:lnTo>
                    <a:pt x="273" y="3998"/>
                  </a:lnTo>
                  <a:cubicBezTo>
                    <a:pt x="275" y="4033"/>
                    <a:pt x="304" y="4060"/>
                    <a:pt x="339" y="4060"/>
                  </a:cubicBezTo>
                  <a:lnTo>
                    <a:pt x="343" y="4060"/>
                  </a:lnTo>
                  <a:lnTo>
                    <a:pt x="774" y="4027"/>
                  </a:lnTo>
                  <a:cubicBezTo>
                    <a:pt x="792" y="4024"/>
                    <a:pt x="810" y="4016"/>
                    <a:pt x="820" y="4002"/>
                  </a:cubicBezTo>
                  <a:cubicBezTo>
                    <a:pt x="832" y="3988"/>
                    <a:pt x="837" y="3969"/>
                    <a:pt x="834" y="3951"/>
                  </a:cubicBezTo>
                  <a:lnTo>
                    <a:pt x="745" y="3286"/>
                  </a:lnTo>
                  <a:cubicBezTo>
                    <a:pt x="894" y="3256"/>
                    <a:pt x="1200" y="3171"/>
                    <a:pt x="1200" y="2967"/>
                  </a:cubicBezTo>
                  <a:cubicBezTo>
                    <a:pt x="1200" y="2905"/>
                    <a:pt x="1166" y="2808"/>
                    <a:pt x="1100" y="2628"/>
                  </a:cubicBezTo>
                  <a:cubicBezTo>
                    <a:pt x="967" y="2261"/>
                    <a:pt x="743" y="1646"/>
                    <a:pt x="1031" y="1503"/>
                  </a:cubicBezTo>
                  <a:cubicBezTo>
                    <a:pt x="1417" y="1309"/>
                    <a:pt x="1629" y="1237"/>
                    <a:pt x="1852" y="1237"/>
                  </a:cubicBezTo>
                  <a:cubicBezTo>
                    <a:pt x="1896" y="1237"/>
                    <a:pt x="1941" y="1240"/>
                    <a:pt x="1987" y="1245"/>
                  </a:cubicBezTo>
                  <a:cubicBezTo>
                    <a:pt x="2072" y="1255"/>
                    <a:pt x="2184" y="1308"/>
                    <a:pt x="2315" y="1369"/>
                  </a:cubicBezTo>
                  <a:cubicBezTo>
                    <a:pt x="2538" y="1475"/>
                    <a:pt x="2825" y="1612"/>
                    <a:pt x="3164" y="1612"/>
                  </a:cubicBezTo>
                  <a:cubicBezTo>
                    <a:pt x="3261" y="1612"/>
                    <a:pt x="3362" y="1600"/>
                    <a:pt x="3467" y="1574"/>
                  </a:cubicBezTo>
                  <a:cubicBezTo>
                    <a:pt x="3986" y="1444"/>
                    <a:pt x="4287" y="1236"/>
                    <a:pt x="4403" y="1142"/>
                  </a:cubicBezTo>
                  <a:lnTo>
                    <a:pt x="4809" y="1644"/>
                  </a:lnTo>
                  <a:cubicBezTo>
                    <a:pt x="4822" y="1659"/>
                    <a:pt x="4841" y="1668"/>
                    <a:pt x="4860" y="1668"/>
                  </a:cubicBezTo>
                  <a:cubicBezTo>
                    <a:pt x="4868" y="1668"/>
                    <a:pt x="4877" y="1666"/>
                    <a:pt x="4885" y="1663"/>
                  </a:cubicBezTo>
                  <a:cubicBezTo>
                    <a:pt x="4913" y="1652"/>
                    <a:pt x="4929" y="1625"/>
                    <a:pt x="4927" y="1595"/>
                  </a:cubicBezTo>
                  <a:cubicBezTo>
                    <a:pt x="4900" y="1276"/>
                    <a:pt x="4828" y="1037"/>
                    <a:pt x="4699" y="844"/>
                  </a:cubicBezTo>
                  <a:cubicBezTo>
                    <a:pt x="4470" y="503"/>
                    <a:pt x="3638" y="0"/>
                    <a:pt x="26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g33f68990add_0_5"/>
            <p:cNvSpPr/>
            <p:nvPr/>
          </p:nvSpPr>
          <p:spPr>
            <a:xfrm>
              <a:off x="9064815" y="3220703"/>
              <a:ext cx="34757" cy="79105"/>
            </a:xfrm>
            <a:custGeom>
              <a:rect b="b" l="l" r="r" t="t"/>
              <a:pathLst>
                <a:path extrusionOk="0" h="1823" w="801">
                  <a:moveTo>
                    <a:pt x="500" y="1"/>
                  </a:moveTo>
                  <a:cubicBezTo>
                    <a:pt x="497" y="1"/>
                    <a:pt x="494" y="1"/>
                    <a:pt x="491" y="1"/>
                  </a:cubicBezTo>
                  <a:cubicBezTo>
                    <a:pt x="455" y="6"/>
                    <a:pt x="430" y="40"/>
                    <a:pt x="435" y="77"/>
                  </a:cubicBezTo>
                  <a:lnTo>
                    <a:pt x="657" y="1630"/>
                  </a:lnTo>
                  <a:lnTo>
                    <a:pt x="63" y="1690"/>
                  </a:lnTo>
                  <a:cubicBezTo>
                    <a:pt x="27" y="1693"/>
                    <a:pt x="0" y="1726"/>
                    <a:pt x="4" y="1763"/>
                  </a:cubicBezTo>
                  <a:cubicBezTo>
                    <a:pt x="8" y="1796"/>
                    <a:pt x="36" y="1822"/>
                    <a:pt x="70" y="1822"/>
                  </a:cubicBezTo>
                  <a:lnTo>
                    <a:pt x="76" y="1822"/>
                  </a:lnTo>
                  <a:lnTo>
                    <a:pt x="739" y="1756"/>
                  </a:lnTo>
                  <a:cubicBezTo>
                    <a:pt x="756" y="1753"/>
                    <a:pt x="773" y="1745"/>
                    <a:pt x="785" y="1731"/>
                  </a:cubicBezTo>
                  <a:cubicBezTo>
                    <a:pt x="796" y="1716"/>
                    <a:pt x="800" y="1698"/>
                    <a:pt x="798" y="1680"/>
                  </a:cubicBezTo>
                  <a:lnTo>
                    <a:pt x="566" y="58"/>
                  </a:lnTo>
                  <a:cubicBezTo>
                    <a:pt x="562" y="24"/>
                    <a:pt x="532" y="1"/>
                    <a:pt x="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g33f68990add_0_5"/>
            <p:cNvSpPr/>
            <p:nvPr/>
          </p:nvSpPr>
          <p:spPr>
            <a:xfrm>
              <a:off x="8999944" y="3208770"/>
              <a:ext cx="61097" cy="17748"/>
            </a:xfrm>
            <a:custGeom>
              <a:rect b="b" l="l" r="r" t="t"/>
              <a:pathLst>
                <a:path extrusionOk="0" h="409" w="1408">
                  <a:moveTo>
                    <a:pt x="864" y="0"/>
                  </a:moveTo>
                  <a:cubicBezTo>
                    <a:pt x="616" y="0"/>
                    <a:pt x="311" y="61"/>
                    <a:pt x="33" y="290"/>
                  </a:cubicBezTo>
                  <a:cubicBezTo>
                    <a:pt x="5" y="314"/>
                    <a:pt x="0" y="355"/>
                    <a:pt x="24" y="384"/>
                  </a:cubicBezTo>
                  <a:cubicBezTo>
                    <a:pt x="37" y="400"/>
                    <a:pt x="56" y="409"/>
                    <a:pt x="75" y="409"/>
                  </a:cubicBezTo>
                  <a:cubicBezTo>
                    <a:pt x="90" y="409"/>
                    <a:pt x="105" y="404"/>
                    <a:pt x="117" y="393"/>
                  </a:cubicBezTo>
                  <a:cubicBezTo>
                    <a:pt x="364" y="190"/>
                    <a:pt x="641" y="135"/>
                    <a:pt x="866" y="135"/>
                  </a:cubicBezTo>
                  <a:cubicBezTo>
                    <a:pt x="1119" y="135"/>
                    <a:pt x="1306" y="204"/>
                    <a:pt x="1310" y="205"/>
                  </a:cubicBezTo>
                  <a:cubicBezTo>
                    <a:pt x="1318" y="208"/>
                    <a:pt x="1326" y="210"/>
                    <a:pt x="1334" y="210"/>
                  </a:cubicBezTo>
                  <a:cubicBezTo>
                    <a:pt x="1360" y="210"/>
                    <a:pt x="1385" y="194"/>
                    <a:pt x="1395" y="167"/>
                  </a:cubicBezTo>
                  <a:cubicBezTo>
                    <a:pt x="1408" y="132"/>
                    <a:pt x="1391" y="94"/>
                    <a:pt x="1357" y="81"/>
                  </a:cubicBezTo>
                  <a:cubicBezTo>
                    <a:pt x="1341" y="75"/>
                    <a:pt x="1138"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g33f68990add_0_5"/>
            <p:cNvSpPr/>
            <p:nvPr/>
          </p:nvSpPr>
          <p:spPr>
            <a:xfrm>
              <a:off x="9094756" y="3202131"/>
              <a:ext cx="45302" cy="12888"/>
            </a:xfrm>
            <a:custGeom>
              <a:rect b="b" l="l" r="r" t="t"/>
              <a:pathLst>
                <a:path extrusionOk="0" h="297" w="1044">
                  <a:moveTo>
                    <a:pt x="591" y="1"/>
                  </a:moveTo>
                  <a:cubicBezTo>
                    <a:pt x="313" y="1"/>
                    <a:pt x="56" y="164"/>
                    <a:pt x="39" y="174"/>
                  </a:cubicBezTo>
                  <a:cubicBezTo>
                    <a:pt x="9" y="194"/>
                    <a:pt x="0" y="235"/>
                    <a:pt x="19" y="266"/>
                  </a:cubicBezTo>
                  <a:cubicBezTo>
                    <a:pt x="32" y="286"/>
                    <a:pt x="54" y="297"/>
                    <a:pt x="76" y="297"/>
                  </a:cubicBezTo>
                  <a:cubicBezTo>
                    <a:pt x="88" y="297"/>
                    <a:pt x="100" y="293"/>
                    <a:pt x="111" y="286"/>
                  </a:cubicBezTo>
                  <a:cubicBezTo>
                    <a:pt x="115" y="284"/>
                    <a:pt x="348" y="136"/>
                    <a:pt x="589" y="136"/>
                  </a:cubicBezTo>
                  <a:cubicBezTo>
                    <a:pt x="706" y="136"/>
                    <a:pt x="826" y="171"/>
                    <a:pt x="921" y="275"/>
                  </a:cubicBezTo>
                  <a:cubicBezTo>
                    <a:pt x="934" y="290"/>
                    <a:pt x="951" y="297"/>
                    <a:pt x="969" y="297"/>
                  </a:cubicBezTo>
                  <a:cubicBezTo>
                    <a:pt x="986" y="297"/>
                    <a:pt x="1001" y="291"/>
                    <a:pt x="1014" y="279"/>
                  </a:cubicBezTo>
                  <a:cubicBezTo>
                    <a:pt x="1041" y="254"/>
                    <a:pt x="1044" y="213"/>
                    <a:pt x="1019" y="185"/>
                  </a:cubicBezTo>
                  <a:cubicBezTo>
                    <a:pt x="892" y="46"/>
                    <a:pt x="739" y="1"/>
                    <a:pt x="5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g33f68990add_0_5"/>
            <p:cNvSpPr/>
            <p:nvPr/>
          </p:nvSpPr>
          <p:spPr>
            <a:xfrm>
              <a:off x="9027585" y="3230813"/>
              <a:ext cx="17314" cy="22955"/>
            </a:xfrm>
            <a:custGeom>
              <a:rect b="b" l="l" r="r" t="t"/>
              <a:pathLst>
                <a:path extrusionOk="0" h="529" w="399">
                  <a:moveTo>
                    <a:pt x="199" y="0"/>
                  </a:moveTo>
                  <a:cubicBezTo>
                    <a:pt x="89" y="0"/>
                    <a:pt x="1" y="118"/>
                    <a:pt x="1" y="265"/>
                  </a:cubicBezTo>
                  <a:cubicBezTo>
                    <a:pt x="1" y="411"/>
                    <a:pt x="89" y="529"/>
                    <a:pt x="199" y="529"/>
                  </a:cubicBezTo>
                  <a:cubicBezTo>
                    <a:pt x="310" y="529"/>
                    <a:pt x="398" y="411"/>
                    <a:pt x="398" y="265"/>
                  </a:cubicBezTo>
                  <a:cubicBezTo>
                    <a:pt x="398" y="118"/>
                    <a:pt x="310"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g33f68990add_0_5"/>
            <p:cNvSpPr/>
            <p:nvPr/>
          </p:nvSpPr>
          <p:spPr>
            <a:xfrm>
              <a:off x="9113805" y="3230813"/>
              <a:ext cx="17270" cy="22955"/>
            </a:xfrm>
            <a:custGeom>
              <a:rect b="b" l="l" r="r" t="t"/>
              <a:pathLst>
                <a:path extrusionOk="0" h="529" w="398">
                  <a:moveTo>
                    <a:pt x="199" y="0"/>
                  </a:moveTo>
                  <a:cubicBezTo>
                    <a:pt x="90" y="0"/>
                    <a:pt x="0" y="118"/>
                    <a:pt x="0" y="265"/>
                  </a:cubicBezTo>
                  <a:cubicBezTo>
                    <a:pt x="0" y="411"/>
                    <a:pt x="90" y="529"/>
                    <a:pt x="199" y="529"/>
                  </a:cubicBezTo>
                  <a:cubicBezTo>
                    <a:pt x="309" y="529"/>
                    <a:pt x="398" y="411"/>
                    <a:pt x="398" y="265"/>
                  </a:cubicBezTo>
                  <a:cubicBezTo>
                    <a:pt x="398" y="118"/>
                    <a:pt x="30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g33f68990add_0_5"/>
            <p:cNvSpPr/>
            <p:nvPr/>
          </p:nvSpPr>
          <p:spPr>
            <a:xfrm>
              <a:off x="9072149" y="3332741"/>
              <a:ext cx="17314" cy="11586"/>
            </a:xfrm>
            <a:custGeom>
              <a:rect b="b" l="l" r="r" t="t"/>
              <a:pathLst>
                <a:path extrusionOk="0" h="267" w="399">
                  <a:moveTo>
                    <a:pt x="199" y="1"/>
                  </a:moveTo>
                  <a:cubicBezTo>
                    <a:pt x="89" y="1"/>
                    <a:pt x="1" y="61"/>
                    <a:pt x="1" y="134"/>
                  </a:cubicBezTo>
                  <a:cubicBezTo>
                    <a:pt x="1" y="207"/>
                    <a:pt x="89" y="267"/>
                    <a:pt x="199" y="267"/>
                  </a:cubicBezTo>
                  <a:cubicBezTo>
                    <a:pt x="308" y="267"/>
                    <a:pt x="398" y="207"/>
                    <a:pt x="398" y="134"/>
                  </a:cubicBezTo>
                  <a:cubicBezTo>
                    <a:pt x="398" y="61"/>
                    <a:pt x="308" y="1"/>
                    <a:pt x="1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g33f68990add_0_5"/>
            <p:cNvSpPr/>
            <p:nvPr/>
          </p:nvSpPr>
          <p:spPr>
            <a:xfrm>
              <a:off x="8839436" y="2649704"/>
              <a:ext cx="462955" cy="355558"/>
            </a:xfrm>
            <a:custGeom>
              <a:rect b="b" l="l" r="r" t="t"/>
              <a:pathLst>
                <a:path extrusionOk="0" h="8194" w="10669">
                  <a:moveTo>
                    <a:pt x="1" y="0"/>
                  </a:moveTo>
                  <a:lnTo>
                    <a:pt x="1" y="6571"/>
                  </a:lnTo>
                  <a:lnTo>
                    <a:pt x="3990" y="6571"/>
                  </a:lnTo>
                  <a:lnTo>
                    <a:pt x="5206" y="8193"/>
                  </a:lnTo>
                  <a:lnTo>
                    <a:pt x="6288" y="6571"/>
                  </a:lnTo>
                  <a:lnTo>
                    <a:pt x="10669" y="6571"/>
                  </a:lnTo>
                  <a:lnTo>
                    <a:pt x="106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g33f68990add_0_5"/>
            <p:cNvSpPr/>
            <p:nvPr/>
          </p:nvSpPr>
          <p:spPr>
            <a:xfrm>
              <a:off x="8818131" y="2628355"/>
              <a:ext cx="462955" cy="355602"/>
            </a:xfrm>
            <a:custGeom>
              <a:rect b="b" l="l" r="r" t="t"/>
              <a:pathLst>
                <a:path extrusionOk="0" h="8195" w="10669">
                  <a:moveTo>
                    <a:pt x="1" y="0"/>
                  </a:moveTo>
                  <a:lnTo>
                    <a:pt x="1" y="6572"/>
                  </a:lnTo>
                  <a:lnTo>
                    <a:pt x="3990" y="6572"/>
                  </a:lnTo>
                  <a:lnTo>
                    <a:pt x="5206" y="8194"/>
                  </a:lnTo>
                  <a:lnTo>
                    <a:pt x="6288" y="6572"/>
                  </a:lnTo>
                  <a:lnTo>
                    <a:pt x="10669" y="6572"/>
                  </a:lnTo>
                  <a:lnTo>
                    <a:pt x="1066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g33f68990add_0_5"/>
            <p:cNvSpPr/>
            <p:nvPr/>
          </p:nvSpPr>
          <p:spPr>
            <a:xfrm>
              <a:off x="8815224" y="2625448"/>
              <a:ext cx="468769" cy="361373"/>
            </a:xfrm>
            <a:custGeom>
              <a:rect b="b" l="l" r="r" t="t"/>
              <a:pathLst>
                <a:path extrusionOk="0" h="8328" w="10803">
                  <a:moveTo>
                    <a:pt x="10670" y="135"/>
                  </a:moveTo>
                  <a:lnTo>
                    <a:pt x="10670" y="6573"/>
                  </a:lnTo>
                  <a:lnTo>
                    <a:pt x="6355" y="6573"/>
                  </a:lnTo>
                  <a:cubicBezTo>
                    <a:pt x="6332" y="6573"/>
                    <a:pt x="6311" y="6584"/>
                    <a:pt x="6299" y="6603"/>
                  </a:cubicBezTo>
                  <a:lnTo>
                    <a:pt x="5270" y="8147"/>
                  </a:lnTo>
                  <a:lnTo>
                    <a:pt x="4110" y="6599"/>
                  </a:lnTo>
                  <a:cubicBezTo>
                    <a:pt x="4097" y="6583"/>
                    <a:pt x="4078" y="6573"/>
                    <a:pt x="4057" y="6573"/>
                  </a:cubicBezTo>
                  <a:lnTo>
                    <a:pt x="134" y="6573"/>
                  </a:lnTo>
                  <a:lnTo>
                    <a:pt x="134" y="135"/>
                  </a:lnTo>
                  <a:close/>
                  <a:moveTo>
                    <a:pt x="68" y="1"/>
                  </a:moveTo>
                  <a:cubicBezTo>
                    <a:pt x="31" y="1"/>
                    <a:pt x="0" y="30"/>
                    <a:pt x="0" y="67"/>
                  </a:cubicBezTo>
                  <a:lnTo>
                    <a:pt x="0" y="6639"/>
                  </a:lnTo>
                  <a:cubicBezTo>
                    <a:pt x="0" y="6676"/>
                    <a:pt x="31" y="6706"/>
                    <a:pt x="68" y="6706"/>
                  </a:cubicBezTo>
                  <a:lnTo>
                    <a:pt x="4024" y="6706"/>
                  </a:lnTo>
                  <a:lnTo>
                    <a:pt x="5220" y="8301"/>
                  </a:lnTo>
                  <a:cubicBezTo>
                    <a:pt x="5233" y="8317"/>
                    <a:pt x="5252" y="8328"/>
                    <a:pt x="5273" y="8328"/>
                  </a:cubicBezTo>
                  <a:lnTo>
                    <a:pt x="5276" y="8328"/>
                  </a:lnTo>
                  <a:cubicBezTo>
                    <a:pt x="5297" y="8327"/>
                    <a:pt x="5317" y="8316"/>
                    <a:pt x="5329" y="8298"/>
                  </a:cubicBezTo>
                  <a:lnTo>
                    <a:pt x="6390" y="6706"/>
                  </a:lnTo>
                  <a:lnTo>
                    <a:pt x="10736" y="6706"/>
                  </a:lnTo>
                  <a:cubicBezTo>
                    <a:pt x="10772" y="6706"/>
                    <a:pt x="10802" y="6676"/>
                    <a:pt x="10802" y="6639"/>
                  </a:cubicBezTo>
                  <a:lnTo>
                    <a:pt x="10802" y="67"/>
                  </a:lnTo>
                  <a:cubicBezTo>
                    <a:pt x="10802" y="30"/>
                    <a:pt x="10772" y="1"/>
                    <a:pt x="107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g33f68990add_0_5"/>
            <p:cNvSpPr/>
            <p:nvPr/>
          </p:nvSpPr>
          <p:spPr>
            <a:xfrm>
              <a:off x="8950086" y="2746642"/>
              <a:ext cx="35538" cy="35538"/>
            </a:xfrm>
            <a:custGeom>
              <a:rect b="b" l="l" r="r" t="t"/>
              <a:pathLst>
                <a:path extrusionOk="0" h="819" w="819">
                  <a:moveTo>
                    <a:pt x="410" y="0"/>
                  </a:moveTo>
                  <a:cubicBezTo>
                    <a:pt x="184" y="0"/>
                    <a:pt x="0" y="183"/>
                    <a:pt x="0" y="409"/>
                  </a:cubicBezTo>
                  <a:cubicBezTo>
                    <a:pt x="0"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g33f68990add_0_5"/>
            <p:cNvSpPr/>
            <p:nvPr/>
          </p:nvSpPr>
          <p:spPr>
            <a:xfrm>
              <a:off x="9031794"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g33f68990add_0_5"/>
            <p:cNvSpPr/>
            <p:nvPr/>
          </p:nvSpPr>
          <p:spPr>
            <a:xfrm>
              <a:off x="9113545" y="2746642"/>
              <a:ext cx="35538" cy="35538"/>
            </a:xfrm>
            <a:custGeom>
              <a:rect b="b" l="l" r="r" t="t"/>
              <a:pathLst>
                <a:path extrusionOk="0" h="819" w="819">
                  <a:moveTo>
                    <a:pt x="410" y="0"/>
                  </a:moveTo>
                  <a:cubicBezTo>
                    <a:pt x="184" y="0"/>
                    <a:pt x="0" y="183"/>
                    <a:pt x="0" y="409"/>
                  </a:cubicBezTo>
                  <a:cubicBezTo>
                    <a:pt x="0" y="635"/>
                    <a:pt x="184" y="819"/>
                    <a:pt x="410" y="819"/>
                  </a:cubicBezTo>
                  <a:cubicBezTo>
                    <a:pt x="637" y="819"/>
                    <a:pt x="819" y="635"/>
                    <a:pt x="819" y="409"/>
                  </a:cubicBezTo>
                  <a:cubicBezTo>
                    <a:pt x="819" y="183"/>
                    <a:pt x="637"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475dd15fd5_0_1"/>
          <p:cNvSpPr txBox="1"/>
          <p:nvPr>
            <p:ph type="title"/>
          </p:nvPr>
        </p:nvSpPr>
        <p:spPr>
          <a:xfrm>
            <a:off x="438450" y="2930275"/>
            <a:ext cx="8267100" cy="91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How am I </a:t>
            </a:r>
            <a:r>
              <a:rPr lang="en">
                <a:solidFill>
                  <a:schemeClr val="lt2"/>
                </a:solidFill>
              </a:rPr>
              <a:t>achieving</a:t>
            </a:r>
            <a:r>
              <a:rPr lang="en">
                <a:solidFill>
                  <a:schemeClr val="lt2"/>
                </a:solidFill>
              </a:rPr>
              <a:t> certain goals</a:t>
            </a:r>
            <a:r>
              <a:rPr lang="en"/>
              <a:t> with my mode of conflict?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3adf7f9e96_1_3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pre-discussion</a:t>
            </a:r>
            <a:endParaRPr/>
          </a:p>
        </p:txBody>
      </p:sp>
      <p:sp>
        <p:nvSpPr>
          <p:cNvPr id="1194" name="Google Shape;1194;g33adf7f9e96_1_391"/>
          <p:cNvSpPr txBox="1"/>
          <p:nvPr>
            <p:ph idx="1" type="body"/>
          </p:nvPr>
        </p:nvSpPr>
        <p:spPr>
          <a:xfrm>
            <a:off x="311700" y="1655400"/>
            <a:ext cx="8520600" cy="348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rgbClr val="000000"/>
                </a:solidFill>
              </a:rPr>
              <a:t>Key Topics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Active Listening: Evolved from therapy &amp; psychology to various domains (e.g., parenting, business).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Dismantling Hierarchies: Transitioning from rigid top-down structures to more collaborative models.</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None/>
            </a:pPr>
            <a:r>
              <a:rPr b="1" lang="en">
                <a:solidFill>
                  <a:srgbClr val="000000"/>
                </a:solidFill>
              </a:rPr>
              <a:t>Why It Matters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Fosters better team cohesion.</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Encourages creativity and innovation.</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Increases employee engagement and satisfaction.</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g33adf7f9e96_1_0"/>
          <p:cNvSpPr/>
          <p:nvPr/>
        </p:nvSpPr>
        <p:spPr>
          <a:xfrm>
            <a:off x="2204825" y="802300"/>
            <a:ext cx="1251600" cy="939600"/>
          </a:xfrm>
          <a:prstGeom prst="wedgeRectCallout">
            <a:avLst>
              <a:gd fmla="val 63518" name="adj1"/>
              <a:gd fmla="val -2300"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1200" name="Google Shape;1200;g33adf7f9e96_1_0"/>
          <p:cNvSpPr txBox="1"/>
          <p:nvPr>
            <p:ph type="title"/>
          </p:nvPr>
        </p:nvSpPr>
        <p:spPr>
          <a:xfrm>
            <a:off x="-277375" y="1955750"/>
            <a:ext cx="6192900" cy="1416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500"/>
              <a:t>Active Listening</a:t>
            </a:r>
            <a:endParaRPr sz="4500">
              <a:solidFill>
                <a:schemeClr val="accent1"/>
              </a:solidFill>
            </a:endParaRPr>
          </a:p>
        </p:txBody>
      </p:sp>
      <p:sp>
        <p:nvSpPr>
          <p:cNvPr id="1201" name="Google Shape;1201;g33adf7f9e96_1_0"/>
          <p:cNvSpPr txBox="1"/>
          <p:nvPr>
            <p:ph idx="2" type="title"/>
          </p:nvPr>
        </p:nvSpPr>
        <p:spPr>
          <a:xfrm>
            <a:off x="2297975" y="851200"/>
            <a:ext cx="1065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02</a:t>
            </a:r>
            <a:endParaRPr/>
          </a:p>
        </p:txBody>
      </p:sp>
      <p:grpSp>
        <p:nvGrpSpPr>
          <p:cNvPr id="1202" name="Google Shape;1202;g33adf7f9e96_1_0"/>
          <p:cNvGrpSpPr/>
          <p:nvPr/>
        </p:nvGrpSpPr>
        <p:grpSpPr>
          <a:xfrm>
            <a:off x="5853353" y="1230754"/>
            <a:ext cx="3290645" cy="3912736"/>
            <a:chOff x="8480400" y="2892750"/>
            <a:chExt cx="2008205" cy="2217727"/>
          </a:xfrm>
        </p:grpSpPr>
        <p:sp>
          <p:nvSpPr>
            <p:cNvPr id="1203" name="Google Shape;1203;g33adf7f9e96_1_0"/>
            <p:cNvSpPr/>
            <p:nvPr/>
          </p:nvSpPr>
          <p:spPr>
            <a:xfrm>
              <a:off x="10066025" y="2978235"/>
              <a:ext cx="420097" cy="317081"/>
            </a:xfrm>
            <a:custGeom>
              <a:rect b="b" l="l" r="r" t="t"/>
              <a:pathLst>
                <a:path extrusionOk="0" h="8683" w="11504">
                  <a:moveTo>
                    <a:pt x="1205" y="1"/>
                  </a:moveTo>
                  <a:cubicBezTo>
                    <a:pt x="540" y="1"/>
                    <a:pt x="0" y="540"/>
                    <a:pt x="0" y="1205"/>
                  </a:cubicBezTo>
                  <a:lnTo>
                    <a:pt x="0" y="5284"/>
                  </a:lnTo>
                  <a:cubicBezTo>
                    <a:pt x="0" y="5949"/>
                    <a:pt x="540" y="6489"/>
                    <a:pt x="1205" y="6489"/>
                  </a:cubicBezTo>
                  <a:lnTo>
                    <a:pt x="1273" y="6489"/>
                  </a:lnTo>
                  <a:lnTo>
                    <a:pt x="382" y="8682"/>
                  </a:lnTo>
                  <a:lnTo>
                    <a:pt x="3203" y="6489"/>
                  </a:lnTo>
                  <a:lnTo>
                    <a:pt x="10299" y="6489"/>
                  </a:lnTo>
                  <a:cubicBezTo>
                    <a:pt x="10965" y="6489"/>
                    <a:pt x="11504" y="5949"/>
                    <a:pt x="11504" y="5284"/>
                  </a:cubicBezTo>
                  <a:lnTo>
                    <a:pt x="11504" y="1205"/>
                  </a:lnTo>
                  <a:cubicBezTo>
                    <a:pt x="11504" y="540"/>
                    <a:pt x="10965" y="1"/>
                    <a:pt x="10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g33adf7f9e96_1_0"/>
            <p:cNvSpPr/>
            <p:nvPr/>
          </p:nvSpPr>
          <p:spPr>
            <a:xfrm>
              <a:off x="10063578" y="2975825"/>
              <a:ext cx="425027" cy="321938"/>
            </a:xfrm>
            <a:custGeom>
              <a:rect b="b" l="l" r="r" t="t"/>
              <a:pathLst>
                <a:path extrusionOk="0" h="8816" w="11639">
                  <a:moveTo>
                    <a:pt x="10366" y="133"/>
                  </a:moveTo>
                  <a:cubicBezTo>
                    <a:pt x="10994" y="133"/>
                    <a:pt x="11504" y="644"/>
                    <a:pt x="11504" y="1271"/>
                  </a:cubicBezTo>
                  <a:lnTo>
                    <a:pt x="11504" y="5350"/>
                  </a:lnTo>
                  <a:cubicBezTo>
                    <a:pt x="11504" y="5978"/>
                    <a:pt x="10994" y="6489"/>
                    <a:pt x="10366" y="6489"/>
                  </a:cubicBezTo>
                  <a:lnTo>
                    <a:pt x="3270" y="6489"/>
                  </a:lnTo>
                  <a:cubicBezTo>
                    <a:pt x="3256" y="6489"/>
                    <a:pt x="3241" y="6493"/>
                    <a:pt x="3230" y="6502"/>
                  </a:cubicBezTo>
                  <a:lnTo>
                    <a:pt x="604" y="8545"/>
                  </a:lnTo>
                  <a:lnTo>
                    <a:pt x="1402" y="6580"/>
                  </a:lnTo>
                  <a:cubicBezTo>
                    <a:pt x="1410" y="6560"/>
                    <a:pt x="1408" y="6536"/>
                    <a:pt x="1396" y="6517"/>
                  </a:cubicBezTo>
                  <a:cubicBezTo>
                    <a:pt x="1383" y="6499"/>
                    <a:pt x="1363" y="6489"/>
                    <a:pt x="1340" y="6489"/>
                  </a:cubicBezTo>
                  <a:lnTo>
                    <a:pt x="1272" y="6489"/>
                  </a:lnTo>
                  <a:cubicBezTo>
                    <a:pt x="644" y="6489"/>
                    <a:pt x="133" y="5978"/>
                    <a:pt x="133" y="5350"/>
                  </a:cubicBezTo>
                  <a:lnTo>
                    <a:pt x="133" y="1271"/>
                  </a:lnTo>
                  <a:cubicBezTo>
                    <a:pt x="133" y="644"/>
                    <a:pt x="644" y="133"/>
                    <a:pt x="1272" y="133"/>
                  </a:cubicBezTo>
                  <a:close/>
                  <a:moveTo>
                    <a:pt x="1272" y="0"/>
                  </a:moveTo>
                  <a:cubicBezTo>
                    <a:pt x="571" y="0"/>
                    <a:pt x="1" y="571"/>
                    <a:pt x="1" y="1271"/>
                  </a:cubicBezTo>
                  <a:lnTo>
                    <a:pt x="1" y="5349"/>
                  </a:lnTo>
                  <a:cubicBezTo>
                    <a:pt x="1" y="6040"/>
                    <a:pt x="555" y="6605"/>
                    <a:pt x="1242" y="6620"/>
                  </a:cubicBezTo>
                  <a:lnTo>
                    <a:pt x="388" y="8724"/>
                  </a:lnTo>
                  <a:cubicBezTo>
                    <a:pt x="376" y="8752"/>
                    <a:pt x="385" y="8784"/>
                    <a:pt x="409" y="8802"/>
                  </a:cubicBezTo>
                  <a:cubicBezTo>
                    <a:pt x="421" y="8811"/>
                    <a:pt x="435" y="8816"/>
                    <a:pt x="449" y="8816"/>
                  </a:cubicBezTo>
                  <a:cubicBezTo>
                    <a:pt x="463" y="8816"/>
                    <a:pt x="478" y="8811"/>
                    <a:pt x="489" y="8802"/>
                  </a:cubicBezTo>
                  <a:lnTo>
                    <a:pt x="3293" y="6621"/>
                  </a:lnTo>
                  <a:lnTo>
                    <a:pt x="10366" y="6621"/>
                  </a:lnTo>
                  <a:cubicBezTo>
                    <a:pt x="11068" y="6621"/>
                    <a:pt x="11638" y="6051"/>
                    <a:pt x="11638" y="5349"/>
                  </a:cubicBezTo>
                  <a:lnTo>
                    <a:pt x="11638" y="1271"/>
                  </a:lnTo>
                  <a:cubicBezTo>
                    <a:pt x="11638" y="571"/>
                    <a:pt x="11068" y="0"/>
                    <a:pt x="10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g33adf7f9e96_1_0"/>
            <p:cNvSpPr/>
            <p:nvPr/>
          </p:nvSpPr>
          <p:spPr>
            <a:xfrm>
              <a:off x="10060474" y="2964322"/>
              <a:ext cx="420170" cy="317081"/>
            </a:xfrm>
            <a:custGeom>
              <a:rect b="b" l="l" r="r" t="t"/>
              <a:pathLst>
                <a:path extrusionOk="0" h="8683" w="11506">
                  <a:moveTo>
                    <a:pt x="1205" y="1"/>
                  </a:moveTo>
                  <a:cubicBezTo>
                    <a:pt x="540" y="1"/>
                    <a:pt x="1" y="540"/>
                    <a:pt x="1" y="1205"/>
                  </a:cubicBezTo>
                  <a:lnTo>
                    <a:pt x="1" y="5283"/>
                  </a:lnTo>
                  <a:cubicBezTo>
                    <a:pt x="1" y="5948"/>
                    <a:pt x="540" y="6488"/>
                    <a:pt x="1205" y="6488"/>
                  </a:cubicBezTo>
                  <a:lnTo>
                    <a:pt x="1274" y="6488"/>
                  </a:lnTo>
                  <a:lnTo>
                    <a:pt x="383" y="8682"/>
                  </a:lnTo>
                  <a:lnTo>
                    <a:pt x="3203" y="6488"/>
                  </a:lnTo>
                  <a:lnTo>
                    <a:pt x="10300" y="6488"/>
                  </a:lnTo>
                  <a:cubicBezTo>
                    <a:pt x="10966" y="6488"/>
                    <a:pt x="11505" y="5948"/>
                    <a:pt x="11505" y="5283"/>
                  </a:cubicBezTo>
                  <a:lnTo>
                    <a:pt x="11505" y="1205"/>
                  </a:lnTo>
                  <a:cubicBezTo>
                    <a:pt x="11505" y="540"/>
                    <a:pt x="10966" y="1"/>
                    <a:pt x="103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g33adf7f9e96_1_0"/>
            <p:cNvSpPr/>
            <p:nvPr/>
          </p:nvSpPr>
          <p:spPr>
            <a:xfrm>
              <a:off x="10058064" y="2961912"/>
              <a:ext cx="424954" cy="321902"/>
            </a:xfrm>
            <a:custGeom>
              <a:rect b="b" l="l" r="r" t="t"/>
              <a:pathLst>
                <a:path extrusionOk="0" h="8815" w="11637">
                  <a:moveTo>
                    <a:pt x="10366" y="133"/>
                  </a:moveTo>
                  <a:cubicBezTo>
                    <a:pt x="10994" y="133"/>
                    <a:pt x="11504" y="643"/>
                    <a:pt x="11504" y="1271"/>
                  </a:cubicBezTo>
                  <a:lnTo>
                    <a:pt x="11504" y="5349"/>
                  </a:lnTo>
                  <a:cubicBezTo>
                    <a:pt x="11504" y="5976"/>
                    <a:pt x="10994" y="6487"/>
                    <a:pt x="10366" y="6487"/>
                  </a:cubicBezTo>
                  <a:lnTo>
                    <a:pt x="3269" y="6487"/>
                  </a:lnTo>
                  <a:cubicBezTo>
                    <a:pt x="3255" y="6487"/>
                    <a:pt x="3241" y="6492"/>
                    <a:pt x="3229" y="6502"/>
                  </a:cubicBezTo>
                  <a:lnTo>
                    <a:pt x="604" y="8544"/>
                  </a:lnTo>
                  <a:lnTo>
                    <a:pt x="1401" y="6579"/>
                  </a:lnTo>
                  <a:cubicBezTo>
                    <a:pt x="1409" y="6558"/>
                    <a:pt x="1407" y="6535"/>
                    <a:pt x="1395" y="6517"/>
                  </a:cubicBezTo>
                  <a:cubicBezTo>
                    <a:pt x="1382" y="6498"/>
                    <a:pt x="1362" y="6487"/>
                    <a:pt x="1340" y="6487"/>
                  </a:cubicBezTo>
                  <a:lnTo>
                    <a:pt x="1271" y="6487"/>
                  </a:lnTo>
                  <a:cubicBezTo>
                    <a:pt x="644" y="6487"/>
                    <a:pt x="133" y="5978"/>
                    <a:pt x="133" y="5349"/>
                  </a:cubicBezTo>
                  <a:lnTo>
                    <a:pt x="133" y="1271"/>
                  </a:lnTo>
                  <a:cubicBezTo>
                    <a:pt x="133" y="643"/>
                    <a:pt x="644" y="133"/>
                    <a:pt x="1271" y="133"/>
                  </a:cubicBezTo>
                  <a:close/>
                  <a:moveTo>
                    <a:pt x="1271" y="0"/>
                  </a:moveTo>
                  <a:cubicBezTo>
                    <a:pt x="571" y="0"/>
                    <a:pt x="0" y="571"/>
                    <a:pt x="0" y="1271"/>
                  </a:cubicBezTo>
                  <a:lnTo>
                    <a:pt x="0" y="5349"/>
                  </a:lnTo>
                  <a:cubicBezTo>
                    <a:pt x="0" y="6040"/>
                    <a:pt x="554" y="6603"/>
                    <a:pt x="1241" y="6620"/>
                  </a:cubicBezTo>
                  <a:lnTo>
                    <a:pt x="387" y="8724"/>
                  </a:lnTo>
                  <a:cubicBezTo>
                    <a:pt x="375" y="8751"/>
                    <a:pt x="385" y="8783"/>
                    <a:pt x="409" y="8802"/>
                  </a:cubicBezTo>
                  <a:cubicBezTo>
                    <a:pt x="420" y="8810"/>
                    <a:pt x="435" y="8815"/>
                    <a:pt x="449" y="8815"/>
                  </a:cubicBezTo>
                  <a:cubicBezTo>
                    <a:pt x="463" y="8815"/>
                    <a:pt x="477" y="8810"/>
                    <a:pt x="489" y="8800"/>
                  </a:cubicBezTo>
                  <a:lnTo>
                    <a:pt x="3292" y="6620"/>
                  </a:lnTo>
                  <a:lnTo>
                    <a:pt x="10366" y="6620"/>
                  </a:lnTo>
                  <a:cubicBezTo>
                    <a:pt x="11067" y="6620"/>
                    <a:pt x="11636" y="6050"/>
                    <a:pt x="11636" y="5349"/>
                  </a:cubicBezTo>
                  <a:lnTo>
                    <a:pt x="11636" y="1271"/>
                  </a:lnTo>
                  <a:cubicBezTo>
                    <a:pt x="11636" y="571"/>
                    <a:pt x="11067" y="0"/>
                    <a:pt x="10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g33adf7f9e96_1_0"/>
            <p:cNvSpPr/>
            <p:nvPr/>
          </p:nvSpPr>
          <p:spPr>
            <a:xfrm>
              <a:off x="10163816" y="3065327"/>
              <a:ext cx="34874" cy="34911"/>
            </a:xfrm>
            <a:custGeom>
              <a:rect b="b" l="l" r="r" t="t"/>
              <a:pathLst>
                <a:path extrusionOk="0" h="956" w="955">
                  <a:moveTo>
                    <a:pt x="477" y="1"/>
                  </a:moveTo>
                  <a:cubicBezTo>
                    <a:pt x="214" y="1"/>
                    <a:pt x="1" y="215"/>
                    <a:pt x="1" y="478"/>
                  </a:cubicBezTo>
                  <a:cubicBezTo>
                    <a:pt x="1" y="741"/>
                    <a:pt x="214" y="956"/>
                    <a:pt x="477" y="956"/>
                  </a:cubicBezTo>
                  <a:cubicBezTo>
                    <a:pt x="741" y="956"/>
                    <a:pt x="954" y="741"/>
                    <a:pt x="954" y="478"/>
                  </a:cubicBezTo>
                  <a:cubicBezTo>
                    <a:pt x="954" y="215"/>
                    <a:pt x="74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g33adf7f9e96_1_0"/>
            <p:cNvSpPr/>
            <p:nvPr/>
          </p:nvSpPr>
          <p:spPr>
            <a:xfrm>
              <a:off x="10254378" y="3065327"/>
              <a:ext cx="34911" cy="34911"/>
            </a:xfrm>
            <a:custGeom>
              <a:rect b="b" l="l" r="r" t="t"/>
              <a:pathLst>
                <a:path extrusionOk="0" h="956" w="956">
                  <a:moveTo>
                    <a:pt x="478" y="1"/>
                  </a:moveTo>
                  <a:cubicBezTo>
                    <a:pt x="215" y="1"/>
                    <a:pt x="0" y="215"/>
                    <a:pt x="0" y="478"/>
                  </a:cubicBezTo>
                  <a:cubicBezTo>
                    <a:pt x="0" y="741"/>
                    <a:pt x="215" y="956"/>
                    <a:pt x="478" y="956"/>
                  </a:cubicBezTo>
                  <a:cubicBezTo>
                    <a:pt x="741" y="956"/>
                    <a:pt x="955" y="741"/>
                    <a:pt x="955" y="478"/>
                  </a:cubicBezTo>
                  <a:cubicBezTo>
                    <a:pt x="955" y="215"/>
                    <a:pt x="742" y="1"/>
                    <a:pt x="4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g33adf7f9e96_1_0"/>
            <p:cNvSpPr/>
            <p:nvPr/>
          </p:nvSpPr>
          <p:spPr>
            <a:xfrm>
              <a:off x="10344975" y="3065327"/>
              <a:ext cx="34911" cy="34911"/>
            </a:xfrm>
            <a:custGeom>
              <a:rect b="b" l="l" r="r" t="t"/>
              <a:pathLst>
                <a:path extrusionOk="0" h="956" w="956">
                  <a:moveTo>
                    <a:pt x="477" y="1"/>
                  </a:moveTo>
                  <a:cubicBezTo>
                    <a:pt x="215" y="1"/>
                    <a:pt x="1" y="215"/>
                    <a:pt x="1" y="478"/>
                  </a:cubicBezTo>
                  <a:cubicBezTo>
                    <a:pt x="1" y="741"/>
                    <a:pt x="215" y="956"/>
                    <a:pt x="477" y="956"/>
                  </a:cubicBezTo>
                  <a:cubicBezTo>
                    <a:pt x="741" y="956"/>
                    <a:pt x="955" y="741"/>
                    <a:pt x="955" y="478"/>
                  </a:cubicBezTo>
                  <a:cubicBezTo>
                    <a:pt x="955" y="215"/>
                    <a:pt x="74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g33adf7f9e96_1_0"/>
            <p:cNvSpPr/>
            <p:nvPr/>
          </p:nvSpPr>
          <p:spPr>
            <a:xfrm>
              <a:off x="9085773" y="2910972"/>
              <a:ext cx="635843" cy="359405"/>
            </a:xfrm>
            <a:custGeom>
              <a:rect b="b" l="l" r="r" t="t"/>
              <a:pathLst>
                <a:path extrusionOk="0" h="9842" w="17412">
                  <a:moveTo>
                    <a:pt x="1366" y="1"/>
                  </a:moveTo>
                  <a:cubicBezTo>
                    <a:pt x="611" y="1"/>
                    <a:pt x="0" y="612"/>
                    <a:pt x="0" y="1366"/>
                  </a:cubicBezTo>
                  <a:lnTo>
                    <a:pt x="0" y="5989"/>
                  </a:lnTo>
                  <a:cubicBezTo>
                    <a:pt x="0" y="6743"/>
                    <a:pt x="611" y="7355"/>
                    <a:pt x="1366" y="7355"/>
                  </a:cubicBezTo>
                  <a:lnTo>
                    <a:pt x="13780" y="7355"/>
                  </a:lnTo>
                  <a:lnTo>
                    <a:pt x="16978" y="9842"/>
                  </a:lnTo>
                  <a:lnTo>
                    <a:pt x="15968" y="7355"/>
                  </a:lnTo>
                  <a:lnTo>
                    <a:pt x="16046" y="7355"/>
                  </a:lnTo>
                  <a:cubicBezTo>
                    <a:pt x="16799" y="7355"/>
                    <a:pt x="17411" y="6743"/>
                    <a:pt x="17411" y="5989"/>
                  </a:cubicBezTo>
                  <a:lnTo>
                    <a:pt x="17411" y="1366"/>
                  </a:lnTo>
                  <a:cubicBezTo>
                    <a:pt x="17411" y="612"/>
                    <a:pt x="16799" y="1"/>
                    <a:pt x="160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g33adf7f9e96_1_0"/>
            <p:cNvSpPr/>
            <p:nvPr/>
          </p:nvSpPr>
          <p:spPr>
            <a:xfrm>
              <a:off x="9083289" y="2908562"/>
              <a:ext cx="640736" cy="364226"/>
            </a:xfrm>
            <a:custGeom>
              <a:rect b="b" l="l" r="r" t="t"/>
              <a:pathLst>
                <a:path extrusionOk="0" h="9974" w="17546">
                  <a:moveTo>
                    <a:pt x="16114" y="133"/>
                  </a:moveTo>
                  <a:cubicBezTo>
                    <a:pt x="16830" y="133"/>
                    <a:pt x="17413" y="716"/>
                    <a:pt x="17413" y="1432"/>
                  </a:cubicBezTo>
                  <a:lnTo>
                    <a:pt x="17413" y="6055"/>
                  </a:lnTo>
                  <a:cubicBezTo>
                    <a:pt x="17413" y="6771"/>
                    <a:pt x="16830" y="7355"/>
                    <a:pt x="16114" y="7355"/>
                  </a:cubicBezTo>
                  <a:lnTo>
                    <a:pt x="16036" y="7355"/>
                  </a:lnTo>
                  <a:cubicBezTo>
                    <a:pt x="16013" y="7355"/>
                    <a:pt x="15993" y="7365"/>
                    <a:pt x="15981" y="7384"/>
                  </a:cubicBezTo>
                  <a:cubicBezTo>
                    <a:pt x="15968" y="7402"/>
                    <a:pt x="15966" y="7426"/>
                    <a:pt x="15974" y="7446"/>
                  </a:cubicBezTo>
                  <a:lnTo>
                    <a:pt x="16891" y="9703"/>
                  </a:lnTo>
                  <a:lnTo>
                    <a:pt x="13889" y="7369"/>
                  </a:lnTo>
                  <a:cubicBezTo>
                    <a:pt x="13878" y="7359"/>
                    <a:pt x="13863" y="7355"/>
                    <a:pt x="13848" y="7355"/>
                  </a:cubicBezTo>
                  <a:lnTo>
                    <a:pt x="1434" y="7355"/>
                  </a:lnTo>
                  <a:cubicBezTo>
                    <a:pt x="717" y="7355"/>
                    <a:pt x="135" y="6771"/>
                    <a:pt x="135" y="6055"/>
                  </a:cubicBezTo>
                  <a:lnTo>
                    <a:pt x="135" y="1432"/>
                  </a:lnTo>
                  <a:cubicBezTo>
                    <a:pt x="135" y="716"/>
                    <a:pt x="717" y="133"/>
                    <a:pt x="1434" y="133"/>
                  </a:cubicBezTo>
                  <a:close/>
                  <a:moveTo>
                    <a:pt x="1432" y="0"/>
                  </a:moveTo>
                  <a:cubicBezTo>
                    <a:pt x="643" y="0"/>
                    <a:pt x="1" y="643"/>
                    <a:pt x="1" y="1432"/>
                  </a:cubicBezTo>
                  <a:lnTo>
                    <a:pt x="1" y="6055"/>
                  </a:lnTo>
                  <a:cubicBezTo>
                    <a:pt x="1" y="6845"/>
                    <a:pt x="643" y="7487"/>
                    <a:pt x="1432" y="7487"/>
                  </a:cubicBezTo>
                  <a:lnTo>
                    <a:pt x="13826" y="7487"/>
                  </a:lnTo>
                  <a:lnTo>
                    <a:pt x="17006" y="9961"/>
                  </a:lnTo>
                  <a:cubicBezTo>
                    <a:pt x="17018" y="9969"/>
                    <a:pt x="17032" y="9974"/>
                    <a:pt x="17046" y="9974"/>
                  </a:cubicBezTo>
                  <a:cubicBezTo>
                    <a:pt x="17060" y="9974"/>
                    <a:pt x="17074" y="9970"/>
                    <a:pt x="17086" y="9961"/>
                  </a:cubicBezTo>
                  <a:cubicBezTo>
                    <a:pt x="17110" y="9943"/>
                    <a:pt x="17119" y="9911"/>
                    <a:pt x="17108" y="9883"/>
                  </a:cubicBezTo>
                  <a:lnTo>
                    <a:pt x="16134" y="7487"/>
                  </a:lnTo>
                  <a:cubicBezTo>
                    <a:pt x="16915" y="7475"/>
                    <a:pt x="17545" y="6838"/>
                    <a:pt x="17545" y="6055"/>
                  </a:cubicBezTo>
                  <a:lnTo>
                    <a:pt x="17545" y="1432"/>
                  </a:lnTo>
                  <a:cubicBezTo>
                    <a:pt x="17545" y="643"/>
                    <a:pt x="16903" y="0"/>
                    <a:pt x="161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g33adf7f9e96_1_0"/>
            <p:cNvSpPr/>
            <p:nvPr/>
          </p:nvSpPr>
          <p:spPr>
            <a:xfrm>
              <a:off x="9067624" y="2895197"/>
              <a:ext cx="635843" cy="359405"/>
            </a:xfrm>
            <a:custGeom>
              <a:rect b="b" l="l" r="r" t="t"/>
              <a:pathLst>
                <a:path extrusionOk="0" h="9842" w="17412">
                  <a:moveTo>
                    <a:pt x="1366" y="1"/>
                  </a:moveTo>
                  <a:cubicBezTo>
                    <a:pt x="611" y="1"/>
                    <a:pt x="0" y="611"/>
                    <a:pt x="0" y="1366"/>
                  </a:cubicBezTo>
                  <a:lnTo>
                    <a:pt x="0" y="5988"/>
                  </a:lnTo>
                  <a:cubicBezTo>
                    <a:pt x="0" y="6743"/>
                    <a:pt x="611" y="7354"/>
                    <a:pt x="1366" y="7354"/>
                  </a:cubicBezTo>
                  <a:lnTo>
                    <a:pt x="13780" y="7354"/>
                  </a:lnTo>
                  <a:lnTo>
                    <a:pt x="16978" y="9842"/>
                  </a:lnTo>
                  <a:lnTo>
                    <a:pt x="15968" y="7354"/>
                  </a:lnTo>
                  <a:lnTo>
                    <a:pt x="16046" y="7354"/>
                  </a:lnTo>
                  <a:cubicBezTo>
                    <a:pt x="16799" y="7354"/>
                    <a:pt x="17411" y="6742"/>
                    <a:pt x="17411" y="5988"/>
                  </a:cubicBezTo>
                  <a:lnTo>
                    <a:pt x="17411" y="1366"/>
                  </a:lnTo>
                  <a:cubicBezTo>
                    <a:pt x="17411" y="611"/>
                    <a:pt x="16799" y="1"/>
                    <a:pt x="1604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g33adf7f9e96_1_0"/>
            <p:cNvSpPr/>
            <p:nvPr/>
          </p:nvSpPr>
          <p:spPr>
            <a:xfrm>
              <a:off x="9065214" y="2892750"/>
              <a:ext cx="640663" cy="364299"/>
            </a:xfrm>
            <a:custGeom>
              <a:rect b="b" l="l" r="r" t="t"/>
              <a:pathLst>
                <a:path extrusionOk="0" h="9976" w="17544">
                  <a:moveTo>
                    <a:pt x="16112" y="134"/>
                  </a:moveTo>
                  <a:cubicBezTo>
                    <a:pt x="16828" y="134"/>
                    <a:pt x="17411" y="716"/>
                    <a:pt x="17411" y="1433"/>
                  </a:cubicBezTo>
                  <a:lnTo>
                    <a:pt x="17411" y="6055"/>
                  </a:lnTo>
                  <a:cubicBezTo>
                    <a:pt x="17411" y="6771"/>
                    <a:pt x="16828" y="7355"/>
                    <a:pt x="16112" y="7355"/>
                  </a:cubicBezTo>
                  <a:lnTo>
                    <a:pt x="16034" y="7355"/>
                  </a:lnTo>
                  <a:cubicBezTo>
                    <a:pt x="16011" y="7355"/>
                    <a:pt x="15991" y="7365"/>
                    <a:pt x="15978" y="7384"/>
                  </a:cubicBezTo>
                  <a:cubicBezTo>
                    <a:pt x="15966" y="7402"/>
                    <a:pt x="15964" y="7426"/>
                    <a:pt x="15972" y="7446"/>
                  </a:cubicBezTo>
                  <a:lnTo>
                    <a:pt x="16889" y="9704"/>
                  </a:lnTo>
                  <a:lnTo>
                    <a:pt x="13888" y="7369"/>
                  </a:lnTo>
                  <a:cubicBezTo>
                    <a:pt x="13876" y="7359"/>
                    <a:pt x="13862" y="7355"/>
                    <a:pt x="13846" y="7355"/>
                  </a:cubicBezTo>
                  <a:lnTo>
                    <a:pt x="1432" y="7355"/>
                  </a:lnTo>
                  <a:cubicBezTo>
                    <a:pt x="715" y="7355"/>
                    <a:pt x="133" y="6772"/>
                    <a:pt x="133" y="6055"/>
                  </a:cubicBezTo>
                  <a:lnTo>
                    <a:pt x="133" y="1433"/>
                  </a:lnTo>
                  <a:cubicBezTo>
                    <a:pt x="133" y="716"/>
                    <a:pt x="715" y="134"/>
                    <a:pt x="1432" y="134"/>
                  </a:cubicBezTo>
                  <a:close/>
                  <a:moveTo>
                    <a:pt x="1432" y="0"/>
                  </a:moveTo>
                  <a:cubicBezTo>
                    <a:pt x="641" y="0"/>
                    <a:pt x="0" y="643"/>
                    <a:pt x="0" y="1433"/>
                  </a:cubicBezTo>
                  <a:lnTo>
                    <a:pt x="0" y="6055"/>
                  </a:lnTo>
                  <a:cubicBezTo>
                    <a:pt x="0" y="6846"/>
                    <a:pt x="641" y="7487"/>
                    <a:pt x="1432" y="7487"/>
                  </a:cubicBezTo>
                  <a:lnTo>
                    <a:pt x="13824" y="7487"/>
                  </a:lnTo>
                  <a:lnTo>
                    <a:pt x="17004" y="9961"/>
                  </a:lnTo>
                  <a:cubicBezTo>
                    <a:pt x="17016" y="9970"/>
                    <a:pt x="17030" y="9975"/>
                    <a:pt x="17044" y="9975"/>
                  </a:cubicBezTo>
                  <a:cubicBezTo>
                    <a:pt x="17058" y="9975"/>
                    <a:pt x="17073" y="9970"/>
                    <a:pt x="17084" y="9961"/>
                  </a:cubicBezTo>
                  <a:cubicBezTo>
                    <a:pt x="17109" y="9943"/>
                    <a:pt x="17117" y="9911"/>
                    <a:pt x="17106" y="9883"/>
                  </a:cubicBezTo>
                  <a:lnTo>
                    <a:pt x="16133" y="7487"/>
                  </a:lnTo>
                  <a:cubicBezTo>
                    <a:pt x="16913" y="7476"/>
                    <a:pt x="17543" y="6839"/>
                    <a:pt x="17543" y="6055"/>
                  </a:cubicBezTo>
                  <a:lnTo>
                    <a:pt x="17543" y="1433"/>
                  </a:lnTo>
                  <a:cubicBezTo>
                    <a:pt x="17543" y="643"/>
                    <a:pt x="16901" y="0"/>
                    <a:pt x="161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g33adf7f9e96_1_0"/>
            <p:cNvSpPr/>
            <p:nvPr/>
          </p:nvSpPr>
          <p:spPr>
            <a:xfrm>
              <a:off x="9263061" y="3009749"/>
              <a:ext cx="39548" cy="39475"/>
            </a:xfrm>
            <a:custGeom>
              <a:rect b="b" l="l" r="r" t="t"/>
              <a:pathLst>
                <a:path extrusionOk="0" h="1081" w="1083">
                  <a:moveTo>
                    <a:pt x="544" y="0"/>
                  </a:moveTo>
                  <a:cubicBezTo>
                    <a:pt x="543" y="0"/>
                    <a:pt x="542" y="0"/>
                    <a:pt x="541" y="0"/>
                  </a:cubicBezTo>
                  <a:cubicBezTo>
                    <a:pt x="243" y="0"/>
                    <a:pt x="1" y="241"/>
                    <a:pt x="1" y="540"/>
                  </a:cubicBezTo>
                  <a:cubicBezTo>
                    <a:pt x="1" y="839"/>
                    <a:pt x="243" y="1080"/>
                    <a:pt x="541" y="1080"/>
                  </a:cubicBezTo>
                  <a:cubicBezTo>
                    <a:pt x="841" y="1080"/>
                    <a:pt x="1082" y="839"/>
                    <a:pt x="1082" y="540"/>
                  </a:cubicBezTo>
                  <a:cubicBezTo>
                    <a:pt x="1082" y="242"/>
                    <a:pt x="842" y="0"/>
                    <a:pt x="5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g33adf7f9e96_1_0"/>
            <p:cNvSpPr/>
            <p:nvPr/>
          </p:nvSpPr>
          <p:spPr>
            <a:xfrm>
              <a:off x="9365782" y="3009749"/>
              <a:ext cx="39512" cy="39475"/>
            </a:xfrm>
            <a:custGeom>
              <a:rect b="b" l="l" r="r" t="t"/>
              <a:pathLst>
                <a:path extrusionOk="0" h="1081" w="1082">
                  <a:moveTo>
                    <a:pt x="543" y="0"/>
                  </a:moveTo>
                  <a:cubicBezTo>
                    <a:pt x="542" y="0"/>
                    <a:pt x="541" y="0"/>
                    <a:pt x="541" y="0"/>
                  </a:cubicBezTo>
                  <a:cubicBezTo>
                    <a:pt x="241" y="0"/>
                    <a:pt x="0" y="241"/>
                    <a:pt x="0" y="540"/>
                  </a:cubicBezTo>
                  <a:cubicBezTo>
                    <a:pt x="0" y="839"/>
                    <a:pt x="241" y="1080"/>
                    <a:pt x="541" y="1080"/>
                  </a:cubicBezTo>
                  <a:cubicBezTo>
                    <a:pt x="839" y="1080"/>
                    <a:pt x="1081" y="839"/>
                    <a:pt x="1081" y="540"/>
                  </a:cubicBezTo>
                  <a:cubicBezTo>
                    <a:pt x="1081" y="242"/>
                    <a:pt x="840" y="0"/>
                    <a:pt x="5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g33adf7f9e96_1_0"/>
            <p:cNvSpPr/>
            <p:nvPr/>
          </p:nvSpPr>
          <p:spPr>
            <a:xfrm>
              <a:off x="9468430" y="3009749"/>
              <a:ext cx="39512" cy="39475"/>
            </a:xfrm>
            <a:custGeom>
              <a:rect b="b" l="l" r="r" t="t"/>
              <a:pathLst>
                <a:path extrusionOk="0" h="1081" w="1082">
                  <a:moveTo>
                    <a:pt x="543" y="0"/>
                  </a:moveTo>
                  <a:cubicBezTo>
                    <a:pt x="542" y="0"/>
                    <a:pt x="542" y="0"/>
                    <a:pt x="541" y="0"/>
                  </a:cubicBezTo>
                  <a:cubicBezTo>
                    <a:pt x="243" y="0"/>
                    <a:pt x="0" y="241"/>
                    <a:pt x="0" y="540"/>
                  </a:cubicBezTo>
                  <a:cubicBezTo>
                    <a:pt x="0" y="839"/>
                    <a:pt x="243" y="1080"/>
                    <a:pt x="541" y="1080"/>
                  </a:cubicBezTo>
                  <a:cubicBezTo>
                    <a:pt x="840" y="1080"/>
                    <a:pt x="1082" y="839"/>
                    <a:pt x="1082" y="540"/>
                  </a:cubicBezTo>
                  <a:cubicBezTo>
                    <a:pt x="1082" y="242"/>
                    <a:pt x="841" y="0"/>
                    <a:pt x="5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g33adf7f9e96_1_0"/>
            <p:cNvSpPr/>
            <p:nvPr/>
          </p:nvSpPr>
          <p:spPr>
            <a:xfrm>
              <a:off x="9603359" y="4860152"/>
              <a:ext cx="256353" cy="135553"/>
            </a:xfrm>
            <a:custGeom>
              <a:rect b="b" l="l" r="r" t="t"/>
              <a:pathLst>
                <a:path extrusionOk="0" h="3712" w="7020">
                  <a:moveTo>
                    <a:pt x="4263" y="0"/>
                  </a:moveTo>
                  <a:lnTo>
                    <a:pt x="3856" y="610"/>
                  </a:lnTo>
                  <a:cubicBezTo>
                    <a:pt x="3856" y="610"/>
                    <a:pt x="3145" y="1219"/>
                    <a:pt x="2333" y="1575"/>
                  </a:cubicBezTo>
                  <a:cubicBezTo>
                    <a:pt x="2119" y="1669"/>
                    <a:pt x="1855" y="1697"/>
                    <a:pt x="1582" y="1697"/>
                  </a:cubicBezTo>
                  <a:cubicBezTo>
                    <a:pt x="1173" y="1697"/>
                    <a:pt x="745" y="1633"/>
                    <a:pt x="438" y="1633"/>
                  </a:cubicBezTo>
                  <a:cubicBezTo>
                    <a:pt x="175" y="1633"/>
                    <a:pt x="0" y="1680"/>
                    <a:pt x="0" y="1852"/>
                  </a:cubicBezTo>
                  <a:cubicBezTo>
                    <a:pt x="0" y="2361"/>
                    <a:pt x="1215" y="3250"/>
                    <a:pt x="3196" y="3505"/>
                  </a:cubicBezTo>
                  <a:cubicBezTo>
                    <a:pt x="4604" y="3685"/>
                    <a:pt x="5936" y="3712"/>
                    <a:pt x="6588" y="3712"/>
                  </a:cubicBezTo>
                  <a:cubicBezTo>
                    <a:pt x="6603" y="3712"/>
                    <a:pt x="6617" y="3712"/>
                    <a:pt x="6631" y="3712"/>
                  </a:cubicBezTo>
                  <a:cubicBezTo>
                    <a:pt x="6838" y="3712"/>
                    <a:pt x="7005" y="3544"/>
                    <a:pt x="7006" y="3337"/>
                  </a:cubicBezTo>
                  <a:lnTo>
                    <a:pt x="7020" y="566"/>
                  </a:lnTo>
                  <a:lnTo>
                    <a:pt x="426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g33adf7f9e96_1_0"/>
            <p:cNvSpPr/>
            <p:nvPr/>
          </p:nvSpPr>
          <p:spPr>
            <a:xfrm>
              <a:off x="9600913" y="4857705"/>
              <a:ext cx="261210" cy="140410"/>
            </a:xfrm>
            <a:custGeom>
              <a:rect b="b" l="l" r="r" t="t"/>
              <a:pathLst>
                <a:path extrusionOk="0" h="3845" w="7153">
                  <a:moveTo>
                    <a:pt x="4359" y="142"/>
                  </a:moveTo>
                  <a:lnTo>
                    <a:pt x="7020" y="687"/>
                  </a:lnTo>
                  <a:lnTo>
                    <a:pt x="7007" y="3404"/>
                  </a:lnTo>
                  <a:cubicBezTo>
                    <a:pt x="7006" y="3573"/>
                    <a:pt x="6868" y="3711"/>
                    <a:pt x="6698" y="3712"/>
                  </a:cubicBezTo>
                  <a:cubicBezTo>
                    <a:pt x="6684" y="3713"/>
                    <a:pt x="6670" y="3713"/>
                    <a:pt x="6656" y="3713"/>
                  </a:cubicBezTo>
                  <a:cubicBezTo>
                    <a:pt x="5969" y="3713"/>
                    <a:pt x="4662" y="3684"/>
                    <a:pt x="3271" y="3505"/>
                  </a:cubicBezTo>
                  <a:cubicBezTo>
                    <a:pt x="1355" y="3259"/>
                    <a:pt x="133" y="2402"/>
                    <a:pt x="133" y="1919"/>
                  </a:cubicBezTo>
                  <a:cubicBezTo>
                    <a:pt x="133" y="1882"/>
                    <a:pt x="144" y="1856"/>
                    <a:pt x="166" y="1836"/>
                  </a:cubicBezTo>
                  <a:cubicBezTo>
                    <a:pt x="222" y="1784"/>
                    <a:pt x="345" y="1767"/>
                    <a:pt x="502" y="1767"/>
                  </a:cubicBezTo>
                  <a:cubicBezTo>
                    <a:pt x="644" y="1767"/>
                    <a:pt x="816" y="1780"/>
                    <a:pt x="991" y="1795"/>
                  </a:cubicBezTo>
                  <a:cubicBezTo>
                    <a:pt x="1205" y="1812"/>
                    <a:pt x="1431" y="1830"/>
                    <a:pt x="1652" y="1830"/>
                  </a:cubicBezTo>
                  <a:cubicBezTo>
                    <a:pt x="1931" y="1830"/>
                    <a:pt x="2202" y="1801"/>
                    <a:pt x="2426" y="1702"/>
                  </a:cubicBezTo>
                  <a:cubicBezTo>
                    <a:pt x="3239" y="1347"/>
                    <a:pt x="3960" y="733"/>
                    <a:pt x="3967" y="727"/>
                  </a:cubicBezTo>
                  <a:cubicBezTo>
                    <a:pt x="3971" y="723"/>
                    <a:pt x="3975" y="719"/>
                    <a:pt x="3978" y="713"/>
                  </a:cubicBezTo>
                  <a:lnTo>
                    <a:pt x="4359" y="142"/>
                  </a:lnTo>
                  <a:close/>
                  <a:moveTo>
                    <a:pt x="4329" y="1"/>
                  </a:moveTo>
                  <a:cubicBezTo>
                    <a:pt x="4307" y="1"/>
                    <a:pt x="4286" y="12"/>
                    <a:pt x="4274" y="31"/>
                  </a:cubicBezTo>
                  <a:lnTo>
                    <a:pt x="3873" y="632"/>
                  </a:lnTo>
                  <a:cubicBezTo>
                    <a:pt x="3799" y="694"/>
                    <a:pt x="3125" y="1252"/>
                    <a:pt x="2373" y="1580"/>
                  </a:cubicBezTo>
                  <a:cubicBezTo>
                    <a:pt x="2169" y="1670"/>
                    <a:pt x="1916" y="1697"/>
                    <a:pt x="1653" y="1697"/>
                  </a:cubicBezTo>
                  <a:cubicBezTo>
                    <a:pt x="1436" y="1697"/>
                    <a:pt x="1213" y="1679"/>
                    <a:pt x="1002" y="1662"/>
                  </a:cubicBezTo>
                  <a:cubicBezTo>
                    <a:pt x="817" y="1647"/>
                    <a:pt x="649" y="1634"/>
                    <a:pt x="505" y="1634"/>
                  </a:cubicBezTo>
                  <a:cubicBezTo>
                    <a:pt x="312" y="1634"/>
                    <a:pt x="163" y="1658"/>
                    <a:pt x="77" y="1738"/>
                  </a:cubicBezTo>
                  <a:cubicBezTo>
                    <a:pt x="27" y="1784"/>
                    <a:pt x="1" y="1844"/>
                    <a:pt x="1" y="1919"/>
                  </a:cubicBezTo>
                  <a:cubicBezTo>
                    <a:pt x="1" y="2462"/>
                    <a:pt x="1238" y="3379"/>
                    <a:pt x="3254" y="3637"/>
                  </a:cubicBezTo>
                  <a:cubicBezTo>
                    <a:pt x="4658" y="3817"/>
                    <a:pt x="5979" y="3845"/>
                    <a:pt x="6663" y="3845"/>
                  </a:cubicBezTo>
                  <a:lnTo>
                    <a:pt x="6698" y="3845"/>
                  </a:lnTo>
                  <a:cubicBezTo>
                    <a:pt x="6941" y="3844"/>
                    <a:pt x="7139" y="3646"/>
                    <a:pt x="7140" y="3404"/>
                  </a:cubicBezTo>
                  <a:lnTo>
                    <a:pt x="7153" y="633"/>
                  </a:lnTo>
                  <a:cubicBezTo>
                    <a:pt x="7153" y="601"/>
                    <a:pt x="7130" y="574"/>
                    <a:pt x="7100" y="568"/>
                  </a:cubicBezTo>
                  <a:lnTo>
                    <a:pt x="4343" y="2"/>
                  </a:lnTo>
                  <a:cubicBezTo>
                    <a:pt x="4338" y="1"/>
                    <a:pt x="4334" y="1"/>
                    <a:pt x="43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g33adf7f9e96_1_0"/>
            <p:cNvSpPr/>
            <p:nvPr/>
          </p:nvSpPr>
          <p:spPr>
            <a:xfrm>
              <a:off x="9600913" y="4920075"/>
              <a:ext cx="260771" cy="78038"/>
            </a:xfrm>
            <a:custGeom>
              <a:rect b="b" l="l" r="r" t="t"/>
              <a:pathLst>
                <a:path extrusionOk="0" h="2137" w="7141">
                  <a:moveTo>
                    <a:pt x="142" y="162"/>
                  </a:moveTo>
                  <a:cubicBezTo>
                    <a:pt x="536" y="517"/>
                    <a:pt x="1313" y="1103"/>
                    <a:pt x="2406" y="1376"/>
                  </a:cubicBezTo>
                  <a:cubicBezTo>
                    <a:pt x="3262" y="1591"/>
                    <a:pt x="4153" y="1655"/>
                    <a:pt x="4911" y="1655"/>
                  </a:cubicBezTo>
                  <a:cubicBezTo>
                    <a:pt x="5743" y="1655"/>
                    <a:pt x="6416" y="1577"/>
                    <a:pt x="6706" y="1537"/>
                  </a:cubicBezTo>
                  <a:cubicBezTo>
                    <a:pt x="6812" y="1523"/>
                    <a:pt x="6913" y="1511"/>
                    <a:pt x="7007" y="1499"/>
                  </a:cubicBezTo>
                  <a:lnTo>
                    <a:pt x="7007" y="1696"/>
                  </a:lnTo>
                  <a:cubicBezTo>
                    <a:pt x="7006" y="1865"/>
                    <a:pt x="6868" y="2003"/>
                    <a:pt x="6698" y="2004"/>
                  </a:cubicBezTo>
                  <a:cubicBezTo>
                    <a:pt x="6684" y="2005"/>
                    <a:pt x="6670" y="2005"/>
                    <a:pt x="6656" y="2005"/>
                  </a:cubicBezTo>
                  <a:cubicBezTo>
                    <a:pt x="5969" y="2005"/>
                    <a:pt x="4662" y="1976"/>
                    <a:pt x="3271" y="1797"/>
                  </a:cubicBezTo>
                  <a:cubicBezTo>
                    <a:pt x="1355" y="1553"/>
                    <a:pt x="133" y="694"/>
                    <a:pt x="133" y="211"/>
                  </a:cubicBezTo>
                  <a:cubicBezTo>
                    <a:pt x="133" y="193"/>
                    <a:pt x="136" y="177"/>
                    <a:pt x="142" y="162"/>
                  </a:cubicBezTo>
                  <a:close/>
                  <a:moveTo>
                    <a:pt x="136" y="0"/>
                  </a:moveTo>
                  <a:cubicBezTo>
                    <a:pt x="122" y="0"/>
                    <a:pt x="108" y="4"/>
                    <a:pt x="95" y="13"/>
                  </a:cubicBezTo>
                  <a:cubicBezTo>
                    <a:pt x="33" y="62"/>
                    <a:pt x="1" y="128"/>
                    <a:pt x="1" y="211"/>
                  </a:cubicBezTo>
                  <a:cubicBezTo>
                    <a:pt x="1" y="754"/>
                    <a:pt x="1238" y="1671"/>
                    <a:pt x="3254" y="1929"/>
                  </a:cubicBezTo>
                  <a:cubicBezTo>
                    <a:pt x="4658" y="2109"/>
                    <a:pt x="5979" y="2137"/>
                    <a:pt x="6663" y="2137"/>
                  </a:cubicBezTo>
                  <a:lnTo>
                    <a:pt x="6698" y="2137"/>
                  </a:lnTo>
                  <a:cubicBezTo>
                    <a:pt x="6941" y="2137"/>
                    <a:pt x="7139" y="1938"/>
                    <a:pt x="7140" y="1696"/>
                  </a:cubicBezTo>
                  <a:lnTo>
                    <a:pt x="7141" y="1425"/>
                  </a:lnTo>
                  <a:cubicBezTo>
                    <a:pt x="7141" y="1406"/>
                    <a:pt x="7133" y="1388"/>
                    <a:pt x="7118" y="1375"/>
                  </a:cubicBezTo>
                  <a:cubicBezTo>
                    <a:pt x="7105" y="1364"/>
                    <a:pt x="7089" y="1358"/>
                    <a:pt x="7072" y="1358"/>
                  </a:cubicBezTo>
                  <a:cubicBezTo>
                    <a:pt x="7071" y="1358"/>
                    <a:pt x="7069" y="1358"/>
                    <a:pt x="7068" y="1358"/>
                  </a:cubicBezTo>
                  <a:cubicBezTo>
                    <a:pt x="6949" y="1373"/>
                    <a:pt x="6824" y="1387"/>
                    <a:pt x="6688" y="1406"/>
                  </a:cubicBezTo>
                  <a:cubicBezTo>
                    <a:pt x="6400" y="1445"/>
                    <a:pt x="5734" y="1521"/>
                    <a:pt x="4911" y="1521"/>
                  </a:cubicBezTo>
                  <a:cubicBezTo>
                    <a:pt x="4162" y="1521"/>
                    <a:pt x="3282" y="1458"/>
                    <a:pt x="2438" y="1247"/>
                  </a:cubicBezTo>
                  <a:cubicBezTo>
                    <a:pt x="1325" y="969"/>
                    <a:pt x="546" y="358"/>
                    <a:pt x="182" y="18"/>
                  </a:cubicBezTo>
                  <a:cubicBezTo>
                    <a:pt x="169" y="6"/>
                    <a:pt x="153" y="0"/>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g33adf7f9e96_1_0"/>
            <p:cNvSpPr/>
            <p:nvPr/>
          </p:nvSpPr>
          <p:spPr>
            <a:xfrm>
              <a:off x="9757423" y="3917441"/>
              <a:ext cx="494849" cy="968517"/>
            </a:xfrm>
            <a:custGeom>
              <a:rect b="b" l="l" r="r" t="t"/>
              <a:pathLst>
                <a:path extrusionOk="0" h="26522" w="13551">
                  <a:moveTo>
                    <a:pt x="13108" y="1"/>
                  </a:moveTo>
                  <a:lnTo>
                    <a:pt x="4011" y="436"/>
                  </a:lnTo>
                  <a:lnTo>
                    <a:pt x="3335" y="3436"/>
                  </a:lnTo>
                  <a:cubicBezTo>
                    <a:pt x="3335" y="3436"/>
                    <a:pt x="350" y="14200"/>
                    <a:pt x="420" y="15601"/>
                  </a:cubicBezTo>
                  <a:cubicBezTo>
                    <a:pt x="490" y="17001"/>
                    <a:pt x="0" y="26032"/>
                    <a:pt x="0" y="26032"/>
                  </a:cubicBezTo>
                  <a:lnTo>
                    <a:pt x="2801" y="26382"/>
                  </a:lnTo>
                  <a:lnTo>
                    <a:pt x="4481" y="15671"/>
                  </a:lnTo>
                  <a:lnTo>
                    <a:pt x="8025" y="6237"/>
                  </a:lnTo>
                  <a:cubicBezTo>
                    <a:pt x="8025" y="6237"/>
                    <a:pt x="8471" y="15110"/>
                    <a:pt x="8471" y="15671"/>
                  </a:cubicBezTo>
                  <a:cubicBezTo>
                    <a:pt x="8471" y="16231"/>
                    <a:pt x="10991" y="26521"/>
                    <a:pt x="10991" y="26521"/>
                  </a:cubicBezTo>
                  <a:lnTo>
                    <a:pt x="13550" y="26324"/>
                  </a:lnTo>
                  <a:lnTo>
                    <a:pt x="12601" y="14761"/>
                  </a:lnTo>
                  <a:lnTo>
                    <a:pt x="13276" y="2387"/>
                  </a:lnTo>
                  <a:lnTo>
                    <a:pt x="1310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g33adf7f9e96_1_0"/>
            <p:cNvSpPr/>
            <p:nvPr/>
          </p:nvSpPr>
          <p:spPr>
            <a:xfrm>
              <a:off x="9754903" y="3915031"/>
              <a:ext cx="499852" cy="973374"/>
            </a:xfrm>
            <a:custGeom>
              <a:rect b="b" l="l" r="r" t="t"/>
              <a:pathLst>
                <a:path extrusionOk="0" h="26655" w="13688">
                  <a:moveTo>
                    <a:pt x="13115" y="136"/>
                  </a:moveTo>
                  <a:lnTo>
                    <a:pt x="13279" y="2449"/>
                  </a:lnTo>
                  <a:lnTo>
                    <a:pt x="12604" y="14832"/>
                  </a:lnTo>
                  <a:lnTo>
                    <a:pt x="13548" y="26330"/>
                  </a:lnTo>
                  <a:lnTo>
                    <a:pt x="11111" y="26518"/>
                  </a:lnTo>
                  <a:cubicBezTo>
                    <a:pt x="10912" y="25706"/>
                    <a:pt x="8606" y="16261"/>
                    <a:pt x="8606" y="15737"/>
                  </a:cubicBezTo>
                  <a:cubicBezTo>
                    <a:pt x="8606" y="15181"/>
                    <a:pt x="8179" y="6662"/>
                    <a:pt x="8160" y="6299"/>
                  </a:cubicBezTo>
                  <a:cubicBezTo>
                    <a:pt x="8159" y="6268"/>
                    <a:pt x="8136" y="6242"/>
                    <a:pt x="8105" y="6238"/>
                  </a:cubicBezTo>
                  <a:cubicBezTo>
                    <a:pt x="8101" y="6237"/>
                    <a:pt x="8098" y="6237"/>
                    <a:pt x="8094" y="6237"/>
                  </a:cubicBezTo>
                  <a:cubicBezTo>
                    <a:pt x="8067" y="6237"/>
                    <a:pt x="8042" y="6253"/>
                    <a:pt x="8033" y="6279"/>
                  </a:cubicBezTo>
                  <a:lnTo>
                    <a:pt x="4487" y="15713"/>
                  </a:lnTo>
                  <a:cubicBezTo>
                    <a:pt x="4486" y="15718"/>
                    <a:pt x="4484" y="15722"/>
                    <a:pt x="4483" y="15726"/>
                  </a:cubicBezTo>
                  <a:lnTo>
                    <a:pt x="2814" y="26374"/>
                  </a:lnTo>
                  <a:lnTo>
                    <a:pt x="139" y="26040"/>
                  </a:lnTo>
                  <a:cubicBezTo>
                    <a:pt x="181" y="25239"/>
                    <a:pt x="622" y="16990"/>
                    <a:pt x="555" y="15664"/>
                  </a:cubicBezTo>
                  <a:cubicBezTo>
                    <a:pt x="487" y="14290"/>
                    <a:pt x="3439" y="3628"/>
                    <a:pt x="3468" y="3518"/>
                  </a:cubicBezTo>
                  <a:lnTo>
                    <a:pt x="4134" y="566"/>
                  </a:lnTo>
                  <a:lnTo>
                    <a:pt x="13115" y="136"/>
                  </a:lnTo>
                  <a:close/>
                  <a:moveTo>
                    <a:pt x="13178" y="0"/>
                  </a:moveTo>
                  <a:cubicBezTo>
                    <a:pt x="13176" y="0"/>
                    <a:pt x="13175" y="0"/>
                    <a:pt x="13173" y="0"/>
                  </a:cubicBezTo>
                  <a:lnTo>
                    <a:pt x="4077" y="434"/>
                  </a:lnTo>
                  <a:cubicBezTo>
                    <a:pt x="4047" y="437"/>
                    <a:pt x="4022" y="458"/>
                    <a:pt x="4015" y="487"/>
                  </a:cubicBezTo>
                  <a:lnTo>
                    <a:pt x="3340" y="3485"/>
                  </a:lnTo>
                  <a:cubicBezTo>
                    <a:pt x="3217" y="3925"/>
                    <a:pt x="353" y="14275"/>
                    <a:pt x="423" y="15670"/>
                  </a:cubicBezTo>
                  <a:cubicBezTo>
                    <a:pt x="491" y="17050"/>
                    <a:pt x="8" y="26004"/>
                    <a:pt x="3" y="26094"/>
                  </a:cubicBezTo>
                  <a:cubicBezTo>
                    <a:pt x="0" y="26128"/>
                    <a:pt x="26" y="26159"/>
                    <a:pt x="61" y="26164"/>
                  </a:cubicBezTo>
                  <a:lnTo>
                    <a:pt x="2861" y="26514"/>
                  </a:lnTo>
                  <a:cubicBezTo>
                    <a:pt x="2864" y="26514"/>
                    <a:pt x="2866" y="26514"/>
                    <a:pt x="2868" y="26514"/>
                  </a:cubicBezTo>
                  <a:cubicBezTo>
                    <a:pt x="2900" y="26514"/>
                    <a:pt x="2929" y="26492"/>
                    <a:pt x="2935" y="26458"/>
                  </a:cubicBezTo>
                  <a:lnTo>
                    <a:pt x="4615" y="15754"/>
                  </a:lnTo>
                  <a:lnTo>
                    <a:pt x="8044" y="6626"/>
                  </a:lnTo>
                  <a:cubicBezTo>
                    <a:pt x="8124" y="8219"/>
                    <a:pt x="8474" y="15245"/>
                    <a:pt x="8474" y="15737"/>
                  </a:cubicBezTo>
                  <a:cubicBezTo>
                    <a:pt x="8474" y="16298"/>
                    <a:pt x="10892" y="26183"/>
                    <a:pt x="10995" y="26604"/>
                  </a:cubicBezTo>
                  <a:cubicBezTo>
                    <a:pt x="11003" y="26634"/>
                    <a:pt x="11029" y="26655"/>
                    <a:pt x="11060" y="26655"/>
                  </a:cubicBezTo>
                  <a:cubicBezTo>
                    <a:pt x="11061" y="26655"/>
                    <a:pt x="11064" y="26655"/>
                    <a:pt x="11065" y="26654"/>
                  </a:cubicBezTo>
                  <a:lnTo>
                    <a:pt x="13625" y="26456"/>
                  </a:lnTo>
                  <a:cubicBezTo>
                    <a:pt x="13643" y="26455"/>
                    <a:pt x="13658" y="26447"/>
                    <a:pt x="13670" y="26434"/>
                  </a:cubicBezTo>
                  <a:cubicBezTo>
                    <a:pt x="13682" y="26419"/>
                    <a:pt x="13688" y="26403"/>
                    <a:pt x="13686" y="26385"/>
                  </a:cubicBezTo>
                  <a:lnTo>
                    <a:pt x="12737" y="14831"/>
                  </a:lnTo>
                  <a:lnTo>
                    <a:pt x="13411" y="2448"/>
                  </a:lnTo>
                  <a:lnTo>
                    <a:pt x="13243" y="62"/>
                  </a:lnTo>
                  <a:cubicBezTo>
                    <a:pt x="13241" y="27"/>
                    <a:pt x="13212" y="0"/>
                    <a:pt x="131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g33adf7f9e96_1_0"/>
            <p:cNvSpPr/>
            <p:nvPr/>
          </p:nvSpPr>
          <p:spPr>
            <a:xfrm>
              <a:off x="9903855" y="3879902"/>
              <a:ext cx="332236" cy="79426"/>
            </a:xfrm>
            <a:custGeom>
              <a:rect b="b" l="l" r="r" t="t"/>
              <a:pathLst>
                <a:path extrusionOk="0" h="2175" w="9098">
                  <a:moveTo>
                    <a:pt x="8860" y="0"/>
                  </a:moveTo>
                  <a:cubicBezTo>
                    <a:pt x="8860" y="0"/>
                    <a:pt x="6802" y="801"/>
                    <a:pt x="4048" y="801"/>
                  </a:cubicBezTo>
                  <a:cubicBezTo>
                    <a:pt x="2834" y="801"/>
                    <a:pt x="1486" y="646"/>
                    <a:pt x="119" y="198"/>
                  </a:cubicBezTo>
                  <a:lnTo>
                    <a:pt x="1" y="1464"/>
                  </a:lnTo>
                  <a:cubicBezTo>
                    <a:pt x="1" y="1464"/>
                    <a:pt x="515" y="2175"/>
                    <a:pt x="4550" y="2175"/>
                  </a:cubicBezTo>
                  <a:cubicBezTo>
                    <a:pt x="8584" y="2175"/>
                    <a:pt x="9098" y="1029"/>
                    <a:pt x="9098" y="1029"/>
                  </a:cubicBezTo>
                  <a:lnTo>
                    <a:pt x="88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g33adf7f9e96_1_0"/>
            <p:cNvSpPr/>
            <p:nvPr/>
          </p:nvSpPr>
          <p:spPr>
            <a:xfrm>
              <a:off x="9901408" y="3877455"/>
              <a:ext cx="337203" cy="84355"/>
            </a:xfrm>
            <a:custGeom>
              <a:rect b="b" l="l" r="r" t="t"/>
              <a:pathLst>
                <a:path extrusionOk="0" h="2310" w="9234">
                  <a:moveTo>
                    <a:pt x="8880" y="155"/>
                  </a:moveTo>
                  <a:lnTo>
                    <a:pt x="9094" y="1085"/>
                  </a:lnTo>
                  <a:cubicBezTo>
                    <a:pt x="9004" y="1227"/>
                    <a:pt x="8262" y="2176"/>
                    <a:pt x="4616" y="2176"/>
                  </a:cubicBezTo>
                  <a:cubicBezTo>
                    <a:pt x="1037" y="2176"/>
                    <a:pt x="248" y="1607"/>
                    <a:pt x="136" y="1506"/>
                  </a:cubicBezTo>
                  <a:lnTo>
                    <a:pt x="245" y="354"/>
                  </a:lnTo>
                  <a:cubicBezTo>
                    <a:pt x="1582" y="781"/>
                    <a:pt x="2904" y="930"/>
                    <a:pt x="4099" y="930"/>
                  </a:cubicBezTo>
                  <a:cubicBezTo>
                    <a:pt x="6566" y="930"/>
                    <a:pt x="8491" y="294"/>
                    <a:pt x="8880" y="155"/>
                  </a:cubicBezTo>
                  <a:close/>
                  <a:moveTo>
                    <a:pt x="8926" y="0"/>
                  </a:moveTo>
                  <a:cubicBezTo>
                    <a:pt x="8918" y="0"/>
                    <a:pt x="8911" y="2"/>
                    <a:pt x="8903" y="5"/>
                  </a:cubicBezTo>
                  <a:cubicBezTo>
                    <a:pt x="8874" y="16"/>
                    <a:pt x="6820" y="797"/>
                    <a:pt x="4099" y="797"/>
                  </a:cubicBezTo>
                  <a:cubicBezTo>
                    <a:pt x="2893" y="797"/>
                    <a:pt x="1557" y="644"/>
                    <a:pt x="207" y="202"/>
                  </a:cubicBezTo>
                  <a:cubicBezTo>
                    <a:pt x="201" y="200"/>
                    <a:pt x="194" y="199"/>
                    <a:pt x="187" y="199"/>
                  </a:cubicBezTo>
                  <a:cubicBezTo>
                    <a:pt x="174" y="199"/>
                    <a:pt x="161" y="203"/>
                    <a:pt x="151" y="209"/>
                  </a:cubicBezTo>
                  <a:cubicBezTo>
                    <a:pt x="133" y="220"/>
                    <a:pt x="122" y="239"/>
                    <a:pt x="121" y="259"/>
                  </a:cubicBezTo>
                  <a:lnTo>
                    <a:pt x="2" y="1524"/>
                  </a:lnTo>
                  <a:cubicBezTo>
                    <a:pt x="0" y="1540"/>
                    <a:pt x="5" y="1557"/>
                    <a:pt x="15" y="1570"/>
                  </a:cubicBezTo>
                  <a:cubicBezTo>
                    <a:pt x="36" y="1600"/>
                    <a:pt x="594" y="2309"/>
                    <a:pt x="4617" y="2309"/>
                  </a:cubicBezTo>
                  <a:cubicBezTo>
                    <a:pt x="8648" y="2309"/>
                    <a:pt x="9204" y="1171"/>
                    <a:pt x="9225" y="1123"/>
                  </a:cubicBezTo>
                  <a:cubicBezTo>
                    <a:pt x="9231" y="1110"/>
                    <a:pt x="9233" y="1094"/>
                    <a:pt x="9230" y="1080"/>
                  </a:cubicBezTo>
                  <a:lnTo>
                    <a:pt x="8992" y="52"/>
                  </a:lnTo>
                  <a:cubicBezTo>
                    <a:pt x="8987" y="33"/>
                    <a:pt x="8976" y="18"/>
                    <a:pt x="8959" y="8"/>
                  </a:cubicBezTo>
                  <a:cubicBezTo>
                    <a:pt x="8948" y="3"/>
                    <a:pt x="8937" y="0"/>
                    <a:pt x="89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g33adf7f9e96_1_0"/>
            <p:cNvSpPr/>
            <p:nvPr/>
          </p:nvSpPr>
          <p:spPr>
            <a:xfrm>
              <a:off x="9476026" y="3314041"/>
              <a:ext cx="757373" cy="611522"/>
            </a:xfrm>
            <a:custGeom>
              <a:rect b="b" l="l" r="r" t="t"/>
              <a:pathLst>
                <a:path extrusionOk="0" h="16746" w="20740">
                  <a:moveTo>
                    <a:pt x="14952" y="0"/>
                  </a:moveTo>
                  <a:cubicBezTo>
                    <a:pt x="14505" y="0"/>
                    <a:pt x="11197" y="1643"/>
                    <a:pt x="11197" y="1643"/>
                  </a:cubicBezTo>
                  <a:cubicBezTo>
                    <a:pt x="11197" y="1643"/>
                    <a:pt x="9519" y="2981"/>
                    <a:pt x="9226" y="3566"/>
                  </a:cubicBezTo>
                  <a:cubicBezTo>
                    <a:pt x="8934" y="4150"/>
                    <a:pt x="6613" y="8676"/>
                    <a:pt x="6588" y="8749"/>
                  </a:cubicBezTo>
                  <a:cubicBezTo>
                    <a:pt x="6588" y="8750"/>
                    <a:pt x="6586" y="8751"/>
                    <a:pt x="6583" y="8751"/>
                  </a:cubicBezTo>
                  <a:cubicBezTo>
                    <a:pt x="6402" y="8751"/>
                    <a:pt x="1004" y="6399"/>
                    <a:pt x="1004" y="6399"/>
                  </a:cubicBezTo>
                  <a:lnTo>
                    <a:pt x="0" y="8118"/>
                  </a:lnTo>
                  <a:cubicBezTo>
                    <a:pt x="0" y="8118"/>
                    <a:pt x="4773" y="11648"/>
                    <a:pt x="5472" y="12056"/>
                  </a:cubicBezTo>
                  <a:cubicBezTo>
                    <a:pt x="6092" y="12417"/>
                    <a:pt x="6865" y="12865"/>
                    <a:pt x="7187" y="12865"/>
                  </a:cubicBezTo>
                  <a:cubicBezTo>
                    <a:pt x="7229" y="12865"/>
                    <a:pt x="7263" y="12858"/>
                    <a:pt x="7288" y="12841"/>
                  </a:cubicBezTo>
                  <a:cubicBezTo>
                    <a:pt x="7508" y="12698"/>
                    <a:pt x="10711" y="9894"/>
                    <a:pt x="10711" y="9894"/>
                  </a:cubicBezTo>
                  <a:cubicBezTo>
                    <a:pt x="10711" y="9894"/>
                    <a:pt x="11709" y="12304"/>
                    <a:pt x="11807" y="12475"/>
                  </a:cubicBezTo>
                  <a:cubicBezTo>
                    <a:pt x="11904" y="12645"/>
                    <a:pt x="11855" y="14544"/>
                    <a:pt x="11855" y="14691"/>
                  </a:cubicBezTo>
                  <a:cubicBezTo>
                    <a:pt x="11855" y="14836"/>
                    <a:pt x="11465" y="15664"/>
                    <a:pt x="11685" y="15955"/>
                  </a:cubicBezTo>
                  <a:cubicBezTo>
                    <a:pt x="11876" y="16211"/>
                    <a:pt x="13891" y="16746"/>
                    <a:pt x="15533" y="16746"/>
                  </a:cubicBezTo>
                  <a:cubicBezTo>
                    <a:pt x="15769" y="16746"/>
                    <a:pt x="15997" y="16735"/>
                    <a:pt x="16212" y="16710"/>
                  </a:cubicBezTo>
                  <a:cubicBezTo>
                    <a:pt x="17916" y="16516"/>
                    <a:pt x="19984" y="16151"/>
                    <a:pt x="20253" y="16005"/>
                  </a:cubicBezTo>
                  <a:cubicBezTo>
                    <a:pt x="20520" y="15858"/>
                    <a:pt x="20739" y="15543"/>
                    <a:pt x="20739" y="15152"/>
                  </a:cubicBezTo>
                  <a:cubicBezTo>
                    <a:pt x="20739" y="14763"/>
                    <a:pt x="20717" y="8956"/>
                    <a:pt x="20229" y="6985"/>
                  </a:cubicBezTo>
                  <a:cubicBezTo>
                    <a:pt x="19743" y="5013"/>
                    <a:pt x="19420" y="3547"/>
                    <a:pt x="18568" y="2379"/>
                  </a:cubicBezTo>
                  <a:cubicBezTo>
                    <a:pt x="17716" y="1210"/>
                    <a:pt x="15166" y="182"/>
                    <a:pt x="14995" y="12"/>
                  </a:cubicBezTo>
                  <a:cubicBezTo>
                    <a:pt x="14988" y="4"/>
                    <a:pt x="14973" y="0"/>
                    <a:pt x="1495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g33adf7f9e96_1_0"/>
            <p:cNvSpPr/>
            <p:nvPr/>
          </p:nvSpPr>
          <p:spPr>
            <a:xfrm>
              <a:off x="9473287" y="3312069"/>
              <a:ext cx="762558" cy="615941"/>
            </a:xfrm>
            <a:custGeom>
              <a:rect b="b" l="l" r="r" t="t"/>
              <a:pathLst>
                <a:path extrusionOk="0" h="16867" w="20882">
                  <a:moveTo>
                    <a:pt x="15018" y="121"/>
                  </a:moveTo>
                  <a:cubicBezTo>
                    <a:pt x="15023" y="121"/>
                    <a:pt x="15027" y="121"/>
                    <a:pt x="15031" y="121"/>
                  </a:cubicBezTo>
                  <a:cubicBezTo>
                    <a:pt x="15088" y="170"/>
                    <a:pt x="15241" y="248"/>
                    <a:pt x="15560" y="408"/>
                  </a:cubicBezTo>
                  <a:cubicBezTo>
                    <a:pt x="16400" y="829"/>
                    <a:pt x="17962" y="1612"/>
                    <a:pt x="18589" y="2472"/>
                  </a:cubicBezTo>
                  <a:cubicBezTo>
                    <a:pt x="19382" y="3558"/>
                    <a:pt x="19721" y="4943"/>
                    <a:pt x="20152" y="6696"/>
                  </a:cubicBezTo>
                  <a:lnTo>
                    <a:pt x="20241" y="7054"/>
                  </a:lnTo>
                  <a:cubicBezTo>
                    <a:pt x="20742" y="9087"/>
                    <a:pt x="20748" y="15146"/>
                    <a:pt x="20748" y="15207"/>
                  </a:cubicBezTo>
                  <a:cubicBezTo>
                    <a:pt x="20748" y="15539"/>
                    <a:pt x="20571" y="15851"/>
                    <a:pt x="20296" y="16000"/>
                  </a:cubicBezTo>
                  <a:cubicBezTo>
                    <a:pt x="20054" y="16132"/>
                    <a:pt x="18062" y="16495"/>
                    <a:pt x="16279" y="16699"/>
                  </a:cubicBezTo>
                  <a:cubicBezTo>
                    <a:pt x="16057" y="16725"/>
                    <a:pt x="15824" y="16736"/>
                    <a:pt x="15584" y="16736"/>
                  </a:cubicBezTo>
                  <a:cubicBezTo>
                    <a:pt x="13912" y="16736"/>
                    <a:pt x="11970" y="16182"/>
                    <a:pt x="11813" y="15970"/>
                  </a:cubicBezTo>
                  <a:cubicBezTo>
                    <a:pt x="11676" y="15787"/>
                    <a:pt x="11831" y="15308"/>
                    <a:pt x="11923" y="15020"/>
                  </a:cubicBezTo>
                  <a:cubicBezTo>
                    <a:pt x="11972" y="14872"/>
                    <a:pt x="11997" y="14793"/>
                    <a:pt x="11997" y="14745"/>
                  </a:cubicBezTo>
                  <a:cubicBezTo>
                    <a:pt x="11997" y="14725"/>
                    <a:pt x="11998" y="14673"/>
                    <a:pt x="11999" y="14596"/>
                  </a:cubicBezTo>
                  <a:cubicBezTo>
                    <a:pt x="12023" y="13239"/>
                    <a:pt x="12004" y="12610"/>
                    <a:pt x="11939" y="12496"/>
                  </a:cubicBezTo>
                  <a:cubicBezTo>
                    <a:pt x="11864" y="12364"/>
                    <a:pt x="11192" y="10755"/>
                    <a:pt x="10848" y="9923"/>
                  </a:cubicBezTo>
                  <a:cubicBezTo>
                    <a:pt x="10839" y="9903"/>
                    <a:pt x="10822" y="9889"/>
                    <a:pt x="10800" y="9884"/>
                  </a:cubicBezTo>
                  <a:cubicBezTo>
                    <a:pt x="10796" y="9883"/>
                    <a:pt x="10791" y="9882"/>
                    <a:pt x="10786" y="9882"/>
                  </a:cubicBezTo>
                  <a:cubicBezTo>
                    <a:pt x="10770" y="9882"/>
                    <a:pt x="10754" y="9888"/>
                    <a:pt x="10742" y="9899"/>
                  </a:cubicBezTo>
                  <a:cubicBezTo>
                    <a:pt x="9636" y="10868"/>
                    <a:pt x="7498" y="12729"/>
                    <a:pt x="7328" y="12840"/>
                  </a:cubicBezTo>
                  <a:cubicBezTo>
                    <a:pt x="7311" y="12851"/>
                    <a:pt x="7287" y="12856"/>
                    <a:pt x="7257" y="12856"/>
                  </a:cubicBezTo>
                  <a:cubicBezTo>
                    <a:pt x="6958" y="12856"/>
                    <a:pt x="6076" y="12341"/>
                    <a:pt x="5582" y="12053"/>
                  </a:cubicBezTo>
                  <a:cubicBezTo>
                    <a:pt x="4930" y="11672"/>
                    <a:pt x="665" y="8525"/>
                    <a:pt x="163" y="8154"/>
                  </a:cubicBezTo>
                  <a:lnTo>
                    <a:pt x="1106" y="6539"/>
                  </a:lnTo>
                  <a:cubicBezTo>
                    <a:pt x="6096" y="8711"/>
                    <a:pt x="6601" y="8867"/>
                    <a:pt x="6676" y="8867"/>
                  </a:cubicBezTo>
                  <a:cubicBezTo>
                    <a:pt x="6683" y="8867"/>
                    <a:pt x="6686" y="8866"/>
                    <a:pt x="6689" y="8865"/>
                  </a:cubicBezTo>
                  <a:cubicBezTo>
                    <a:pt x="6706" y="8857"/>
                    <a:pt x="6719" y="8842"/>
                    <a:pt x="6726" y="8826"/>
                  </a:cubicBezTo>
                  <a:cubicBezTo>
                    <a:pt x="6755" y="8755"/>
                    <a:pt x="7591" y="7119"/>
                    <a:pt x="8261" y="5805"/>
                  </a:cubicBezTo>
                  <a:cubicBezTo>
                    <a:pt x="8764" y="4822"/>
                    <a:pt x="9240" y="3892"/>
                    <a:pt x="9361" y="3649"/>
                  </a:cubicBezTo>
                  <a:cubicBezTo>
                    <a:pt x="9635" y="3102"/>
                    <a:pt x="11203" y="1838"/>
                    <a:pt x="11309" y="1753"/>
                  </a:cubicBezTo>
                  <a:cubicBezTo>
                    <a:pt x="12931" y="948"/>
                    <a:pt x="14746" y="121"/>
                    <a:pt x="15018" y="121"/>
                  </a:cubicBezTo>
                  <a:close/>
                  <a:moveTo>
                    <a:pt x="15045" y="0"/>
                  </a:moveTo>
                  <a:cubicBezTo>
                    <a:pt x="14634" y="0"/>
                    <a:pt x="12786" y="871"/>
                    <a:pt x="11243" y="1638"/>
                  </a:cubicBezTo>
                  <a:cubicBezTo>
                    <a:pt x="11239" y="1639"/>
                    <a:pt x="11235" y="1643"/>
                    <a:pt x="11231" y="1645"/>
                  </a:cubicBezTo>
                  <a:cubicBezTo>
                    <a:pt x="11162" y="1701"/>
                    <a:pt x="9537" y="3000"/>
                    <a:pt x="9241" y="3590"/>
                  </a:cubicBezTo>
                  <a:cubicBezTo>
                    <a:pt x="9120" y="3832"/>
                    <a:pt x="8646" y="4762"/>
                    <a:pt x="8143" y="5745"/>
                  </a:cubicBezTo>
                  <a:cubicBezTo>
                    <a:pt x="7198" y="7596"/>
                    <a:pt x="6734" y="8506"/>
                    <a:pt x="6625" y="8729"/>
                  </a:cubicBezTo>
                  <a:cubicBezTo>
                    <a:pt x="6217" y="8601"/>
                    <a:pt x="3152" y="7284"/>
                    <a:pt x="1105" y="6393"/>
                  </a:cubicBezTo>
                  <a:cubicBezTo>
                    <a:pt x="1096" y="6389"/>
                    <a:pt x="1087" y="6387"/>
                    <a:pt x="1078" y="6387"/>
                  </a:cubicBezTo>
                  <a:cubicBezTo>
                    <a:pt x="1055" y="6387"/>
                    <a:pt x="1033" y="6399"/>
                    <a:pt x="1021" y="6420"/>
                  </a:cubicBezTo>
                  <a:lnTo>
                    <a:pt x="19" y="8138"/>
                  </a:lnTo>
                  <a:cubicBezTo>
                    <a:pt x="1" y="8168"/>
                    <a:pt x="9" y="8206"/>
                    <a:pt x="36" y="8226"/>
                  </a:cubicBezTo>
                  <a:cubicBezTo>
                    <a:pt x="232" y="8369"/>
                    <a:pt x="4820" y="11762"/>
                    <a:pt x="5514" y="12167"/>
                  </a:cubicBezTo>
                  <a:cubicBezTo>
                    <a:pt x="6301" y="12626"/>
                    <a:pt x="6945" y="12984"/>
                    <a:pt x="7265" y="12984"/>
                  </a:cubicBezTo>
                  <a:cubicBezTo>
                    <a:pt x="7320" y="12984"/>
                    <a:pt x="7365" y="12974"/>
                    <a:pt x="7400" y="12951"/>
                  </a:cubicBezTo>
                  <a:cubicBezTo>
                    <a:pt x="7606" y="12817"/>
                    <a:pt x="10279" y="10481"/>
                    <a:pt x="10760" y="10060"/>
                  </a:cubicBezTo>
                  <a:cubicBezTo>
                    <a:pt x="10941" y="10497"/>
                    <a:pt x="11735" y="12407"/>
                    <a:pt x="11824" y="12562"/>
                  </a:cubicBezTo>
                  <a:cubicBezTo>
                    <a:pt x="11851" y="12614"/>
                    <a:pt x="11894" y="12948"/>
                    <a:pt x="11865" y="14593"/>
                  </a:cubicBezTo>
                  <a:cubicBezTo>
                    <a:pt x="11864" y="14671"/>
                    <a:pt x="11864" y="14725"/>
                    <a:pt x="11864" y="14745"/>
                  </a:cubicBezTo>
                  <a:cubicBezTo>
                    <a:pt x="11864" y="14774"/>
                    <a:pt x="11830" y="14878"/>
                    <a:pt x="11798" y="14980"/>
                  </a:cubicBezTo>
                  <a:cubicBezTo>
                    <a:pt x="11690" y="15311"/>
                    <a:pt x="11528" y="15812"/>
                    <a:pt x="11707" y="16050"/>
                  </a:cubicBezTo>
                  <a:cubicBezTo>
                    <a:pt x="11929" y="16347"/>
                    <a:pt x="13979" y="16866"/>
                    <a:pt x="15613" y="16866"/>
                  </a:cubicBezTo>
                  <a:cubicBezTo>
                    <a:pt x="15851" y="16866"/>
                    <a:pt x="16081" y="16855"/>
                    <a:pt x="16295" y="16831"/>
                  </a:cubicBezTo>
                  <a:cubicBezTo>
                    <a:pt x="17990" y="16637"/>
                    <a:pt x="20080" y="16270"/>
                    <a:pt x="20360" y="16117"/>
                  </a:cubicBezTo>
                  <a:cubicBezTo>
                    <a:pt x="20677" y="15944"/>
                    <a:pt x="20882" y="15587"/>
                    <a:pt x="20882" y="15207"/>
                  </a:cubicBezTo>
                  <a:cubicBezTo>
                    <a:pt x="20882" y="15146"/>
                    <a:pt x="20876" y="9072"/>
                    <a:pt x="20369" y="7022"/>
                  </a:cubicBezTo>
                  <a:lnTo>
                    <a:pt x="20282" y="6665"/>
                  </a:lnTo>
                  <a:cubicBezTo>
                    <a:pt x="19847" y="4898"/>
                    <a:pt x="19503" y="3500"/>
                    <a:pt x="18697" y="2394"/>
                  </a:cubicBezTo>
                  <a:cubicBezTo>
                    <a:pt x="18051" y="1508"/>
                    <a:pt x="16470" y="715"/>
                    <a:pt x="15620" y="289"/>
                  </a:cubicBezTo>
                  <a:cubicBezTo>
                    <a:pt x="15379" y="169"/>
                    <a:pt x="15153" y="55"/>
                    <a:pt x="15118" y="20"/>
                  </a:cubicBezTo>
                  <a:cubicBezTo>
                    <a:pt x="15104" y="6"/>
                    <a:pt x="15080" y="0"/>
                    <a:pt x="150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g33adf7f9e96_1_0"/>
            <p:cNvSpPr/>
            <p:nvPr/>
          </p:nvSpPr>
          <p:spPr>
            <a:xfrm>
              <a:off x="10079755" y="3610081"/>
              <a:ext cx="78074" cy="12087"/>
            </a:xfrm>
            <a:custGeom>
              <a:rect b="b" l="l" r="r" t="t"/>
              <a:pathLst>
                <a:path extrusionOk="0" h="331" w="2138">
                  <a:moveTo>
                    <a:pt x="76" y="1"/>
                  </a:moveTo>
                  <a:cubicBezTo>
                    <a:pt x="66" y="1"/>
                    <a:pt x="56" y="3"/>
                    <a:pt x="46" y="8"/>
                  </a:cubicBezTo>
                  <a:cubicBezTo>
                    <a:pt x="13" y="24"/>
                    <a:pt x="0" y="65"/>
                    <a:pt x="17" y="97"/>
                  </a:cubicBezTo>
                  <a:cubicBezTo>
                    <a:pt x="86" y="234"/>
                    <a:pt x="752" y="331"/>
                    <a:pt x="1393" y="331"/>
                  </a:cubicBezTo>
                  <a:cubicBezTo>
                    <a:pt x="1635" y="331"/>
                    <a:pt x="1874" y="317"/>
                    <a:pt x="2076" y="286"/>
                  </a:cubicBezTo>
                  <a:cubicBezTo>
                    <a:pt x="2112" y="280"/>
                    <a:pt x="2137" y="246"/>
                    <a:pt x="2131" y="210"/>
                  </a:cubicBezTo>
                  <a:cubicBezTo>
                    <a:pt x="2126" y="177"/>
                    <a:pt x="2099" y="154"/>
                    <a:pt x="2065" y="154"/>
                  </a:cubicBezTo>
                  <a:cubicBezTo>
                    <a:pt x="2062" y="154"/>
                    <a:pt x="2059" y="154"/>
                    <a:pt x="2055" y="155"/>
                  </a:cubicBezTo>
                  <a:cubicBezTo>
                    <a:pt x="1854" y="186"/>
                    <a:pt x="1631" y="198"/>
                    <a:pt x="1411" y="198"/>
                  </a:cubicBezTo>
                  <a:cubicBezTo>
                    <a:pt x="801" y="198"/>
                    <a:pt x="209" y="101"/>
                    <a:pt x="133" y="33"/>
                  </a:cubicBezTo>
                  <a:cubicBezTo>
                    <a:pt x="121" y="12"/>
                    <a:pt x="99"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g33adf7f9e96_1_0"/>
            <p:cNvSpPr/>
            <p:nvPr/>
          </p:nvSpPr>
          <p:spPr>
            <a:xfrm>
              <a:off x="10114483" y="3625747"/>
              <a:ext cx="64490" cy="18295"/>
            </a:xfrm>
            <a:custGeom>
              <a:rect b="b" l="l" r="r" t="t"/>
              <a:pathLst>
                <a:path extrusionOk="0" h="501" w="1766">
                  <a:moveTo>
                    <a:pt x="75" y="0"/>
                  </a:moveTo>
                  <a:cubicBezTo>
                    <a:pt x="45" y="0"/>
                    <a:pt x="18" y="20"/>
                    <a:pt x="10" y="50"/>
                  </a:cubicBezTo>
                  <a:cubicBezTo>
                    <a:pt x="1" y="85"/>
                    <a:pt x="22" y="121"/>
                    <a:pt x="56" y="131"/>
                  </a:cubicBezTo>
                  <a:cubicBezTo>
                    <a:pt x="103" y="143"/>
                    <a:pt x="1199" y="439"/>
                    <a:pt x="1688" y="499"/>
                  </a:cubicBezTo>
                  <a:cubicBezTo>
                    <a:pt x="1690" y="501"/>
                    <a:pt x="1694" y="501"/>
                    <a:pt x="1696" y="501"/>
                  </a:cubicBezTo>
                  <a:cubicBezTo>
                    <a:pt x="1729" y="501"/>
                    <a:pt x="1757" y="476"/>
                    <a:pt x="1762" y="443"/>
                  </a:cubicBezTo>
                  <a:cubicBezTo>
                    <a:pt x="1766" y="406"/>
                    <a:pt x="1741" y="373"/>
                    <a:pt x="1704" y="368"/>
                  </a:cubicBezTo>
                  <a:cubicBezTo>
                    <a:pt x="1225" y="308"/>
                    <a:pt x="102" y="6"/>
                    <a:pt x="92" y="2"/>
                  </a:cubicBezTo>
                  <a:cubicBezTo>
                    <a:pt x="86" y="1"/>
                    <a:pt x="80"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g33adf7f9e96_1_0"/>
            <p:cNvSpPr/>
            <p:nvPr/>
          </p:nvSpPr>
          <p:spPr>
            <a:xfrm>
              <a:off x="9932885" y="3769147"/>
              <a:ext cx="167287" cy="88664"/>
            </a:xfrm>
            <a:custGeom>
              <a:rect b="b" l="l" r="r" t="t"/>
              <a:pathLst>
                <a:path extrusionOk="0" h="2428" w="4581">
                  <a:moveTo>
                    <a:pt x="76" y="0"/>
                  </a:moveTo>
                  <a:cubicBezTo>
                    <a:pt x="55" y="0"/>
                    <a:pt x="35" y="10"/>
                    <a:pt x="22" y="28"/>
                  </a:cubicBezTo>
                  <a:cubicBezTo>
                    <a:pt x="1" y="59"/>
                    <a:pt x="8" y="100"/>
                    <a:pt x="38" y="121"/>
                  </a:cubicBezTo>
                  <a:cubicBezTo>
                    <a:pt x="62" y="138"/>
                    <a:pt x="2444" y="1796"/>
                    <a:pt x="4486" y="2424"/>
                  </a:cubicBezTo>
                  <a:cubicBezTo>
                    <a:pt x="4493" y="2426"/>
                    <a:pt x="4499" y="2428"/>
                    <a:pt x="4506" y="2428"/>
                  </a:cubicBezTo>
                  <a:cubicBezTo>
                    <a:pt x="4535" y="2428"/>
                    <a:pt x="4561" y="2409"/>
                    <a:pt x="4569" y="2380"/>
                  </a:cubicBezTo>
                  <a:cubicBezTo>
                    <a:pt x="4581" y="2345"/>
                    <a:pt x="4561" y="2308"/>
                    <a:pt x="4525" y="2297"/>
                  </a:cubicBezTo>
                  <a:cubicBezTo>
                    <a:pt x="2502" y="1675"/>
                    <a:pt x="138" y="28"/>
                    <a:pt x="114" y="12"/>
                  </a:cubicBezTo>
                  <a:cubicBezTo>
                    <a:pt x="103" y="4"/>
                    <a:pt x="89"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g33adf7f9e96_1_0"/>
            <p:cNvSpPr/>
            <p:nvPr/>
          </p:nvSpPr>
          <p:spPr>
            <a:xfrm>
              <a:off x="10104769" y="3870261"/>
              <a:ext cx="22677" cy="7778"/>
            </a:xfrm>
            <a:custGeom>
              <a:rect b="b" l="l" r="r" t="t"/>
              <a:pathLst>
                <a:path extrusionOk="0" h="213" w="621">
                  <a:moveTo>
                    <a:pt x="72" y="0"/>
                  </a:moveTo>
                  <a:cubicBezTo>
                    <a:pt x="41" y="0"/>
                    <a:pt x="14" y="22"/>
                    <a:pt x="7" y="53"/>
                  </a:cubicBezTo>
                  <a:cubicBezTo>
                    <a:pt x="0" y="88"/>
                    <a:pt x="23" y="124"/>
                    <a:pt x="58" y="132"/>
                  </a:cubicBezTo>
                  <a:cubicBezTo>
                    <a:pt x="238" y="170"/>
                    <a:pt x="401" y="197"/>
                    <a:pt x="543" y="211"/>
                  </a:cubicBezTo>
                  <a:cubicBezTo>
                    <a:pt x="546" y="211"/>
                    <a:pt x="548" y="212"/>
                    <a:pt x="551" y="212"/>
                  </a:cubicBezTo>
                  <a:cubicBezTo>
                    <a:pt x="584" y="212"/>
                    <a:pt x="613" y="186"/>
                    <a:pt x="617" y="152"/>
                  </a:cubicBezTo>
                  <a:cubicBezTo>
                    <a:pt x="620" y="115"/>
                    <a:pt x="593" y="83"/>
                    <a:pt x="558" y="80"/>
                  </a:cubicBezTo>
                  <a:cubicBezTo>
                    <a:pt x="420" y="66"/>
                    <a:pt x="262" y="38"/>
                    <a:pt x="87" y="2"/>
                  </a:cubicBezTo>
                  <a:cubicBezTo>
                    <a:pt x="82" y="1"/>
                    <a:pt x="77"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g33adf7f9e96_1_0"/>
            <p:cNvSpPr/>
            <p:nvPr/>
          </p:nvSpPr>
          <p:spPr>
            <a:xfrm>
              <a:off x="10005079" y="3837031"/>
              <a:ext cx="87715" cy="33815"/>
            </a:xfrm>
            <a:custGeom>
              <a:rect b="b" l="l" r="r" t="t"/>
              <a:pathLst>
                <a:path extrusionOk="0" h="926" w="2402">
                  <a:moveTo>
                    <a:pt x="77" y="0"/>
                  </a:moveTo>
                  <a:cubicBezTo>
                    <a:pt x="51" y="0"/>
                    <a:pt x="27" y="15"/>
                    <a:pt x="15" y="41"/>
                  </a:cubicBezTo>
                  <a:cubicBezTo>
                    <a:pt x="1" y="74"/>
                    <a:pt x="17" y="113"/>
                    <a:pt x="51" y="127"/>
                  </a:cubicBezTo>
                  <a:cubicBezTo>
                    <a:pt x="62" y="133"/>
                    <a:pt x="1247" y="633"/>
                    <a:pt x="2310" y="924"/>
                  </a:cubicBezTo>
                  <a:cubicBezTo>
                    <a:pt x="2315" y="925"/>
                    <a:pt x="2321" y="926"/>
                    <a:pt x="2327" y="926"/>
                  </a:cubicBezTo>
                  <a:cubicBezTo>
                    <a:pt x="2356" y="926"/>
                    <a:pt x="2384" y="907"/>
                    <a:pt x="2392" y="876"/>
                  </a:cubicBezTo>
                  <a:cubicBezTo>
                    <a:pt x="2401" y="842"/>
                    <a:pt x="2380" y="805"/>
                    <a:pt x="2345" y="795"/>
                  </a:cubicBezTo>
                  <a:cubicBezTo>
                    <a:pt x="1290" y="506"/>
                    <a:pt x="114" y="10"/>
                    <a:pt x="103" y="5"/>
                  </a:cubicBezTo>
                  <a:cubicBezTo>
                    <a:pt x="94" y="2"/>
                    <a:pt x="86"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g33adf7f9e96_1_0"/>
            <p:cNvSpPr/>
            <p:nvPr/>
          </p:nvSpPr>
          <p:spPr>
            <a:xfrm>
              <a:off x="9495343" y="3557607"/>
              <a:ext cx="45793" cy="68543"/>
            </a:xfrm>
            <a:custGeom>
              <a:rect b="b" l="l" r="r" t="t"/>
              <a:pathLst>
                <a:path extrusionOk="0" h="1877" w="1254">
                  <a:moveTo>
                    <a:pt x="1179" y="0"/>
                  </a:moveTo>
                  <a:cubicBezTo>
                    <a:pt x="1157" y="0"/>
                    <a:pt x="1135" y="11"/>
                    <a:pt x="1122" y="31"/>
                  </a:cubicBezTo>
                  <a:lnTo>
                    <a:pt x="20" y="1775"/>
                  </a:lnTo>
                  <a:cubicBezTo>
                    <a:pt x="0" y="1806"/>
                    <a:pt x="10" y="1847"/>
                    <a:pt x="40" y="1866"/>
                  </a:cubicBezTo>
                  <a:cubicBezTo>
                    <a:pt x="52" y="1873"/>
                    <a:pt x="64" y="1877"/>
                    <a:pt x="76" y="1877"/>
                  </a:cubicBezTo>
                  <a:cubicBezTo>
                    <a:pt x="98" y="1877"/>
                    <a:pt x="120" y="1866"/>
                    <a:pt x="133" y="1846"/>
                  </a:cubicBezTo>
                  <a:lnTo>
                    <a:pt x="1234" y="102"/>
                  </a:lnTo>
                  <a:cubicBezTo>
                    <a:pt x="1253" y="70"/>
                    <a:pt x="1245" y="30"/>
                    <a:pt x="1213" y="10"/>
                  </a:cubicBezTo>
                  <a:cubicBezTo>
                    <a:pt x="1202" y="3"/>
                    <a:pt x="1190" y="0"/>
                    <a:pt x="11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g33adf7f9e96_1_0"/>
            <p:cNvSpPr/>
            <p:nvPr/>
          </p:nvSpPr>
          <p:spPr>
            <a:xfrm>
              <a:off x="9875153" y="3299033"/>
              <a:ext cx="150233" cy="348815"/>
            </a:xfrm>
            <a:custGeom>
              <a:rect b="b" l="l" r="r" t="t"/>
              <a:pathLst>
                <a:path extrusionOk="0" h="9552" w="4114">
                  <a:moveTo>
                    <a:pt x="3578" y="0"/>
                  </a:moveTo>
                  <a:cubicBezTo>
                    <a:pt x="3578" y="0"/>
                    <a:pt x="970" y="616"/>
                    <a:pt x="23" y="2406"/>
                  </a:cubicBezTo>
                  <a:cubicBezTo>
                    <a:pt x="23" y="2406"/>
                    <a:pt x="0" y="4025"/>
                    <a:pt x="122" y="5268"/>
                  </a:cubicBezTo>
                  <a:cubicBezTo>
                    <a:pt x="244" y="6509"/>
                    <a:pt x="1923" y="9552"/>
                    <a:pt x="1923" y="9552"/>
                  </a:cubicBezTo>
                  <a:cubicBezTo>
                    <a:pt x="1923" y="9552"/>
                    <a:pt x="2482" y="6923"/>
                    <a:pt x="3067" y="4464"/>
                  </a:cubicBezTo>
                  <a:cubicBezTo>
                    <a:pt x="3651" y="2006"/>
                    <a:pt x="4114" y="643"/>
                    <a:pt x="4065" y="423"/>
                  </a:cubicBezTo>
                  <a:cubicBezTo>
                    <a:pt x="4017" y="204"/>
                    <a:pt x="3578" y="0"/>
                    <a:pt x="357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g33adf7f9e96_1_0"/>
            <p:cNvSpPr/>
            <p:nvPr/>
          </p:nvSpPr>
          <p:spPr>
            <a:xfrm>
              <a:off x="9872742" y="3296586"/>
              <a:ext cx="154286" cy="353672"/>
            </a:xfrm>
            <a:custGeom>
              <a:rect b="b" l="l" r="r" t="t"/>
              <a:pathLst>
                <a:path extrusionOk="0" h="9685" w="4225">
                  <a:moveTo>
                    <a:pt x="3637" y="137"/>
                  </a:moveTo>
                  <a:cubicBezTo>
                    <a:pt x="3796" y="215"/>
                    <a:pt x="4037" y="375"/>
                    <a:pt x="4066" y="505"/>
                  </a:cubicBezTo>
                  <a:cubicBezTo>
                    <a:pt x="4089" y="606"/>
                    <a:pt x="3953" y="1107"/>
                    <a:pt x="3765" y="1802"/>
                  </a:cubicBezTo>
                  <a:cubicBezTo>
                    <a:pt x="3586" y="2464"/>
                    <a:pt x="3340" y="3373"/>
                    <a:pt x="3069" y="4516"/>
                  </a:cubicBezTo>
                  <a:cubicBezTo>
                    <a:pt x="2577" y="6585"/>
                    <a:pt x="2097" y="8799"/>
                    <a:pt x="1961" y="9428"/>
                  </a:cubicBezTo>
                  <a:cubicBezTo>
                    <a:pt x="1618" y="8790"/>
                    <a:pt x="357" y="6380"/>
                    <a:pt x="254" y="5327"/>
                  </a:cubicBezTo>
                  <a:cubicBezTo>
                    <a:pt x="141" y="4169"/>
                    <a:pt x="152" y="2662"/>
                    <a:pt x="155" y="2489"/>
                  </a:cubicBezTo>
                  <a:cubicBezTo>
                    <a:pt x="1036" y="845"/>
                    <a:pt x="3382" y="203"/>
                    <a:pt x="3637" y="137"/>
                  </a:cubicBezTo>
                  <a:close/>
                  <a:moveTo>
                    <a:pt x="3643" y="1"/>
                  </a:moveTo>
                  <a:cubicBezTo>
                    <a:pt x="3638" y="1"/>
                    <a:pt x="3633" y="1"/>
                    <a:pt x="3628" y="2"/>
                  </a:cubicBezTo>
                  <a:cubicBezTo>
                    <a:pt x="3602" y="8"/>
                    <a:pt x="981" y="645"/>
                    <a:pt x="29" y="2442"/>
                  </a:cubicBezTo>
                  <a:cubicBezTo>
                    <a:pt x="25" y="2451"/>
                    <a:pt x="22" y="2461"/>
                    <a:pt x="22" y="2471"/>
                  </a:cubicBezTo>
                  <a:cubicBezTo>
                    <a:pt x="22" y="2488"/>
                    <a:pt x="1" y="4110"/>
                    <a:pt x="122" y="5340"/>
                  </a:cubicBezTo>
                  <a:cubicBezTo>
                    <a:pt x="244" y="6582"/>
                    <a:pt x="1862" y="9525"/>
                    <a:pt x="1931" y="9651"/>
                  </a:cubicBezTo>
                  <a:cubicBezTo>
                    <a:pt x="1942" y="9672"/>
                    <a:pt x="1965" y="9685"/>
                    <a:pt x="1989" y="9685"/>
                  </a:cubicBezTo>
                  <a:cubicBezTo>
                    <a:pt x="1992" y="9685"/>
                    <a:pt x="1996" y="9685"/>
                    <a:pt x="1998" y="9684"/>
                  </a:cubicBezTo>
                  <a:cubicBezTo>
                    <a:pt x="2026" y="9680"/>
                    <a:pt x="2048" y="9659"/>
                    <a:pt x="2054" y="9632"/>
                  </a:cubicBezTo>
                  <a:cubicBezTo>
                    <a:pt x="2060" y="9606"/>
                    <a:pt x="2620" y="6976"/>
                    <a:pt x="3198" y="4547"/>
                  </a:cubicBezTo>
                  <a:cubicBezTo>
                    <a:pt x="3469" y="3405"/>
                    <a:pt x="3714" y="2499"/>
                    <a:pt x="3893" y="1836"/>
                  </a:cubicBezTo>
                  <a:cubicBezTo>
                    <a:pt x="4130" y="963"/>
                    <a:pt x="4225" y="603"/>
                    <a:pt x="4196" y="475"/>
                  </a:cubicBezTo>
                  <a:cubicBezTo>
                    <a:pt x="4142" y="232"/>
                    <a:pt x="3721" y="29"/>
                    <a:pt x="3672" y="7"/>
                  </a:cubicBezTo>
                  <a:cubicBezTo>
                    <a:pt x="3663" y="3"/>
                    <a:pt x="3653" y="1"/>
                    <a:pt x="3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g33adf7f9e96_1_0"/>
            <p:cNvSpPr/>
            <p:nvPr/>
          </p:nvSpPr>
          <p:spPr>
            <a:xfrm>
              <a:off x="9878512" y="3392442"/>
              <a:ext cx="55470" cy="67776"/>
            </a:xfrm>
            <a:custGeom>
              <a:rect b="b" l="l" r="r" t="t"/>
              <a:pathLst>
                <a:path extrusionOk="0" h="1856" w="1519">
                  <a:moveTo>
                    <a:pt x="450" y="0"/>
                  </a:moveTo>
                  <a:lnTo>
                    <a:pt x="0" y="1293"/>
                  </a:lnTo>
                  <a:lnTo>
                    <a:pt x="1518" y="1855"/>
                  </a:lnTo>
                  <a:lnTo>
                    <a:pt x="45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g33adf7f9e96_1_0"/>
            <p:cNvSpPr/>
            <p:nvPr/>
          </p:nvSpPr>
          <p:spPr>
            <a:xfrm>
              <a:off x="9875773" y="3389996"/>
              <a:ext cx="60838" cy="72633"/>
            </a:xfrm>
            <a:custGeom>
              <a:rect b="b" l="l" r="r" t="t"/>
              <a:pathLst>
                <a:path extrusionOk="0" h="1989" w="1666">
                  <a:moveTo>
                    <a:pt x="540" y="227"/>
                  </a:moveTo>
                  <a:lnTo>
                    <a:pt x="1444" y="1797"/>
                  </a:lnTo>
                  <a:lnTo>
                    <a:pt x="1444" y="1797"/>
                  </a:lnTo>
                  <a:lnTo>
                    <a:pt x="159" y="1320"/>
                  </a:lnTo>
                  <a:lnTo>
                    <a:pt x="540" y="227"/>
                  </a:lnTo>
                  <a:close/>
                  <a:moveTo>
                    <a:pt x="525" y="1"/>
                  </a:moveTo>
                  <a:cubicBezTo>
                    <a:pt x="523" y="1"/>
                    <a:pt x="521" y="1"/>
                    <a:pt x="519" y="1"/>
                  </a:cubicBezTo>
                  <a:cubicBezTo>
                    <a:pt x="493" y="3"/>
                    <a:pt x="472" y="21"/>
                    <a:pt x="462" y="46"/>
                  </a:cubicBezTo>
                  <a:lnTo>
                    <a:pt x="13" y="1339"/>
                  </a:lnTo>
                  <a:cubicBezTo>
                    <a:pt x="1" y="1372"/>
                    <a:pt x="19" y="1410"/>
                    <a:pt x="53" y="1423"/>
                  </a:cubicBezTo>
                  <a:lnTo>
                    <a:pt x="1571" y="1985"/>
                  </a:lnTo>
                  <a:cubicBezTo>
                    <a:pt x="1578" y="1987"/>
                    <a:pt x="1585" y="1989"/>
                    <a:pt x="1593" y="1989"/>
                  </a:cubicBezTo>
                  <a:cubicBezTo>
                    <a:pt x="1612" y="1989"/>
                    <a:pt x="1631" y="1980"/>
                    <a:pt x="1644" y="1965"/>
                  </a:cubicBezTo>
                  <a:cubicBezTo>
                    <a:pt x="1662" y="1944"/>
                    <a:pt x="1665" y="1914"/>
                    <a:pt x="1651" y="1889"/>
                  </a:cubicBezTo>
                  <a:lnTo>
                    <a:pt x="583" y="34"/>
                  </a:lnTo>
                  <a:cubicBezTo>
                    <a:pt x="571" y="13"/>
                    <a:pt x="549" y="1"/>
                    <a:pt x="5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g33adf7f9e96_1_0"/>
            <p:cNvSpPr/>
            <p:nvPr/>
          </p:nvSpPr>
          <p:spPr>
            <a:xfrm>
              <a:off x="9878512" y="3439658"/>
              <a:ext cx="38855" cy="46231"/>
            </a:xfrm>
            <a:custGeom>
              <a:rect b="b" l="l" r="r" t="t"/>
              <a:pathLst>
                <a:path extrusionOk="0" h="1266" w="1064">
                  <a:moveTo>
                    <a:pt x="0" y="0"/>
                  </a:moveTo>
                  <a:lnTo>
                    <a:pt x="675" y="1265"/>
                  </a:lnTo>
                  <a:lnTo>
                    <a:pt x="1064" y="383"/>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g33adf7f9e96_1_0"/>
            <p:cNvSpPr/>
            <p:nvPr/>
          </p:nvSpPr>
          <p:spPr>
            <a:xfrm>
              <a:off x="9875919" y="3437248"/>
              <a:ext cx="43967" cy="51051"/>
            </a:xfrm>
            <a:custGeom>
              <a:rect b="b" l="l" r="r" t="t"/>
              <a:pathLst>
                <a:path extrusionOk="0" h="1398" w="1204">
                  <a:moveTo>
                    <a:pt x="211" y="187"/>
                  </a:moveTo>
                  <a:lnTo>
                    <a:pt x="1045" y="488"/>
                  </a:lnTo>
                  <a:lnTo>
                    <a:pt x="741" y="1180"/>
                  </a:lnTo>
                  <a:lnTo>
                    <a:pt x="211" y="187"/>
                  </a:lnTo>
                  <a:close/>
                  <a:moveTo>
                    <a:pt x="73" y="0"/>
                  </a:moveTo>
                  <a:cubicBezTo>
                    <a:pt x="54" y="0"/>
                    <a:pt x="35" y="8"/>
                    <a:pt x="22" y="23"/>
                  </a:cubicBezTo>
                  <a:cubicBezTo>
                    <a:pt x="4" y="44"/>
                    <a:pt x="0" y="73"/>
                    <a:pt x="13" y="97"/>
                  </a:cubicBezTo>
                  <a:lnTo>
                    <a:pt x="688" y="1363"/>
                  </a:lnTo>
                  <a:cubicBezTo>
                    <a:pt x="700" y="1384"/>
                    <a:pt x="722" y="1397"/>
                    <a:pt x="746" y="1397"/>
                  </a:cubicBezTo>
                  <a:lnTo>
                    <a:pt x="748" y="1397"/>
                  </a:lnTo>
                  <a:cubicBezTo>
                    <a:pt x="774" y="1396"/>
                    <a:pt x="797" y="1381"/>
                    <a:pt x="807" y="1358"/>
                  </a:cubicBezTo>
                  <a:lnTo>
                    <a:pt x="1195" y="476"/>
                  </a:lnTo>
                  <a:cubicBezTo>
                    <a:pt x="1204" y="459"/>
                    <a:pt x="1204" y="440"/>
                    <a:pt x="1196" y="422"/>
                  </a:cubicBezTo>
                  <a:cubicBezTo>
                    <a:pt x="1188" y="406"/>
                    <a:pt x="1175" y="393"/>
                    <a:pt x="1157" y="386"/>
                  </a:cubicBezTo>
                  <a:lnTo>
                    <a:pt x="94" y="4"/>
                  </a:lnTo>
                  <a:cubicBezTo>
                    <a:pt x="87" y="1"/>
                    <a:pt x="80"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g33adf7f9e96_1_0"/>
            <p:cNvSpPr/>
            <p:nvPr/>
          </p:nvSpPr>
          <p:spPr>
            <a:xfrm>
              <a:off x="9740443" y="3046156"/>
              <a:ext cx="277095" cy="396544"/>
            </a:xfrm>
            <a:custGeom>
              <a:rect b="b" l="l" r="r" t="t"/>
              <a:pathLst>
                <a:path extrusionOk="0" h="10859" w="7588">
                  <a:moveTo>
                    <a:pt x="3194" y="1"/>
                  </a:moveTo>
                  <a:cubicBezTo>
                    <a:pt x="3180" y="1"/>
                    <a:pt x="3164" y="2"/>
                    <a:pt x="3147" y="5"/>
                  </a:cubicBezTo>
                  <a:cubicBezTo>
                    <a:pt x="2772" y="76"/>
                    <a:pt x="2608" y="334"/>
                    <a:pt x="2489" y="404"/>
                  </a:cubicBezTo>
                  <a:cubicBezTo>
                    <a:pt x="2483" y="408"/>
                    <a:pt x="2476" y="410"/>
                    <a:pt x="2469" y="410"/>
                  </a:cubicBezTo>
                  <a:cubicBezTo>
                    <a:pt x="2386" y="410"/>
                    <a:pt x="2293" y="137"/>
                    <a:pt x="2063" y="137"/>
                  </a:cubicBezTo>
                  <a:cubicBezTo>
                    <a:pt x="1982" y="137"/>
                    <a:pt x="1883" y="171"/>
                    <a:pt x="1762" y="263"/>
                  </a:cubicBezTo>
                  <a:cubicBezTo>
                    <a:pt x="1268" y="639"/>
                    <a:pt x="1151" y="1626"/>
                    <a:pt x="1151" y="1626"/>
                  </a:cubicBezTo>
                  <a:cubicBezTo>
                    <a:pt x="1151" y="1626"/>
                    <a:pt x="1032" y="1547"/>
                    <a:pt x="964" y="1547"/>
                  </a:cubicBezTo>
                  <a:cubicBezTo>
                    <a:pt x="893" y="1547"/>
                    <a:pt x="877" y="1632"/>
                    <a:pt x="1104" y="1979"/>
                  </a:cubicBezTo>
                  <a:cubicBezTo>
                    <a:pt x="1104" y="1979"/>
                    <a:pt x="634" y="3481"/>
                    <a:pt x="658" y="3952"/>
                  </a:cubicBezTo>
                  <a:cubicBezTo>
                    <a:pt x="682" y="4422"/>
                    <a:pt x="751" y="4656"/>
                    <a:pt x="751" y="4727"/>
                  </a:cubicBezTo>
                  <a:cubicBezTo>
                    <a:pt x="751" y="4797"/>
                    <a:pt x="0" y="5902"/>
                    <a:pt x="24" y="6113"/>
                  </a:cubicBezTo>
                  <a:cubicBezTo>
                    <a:pt x="47" y="6324"/>
                    <a:pt x="751" y="6723"/>
                    <a:pt x="751" y="6723"/>
                  </a:cubicBezTo>
                  <a:cubicBezTo>
                    <a:pt x="751" y="6723"/>
                    <a:pt x="1480" y="8439"/>
                    <a:pt x="1621" y="8649"/>
                  </a:cubicBezTo>
                  <a:cubicBezTo>
                    <a:pt x="1754" y="8849"/>
                    <a:pt x="1886" y="9027"/>
                    <a:pt x="2157" y="9027"/>
                  </a:cubicBezTo>
                  <a:cubicBezTo>
                    <a:pt x="2173" y="9027"/>
                    <a:pt x="2190" y="9027"/>
                    <a:pt x="2208" y="9025"/>
                  </a:cubicBezTo>
                  <a:cubicBezTo>
                    <a:pt x="2513" y="9002"/>
                    <a:pt x="3125" y="8696"/>
                    <a:pt x="3125" y="8696"/>
                  </a:cubicBezTo>
                  <a:lnTo>
                    <a:pt x="5051" y="10858"/>
                  </a:lnTo>
                  <a:cubicBezTo>
                    <a:pt x="5051" y="10858"/>
                    <a:pt x="6718" y="6864"/>
                    <a:pt x="6718" y="6770"/>
                  </a:cubicBezTo>
                  <a:cubicBezTo>
                    <a:pt x="6718" y="6677"/>
                    <a:pt x="6413" y="6160"/>
                    <a:pt x="6413" y="6160"/>
                  </a:cubicBezTo>
                  <a:cubicBezTo>
                    <a:pt x="6413" y="6160"/>
                    <a:pt x="7587" y="3106"/>
                    <a:pt x="7493" y="2589"/>
                  </a:cubicBezTo>
                  <a:cubicBezTo>
                    <a:pt x="7399" y="2072"/>
                    <a:pt x="6577" y="1250"/>
                    <a:pt x="5638" y="851"/>
                  </a:cubicBezTo>
                  <a:cubicBezTo>
                    <a:pt x="5206" y="668"/>
                    <a:pt x="4651" y="618"/>
                    <a:pt x="4176" y="618"/>
                  </a:cubicBezTo>
                  <a:cubicBezTo>
                    <a:pt x="3618" y="618"/>
                    <a:pt x="3171" y="687"/>
                    <a:pt x="3171" y="687"/>
                  </a:cubicBezTo>
                  <a:cubicBezTo>
                    <a:pt x="3171" y="687"/>
                    <a:pt x="3492" y="1"/>
                    <a:pt x="319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g33adf7f9e96_1_0"/>
            <p:cNvSpPr/>
            <p:nvPr/>
          </p:nvSpPr>
          <p:spPr>
            <a:xfrm>
              <a:off x="9738252" y="3043746"/>
              <a:ext cx="281623" cy="401364"/>
            </a:xfrm>
            <a:custGeom>
              <a:rect b="b" l="l" r="r" t="t"/>
              <a:pathLst>
                <a:path extrusionOk="0" h="10991" w="7712">
                  <a:moveTo>
                    <a:pt x="3254" y="133"/>
                  </a:moveTo>
                  <a:cubicBezTo>
                    <a:pt x="3275" y="133"/>
                    <a:pt x="3289" y="138"/>
                    <a:pt x="3297" y="148"/>
                  </a:cubicBezTo>
                  <a:cubicBezTo>
                    <a:pt x="3352" y="219"/>
                    <a:pt x="3275" y="503"/>
                    <a:pt x="3171" y="724"/>
                  </a:cubicBezTo>
                  <a:cubicBezTo>
                    <a:pt x="3160" y="746"/>
                    <a:pt x="3163" y="773"/>
                    <a:pt x="3178" y="792"/>
                  </a:cubicBezTo>
                  <a:cubicBezTo>
                    <a:pt x="3191" y="809"/>
                    <a:pt x="3210" y="819"/>
                    <a:pt x="3231" y="819"/>
                  </a:cubicBezTo>
                  <a:cubicBezTo>
                    <a:pt x="3235" y="819"/>
                    <a:pt x="3238" y="818"/>
                    <a:pt x="3242" y="818"/>
                  </a:cubicBezTo>
                  <a:cubicBezTo>
                    <a:pt x="3249" y="817"/>
                    <a:pt x="3689" y="751"/>
                    <a:pt x="4236" y="751"/>
                  </a:cubicBezTo>
                  <a:cubicBezTo>
                    <a:pt x="4705" y="751"/>
                    <a:pt x="5251" y="799"/>
                    <a:pt x="5672" y="977"/>
                  </a:cubicBezTo>
                  <a:cubicBezTo>
                    <a:pt x="6635" y="1387"/>
                    <a:pt x="7403" y="2196"/>
                    <a:pt x="7488" y="2667"/>
                  </a:cubicBezTo>
                  <a:cubicBezTo>
                    <a:pt x="7562" y="3075"/>
                    <a:pt x="6735" y="5357"/>
                    <a:pt x="6411" y="6201"/>
                  </a:cubicBezTo>
                  <a:cubicBezTo>
                    <a:pt x="6403" y="6221"/>
                    <a:pt x="6405" y="6241"/>
                    <a:pt x="6416" y="6259"/>
                  </a:cubicBezTo>
                  <a:cubicBezTo>
                    <a:pt x="6554" y="6494"/>
                    <a:pt x="6707" y="6782"/>
                    <a:pt x="6713" y="6827"/>
                  </a:cubicBezTo>
                  <a:cubicBezTo>
                    <a:pt x="6686" y="6955"/>
                    <a:pt x="5743" y="9237"/>
                    <a:pt x="5090" y="10801"/>
                  </a:cubicBezTo>
                  <a:lnTo>
                    <a:pt x="3233" y="8719"/>
                  </a:lnTo>
                  <a:cubicBezTo>
                    <a:pt x="3221" y="8703"/>
                    <a:pt x="3202" y="8696"/>
                    <a:pt x="3185" y="8696"/>
                  </a:cubicBezTo>
                  <a:cubicBezTo>
                    <a:pt x="3174" y="8696"/>
                    <a:pt x="3163" y="8699"/>
                    <a:pt x="3154" y="8703"/>
                  </a:cubicBezTo>
                  <a:cubicBezTo>
                    <a:pt x="3148" y="8706"/>
                    <a:pt x="2552" y="9003"/>
                    <a:pt x="2263" y="9025"/>
                  </a:cubicBezTo>
                  <a:cubicBezTo>
                    <a:pt x="2248" y="9026"/>
                    <a:pt x="2232" y="9027"/>
                    <a:pt x="2218" y="9027"/>
                  </a:cubicBezTo>
                  <a:cubicBezTo>
                    <a:pt x="1988" y="9027"/>
                    <a:pt x="1871" y="8881"/>
                    <a:pt x="1737" y="8678"/>
                  </a:cubicBezTo>
                  <a:cubicBezTo>
                    <a:pt x="1628" y="8515"/>
                    <a:pt x="1124" y="7355"/>
                    <a:pt x="873" y="6763"/>
                  </a:cubicBezTo>
                  <a:cubicBezTo>
                    <a:pt x="867" y="6750"/>
                    <a:pt x="858" y="6738"/>
                    <a:pt x="845" y="6731"/>
                  </a:cubicBezTo>
                  <a:cubicBezTo>
                    <a:pt x="520" y="6548"/>
                    <a:pt x="162" y="6280"/>
                    <a:pt x="150" y="6171"/>
                  </a:cubicBezTo>
                  <a:cubicBezTo>
                    <a:pt x="137" y="6055"/>
                    <a:pt x="491" y="5472"/>
                    <a:pt x="661" y="5193"/>
                  </a:cubicBezTo>
                  <a:cubicBezTo>
                    <a:pt x="854" y="4876"/>
                    <a:pt x="878" y="4831"/>
                    <a:pt x="878" y="4792"/>
                  </a:cubicBezTo>
                  <a:cubicBezTo>
                    <a:pt x="878" y="4765"/>
                    <a:pt x="872" y="4727"/>
                    <a:pt x="860" y="4664"/>
                  </a:cubicBezTo>
                  <a:cubicBezTo>
                    <a:pt x="837" y="4540"/>
                    <a:pt x="800" y="4332"/>
                    <a:pt x="784" y="4013"/>
                  </a:cubicBezTo>
                  <a:cubicBezTo>
                    <a:pt x="762" y="3561"/>
                    <a:pt x="1223" y="2079"/>
                    <a:pt x="1228" y="2064"/>
                  </a:cubicBezTo>
                  <a:cubicBezTo>
                    <a:pt x="1234" y="2045"/>
                    <a:pt x="1230" y="2025"/>
                    <a:pt x="1220" y="2008"/>
                  </a:cubicBezTo>
                  <a:cubicBezTo>
                    <a:pt x="1091" y="1810"/>
                    <a:pt x="1055" y="1721"/>
                    <a:pt x="1047" y="1683"/>
                  </a:cubicBezTo>
                  <a:lnTo>
                    <a:pt x="1047" y="1683"/>
                  </a:lnTo>
                  <a:cubicBezTo>
                    <a:pt x="1079" y="1692"/>
                    <a:pt x="1131" y="1718"/>
                    <a:pt x="1175" y="1747"/>
                  </a:cubicBezTo>
                  <a:cubicBezTo>
                    <a:pt x="1185" y="1754"/>
                    <a:pt x="1198" y="1758"/>
                    <a:pt x="1211" y="1758"/>
                  </a:cubicBezTo>
                  <a:cubicBezTo>
                    <a:pt x="1221" y="1758"/>
                    <a:pt x="1230" y="1756"/>
                    <a:pt x="1238" y="1751"/>
                  </a:cubicBezTo>
                  <a:cubicBezTo>
                    <a:pt x="1260" y="1742"/>
                    <a:pt x="1274" y="1723"/>
                    <a:pt x="1276" y="1699"/>
                  </a:cubicBezTo>
                  <a:cubicBezTo>
                    <a:pt x="1278" y="1690"/>
                    <a:pt x="1397" y="736"/>
                    <a:pt x="1862" y="382"/>
                  </a:cubicBezTo>
                  <a:cubicBezTo>
                    <a:pt x="1970" y="300"/>
                    <a:pt x="2054" y="269"/>
                    <a:pt x="2123" y="269"/>
                  </a:cubicBezTo>
                  <a:cubicBezTo>
                    <a:pt x="2237" y="269"/>
                    <a:pt x="2308" y="354"/>
                    <a:pt x="2374" y="432"/>
                  </a:cubicBezTo>
                  <a:cubicBezTo>
                    <a:pt x="2418" y="483"/>
                    <a:pt x="2469" y="543"/>
                    <a:pt x="2529" y="543"/>
                  </a:cubicBezTo>
                  <a:cubicBezTo>
                    <a:pt x="2547" y="543"/>
                    <a:pt x="2565" y="538"/>
                    <a:pt x="2584" y="527"/>
                  </a:cubicBezTo>
                  <a:cubicBezTo>
                    <a:pt x="2622" y="504"/>
                    <a:pt x="2661" y="469"/>
                    <a:pt x="2704" y="427"/>
                  </a:cubicBezTo>
                  <a:cubicBezTo>
                    <a:pt x="2814" y="324"/>
                    <a:pt x="2965" y="184"/>
                    <a:pt x="3220" y="136"/>
                  </a:cubicBezTo>
                  <a:cubicBezTo>
                    <a:pt x="3233" y="134"/>
                    <a:pt x="3244" y="133"/>
                    <a:pt x="3254" y="133"/>
                  </a:cubicBezTo>
                  <a:close/>
                  <a:moveTo>
                    <a:pt x="3255" y="0"/>
                  </a:moveTo>
                  <a:cubicBezTo>
                    <a:pt x="3237" y="0"/>
                    <a:pt x="3217" y="2"/>
                    <a:pt x="3195" y="6"/>
                  </a:cubicBezTo>
                  <a:cubicBezTo>
                    <a:pt x="2903" y="61"/>
                    <a:pt x="2729" y="223"/>
                    <a:pt x="2614" y="330"/>
                  </a:cubicBezTo>
                  <a:cubicBezTo>
                    <a:pt x="2581" y="361"/>
                    <a:pt x="2553" y="388"/>
                    <a:pt x="2529" y="405"/>
                  </a:cubicBezTo>
                  <a:cubicBezTo>
                    <a:pt x="2515" y="393"/>
                    <a:pt x="2494" y="367"/>
                    <a:pt x="2476" y="347"/>
                  </a:cubicBezTo>
                  <a:cubicBezTo>
                    <a:pt x="2406" y="265"/>
                    <a:pt x="2297" y="136"/>
                    <a:pt x="2124" y="136"/>
                  </a:cubicBezTo>
                  <a:cubicBezTo>
                    <a:pt x="2030" y="136"/>
                    <a:pt x="1917" y="174"/>
                    <a:pt x="1782" y="277"/>
                  </a:cubicBezTo>
                  <a:cubicBezTo>
                    <a:pt x="1360" y="598"/>
                    <a:pt x="1204" y="1321"/>
                    <a:pt x="1160" y="1586"/>
                  </a:cubicBezTo>
                  <a:cubicBezTo>
                    <a:pt x="1116" y="1564"/>
                    <a:pt x="1067" y="1547"/>
                    <a:pt x="1024" y="1547"/>
                  </a:cubicBezTo>
                  <a:cubicBezTo>
                    <a:pt x="993" y="1547"/>
                    <a:pt x="965" y="1556"/>
                    <a:pt x="943" y="1577"/>
                  </a:cubicBezTo>
                  <a:cubicBezTo>
                    <a:pt x="885" y="1635"/>
                    <a:pt x="888" y="1739"/>
                    <a:pt x="1092" y="2054"/>
                  </a:cubicBezTo>
                  <a:cubicBezTo>
                    <a:pt x="1023" y="2275"/>
                    <a:pt x="629" y="3576"/>
                    <a:pt x="652" y="4020"/>
                  </a:cubicBezTo>
                  <a:cubicBezTo>
                    <a:pt x="668" y="4348"/>
                    <a:pt x="706" y="4561"/>
                    <a:pt x="730" y="4688"/>
                  </a:cubicBezTo>
                  <a:cubicBezTo>
                    <a:pt x="738" y="4735"/>
                    <a:pt x="745" y="4777"/>
                    <a:pt x="746" y="4781"/>
                  </a:cubicBezTo>
                  <a:cubicBezTo>
                    <a:pt x="737" y="4813"/>
                    <a:pt x="636" y="4979"/>
                    <a:pt x="548" y="5124"/>
                  </a:cubicBezTo>
                  <a:cubicBezTo>
                    <a:pt x="238" y="5634"/>
                    <a:pt x="1" y="6038"/>
                    <a:pt x="18" y="6186"/>
                  </a:cubicBezTo>
                  <a:cubicBezTo>
                    <a:pt x="42" y="6409"/>
                    <a:pt x="602" y="6745"/>
                    <a:pt x="759" y="6836"/>
                  </a:cubicBezTo>
                  <a:cubicBezTo>
                    <a:pt x="847" y="7041"/>
                    <a:pt x="1489" y="8548"/>
                    <a:pt x="1625" y="8753"/>
                  </a:cubicBezTo>
                  <a:cubicBezTo>
                    <a:pt x="1748" y="8936"/>
                    <a:pt x="1898" y="9160"/>
                    <a:pt x="2219" y="9160"/>
                  </a:cubicBezTo>
                  <a:cubicBezTo>
                    <a:pt x="2236" y="9160"/>
                    <a:pt x="2255" y="9159"/>
                    <a:pt x="2274" y="9158"/>
                  </a:cubicBezTo>
                  <a:cubicBezTo>
                    <a:pt x="2542" y="9137"/>
                    <a:pt x="3018" y="8916"/>
                    <a:pt x="3168" y="8844"/>
                  </a:cubicBezTo>
                  <a:lnTo>
                    <a:pt x="5061" y="10968"/>
                  </a:lnTo>
                  <a:cubicBezTo>
                    <a:pt x="5074" y="10982"/>
                    <a:pt x="5092" y="10990"/>
                    <a:pt x="5111" y="10990"/>
                  </a:cubicBezTo>
                  <a:cubicBezTo>
                    <a:pt x="5114" y="10990"/>
                    <a:pt x="5118" y="10990"/>
                    <a:pt x="5121" y="10989"/>
                  </a:cubicBezTo>
                  <a:cubicBezTo>
                    <a:pt x="5144" y="10986"/>
                    <a:pt x="5163" y="10970"/>
                    <a:pt x="5172" y="10949"/>
                  </a:cubicBezTo>
                  <a:cubicBezTo>
                    <a:pt x="5797" y="9453"/>
                    <a:pt x="6845" y="6930"/>
                    <a:pt x="6845" y="6836"/>
                  </a:cubicBezTo>
                  <a:cubicBezTo>
                    <a:pt x="6845" y="6740"/>
                    <a:pt x="6648" y="6393"/>
                    <a:pt x="6546" y="6220"/>
                  </a:cubicBezTo>
                  <a:cubicBezTo>
                    <a:pt x="6675" y="5883"/>
                    <a:pt x="7711" y="3150"/>
                    <a:pt x="7619" y="2643"/>
                  </a:cubicBezTo>
                  <a:cubicBezTo>
                    <a:pt x="7516" y="2077"/>
                    <a:pt x="6630" y="1241"/>
                    <a:pt x="5724" y="856"/>
                  </a:cubicBezTo>
                  <a:cubicBezTo>
                    <a:pt x="5280" y="667"/>
                    <a:pt x="4716" y="616"/>
                    <a:pt x="4236" y="616"/>
                  </a:cubicBezTo>
                  <a:cubicBezTo>
                    <a:pt x="3845" y="616"/>
                    <a:pt x="3509" y="650"/>
                    <a:pt x="3339" y="671"/>
                  </a:cubicBezTo>
                  <a:cubicBezTo>
                    <a:pt x="3407" y="500"/>
                    <a:pt x="3504" y="199"/>
                    <a:pt x="3402" y="66"/>
                  </a:cubicBezTo>
                  <a:cubicBezTo>
                    <a:pt x="3377" y="35"/>
                    <a:pt x="3332" y="0"/>
                    <a:pt x="3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g33adf7f9e96_1_0"/>
            <p:cNvSpPr/>
            <p:nvPr/>
          </p:nvSpPr>
          <p:spPr>
            <a:xfrm>
              <a:off x="9784482" y="3212160"/>
              <a:ext cx="10882" cy="21655"/>
            </a:xfrm>
            <a:custGeom>
              <a:rect b="b" l="l" r="r" t="t"/>
              <a:pathLst>
                <a:path extrusionOk="0" h="593" w="298">
                  <a:moveTo>
                    <a:pt x="149" y="0"/>
                  </a:moveTo>
                  <a:cubicBezTo>
                    <a:pt x="67" y="0"/>
                    <a:pt x="1" y="133"/>
                    <a:pt x="1" y="297"/>
                  </a:cubicBezTo>
                  <a:cubicBezTo>
                    <a:pt x="1" y="460"/>
                    <a:pt x="67" y="593"/>
                    <a:pt x="149" y="593"/>
                  </a:cubicBezTo>
                  <a:cubicBezTo>
                    <a:pt x="232" y="593"/>
                    <a:pt x="298" y="460"/>
                    <a:pt x="298" y="297"/>
                  </a:cubicBezTo>
                  <a:cubicBezTo>
                    <a:pt x="298" y="133"/>
                    <a:pt x="232" y="0"/>
                    <a:pt x="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g33adf7f9e96_1_0"/>
            <p:cNvSpPr/>
            <p:nvPr/>
          </p:nvSpPr>
          <p:spPr>
            <a:xfrm>
              <a:off x="9772431" y="3046156"/>
              <a:ext cx="245105" cy="239007"/>
            </a:xfrm>
            <a:custGeom>
              <a:rect b="b" l="l" r="r" t="t"/>
              <a:pathLst>
                <a:path extrusionOk="0" h="6545" w="6712">
                  <a:moveTo>
                    <a:pt x="2318" y="1"/>
                  </a:moveTo>
                  <a:cubicBezTo>
                    <a:pt x="2304" y="1"/>
                    <a:pt x="2288" y="2"/>
                    <a:pt x="2271" y="5"/>
                  </a:cubicBezTo>
                  <a:cubicBezTo>
                    <a:pt x="1896" y="76"/>
                    <a:pt x="1732" y="334"/>
                    <a:pt x="1615" y="405"/>
                  </a:cubicBezTo>
                  <a:cubicBezTo>
                    <a:pt x="1608" y="409"/>
                    <a:pt x="1601" y="411"/>
                    <a:pt x="1594" y="411"/>
                  </a:cubicBezTo>
                  <a:cubicBezTo>
                    <a:pt x="1511" y="411"/>
                    <a:pt x="1418" y="137"/>
                    <a:pt x="1187" y="137"/>
                  </a:cubicBezTo>
                  <a:cubicBezTo>
                    <a:pt x="1106" y="137"/>
                    <a:pt x="1007" y="171"/>
                    <a:pt x="886" y="263"/>
                  </a:cubicBezTo>
                  <a:cubicBezTo>
                    <a:pt x="392" y="639"/>
                    <a:pt x="275" y="1626"/>
                    <a:pt x="275" y="1626"/>
                  </a:cubicBezTo>
                  <a:cubicBezTo>
                    <a:pt x="275" y="1626"/>
                    <a:pt x="156" y="1547"/>
                    <a:pt x="88" y="1547"/>
                  </a:cubicBezTo>
                  <a:cubicBezTo>
                    <a:pt x="17" y="1547"/>
                    <a:pt x="1" y="1632"/>
                    <a:pt x="228" y="1979"/>
                  </a:cubicBezTo>
                  <a:cubicBezTo>
                    <a:pt x="228" y="1979"/>
                    <a:pt x="356" y="2090"/>
                    <a:pt x="544" y="2090"/>
                  </a:cubicBezTo>
                  <a:cubicBezTo>
                    <a:pt x="732" y="2090"/>
                    <a:pt x="1332" y="1908"/>
                    <a:pt x="1496" y="1838"/>
                  </a:cubicBezTo>
                  <a:cubicBezTo>
                    <a:pt x="1532" y="1822"/>
                    <a:pt x="1598" y="1816"/>
                    <a:pt x="1682" y="1816"/>
                  </a:cubicBezTo>
                  <a:cubicBezTo>
                    <a:pt x="1979" y="1816"/>
                    <a:pt x="2495" y="1900"/>
                    <a:pt x="2624" y="1955"/>
                  </a:cubicBezTo>
                  <a:cubicBezTo>
                    <a:pt x="2788" y="2025"/>
                    <a:pt x="3024" y="2002"/>
                    <a:pt x="2624" y="2260"/>
                  </a:cubicBezTo>
                  <a:cubicBezTo>
                    <a:pt x="2225" y="2518"/>
                    <a:pt x="1825" y="2683"/>
                    <a:pt x="1801" y="3012"/>
                  </a:cubicBezTo>
                  <a:cubicBezTo>
                    <a:pt x="1778" y="3340"/>
                    <a:pt x="2624" y="3623"/>
                    <a:pt x="2859" y="3740"/>
                  </a:cubicBezTo>
                  <a:cubicBezTo>
                    <a:pt x="3093" y="3857"/>
                    <a:pt x="3141" y="4234"/>
                    <a:pt x="3093" y="4375"/>
                  </a:cubicBezTo>
                  <a:cubicBezTo>
                    <a:pt x="3047" y="4515"/>
                    <a:pt x="2859" y="4750"/>
                    <a:pt x="3000" y="4892"/>
                  </a:cubicBezTo>
                  <a:cubicBezTo>
                    <a:pt x="3038" y="4930"/>
                    <a:pt x="3089" y="4944"/>
                    <a:pt x="3142" y="4944"/>
                  </a:cubicBezTo>
                  <a:cubicBezTo>
                    <a:pt x="3284" y="4944"/>
                    <a:pt x="3446" y="4844"/>
                    <a:pt x="3446" y="4844"/>
                  </a:cubicBezTo>
                  <a:cubicBezTo>
                    <a:pt x="3446" y="4844"/>
                    <a:pt x="4034" y="3764"/>
                    <a:pt x="4316" y="3693"/>
                  </a:cubicBezTo>
                  <a:cubicBezTo>
                    <a:pt x="4323" y="3691"/>
                    <a:pt x="4331" y="3690"/>
                    <a:pt x="4338" y="3690"/>
                  </a:cubicBezTo>
                  <a:cubicBezTo>
                    <a:pt x="4617" y="3690"/>
                    <a:pt x="4970" y="4925"/>
                    <a:pt x="4833" y="5314"/>
                  </a:cubicBezTo>
                  <a:cubicBezTo>
                    <a:pt x="4691" y="5713"/>
                    <a:pt x="4104" y="5831"/>
                    <a:pt x="4104" y="5831"/>
                  </a:cubicBezTo>
                  <a:cubicBezTo>
                    <a:pt x="4104" y="5831"/>
                    <a:pt x="4175" y="6324"/>
                    <a:pt x="4597" y="6511"/>
                  </a:cubicBezTo>
                  <a:cubicBezTo>
                    <a:pt x="4649" y="6534"/>
                    <a:pt x="4704" y="6544"/>
                    <a:pt x="4761" y="6544"/>
                  </a:cubicBezTo>
                  <a:cubicBezTo>
                    <a:pt x="5032" y="6544"/>
                    <a:pt x="5351" y="6319"/>
                    <a:pt x="5539" y="6163"/>
                  </a:cubicBezTo>
                  <a:cubicBezTo>
                    <a:pt x="5538" y="6161"/>
                    <a:pt x="5537" y="6160"/>
                    <a:pt x="5537" y="6160"/>
                  </a:cubicBezTo>
                  <a:cubicBezTo>
                    <a:pt x="5537" y="6160"/>
                    <a:pt x="6711" y="3106"/>
                    <a:pt x="6617" y="2589"/>
                  </a:cubicBezTo>
                  <a:cubicBezTo>
                    <a:pt x="6523" y="2072"/>
                    <a:pt x="5701" y="1250"/>
                    <a:pt x="4762" y="851"/>
                  </a:cubicBezTo>
                  <a:cubicBezTo>
                    <a:pt x="4330" y="668"/>
                    <a:pt x="3775" y="618"/>
                    <a:pt x="3300" y="618"/>
                  </a:cubicBezTo>
                  <a:cubicBezTo>
                    <a:pt x="2742" y="618"/>
                    <a:pt x="2295" y="687"/>
                    <a:pt x="2295" y="687"/>
                  </a:cubicBezTo>
                  <a:cubicBezTo>
                    <a:pt x="2295" y="687"/>
                    <a:pt x="2616" y="1"/>
                    <a:pt x="2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g33adf7f9e96_1_0"/>
            <p:cNvSpPr/>
            <p:nvPr/>
          </p:nvSpPr>
          <p:spPr>
            <a:xfrm>
              <a:off x="9770459" y="3043746"/>
              <a:ext cx="249451" cy="243864"/>
            </a:xfrm>
            <a:custGeom>
              <a:rect b="b" l="l" r="r" t="t"/>
              <a:pathLst>
                <a:path extrusionOk="0" h="6678" w="6831">
                  <a:moveTo>
                    <a:pt x="2372" y="133"/>
                  </a:moveTo>
                  <a:cubicBezTo>
                    <a:pt x="2393" y="133"/>
                    <a:pt x="2407" y="138"/>
                    <a:pt x="2415" y="148"/>
                  </a:cubicBezTo>
                  <a:cubicBezTo>
                    <a:pt x="2470" y="220"/>
                    <a:pt x="2393" y="503"/>
                    <a:pt x="2289" y="724"/>
                  </a:cubicBezTo>
                  <a:cubicBezTo>
                    <a:pt x="2278" y="747"/>
                    <a:pt x="2281" y="773"/>
                    <a:pt x="2296" y="792"/>
                  </a:cubicBezTo>
                  <a:cubicBezTo>
                    <a:pt x="2309" y="809"/>
                    <a:pt x="2328" y="819"/>
                    <a:pt x="2349" y="819"/>
                  </a:cubicBezTo>
                  <a:cubicBezTo>
                    <a:pt x="2353" y="819"/>
                    <a:pt x="2356" y="818"/>
                    <a:pt x="2360" y="818"/>
                  </a:cubicBezTo>
                  <a:cubicBezTo>
                    <a:pt x="2367" y="817"/>
                    <a:pt x="2807" y="751"/>
                    <a:pt x="3354" y="751"/>
                  </a:cubicBezTo>
                  <a:cubicBezTo>
                    <a:pt x="3823" y="751"/>
                    <a:pt x="4369" y="799"/>
                    <a:pt x="4790" y="977"/>
                  </a:cubicBezTo>
                  <a:cubicBezTo>
                    <a:pt x="5754" y="1388"/>
                    <a:pt x="6521" y="2197"/>
                    <a:pt x="6606" y="2667"/>
                  </a:cubicBezTo>
                  <a:cubicBezTo>
                    <a:pt x="6680" y="3075"/>
                    <a:pt x="5859" y="5343"/>
                    <a:pt x="5531" y="6194"/>
                  </a:cubicBezTo>
                  <a:cubicBezTo>
                    <a:pt x="5378" y="6318"/>
                    <a:pt x="5066" y="6544"/>
                    <a:pt x="4815" y="6544"/>
                  </a:cubicBezTo>
                  <a:cubicBezTo>
                    <a:pt x="4766" y="6544"/>
                    <a:pt x="4721" y="6536"/>
                    <a:pt x="4678" y="6517"/>
                  </a:cubicBezTo>
                  <a:cubicBezTo>
                    <a:pt x="4378" y="6383"/>
                    <a:pt x="4269" y="6076"/>
                    <a:pt x="4236" y="5945"/>
                  </a:cubicBezTo>
                  <a:cubicBezTo>
                    <a:pt x="4402" y="5900"/>
                    <a:pt x="4825" y="5754"/>
                    <a:pt x="4949" y="5401"/>
                  </a:cubicBezTo>
                  <a:cubicBezTo>
                    <a:pt x="5081" y="5030"/>
                    <a:pt x="4822" y="4064"/>
                    <a:pt x="4566" y="3784"/>
                  </a:cubicBezTo>
                  <a:cubicBezTo>
                    <a:pt x="4498" y="3710"/>
                    <a:pt x="4437" y="3689"/>
                    <a:pt x="4390" y="3689"/>
                  </a:cubicBezTo>
                  <a:cubicBezTo>
                    <a:pt x="4377" y="3689"/>
                    <a:pt x="4364" y="3691"/>
                    <a:pt x="4353" y="3694"/>
                  </a:cubicBezTo>
                  <a:cubicBezTo>
                    <a:pt x="4066" y="3766"/>
                    <a:pt x="3570" y="4645"/>
                    <a:pt x="3450" y="4862"/>
                  </a:cubicBezTo>
                  <a:cubicBezTo>
                    <a:pt x="3395" y="4893"/>
                    <a:pt x="3284" y="4943"/>
                    <a:pt x="3196" y="4943"/>
                  </a:cubicBezTo>
                  <a:cubicBezTo>
                    <a:pt x="3158" y="4943"/>
                    <a:pt x="3125" y="4934"/>
                    <a:pt x="3101" y="4910"/>
                  </a:cubicBezTo>
                  <a:cubicBezTo>
                    <a:pt x="3034" y="4843"/>
                    <a:pt x="3082" y="4730"/>
                    <a:pt x="3153" y="4590"/>
                  </a:cubicBezTo>
                  <a:cubicBezTo>
                    <a:pt x="3176" y="4545"/>
                    <a:pt x="3197" y="4501"/>
                    <a:pt x="3211" y="4461"/>
                  </a:cubicBezTo>
                  <a:cubicBezTo>
                    <a:pt x="3268" y="4290"/>
                    <a:pt x="3208" y="3879"/>
                    <a:pt x="2943" y="3746"/>
                  </a:cubicBezTo>
                  <a:cubicBezTo>
                    <a:pt x="2898" y="3724"/>
                    <a:pt x="2832" y="3696"/>
                    <a:pt x="2755" y="3663"/>
                  </a:cubicBezTo>
                  <a:cubicBezTo>
                    <a:pt x="2479" y="3546"/>
                    <a:pt x="1906" y="3302"/>
                    <a:pt x="1922" y="3082"/>
                  </a:cubicBezTo>
                  <a:cubicBezTo>
                    <a:pt x="1938" y="2852"/>
                    <a:pt x="2178" y="2707"/>
                    <a:pt x="2483" y="2525"/>
                  </a:cubicBezTo>
                  <a:cubicBezTo>
                    <a:pt x="2558" y="2479"/>
                    <a:pt x="2636" y="2433"/>
                    <a:pt x="2714" y="2382"/>
                  </a:cubicBezTo>
                  <a:cubicBezTo>
                    <a:pt x="2908" y="2255"/>
                    <a:pt x="2975" y="2184"/>
                    <a:pt x="2963" y="2111"/>
                  </a:cubicBezTo>
                  <a:cubicBezTo>
                    <a:pt x="2952" y="2035"/>
                    <a:pt x="2873" y="2013"/>
                    <a:pt x="2796" y="1990"/>
                  </a:cubicBezTo>
                  <a:cubicBezTo>
                    <a:pt x="2767" y="1982"/>
                    <a:pt x="2735" y="1973"/>
                    <a:pt x="2704" y="1959"/>
                  </a:cubicBezTo>
                  <a:cubicBezTo>
                    <a:pt x="2578" y="1906"/>
                    <a:pt x="2061" y="1815"/>
                    <a:pt x="1741" y="1815"/>
                  </a:cubicBezTo>
                  <a:cubicBezTo>
                    <a:pt x="1647" y="1815"/>
                    <a:pt x="1569" y="1823"/>
                    <a:pt x="1524" y="1842"/>
                  </a:cubicBezTo>
                  <a:cubicBezTo>
                    <a:pt x="1353" y="1916"/>
                    <a:pt x="765" y="2090"/>
                    <a:pt x="598" y="2090"/>
                  </a:cubicBezTo>
                  <a:cubicBezTo>
                    <a:pt x="461" y="2090"/>
                    <a:pt x="358" y="2019"/>
                    <a:pt x="332" y="1999"/>
                  </a:cubicBezTo>
                  <a:cubicBezTo>
                    <a:pt x="207" y="1808"/>
                    <a:pt x="173" y="1721"/>
                    <a:pt x="165" y="1683"/>
                  </a:cubicBezTo>
                  <a:lnTo>
                    <a:pt x="165" y="1683"/>
                  </a:lnTo>
                  <a:cubicBezTo>
                    <a:pt x="197" y="1693"/>
                    <a:pt x="249" y="1718"/>
                    <a:pt x="293" y="1747"/>
                  </a:cubicBezTo>
                  <a:cubicBezTo>
                    <a:pt x="304" y="1754"/>
                    <a:pt x="317" y="1758"/>
                    <a:pt x="330" y="1758"/>
                  </a:cubicBezTo>
                  <a:cubicBezTo>
                    <a:pt x="339" y="1758"/>
                    <a:pt x="348" y="1756"/>
                    <a:pt x="356" y="1752"/>
                  </a:cubicBezTo>
                  <a:cubicBezTo>
                    <a:pt x="378" y="1743"/>
                    <a:pt x="392" y="1723"/>
                    <a:pt x="394" y="1699"/>
                  </a:cubicBezTo>
                  <a:cubicBezTo>
                    <a:pt x="396" y="1690"/>
                    <a:pt x="515" y="736"/>
                    <a:pt x="980" y="382"/>
                  </a:cubicBezTo>
                  <a:cubicBezTo>
                    <a:pt x="1088" y="300"/>
                    <a:pt x="1172" y="269"/>
                    <a:pt x="1241" y="269"/>
                  </a:cubicBezTo>
                  <a:cubicBezTo>
                    <a:pt x="1355" y="269"/>
                    <a:pt x="1427" y="354"/>
                    <a:pt x="1492" y="433"/>
                  </a:cubicBezTo>
                  <a:cubicBezTo>
                    <a:pt x="1536" y="484"/>
                    <a:pt x="1587" y="544"/>
                    <a:pt x="1648" y="544"/>
                  </a:cubicBezTo>
                  <a:cubicBezTo>
                    <a:pt x="1665" y="544"/>
                    <a:pt x="1683" y="539"/>
                    <a:pt x="1702" y="528"/>
                  </a:cubicBezTo>
                  <a:cubicBezTo>
                    <a:pt x="1740" y="504"/>
                    <a:pt x="1779" y="469"/>
                    <a:pt x="1822" y="427"/>
                  </a:cubicBezTo>
                  <a:cubicBezTo>
                    <a:pt x="1932" y="324"/>
                    <a:pt x="2084" y="184"/>
                    <a:pt x="2338" y="136"/>
                  </a:cubicBezTo>
                  <a:cubicBezTo>
                    <a:pt x="2351" y="134"/>
                    <a:pt x="2362" y="133"/>
                    <a:pt x="2372" y="133"/>
                  </a:cubicBezTo>
                  <a:close/>
                  <a:moveTo>
                    <a:pt x="2373" y="0"/>
                  </a:moveTo>
                  <a:cubicBezTo>
                    <a:pt x="2355" y="0"/>
                    <a:pt x="2335" y="2"/>
                    <a:pt x="2313" y="6"/>
                  </a:cubicBezTo>
                  <a:cubicBezTo>
                    <a:pt x="2021" y="61"/>
                    <a:pt x="1847" y="223"/>
                    <a:pt x="1732" y="330"/>
                  </a:cubicBezTo>
                  <a:cubicBezTo>
                    <a:pt x="1699" y="361"/>
                    <a:pt x="1671" y="387"/>
                    <a:pt x="1646" y="405"/>
                  </a:cubicBezTo>
                  <a:cubicBezTo>
                    <a:pt x="1633" y="393"/>
                    <a:pt x="1611" y="367"/>
                    <a:pt x="1594" y="347"/>
                  </a:cubicBezTo>
                  <a:cubicBezTo>
                    <a:pt x="1524" y="264"/>
                    <a:pt x="1415" y="136"/>
                    <a:pt x="1242" y="136"/>
                  </a:cubicBezTo>
                  <a:cubicBezTo>
                    <a:pt x="1148" y="136"/>
                    <a:pt x="1035" y="173"/>
                    <a:pt x="900" y="277"/>
                  </a:cubicBezTo>
                  <a:cubicBezTo>
                    <a:pt x="478" y="598"/>
                    <a:pt x="322" y="1321"/>
                    <a:pt x="277" y="1586"/>
                  </a:cubicBezTo>
                  <a:cubicBezTo>
                    <a:pt x="233" y="1564"/>
                    <a:pt x="185" y="1546"/>
                    <a:pt x="141" y="1546"/>
                  </a:cubicBezTo>
                  <a:cubicBezTo>
                    <a:pt x="111" y="1546"/>
                    <a:pt x="82" y="1555"/>
                    <a:pt x="61" y="1577"/>
                  </a:cubicBezTo>
                  <a:cubicBezTo>
                    <a:pt x="0" y="1636"/>
                    <a:pt x="6" y="1744"/>
                    <a:pt x="226" y="2080"/>
                  </a:cubicBezTo>
                  <a:cubicBezTo>
                    <a:pt x="230" y="2086"/>
                    <a:pt x="233" y="2091"/>
                    <a:pt x="238" y="2094"/>
                  </a:cubicBezTo>
                  <a:cubicBezTo>
                    <a:pt x="244" y="2099"/>
                    <a:pt x="387" y="2222"/>
                    <a:pt x="598" y="2222"/>
                  </a:cubicBezTo>
                  <a:cubicBezTo>
                    <a:pt x="804" y="2222"/>
                    <a:pt x="1412" y="2035"/>
                    <a:pt x="1576" y="1964"/>
                  </a:cubicBezTo>
                  <a:cubicBezTo>
                    <a:pt x="1603" y="1953"/>
                    <a:pt x="1656" y="1948"/>
                    <a:pt x="1725" y="1948"/>
                  </a:cubicBezTo>
                  <a:cubicBezTo>
                    <a:pt x="1999" y="1948"/>
                    <a:pt x="2524" y="2027"/>
                    <a:pt x="2652" y="2081"/>
                  </a:cubicBezTo>
                  <a:cubicBezTo>
                    <a:pt x="2686" y="2097"/>
                    <a:pt x="2724" y="2109"/>
                    <a:pt x="2759" y="2118"/>
                  </a:cubicBezTo>
                  <a:cubicBezTo>
                    <a:pt x="2777" y="2123"/>
                    <a:pt x="2801" y="2130"/>
                    <a:pt x="2819" y="2137"/>
                  </a:cubicBezTo>
                  <a:cubicBezTo>
                    <a:pt x="2798" y="2158"/>
                    <a:pt x="2752" y="2198"/>
                    <a:pt x="2642" y="2271"/>
                  </a:cubicBezTo>
                  <a:cubicBezTo>
                    <a:pt x="2565" y="2320"/>
                    <a:pt x="2488" y="2366"/>
                    <a:pt x="2414" y="2411"/>
                  </a:cubicBezTo>
                  <a:cubicBezTo>
                    <a:pt x="2091" y="2605"/>
                    <a:pt x="1811" y="2773"/>
                    <a:pt x="1789" y="3073"/>
                  </a:cubicBezTo>
                  <a:cubicBezTo>
                    <a:pt x="1767" y="3389"/>
                    <a:pt x="2330" y="3628"/>
                    <a:pt x="2701" y="3785"/>
                  </a:cubicBezTo>
                  <a:cubicBezTo>
                    <a:pt x="2777" y="3817"/>
                    <a:pt x="2841" y="3844"/>
                    <a:pt x="2884" y="3866"/>
                  </a:cubicBezTo>
                  <a:cubicBezTo>
                    <a:pt x="3082" y="3965"/>
                    <a:pt x="3123" y="4307"/>
                    <a:pt x="3085" y="4419"/>
                  </a:cubicBezTo>
                  <a:cubicBezTo>
                    <a:pt x="3074" y="4450"/>
                    <a:pt x="3055" y="4489"/>
                    <a:pt x="3034" y="4530"/>
                  </a:cubicBezTo>
                  <a:cubicBezTo>
                    <a:pt x="2964" y="4671"/>
                    <a:pt x="2867" y="4864"/>
                    <a:pt x="3007" y="5004"/>
                  </a:cubicBezTo>
                  <a:cubicBezTo>
                    <a:pt x="3060" y="5057"/>
                    <a:pt x="3128" y="5077"/>
                    <a:pt x="3197" y="5077"/>
                  </a:cubicBezTo>
                  <a:cubicBezTo>
                    <a:pt x="3351" y="5077"/>
                    <a:pt x="3510" y="4982"/>
                    <a:pt x="3536" y="4967"/>
                  </a:cubicBezTo>
                  <a:cubicBezTo>
                    <a:pt x="3545" y="4961"/>
                    <a:pt x="3553" y="4952"/>
                    <a:pt x="3558" y="4942"/>
                  </a:cubicBezTo>
                  <a:cubicBezTo>
                    <a:pt x="3780" y="4534"/>
                    <a:pt x="4200" y="3869"/>
                    <a:pt x="4385" y="3823"/>
                  </a:cubicBezTo>
                  <a:cubicBezTo>
                    <a:pt x="4387" y="3822"/>
                    <a:pt x="4389" y="3822"/>
                    <a:pt x="4391" y="3822"/>
                  </a:cubicBezTo>
                  <a:cubicBezTo>
                    <a:pt x="4411" y="3822"/>
                    <a:pt x="4439" y="3842"/>
                    <a:pt x="4468" y="3874"/>
                  </a:cubicBezTo>
                  <a:cubicBezTo>
                    <a:pt x="4704" y="4134"/>
                    <a:pt x="4928" y="5063"/>
                    <a:pt x="4824" y="5357"/>
                  </a:cubicBezTo>
                  <a:cubicBezTo>
                    <a:pt x="4697" y="5716"/>
                    <a:pt x="4151" y="5831"/>
                    <a:pt x="4145" y="5832"/>
                  </a:cubicBezTo>
                  <a:cubicBezTo>
                    <a:pt x="4111" y="5839"/>
                    <a:pt x="4087" y="5871"/>
                    <a:pt x="4092" y="5906"/>
                  </a:cubicBezTo>
                  <a:cubicBezTo>
                    <a:pt x="4095" y="5928"/>
                    <a:pt x="4173" y="6438"/>
                    <a:pt x="4624" y="6639"/>
                  </a:cubicBezTo>
                  <a:cubicBezTo>
                    <a:pt x="4686" y="6666"/>
                    <a:pt x="4749" y="6678"/>
                    <a:pt x="4816" y="6678"/>
                  </a:cubicBezTo>
                  <a:cubicBezTo>
                    <a:pt x="5091" y="6678"/>
                    <a:pt x="5402" y="6473"/>
                    <a:pt x="5636" y="6280"/>
                  </a:cubicBezTo>
                  <a:cubicBezTo>
                    <a:pt x="5649" y="6270"/>
                    <a:pt x="5656" y="6254"/>
                    <a:pt x="5658" y="6238"/>
                  </a:cubicBezTo>
                  <a:cubicBezTo>
                    <a:pt x="5750" y="5995"/>
                    <a:pt x="6831" y="3160"/>
                    <a:pt x="6737" y="2643"/>
                  </a:cubicBezTo>
                  <a:cubicBezTo>
                    <a:pt x="6633" y="2077"/>
                    <a:pt x="5748" y="1241"/>
                    <a:pt x="4842" y="856"/>
                  </a:cubicBezTo>
                  <a:cubicBezTo>
                    <a:pt x="4398" y="667"/>
                    <a:pt x="3834" y="616"/>
                    <a:pt x="3354" y="616"/>
                  </a:cubicBezTo>
                  <a:cubicBezTo>
                    <a:pt x="2963" y="616"/>
                    <a:pt x="2627" y="650"/>
                    <a:pt x="2457" y="671"/>
                  </a:cubicBezTo>
                  <a:cubicBezTo>
                    <a:pt x="2525" y="500"/>
                    <a:pt x="2622" y="199"/>
                    <a:pt x="2519" y="66"/>
                  </a:cubicBezTo>
                  <a:cubicBezTo>
                    <a:pt x="2494" y="35"/>
                    <a:pt x="2450" y="0"/>
                    <a:pt x="23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g33adf7f9e96_1_0"/>
            <p:cNvSpPr/>
            <p:nvPr/>
          </p:nvSpPr>
          <p:spPr>
            <a:xfrm>
              <a:off x="9774549" y="3182217"/>
              <a:ext cx="39001" cy="14096"/>
            </a:xfrm>
            <a:custGeom>
              <a:rect b="b" l="l" r="r" t="t"/>
              <a:pathLst>
                <a:path extrusionOk="0" h="386" w="1068">
                  <a:moveTo>
                    <a:pt x="523" y="1"/>
                  </a:moveTo>
                  <a:cubicBezTo>
                    <a:pt x="484" y="1"/>
                    <a:pt x="445" y="4"/>
                    <a:pt x="408" y="12"/>
                  </a:cubicBezTo>
                  <a:cubicBezTo>
                    <a:pt x="152" y="65"/>
                    <a:pt x="24" y="277"/>
                    <a:pt x="19" y="285"/>
                  </a:cubicBezTo>
                  <a:cubicBezTo>
                    <a:pt x="1" y="317"/>
                    <a:pt x="10" y="357"/>
                    <a:pt x="42" y="376"/>
                  </a:cubicBezTo>
                  <a:cubicBezTo>
                    <a:pt x="53" y="382"/>
                    <a:pt x="65" y="386"/>
                    <a:pt x="76" y="386"/>
                  </a:cubicBezTo>
                  <a:cubicBezTo>
                    <a:pt x="99" y="386"/>
                    <a:pt x="120" y="374"/>
                    <a:pt x="133" y="354"/>
                  </a:cubicBezTo>
                  <a:cubicBezTo>
                    <a:pt x="134" y="352"/>
                    <a:pt x="239" y="182"/>
                    <a:pt x="436" y="142"/>
                  </a:cubicBezTo>
                  <a:cubicBezTo>
                    <a:pt x="464" y="136"/>
                    <a:pt x="493" y="134"/>
                    <a:pt x="523" y="134"/>
                  </a:cubicBezTo>
                  <a:cubicBezTo>
                    <a:pt x="654" y="134"/>
                    <a:pt x="799" y="190"/>
                    <a:pt x="953" y="303"/>
                  </a:cubicBezTo>
                  <a:cubicBezTo>
                    <a:pt x="965" y="312"/>
                    <a:pt x="979" y="316"/>
                    <a:pt x="992" y="316"/>
                  </a:cubicBezTo>
                  <a:cubicBezTo>
                    <a:pt x="1013" y="316"/>
                    <a:pt x="1033" y="306"/>
                    <a:pt x="1045" y="288"/>
                  </a:cubicBezTo>
                  <a:cubicBezTo>
                    <a:pt x="1068" y="258"/>
                    <a:pt x="1061" y="217"/>
                    <a:pt x="1031" y="195"/>
                  </a:cubicBezTo>
                  <a:cubicBezTo>
                    <a:pt x="854" y="66"/>
                    <a:pt x="684" y="1"/>
                    <a:pt x="5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g33adf7f9e96_1_0"/>
            <p:cNvSpPr/>
            <p:nvPr/>
          </p:nvSpPr>
          <p:spPr>
            <a:xfrm>
              <a:off x="9790215" y="3273618"/>
              <a:ext cx="36883" cy="30638"/>
            </a:xfrm>
            <a:custGeom>
              <a:rect b="b" l="l" r="r" t="t"/>
              <a:pathLst>
                <a:path extrusionOk="0" h="839" w="1010">
                  <a:moveTo>
                    <a:pt x="892" y="1"/>
                  </a:moveTo>
                  <a:cubicBezTo>
                    <a:pt x="565" y="568"/>
                    <a:pt x="77" y="589"/>
                    <a:pt x="8" y="589"/>
                  </a:cubicBezTo>
                  <a:cubicBezTo>
                    <a:pt x="3" y="589"/>
                    <a:pt x="0" y="589"/>
                    <a:pt x="0" y="589"/>
                  </a:cubicBezTo>
                  <a:lnTo>
                    <a:pt x="0" y="589"/>
                  </a:lnTo>
                  <a:cubicBezTo>
                    <a:pt x="0" y="589"/>
                    <a:pt x="426" y="838"/>
                    <a:pt x="685" y="838"/>
                  </a:cubicBezTo>
                  <a:cubicBezTo>
                    <a:pt x="754" y="838"/>
                    <a:pt x="810" y="821"/>
                    <a:pt x="845" y="777"/>
                  </a:cubicBezTo>
                  <a:cubicBezTo>
                    <a:pt x="1009" y="565"/>
                    <a:pt x="892" y="1"/>
                    <a:pt x="8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g33adf7f9e96_1_0"/>
            <p:cNvSpPr/>
            <p:nvPr/>
          </p:nvSpPr>
          <p:spPr>
            <a:xfrm>
              <a:off x="9787549" y="3271207"/>
              <a:ext cx="41959" cy="35422"/>
            </a:xfrm>
            <a:custGeom>
              <a:rect b="b" l="l" r="r" t="t"/>
              <a:pathLst>
                <a:path extrusionOk="0" h="970" w="1149">
                  <a:moveTo>
                    <a:pt x="926" y="248"/>
                  </a:moveTo>
                  <a:cubicBezTo>
                    <a:pt x="947" y="435"/>
                    <a:pt x="953" y="689"/>
                    <a:pt x="866" y="801"/>
                  </a:cubicBezTo>
                  <a:cubicBezTo>
                    <a:pt x="846" y="827"/>
                    <a:pt x="809" y="838"/>
                    <a:pt x="760" y="838"/>
                  </a:cubicBezTo>
                  <a:cubicBezTo>
                    <a:pt x="641" y="838"/>
                    <a:pt x="455" y="772"/>
                    <a:pt x="287" y="693"/>
                  </a:cubicBezTo>
                  <a:cubicBezTo>
                    <a:pt x="462" y="648"/>
                    <a:pt x="713" y="535"/>
                    <a:pt x="926" y="248"/>
                  </a:cubicBezTo>
                  <a:close/>
                  <a:moveTo>
                    <a:pt x="965" y="1"/>
                  </a:moveTo>
                  <a:cubicBezTo>
                    <a:pt x="941" y="1"/>
                    <a:pt x="919" y="13"/>
                    <a:pt x="907" y="34"/>
                  </a:cubicBezTo>
                  <a:cubicBezTo>
                    <a:pt x="581" y="600"/>
                    <a:pt x="94" y="587"/>
                    <a:pt x="75" y="588"/>
                  </a:cubicBezTo>
                  <a:cubicBezTo>
                    <a:pt x="73" y="588"/>
                    <a:pt x="71" y="588"/>
                    <a:pt x="69" y="588"/>
                  </a:cubicBezTo>
                  <a:cubicBezTo>
                    <a:pt x="41" y="588"/>
                    <a:pt x="17" y="608"/>
                    <a:pt x="9" y="636"/>
                  </a:cubicBezTo>
                  <a:cubicBezTo>
                    <a:pt x="1" y="665"/>
                    <a:pt x="13" y="696"/>
                    <a:pt x="39" y="711"/>
                  </a:cubicBezTo>
                  <a:cubicBezTo>
                    <a:pt x="130" y="765"/>
                    <a:pt x="497" y="969"/>
                    <a:pt x="756" y="969"/>
                  </a:cubicBezTo>
                  <a:cubicBezTo>
                    <a:pt x="846" y="969"/>
                    <a:pt x="921" y="946"/>
                    <a:pt x="971" y="883"/>
                  </a:cubicBezTo>
                  <a:cubicBezTo>
                    <a:pt x="1149" y="653"/>
                    <a:pt x="1043" y="114"/>
                    <a:pt x="1030" y="54"/>
                  </a:cubicBezTo>
                  <a:cubicBezTo>
                    <a:pt x="1024" y="26"/>
                    <a:pt x="1003" y="5"/>
                    <a:pt x="976" y="2"/>
                  </a:cubicBezTo>
                  <a:cubicBezTo>
                    <a:pt x="972" y="1"/>
                    <a:pt x="968" y="1"/>
                    <a:pt x="9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g33adf7f9e96_1_0"/>
            <p:cNvSpPr/>
            <p:nvPr/>
          </p:nvSpPr>
          <p:spPr>
            <a:xfrm>
              <a:off x="9854521" y="3345701"/>
              <a:ext cx="30017" cy="41192"/>
            </a:xfrm>
            <a:custGeom>
              <a:rect b="b" l="l" r="r" t="t"/>
              <a:pathLst>
                <a:path extrusionOk="0" h="1128" w="822">
                  <a:moveTo>
                    <a:pt x="822" y="0"/>
                  </a:moveTo>
                  <a:lnTo>
                    <a:pt x="1" y="493"/>
                  </a:lnTo>
                  <a:lnTo>
                    <a:pt x="588" y="1128"/>
                  </a:lnTo>
                  <a:lnTo>
                    <a:pt x="8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g33adf7f9e96_1_0"/>
            <p:cNvSpPr/>
            <p:nvPr/>
          </p:nvSpPr>
          <p:spPr>
            <a:xfrm>
              <a:off x="9852038" y="3343255"/>
              <a:ext cx="35093" cy="46049"/>
            </a:xfrm>
            <a:custGeom>
              <a:rect b="b" l="l" r="r" t="t"/>
              <a:pathLst>
                <a:path extrusionOk="0" h="1261" w="961">
                  <a:moveTo>
                    <a:pt x="794" y="202"/>
                  </a:moveTo>
                  <a:lnTo>
                    <a:pt x="617" y="1055"/>
                  </a:lnTo>
                  <a:lnTo>
                    <a:pt x="173" y="576"/>
                  </a:lnTo>
                  <a:lnTo>
                    <a:pt x="794" y="202"/>
                  </a:lnTo>
                  <a:close/>
                  <a:moveTo>
                    <a:pt x="891" y="0"/>
                  </a:moveTo>
                  <a:cubicBezTo>
                    <a:pt x="879" y="0"/>
                    <a:pt x="867" y="4"/>
                    <a:pt x="857" y="10"/>
                  </a:cubicBezTo>
                  <a:lnTo>
                    <a:pt x="34" y="504"/>
                  </a:lnTo>
                  <a:cubicBezTo>
                    <a:pt x="17" y="514"/>
                    <a:pt x="5" y="531"/>
                    <a:pt x="2" y="551"/>
                  </a:cubicBezTo>
                  <a:cubicBezTo>
                    <a:pt x="0" y="571"/>
                    <a:pt x="6" y="591"/>
                    <a:pt x="19" y="605"/>
                  </a:cubicBezTo>
                  <a:lnTo>
                    <a:pt x="607" y="1240"/>
                  </a:lnTo>
                  <a:cubicBezTo>
                    <a:pt x="620" y="1254"/>
                    <a:pt x="637" y="1261"/>
                    <a:pt x="656" y="1261"/>
                  </a:cubicBezTo>
                  <a:cubicBezTo>
                    <a:pt x="661" y="1261"/>
                    <a:pt x="667" y="1261"/>
                    <a:pt x="673" y="1258"/>
                  </a:cubicBezTo>
                  <a:cubicBezTo>
                    <a:pt x="697" y="1253"/>
                    <a:pt x="715" y="1232"/>
                    <a:pt x="721" y="1209"/>
                  </a:cubicBezTo>
                  <a:lnTo>
                    <a:pt x="955" y="81"/>
                  </a:lnTo>
                  <a:cubicBezTo>
                    <a:pt x="961" y="55"/>
                    <a:pt x="950" y="28"/>
                    <a:pt x="929" y="13"/>
                  </a:cubicBezTo>
                  <a:cubicBezTo>
                    <a:pt x="918" y="5"/>
                    <a:pt x="904" y="0"/>
                    <a:pt x="8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g33adf7f9e96_1_0"/>
            <p:cNvSpPr/>
            <p:nvPr/>
          </p:nvSpPr>
          <p:spPr>
            <a:xfrm>
              <a:off x="9914444" y="3280519"/>
              <a:ext cx="91367" cy="202307"/>
            </a:xfrm>
            <a:custGeom>
              <a:rect b="b" l="l" r="r" t="t"/>
              <a:pathLst>
                <a:path extrusionOk="0" h="5540" w="2502">
                  <a:moveTo>
                    <a:pt x="1856" y="1"/>
                  </a:moveTo>
                  <a:lnTo>
                    <a:pt x="1" y="4387"/>
                  </a:lnTo>
                  <a:lnTo>
                    <a:pt x="1096" y="5539"/>
                  </a:lnTo>
                  <a:lnTo>
                    <a:pt x="2502" y="507"/>
                  </a:lnTo>
                  <a:lnTo>
                    <a:pt x="185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g33adf7f9e96_1_0"/>
            <p:cNvSpPr/>
            <p:nvPr/>
          </p:nvSpPr>
          <p:spPr>
            <a:xfrm>
              <a:off x="9911815" y="3278109"/>
              <a:ext cx="96589" cy="207127"/>
            </a:xfrm>
            <a:custGeom>
              <a:rect b="b" l="l" r="r" t="t"/>
              <a:pathLst>
                <a:path extrusionOk="0" h="5672" w="2645">
                  <a:moveTo>
                    <a:pt x="1955" y="172"/>
                  </a:moveTo>
                  <a:lnTo>
                    <a:pt x="2498" y="598"/>
                  </a:lnTo>
                  <a:lnTo>
                    <a:pt x="1136" y="5474"/>
                  </a:lnTo>
                  <a:lnTo>
                    <a:pt x="151" y="4439"/>
                  </a:lnTo>
                  <a:lnTo>
                    <a:pt x="1955" y="172"/>
                  </a:lnTo>
                  <a:close/>
                  <a:moveTo>
                    <a:pt x="1928" y="1"/>
                  </a:moveTo>
                  <a:cubicBezTo>
                    <a:pt x="1922" y="1"/>
                    <a:pt x="1917" y="1"/>
                    <a:pt x="1911" y="3"/>
                  </a:cubicBezTo>
                  <a:cubicBezTo>
                    <a:pt x="1891" y="8"/>
                    <a:pt x="1875" y="22"/>
                    <a:pt x="1866" y="41"/>
                  </a:cubicBezTo>
                  <a:lnTo>
                    <a:pt x="11" y="4427"/>
                  </a:lnTo>
                  <a:cubicBezTo>
                    <a:pt x="1" y="4450"/>
                    <a:pt x="6" y="4479"/>
                    <a:pt x="24" y="4498"/>
                  </a:cubicBezTo>
                  <a:lnTo>
                    <a:pt x="1121" y="5651"/>
                  </a:lnTo>
                  <a:cubicBezTo>
                    <a:pt x="1134" y="5664"/>
                    <a:pt x="1151" y="5671"/>
                    <a:pt x="1168" y="5671"/>
                  </a:cubicBezTo>
                  <a:cubicBezTo>
                    <a:pt x="1174" y="5671"/>
                    <a:pt x="1180" y="5670"/>
                    <a:pt x="1185" y="5669"/>
                  </a:cubicBezTo>
                  <a:cubicBezTo>
                    <a:pt x="1207" y="5663"/>
                    <a:pt x="1226" y="5645"/>
                    <a:pt x="1232" y="5623"/>
                  </a:cubicBezTo>
                  <a:lnTo>
                    <a:pt x="2638" y="591"/>
                  </a:lnTo>
                  <a:cubicBezTo>
                    <a:pt x="2645" y="565"/>
                    <a:pt x="2637" y="538"/>
                    <a:pt x="2615" y="521"/>
                  </a:cubicBezTo>
                  <a:lnTo>
                    <a:pt x="1968" y="15"/>
                  </a:lnTo>
                  <a:cubicBezTo>
                    <a:pt x="1957" y="6"/>
                    <a:pt x="1943" y="1"/>
                    <a:pt x="19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g33adf7f9e96_1_0"/>
            <p:cNvSpPr/>
            <p:nvPr/>
          </p:nvSpPr>
          <p:spPr>
            <a:xfrm>
              <a:off x="9584480" y="3394670"/>
              <a:ext cx="566058" cy="384347"/>
            </a:xfrm>
            <a:custGeom>
              <a:rect b="b" l="l" r="r" t="t"/>
              <a:pathLst>
                <a:path extrusionOk="0" h="10525" w="15501">
                  <a:moveTo>
                    <a:pt x="14542" y="1"/>
                  </a:moveTo>
                  <a:cubicBezTo>
                    <a:pt x="14457" y="1"/>
                    <a:pt x="13764" y="22"/>
                    <a:pt x="12920" y="706"/>
                  </a:cubicBezTo>
                  <a:cubicBezTo>
                    <a:pt x="12019" y="1436"/>
                    <a:pt x="10564" y="2599"/>
                    <a:pt x="10564" y="2599"/>
                  </a:cubicBezTo>
                  <a:lnTo>
                    <a:pt x="7475" y="5900"/>
                  </a:lnTo>
                  <a:lnTo>
                    <a:pt x="1363" y="1772"/>
                  </a:lnTo>
                  <a:lnTo>
                    <a:pt x="0" y="2794"/>
                  </a:lnTo>
                  <a:cubicBezTo>
                    <a:pt x="0" y="2794"/>
                    <a:pt x="7189" y="10525"/>
                    <a:pt x="7531" y="10525"/>
                  </a:cubicBezTo>
                  <a:cubicBezTo>
                    <a:pt x="7871" y="10525"/>
                    <a:pt x="15087" y="5137"/>
                    <a:pt x="15500" y="4893"/>
                  </a:cubicBezTo>
                  <a:lnTo>
                    <a:pt x="14551" y="1"/>
                  </a:lnTo>
                  <a:cubicBezTo>
                    <a:pt x="14551" y="1"/>
                    <a:pt x="14548" y="1"/>
                    <a:pt x="145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g33adf7f9e96_1_0"/>
            <p:cNvSpPr/>
            <p:nvPr/>
          </p:nvSpPr>
          <p:spPr>
            <a:xfrm>
              <a:off x="9581997" y="3392260"/>
              <a:ext cx="571316" cy="389240"/>
            </a:xfrm>
            <a:custGeom>
              <a:rect b="b" l="l" r="r" t="t"/>
              <a:pathLst>
                <a:path extrusionOk="0" h="10659" w="15645">
                  <a:moveTo>
                    <a:pt x="14607" y="0"/>
                  </a:moveTo>
                  <a:cubicBezTo>
                    <a:pt x="14496" y="0"/>
                    <a:pt x="13798" y="30"/>
                    <a:pt x="12946" y="721"/>
                  </a:cubicBezTo>
                  <a:cubicBezTo>
                    <a:pt x="12057" y="1443"/>
                    <a:pt x="10606" y="2602"/>
                    <a:pt x="10584" y="2620"/>
                  </a:cubicBezTo>
                  <a:lnTo>
                    <a:pt x="7534" y="5879"/>
                  </a:lnTo>
                  <a:lnTo>
                    <a:pt x="1469" y="1782"/>
                  </a:lnTo>
                  <a:cubicBezTo>
                    <a:pt x="1458" y="1775"/>
                    <a:pt x="1445" y="1771"/>
                    <a:pt x="1432" y="1771"/>
                  </a:cubicBezTo>
                  <a:cubicBezTo>
                    <a:pt x="1418" y="1771"/>
                    <a:pt x="1404" y="1776"/>
                    <a:pt x="1392" y="1785"/>
                  </a:cubicBezTo>
                  <a:lnTo>
                    <a:pt x="28" y="2807"/>
                  </a:lnTo>
                  <a:cubicBezTo>
                    <a:pt x="14" y="2819"/>
                    <a:pt x="4" y="2835"/>
                    <a:pt x="2" y="2854"/>
                  </a:cubicBezTo>
                  <a:cubicBezTo>
                    <a:pt x="1" y="2873"/>
                    <a:pt x="7" y="2892"/>
                    <a:pt x="20" y="2905"/>
                  </a:cubicBezTo>
                  <a:cubicBezTo>
                    <a:pt x="1710" y="4724"/>
                    <a:pt x="7255" y="10658"/>
                    <a:pt x="7599" y="10658"/>
                  </a:cubicBezTo>
                  <a:cubicBezTo>
                    <a:pt x="7810" y="10658"/>
                    <a:pt x="9752" y="9269"/>
                    <a:pt x="13498" y="6534"/>
                  </a:cubicBezTo>
                  <a:cubicBezTo>
                    <a:pt x="14599" y="5729"/>
                    <a:pt x="15470" y="5095"/>
                    <a:pt x="15602" y="5017"/>
                  </a:cubicBezTo>
                  <a:cubicBezTo>
                    <a:pt x="15634" y="4998"/>
                    <a:pt x="15645" y="4958"/>
                    <a:pt x="15626" y="4926"/>
                  </a:cubicBezTo>
                  <a:cubicBezTo>
                    <a:pt x="15613" y="4905"/>
                    <a:pt x="15592" y="4893"/>
                    <a:pt x="15569" y="4893"/>
                  </a:cubicBezTo>
                  <a:cubicBezTo>
                    <a:pt x="15557" y="4893"/>
                    <a:pt x="15546" y="4896"/>
                    <a:pt x="15535" y="4902"/>
                  </a:cubicBezTo>
                  <a:cubicBezTo>
                    <a:pt x="15397" y="4983"/>
                    <a:pt x="14567" y="5588"/>
                    <a:pt x="13420" y="6426"/>
                  </a:cubicBezTo>
                  <a:cubicBezTo>
                    <a:pt x="11342" y="7944"/>
                    <a:pt x="7864" y="10483"/>
                    <a:pt x="7607" y="10526"/>
                  </a:cubicBezTo>
                  <a:cubicBezTo>
                    <a:pt x="7283" y="10429"/>
                    <a:pt x="3000" y="5915"/>
                    <a:pt x="167" y="2870"/>
                  </a:cubicBezTo>
                  <a:lnTo>
                    <a:pt x="1433" y="1920"/>
                  </a:lnTo>
                  <a:lnTo>
                    <a:pt x="7506" y="6021"/>
                  </a:lnTo>
                  <a:cubicBezTo>
                    <a:pt x="7518" y="6029"/>
                    <a:pt x="7530" y="6033"/>
                    <a:pt x="7543" y="6033"/>
                  </a:cubicBezTo>
                  <a:cubicBezTo>
                    <a:pt x="7561" y="6033"/>
                    <a:pt x="7578" y="6026"/>
                    <a:pt x="7591" y="6012"/>
                  </a:cubicBezTo>
                  <a:lnTo>
                    <a:pt x="10674" y="2717"/>
                  </a:lnTo>
                  <a:cubicBezTo>
                    <a:pt x="10689" y="2706"/>
                    <a:pt x="12139" y="1546"/>
                    <a:pt x="13030" y="824"/>
                  </a:cubicBezTo>
                  <a:cubicBezTo>
                    <a:pt x="13830" y="176"/>
                    <a:pt x="14497" y="132"/>
                    <a:pt x="14602" y="132"/>
                  </a:cubicBezTo>
                  <a:cubicBezTo>
                    <a:pt x="14611" y="132"/>
                    <a:pt x="14616" y="133"/>
                    <a:pt x="14617" y="133"/>
                  </a:cubicBezTo>
                  <a:cubicBezTo>
                    <a:pt x="14618" y="133"/>
                    <a:pt x="14618" y="133"/>
                    <a:pt x="14619" y="133"/>
                  </a:cubicBezTo>
                  <a:cubicBezTo>
                    <a:pt x="14654" y="133"/>
                    <a:pt x="14684" y="104"/>
                    <a:pt x="14685" y="68"/>
                  </a:cubicBezTo>
                  <a:cubicBezTo>
                    <a:pt x="14687" y="31"/>
                    <a:pt x="14658" y="2"/>
                    <a:pt x="14622" y="0"/>
                  </a:cubicBezTo>
                  <a:cubicBezTo>
                    <a:pt x="14620" y="0"/>
                    <a:pt x="14615" y="0"/>
                    <a:pt x="146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g33adf7f9e96_1_0"/>
            <p:cNvSpPr/>
            <p:nvPr/>
          </p:nvSpPr>
          <p:spPr>
            <a:xfrm>
              <a:off x="9606025" y="3474897"/>
              <a:ext cx="52403" cy="45099"/>
            </a:xfrm>
            <a:custGeom>
              <a:rect b="b" l="l" r="r" t="t"/>
              <a:pathLst>
                <a:path extrusionOk="0" h="1235" w="1435">
                  <a:moveTo>
                    <a:pt x="1360" y="0"/>
                  </a:moveTo>
                  <a:cubicBezTo>
                    <a:pt x="1345" y="0"/>
                    <a:pt x="1329" y="6"/>
                    <a:pt x="1317" y="16"/>
                  </a:cubicBezTo>
                  <a:lnTo>
                    <a:pt x="31" y="1118"/>
                  </a:lnTo>
                  <a:cubicBezTo>
                    <a:pt x="4" y="1141"/>
                    <a:pt x="0" y="1184"/>
                    <a:pt x="24" y="1211"/>
                  </a:cubicBezTo>
                  <a:cubicBezTo>
                    <a:pt x="37" y="1227"/>
                    <a:pt x="56" y="1235"/>
                    <a:pt x="75" y="1235"/>
                  </a:cubicBezTo>
                  <a:cubicBezTo>
                    <a:pt x="90" y="1235"/>
                    <a:pt x="106" y="1230"/>
                    <a:pt x="118" y="1218"/>
                  </a:cubicBezTo>
                  <a:lnTo>
                    <a:pt x="1404" y="117"/>
                  </a:lnTo>
                  <a:cubicBezTo>
                    <a:pt x="1431" y="93"/>
                    <a:pt x="1434" y="52"/>
                    <a:pt x="1411" y="23"/>
                  </a:cubicBezTo>
                  <a:cubicBezTo>
                    <a:pt x="1398" y="8"/>
                    <a:pt x="1379" y="0"/>
                    <a:pt x="13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g33adf7f9e96_1_0"/>
            <p:cNvSpPr/>
            <p:nvPr/>
          </p:nvSpPr>
          <p:spPr>
            <a:xfrm>
              <a:off x="9462296" y="3270148"/>
              <a:ext cx="171961" cy="226591"/>
            </a:xfrm>
            <a:custGeom>
              <a:rect b="b" l="l" r="r" t="t"/>
              <a:pathLst>
                <a:path extrusionOk="0" h="6205" w="4709">
                  <a:moveTo>
                    <a:pt x="1630" y="1"/>
                  </a:moveTo>
                  <a:cubicBezTo>
                    <a:pt x="1544" y="1"/>
                    <a:pt x="1460" y="114"/>
                    <a:pt x="1496" y="240"/>
                  </a:cubicBezTo>
                  <a:cubicBezTo>
                    <a:pt x="1545" y="410"/>
                    <a:pt x="2372" y="2187"/>
                    <a:pt x="2372" y="2187"/>
                  </a:cubicBezTo>
                  <a:cubicBezTo>
                    <a:pt x="2372" y="2187"/>
                    <a:pt x="1617" y="1360"/>
                    <a:pt x="1399" y="995"/>
                  </a:cubicBezTo>
                  <a:cubicBezTo>
                    <a:pt x="1199" y="662"/>
                    <a:pt x="918" y="127"/>
                    <a:pt x="760" y="127"/>
                  </a:cubicBezTo>
                  <a:cubicBezTo>
                    <a:pt x="744" y="127"/>
                    <a:pt x="730" y="132"/>
                    <a:pt x="717" y="143"/>
                  </a:cubicBezTo>
                  <a:cubicBezTo>
                    <a:pt x="570" y="265"/>
                    <a:pt x="669" y="337"/>
                    <a:pt x="911" y="970"/>
                  </a:cubicBezTo>
                  <a:cubicBezTo>
                    <a:pt x="1155" y="1603"/>
                    <a:pt x="1691" y="2601"/>
                    <a:pt x="1691" y="2601"/>
                  </a:cubicBezTo>
                  <a:cubicBezTo>
                    <a:pt x="1691" y="2601"/>
                    <a:pt x="888" y="1750"/>
                    <a:pt x="790" y="1628"/>
                  </a:cubicBezTo>
                  <a:cubicBezTo>
                    <a:pt x="707" y="1524"/>
                    <a:pt x="410" y="939"/>
                    <a:pt x="265" y="939"/>
                  </a:cubicBezTo>
                  <a:cubicBezTo>
                    <a:pt x="240" y="939"/>
                    <a:pt x="220" y="956"/>
                    <a:pt x="206" y="995"/>
                  </a:cubicBezTo>
                  <a:cubicBezTo>
                    <a:pt x="109" y="1262"/>
                    <a:pt x="473" y="1872"/>
                    <a:pt x="498" y="1944"/>
                  </a:cubicBezTo>
                  <a:cubicBezTo>
                    <a:pt x="522" y="2017"/>
                    <a:pt x="839" y="2553"/>
                    <a:pt x="839" y="2553"/>
                  </a:cubicBezTo>
                  <a:lnTo>
                    <a:pt x="1203" y="3064"/>
                  </a:lnTo>
                  <a:cubicBezTo>
                    <a:pt x="1203" y="3064"/>
                    <a:pt x="766" y="2869"/>
                    <a:pt x="498" y="2625"/>
                  </a:cubicBezTo>
                  <a:cubicBezTo>
                    <a:pt x="348" y="2490"/>
                    <a:pt x="206" y="2407"/>
                    <a:pt x="114" y="2407"/>
                  </a:cubicBezTo>
                  <a:cubicBezTo>
                    <a:pt x="42" y="2407"/>
                    <a:pt x="0" y="2459"/>
                    <a:pt x="11" y="2577"/>
                  </a:cubicBezTo>
                  <a:cubicBezTo>
                    <a:pt x="36" y="2845"/>
                    <a:pt x="400" y="3088"/>
                    <a:pt x="522" y="3186"/>
                  </a:cubicBezTo>
                  <a:cubicBezTo>
                    <a:pt x="644" y="3283"/>
                    <a:pt x="1557" y="4136"/>
                    <a:pt x="1826" y="4502"/>
                  </a:cubicBezTo>
                  <a:cubicBezTo>
                    <a:pt x="2093" y="4867"/>
                    <a:pt x="2566" y="5401"/>
                    <a:pt x="2566" y="5401"/>
                  </a:cubicBezTo>
                  <a:lnTo>
                    <a:pt x="3346" y="6204"/>
                  </a:lnTo>
                  <a:lnTo>
                    <a:pt x="4709" y="5182"/>
                  </a:lnTo>
                  <a:lnTo>
                    <a:pt x="4709" y="4671"/>
                  </a:lnTo>
                  <a:cubicBezTo>
                    <a:pt x="4709" y="4476"/>
                    <a:pt x="4709" y="3331"/>
                    <a:pt x="4612" y="3039"/>
                  </a:cubicBezTo>
                  <a:cubicBezTo>
                    <a:pt x="4515" y="2748"/>
                    <a:pt x="3954" y="1872"/>
                    <a:pt x="3760" y="1604"/>
                  </a:cubicBezTo>
                  <a:cubicBezTo>
                    <a:pt x="3609" y="1396"/>
                    <a:pt x="3444" y="1072"/>
                    <a:pt x="3309" y="1072"/>
                  </a:cubicBezTo>
                  <a:cubicBezTo>
                    <a:pt x="3270" y="1072"/>
                    <a:pt x="3233" y="1099"/>
                    <a:pt x="3201" y="1165"/>
                  </a:cubicBezTo>
                  <a:cubicBezTo>
                    <a:pt x="3054" y="1457"/>
                    <a:pt x="3127" y="1604"/>
                    <a:pt x="3273" y="1798"/>
                  </a:cubicBezTo>
                  <a:cubicBezTo>
                    <a:pt x="3419" y="1993"/>
                    <a:pt x="3735" y="2675"/>
                    <a:pt x="3735" y="2675"/>
                  </a:cubicBezTo>
                  <a:cubicBezTo>
                    <a:pt x="3735" y="2675"/>
                    <a:pt x="2762" y="1725"/>
                    <a:pt x="2713" y="1628"/>
                  </a:cubicBezTo>
                  <a:cubicBezTo>
                    <a:pt x="2665" y="1531"/>
                    <a:pt x="1813" y="167"/>
                    <a:pt x="1716" y="46"/>
                  </a:cubicBezTo>
                  <a:cubicBezTo>
                    <a:pt x="1690" y="14"/>
                    <a:pt x="1660" y="1"/>
                    <a:pt x="16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g33adf7f9e96_1_0"/>
            <p:cNvSpPr/>
            <p:nvPr/>
          </p:nvSpPr>
          <p:spPr>
            <a:xfrm>
              <a:off x="9459812" y="3267738"/>
              <a:ext cx="176891" cy="231411"/>
            </a:xfrm>
            <a:custGeom>
              <a:rect b="b" l="l" r="r" t="t"/>
              <a:pathLst>
                <a:path extrusionOk="0" h="6337" w="4844">
                  <a:moveTo>
                    <a:pt x="1699" y="133"/>
                  </a:moveTo>
                  <a:cubicBezTo>
                    <a:pt x="1710" y="133"/>
                    <a:pt x="1721" y="140"/>
                    <a:pt x="1732" y="153"/>
                  </a:cubicBezTo>
                  <a:cubicBezTo>
                    <a:pt x="1824" y="269"/>
                    <a:pt x="2675" y="1628"/>
                    <a:pt x="2722" y="1723"/>
                  </a:cubicBezTo>
                  <a:cubicBezTo>
                    <a:pt x="2772" y="1823"/>
                    <a:pt x="3526" y="2563"/>
                    <a:pt x="3757" y="2788"/>
                  </a:cubicBezTo>
                  <a:cubicBezTo>
                    <a:pt x="3769" y="2801"/>
                    <a:pt x="3786" y="2807"/>
                    <a:pt x="3803" y="2807"/>
                  </a:cubicBezTo>
                  <a:cubicBezTo>
                    <a:pt x="3817" y="2807"/>
                    <a:pt x="3831" y="2803"/>
                    <a:pt x="3842" y="2794"/>
                  </a:cubicBezTo>
                  <a:cubicBezTo>
                    <a:pt x="3868" y="2776"/>
                    <a:pt x="3878" y="2742"/>
                    <a:pt x="3864" y="2712"/>
                  </a:cubicBezTo>
                  <a:cubicBezTo>
                    <a:pt x="3851" y="2684"/>
                    <a:pt x="3543" y="2023"/>
                    <a:pt x="3394" y="1824"/>
                  </a:cubicBezTo>
                  <a:cubicBezTo>
                    <a:pt x="3252" y="1635"/>
                    <a:pt x="3199" y="1517"/>
                    <a:pt x="3328" y="1261"/>
                  </a:cubicBezTo>
                  <a:cubicBezTo>
                    <a:pt x="3348" y="1221"/>
                    <a:pt x="3367" y="1205"/>
                    <a:pt x="3376" y="1204"/>
                  </a:cubicBezTo>
                  <a:lnTo>
                    <a:pt x="3377" y="1204"/>
                  </a:lnTo>
                  <a:cubicBezTo>
                    <a:pt x="3441" y="1204"/>
                    <a:pt x="3575" y="1410"/>
                    <a:pt x="3655" y="1533"/>
                  </a:cubicBezTo>
                  <a:cubicBezTo>
                    <a:pt x="3696" y="1594"/>
                    <a:pt x="3736" y="1655"/>
                    <a:pt x="3774" y="1709"/>
                  </a:cubicBezTo>
                  <a:cubicBezTo>
                    <a:pt x="3978" y="1988"/>
                    <a:pt x="4525" y="2851"/>
                    <a:pt x="4617" y="3127"/>
                  </a:cubicBezTo>
                  <a:cubicBezTo>
                    <a:pt x="4676" y="3306"/>
                    <a:pt x="4711" y="3893"/>
                    <a:pt x="4711" y="4737"/>
                  </a:cubicBezTo>
                  <a:lnTo>
                    <a:pt x="4711" y="5215"/>
                  </a:lnTo>
                  <a:lnTo>
                    <a:pt x="3421" y="6183"/>
                  </a:lnTo>
                  <a:lnTo>
                    <a:pt x="2685" y="5423"/>
                  </a:lnTo>
                  <a:cubicBezTo>
                    <a:pt x="2680" y="5417"/>
                    <a:pt x="2210" y="4887"/>
                    <a:pt x="1947" y="4529"/>
                  </a:cubicBezTo>
                  <a:cubicBezTo>
                    <a:pt x="1672" y="4153"/>
                    <a:pt x="760" y="3303"/>
                    <a:pt x="631" y="3200"/>
                  </a:cubicBezTo>
                  <a:cubicBezTo>
                    <a:pt x="617" y="3188"/>
                    <a:pt x="598" y="3174"/>
                    <a:pt x="577" y="3157"/>
                  </a:cubicBezTo>
                  <a:cubicBezTo>
                    <a:pt x="433" y="3047"/>
                    <a:pt x="164" y="2844"/>
                    <a:pt x="145" y="2637"/>
                  </a:cubicBezTo>
                  <a:cubicBezTo>
                    <a:pt x="140" y="2587"/>
                    <a:pt x="147" y="2550"/>
                    <a:pt x="163" y="2543"/>
                  </a:cubicBezTo>
                  <a:cubicBezTo>
                    <a:pt x="168" y="2541"/>
                    <a:pt x="175" y="2540"/>
                    <a:pt x="183" y="2540"/>
                  </a:cubicBezTo>
                  <a:cubicBezTo>
                    <a:pt x="236" y="2540"/>
                    <a:pt x="354" y="2589"/>
                    <a:pt x="521" y="2741"/>
                  </a:cubicBezTo>
                  <a:cubicBezTo>
                    <a:pt x="795" y="2988"/>
                    <a:pt x="1226" y="3182"/>
                    <a:pt x="1245" y="3190"/>
                  </a:cubicBezTo>
                  <a:cubicBezTo>
                    <a:pt x="1254" y="3194"/>
                    <a:pt x="1263" y="3196"/>
                    <a:pt x="1272" y="3196"/>
                  </a:cubicBezTo>
                  <a:cubicBezTo>
                    <a:pt x="1292" y="3196"/>
                    <a:pt x="1311" y="3188"/>
                    <a:pt x="1323" y="3172"/>
                  </a:cubicBezTo>
                  <a:cubicBezTo>
                    <a:pt x="1342" y="3149"/>
                    <a:pt x="1344" y="3116"/>
                    <a:pt x="1326" y="3091"/>
                  </a:cubicBezTo>
                  <a:lnTo>
                    <a:pt x="965" y="2585"/>
                  </a:lnTo>
                  <a:cubicBezTo>
                    <a:pt x="811" y="2324"/>
                    <a:pt x="643" y="2031"/>
                    <a:pt x="629" y="1988"/>
                  </a:cubicBezTo>
                  <a:cubicBezTo>
                    <a:pt x="624" y="1974"/>
                    <a:pt x="606" y="1938"/>
                    <a:pt x="580" y="1887"/>
                  </a:cubicBezTo>
                  <a:cubicBezTo>
                    <a:pt x="495" y="1719"/>
                    <a:pt x="268" y="1273"/>
                    <a:pt x="337" y="1083"/>
                  </a:cubicBezTo>
                  <a:cubicBezTo>
                    <a:pt x="338" y="1080"/>
                    <a:pt x="339" y="1076"/>
                    <a:pt x="340" y="1074"/>
                  </a:cubicBezTo>
                  <a:cubicBezTo>
                    <a:pt x="423" y="1108"/>
                    <a:pt x="618" y="1431"/>
                    <a:pt x="693" y="1557"/>
                  </a:cubicBezTo>
                  <a:cubicBezTo>
                    <a:pt x="743" y="1638"/>
                    <a:pt x="782" y="1703"/>
                    <a:pt x="806" y="1735"/>
                  </a:cubicBezTo>
                  <a:cubicBezTo>
                    <a:pt x="905" y="1857"/>
                    <a:pt x="1678" y="2678"/>
                    <a:pt x="1710" y="2712"/>
                  </a:cubicBezTo>
                  <a:cubicBezTo>
                    <a:pt x="1724" y="2727"/>
                    <a:pt x="1741" y="2734"/>
                    <a:pt x="1759" y="2734"/>
                  </a:cubicBezTo>
                  <a:cubicBezTo>
                    <a:pt x="1772" y="2734"/>
                    <a:pt x="1786" y="2729"/>
                    <a:pt x="1798" y="2721"/>
                  </a:cubicBezTo>
                  <a:cubicBezTo>
                    <a:pt x="1825" y="2702"/>
                    <a:pt x="1833" y="2665"/>
                    <a:pt x="1818" y="2636"/>
                  </a:cubicBezTo>
                  <a:cubicBezTo>
                    <a:pt x="1812" y="2626"/>
                    <a:pt x="1281" y="1635"/>
                    <a:pt x="1042" y="1012"/>
                  </a:cubicBezTo>
                  <a:cubicBezTo>
                    <a:pt x="980" y="851"/>
                    <a:pt x="928" y="727"/>
                    <a:pt x="887" y="628"/>
                  </a:cubicBezTo>
                  <a:cubicBezTo>
                    <a:pt x="759" y="326"/>
                    <a:pt x="761" y="315"/>
                    <a:pt x="828" y="260"/>
                  </a:cubicBezTo>
                  <a:lnTo>
                    <a:pt x="830" y="260"/>
                  </a:lnTo>
                  <a:cubicBezTo>
                    <a:pt x="922" y="260"/>
                    <a:pt x="1181" y="704"/>
                    <a:pt x="1307" y="919"/>
                  </a:cubicBezTo>
                  <a:cubicBezTo>
                    <a:pt x="1342" y="980"/>
                    <a:pt x="1378" y="1041"/>
                    <a:pt x="1410" y="1095"/>
                  </a:cubicBezTo>
                  <a:cubicBezTo>
                    <a:pt x="1630" y="1462"/>
                    <a:pt x="2361" y="2264"/>
                    <a:pt x="2392" y="2298"/>
                  </a:cubicBezTo>
                  <a:cubicBezTo>
                    <a:pt x="2405" y="2313"/>
                    <a:pt x="2422" y="2320"/>
                    <a:pt x="2440" y="2320"/>
                  </a:cubicBezTo>
                  <a:cubicBezTo>
                    <a:pt x="2453" y="2320"/>
                    <a:pt x="2466" y="2316"/>
                    <a:pt x="2477" y="2309"/>
                  </a:cubicBezTo>
                  <a:cubicBezTo>
                    <a:pt x="2505" y="2291"/>
                    <a:pt x="2515" y="2256"/>
                    <a:pt x="2501" y="2226"/>
                  </a:cubicBezTo>
                  <a:cubicBezTo>
                    <a:pt x="2271" y="1733"/>
                    <a:pt x="1667" y="424"/>
                    <a:pt x="1629" y="288"/>
                  </a:cubicBezTo>
                  <a:cubicBezTo>
                    <a:pt x="1607" y="214"/>
                    <a:pt x="1644" y="156"/>
                    <a:pt x="1678" y="139"/>
                  </a:cubicBezTo>
                  <a:cubicBezTo>
                    <a:pt x="1686" y="135"/>
                    <a:pt x="1692" y="133"/>
                    <a:pt x="1699" y="133"/>
                  </a:cubicBezTo>
                  <a:close/>
                  <a:moveTo>
                    <a:pt x="1698" y="0"/>
                  </a:moveTo>
                  <a:cubicBezTo>
                    <a:pt x="1671" y="0"/>
                    <a:pt x="1643" y="7"/>
                    <a:pt x="1617" y="21"/>
                  </a:cubicBezTo>
                  <a:cubicBezTo>
                    <a:pt x="1532" y="65"/>
                    <a:pt x="1461" y="186"/>
                    <a:pt x="1500" y="325"/>
                  </a:cubicBezTo>
                  <a:cubicBezTo>
                    <a:pt x="1535" y="447"/>
                    <a:pt x="1941" y="1333"/>
                    <a:pt x="2189" y="1871"/>
                  </a:cubicBezTo>
                  <a:cubicBezTo>
                    <a:pt x="1955" y="1601"/>
                    <a:pt x="1649" y="1235"/>
                    <a:pt x="1523" y="1026"/>
                  </a:cubicBezTo>
                  <a:cubicBezTo>
                    <a:pt x="1491" y="973"/>
                    <a:pt x="1457" y="914"/>
                    <a:pt x="1422" y="851"/>
                  </a:cubicBezTo>
                  <a:cubicBezTo>
                    <a:pt x="1177" y="433"/>
                    <a:pt x="1005" y="156"/>
                    <a:pt x="853" y="129"/>
                  </a:cubicBezTo>
                  <a:cubicBezTo>
                    <a:pt x="844" y="127"/>
                    <a:pt x="836" y="126"/>
                    <a:pt x="828" y="126"/>
                  </a:cubicBezTo>
                  <a:cubicBezTo>
                    <a:pt x="797" y="126"/>
                    <a:pt x="768" y="137"/>
                    <a:pt x="743" y="158"/>
                  </a:cubicBezTo>
                  <a:cubicBezTo>
                    <a:pt x="596" y="280"/>
                    <a:pt x="638" y="381"/>
                    <a:pt x="764" y="680"/>
                  </a:cubicBezTo>
                  <a:cubicBezTo>
                    <a:pt x="805" y="778"/>
                    <a:pt x="857" y="901"/>
                    <a:pt x="918" y="1061"/>
                  </a:cubicBezTo>
                  <a:cubicBezTo>
                    <a:pt x="1060" y="1429"/>
                    <a:pt x="1301" y="1922"/>
                    <a:pt x="1478" y="2271"/>
                  </a:cubicBezTo>
                  <a:cubicBezTo>
                    <a:pt x="1245" y="2023"/>
                    <a:pt x="964" y="1720"/>
                    <a:pt x="911" y="1652"/>
                  </a:cubicBezTo>
                  <a:cubicBezTo>
                    <a:pt x="890" y="1628"/>
                    <a:pt x="849" y="1560"/>
                    <a:pt x="806" y="1488"/>
                  </a:cubicBezTo>
                  <a:cubicBezTo>
                    <a:pt x="583" y="1117"/>
                    <a:pt x="453" y="939"/>
                    <a:pt x="331" y="939"/>
                  </a:cubicBezTo>
                  <a:cubicBezTo>
                    <a:pt x="328" y="939"/>
                    <a:pt x="325" y="939"/>
                    <a:pt x="321" y="939"/>
                  </a:cubicBezTo>
                  <a:cubicBezTo>
                    <a:pt x="293" y="942"/>
                    <a:pt x="241" y="959"/>
                    <a:pt x="211" y="1038"/>
                  </a:cubicBezTo>
                  <a:cubicBezTo>
                    <a:pt x="123" y="1282"/>
                    <a:pt x="352" y="1732"/>
                    <a:pt x="462" y="1947"/>
                  </a:cubicBezTo>
                  <a:cubicBezTo>
                    <a:pt x="483" y="1988"/>
                    <a:pt x="499" y="2018"/>
                    <a:pt x="504" y="2031"/>
                  </a:cubicBezTo>
                  <a:cubicBezTo>
                    <a:pt x="528" y="2107"/>
                    <a:pt x="796" y="2562"/>
                    <a:pt x="853" y="2657"/>
                  </a:cubicBezTo>
                  <a:lnTo>
                    <a:pt x="1061" y="2949"/>
                  </a:lnTo>
                  <a:cubicBezTo>
                    <a:pt x="920" y="2871"/>
                    <a:pt x="743" y="2762"/>
                    <a:pt x="611" y="2643"/>
                  </a:cubicBezTo>
                  <a:cubicBezTo>
                    <a:pt x="506" y="2548"/>
                    <a:pt x="326" y="2406"/>
                    <a:pt x="183" y="2406"/>
                  </a:cubicBezTo>
                  <a:cubicBezTo>
                    <a:pt x="155" y="2406"/>
                    <a:pt x="128" y="2412"/>
                    <a:pt x="104" y="2424"/>
                  </a:cubicBezTo>
                  <a:cubicBezTo>
                    <a:pt x="55" y="2449"/>
                    <a:pt x="1" y="2507"/>
                    <a:pt x="13" y="2650"/>
                  </a:cubicBezTo>
                  <a:cubicBezTo>
                    <a:pt x="37" y="2914"/>
                    <a:pt x="336" y="3141"/>
                    <a:pt x="496" y="3263"/>
                  </a:cubicBezTo>
                  <a:cubicBezTo>
                    <a:pt x="517" y="3278"/>
                    <a:pt x="534" y="3292"/>
                    <a:pt x="549" y="3304"/>
                  </a:cubicBezTo>
                  <a:cubicBezTo>
                    <a:pt x="670" y="3401"/>
                    <a:pt x="1577" y="4249"/>
                    <a:pt x="1840" y="4608"/>
                  </a:cubicBezTo>
                  <a:cubicBezTo>
                    <a:pt x="2107" y="4971"/>
                    <a:pt x="2581" y="5506"/>
                    <a:pt x="2587" y="5513"/>
                  </a:cubicBezTo>
                  <a:lnTo>
                    <a:pt x="3367" y="6316"/>
                  </a:lnTo>
                  <a:cubicBezTo>
                    <a:pt x="3380" y="6329"/>
                    <a:pt x="3396" y="6336"/>
                    <a:pt x="3414" y="6336"/>
                  </a:cubicBezTo>
                  <a:cubicBezTo>
                    <a:pt x="3428" y="6336"/>
                    <a:pt x="3442" y="6332"/>
                    <a:pt x="3454" y="6323"/>
                  </a:cubicBezTo>
                  <a:lnTo>
                    <a:pt x="4817" y="5301"/>
                  </a:lnTo>
                  <a:cubicBezTo>
                    <a:pt x="4834" y="5288"/>
                    <a:pt x="4843" y="5268"/>
                    <a:pt x="4843" y="5248"/>
                  </a:cubicBezTo>
                  <a:lnTo>
                    <a:pt x="4843" y="4737"/>
                  </a:lnTo>
                  <a:cubicBezTo>
                    <a:pt x="4843" y="4233"/>
                    <a:pt x="4830" y="3348"/>
                    <a:pt x="4743" y="3084"/>
                  </a:cubicBezTo>
                  <a:cubicBezTo>
                    <a:pt x="4643" y="2785"/>
                    <a:pt x="4082" y="1906"/>
                    <a:pt x="3881" y="1630"/>
                  </a:cubicBezTo>
                  <a:cubicBezTo>
                    <a:pt x="3844" y="1579"/>
                    <a:pt x="3806" y="1520"/>
                    <a:pt x="3767" y="1460"/>
                  </a:cubicBezTo>
                  <a:cubicBezTo>
                    <a:pt x="3631" y="1252"/>
                    <a:pt x="3515" y="1071"/>
                    <a:pt x="3377" y="1071"/>
                  </a:cubicBezTo>
                  <a:cubicBezTo>
                    <a:pt x="3374" y="1071"/>
                    <a:pt x="3371" y="1071"/>
                    <a:pt x="3368" y="1071"/>
                  </a:cubicBezTo>
                  <a:cubicBezTo>
                    <a:pt x="3304" y="1075"/>
                    <a:pt x="3250" y="1119"/>
                    <a:pt x="3208" y="1202"/>
                  </a:cubicBezTo>
                  <a:cubicBezTo>
                    <a:pt x="3043" y="1533"/>
                    <a:pt x="3142" y="1709"/>
                    <a:pt x="3287" y="1904"/>
                  </a:cubicBezTo>
                  <a:cubicBezTo>
                    <a:pt x="3361" y="2001"/>
                    <a:pt x="3480" y="2229"/>
                    <a:pt x="3578" y="2426"/>
                  </a:cubicBezTo>
                  <a:cubicBezTo>
                    <a:pt x="3242" y="2095"/>
                    <a:pt x="2873" y="1721"/>
                    <a:pt x="2840" y="1664"/>
                  </a:cubicBezTo>
                  <a:cubicBezTo>
                    <a:pt x="2789" y="1561"/>
                    <a:pt x="1936" y="196"/>
                    <a:pt x="1835" y="71"/>
                  </a:cubicBezTo>
                  <a:cubicBezTo>
                    <a:pt x="1798" y="25"/>
                    <a:pt x="1749"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g33adf7f9e96_1_0"/>
            <p:cNvSpPr/>
            <p:nvPr/>
          </p:nvSpPr>
          <p:spPr>
            <a:xfrm>
              <a:off x="9282889" y="3413658"/>
              <a:ext cx="229805" cy="196866"/>
            </a:xfrm>
            <a:custGeom>
              <a:rect b="b" l="l" r="r" t="t"/>
              <a:pathLst>
                <a:path extrusionOk="0" h="5391" w="6293">
                  <a:moveTo>
                    <a:pt x="3708" y="0"/>
                  </a:moveTo>
                  <a:cubicBezTo>
                    <a:pt x="3693" y="0"/>
                    <a:pt x="3678" y="4"/>
                    <a:pt x="3661" y="13"/>
                  </a:cubicBezTo>
                  <a:cubicBezTo>
                    <a:pt x="3444" y="129"/>
                    <a:pt x="3325" y="379"/>
                    <a:pt x="3395" y="678"/>
                  </a:cubicBezTo>
                  <a:cubicBezTo>
                    <a:pt x="3465" y="979"/>
                    <a:pt x="3921" y="1638"/>
                    <a:pt x="3921" y="1638"/>
                  </a:cubicBezTo>
                  <a:lnTo>
                    <a:pt x="2529" y="1059"/>
                  </a:lnTo>
                  <a:cubicBezTo>
                    <a:pt x="2529" y="1059"/>
                    <a:pt x="947" y="472"/>
                    <a:pt x="801" y="423"/>
                  </a:cubicBezTo>
                  <a:cubicBezTo>
                    <a:pt x="766" y="411"/>
                    <a:pt x="730" y="405"/>
                    <a:pt x="695" y="405"/>
                  </a:cubicBezTo>
                  <a:cubicBezTo>
                    <a:pt x="585" y="405"/>
                    <a:pt x="491" y="464"/>
                    <a:pt x="518" y="579"/>
                  </a:cubicBezTo>
                  <a:cubicBezTo>
                    <a:pt x="552" y="729"/>
                    <a:pt x="741" y="781"/>
                    <a:pt x="886" y="851"/>
                  </a:cubicBezTo>
                  <a:cubicBezTo>
                    <a:pt x="1031" y="922"/>
                    <a:pt x="2147" y="1507"/>
                    <a:pt x="2147" y="1507"/>
                  </a:cubicBezTo>
                  <a:cubicBezTo>
                    <a:pt x="2147" y="1507"/>
                    <a:pt x="537" y="1046"/>
                    <a:pt x="370" y="995"/>
                  </a:cubicBezTo>
                  <a:cubicBezTo>
                    <a:pt x="265" y="963"/>
                    <a:pt x="161" y="915"/>
                    <a:pt x="96" y="915"/>
                  </a:cubicBezTo>
                  <a:cubicBezTo>
                    <a:pt x="58" y="915"/>
                    <a:pt x="34" y="932"/>
                    <a:pt x="32" y="979"/>
                  </a:cubicBezTo>
                  <a:cubicBezTo>
                    <a:pt x="26" y="1105"/>
                    <a:pt x="61" y="1234"/>
                    <a:pt x="391" y="1420"/>
                  </a:cubicBezTo>
                  <a:cubicBezTo>
                    <a:pt x="721" y="1607"/>
                    <a:pt x="2023" y="2286"/>
                    <a:pt x="2023" y="2286"/>
                  </a:cubicBezTo>
                  <a:cubicBezTo>
                    <a:pt x="2023" y="2286"/>
                    <a:pt x="1352" y="2146"/>
                    <a:pt x="659" y="2027"/>
                  </a:cubicBezTo>
                  <a:cubicBezTo>
                    <a:pt x="460" y="1993"/>
                    <a:pt x="323" y="1978"/>
                    <a:pt x="231" y="1978"/>
                  </a:cubicBezTo>
                  <a:cubicBezTo>
                    <a:pt x="0" y="1978"/>
                    <a:pt x="50" y="2073"/>
                    <a:pt x="119" y="2213"/>
                  </a:cubicBezTo>
                  <a:cubicBezTo>
                    <a:pt x="215" y="2408"/>
                    <a:pt x="1928" y="2917"/>
                    <a:pt x="1928" y="2917"/>
                  </a:cubicBezTo>
                  <a:cubicBezTo>
                    <a:pt x="1928" y="2917"/>
                    <a:pt x="798" y="3051"/>
                    <a:pt x="585" y="3083"/>
                  </a:cubicBezTo>
                  <a:cubicBezTo>
                    <a:pt x="371" y="3115"/>
                    <a:pt x="381" y="3348"/>
                    <a:pt x="527" y="3398"/>
                  </a:cubicBezTo>
                  <a:cubicBezTo>
                    <a:pt x="673" y="3448"/>
                    <a:pt x="1667" y="3497"/>
                    <a:pt x="1791" y="3546"/>
                  </a:cubicBezTo>
                  <a:cubicBezTo>
                    <a:pt x="1916" y="3594"/>
                    <a:pt x="2533" y="3985"/>
                    <a:pt x="3094" y="4225"/>
                  </a:cubicBezTo>
                  <a:cubicBezTo>
                    <a:pt x="3654" y="4464"/>
                    <a:pt x="4364" y="4669"/>
                    <a:pt x="4512" y="4677"/>
                  </a:cubicBezTo>
                  <a:cubicBezTo>
                    <a:pt x="4660" y="4684"/>
                    <a:pt x="5289" y="5390"/>
                    <a:pt x="5289" y="5390"/>
                  </a:cubicBezTo>
                  <a:lnTo>
                    <a:pt x="6293" y="3671"/>
                  </a:lnTo>
                  <a:lnTo>
                    <a:pt x="5504" y="3072"/>
                  </a:lnTo>
                  <a:cubicBezTo>
                    <a:pt x="5504" y="3072"/>
                    <a:pt x="5252" y="2148"/>
                    <a:pt x="5053" y="1884"/>
                  </a:cubicBezTo>
                  <a:cubicBezTo>
                    <a:pt x="4854" y="1620"/>
                    <a:pt x="4261" y="1167"/>
                    <a:pt x="4106" y="883"/>
                  </a:cubicBezTo>
                  <a:cubicBezTo>
                    <a:pt x="3962" y="621"/>
                    <a:pt x="3890" y="0"/>
                    <a:pt x="370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g33adf7f9e96_1_0"/>
            <p:cNvSpPr/>
            <p:nvPr/>
          </p:nvSpPr>
          <p:spPr>
            <a:xfrm>
              <a:off x="9281319" y="3411248"/>
              <a:ext cx="234077" cy="201686"/>
            </a:xfrm>
            <a:custGeom>
              <a:rect b="b" l="l" r="r" t="t"/>
              <a:pathLst>
                <a:path extrusionOk="0" h="5523" w="6410">
                  <a:moveTo>
                    <a:pt x="3751" y="132"/>
                  </a:moveTo>
                  <a:cubicBezTo>
                    <a:pt x="3754" y="132"/>
                    <a:pt x="3756" y="133"/>
                    <a:pt x="3758" y="134"/>
                  </a:cubicBezTo>
                  <a:cubicBezTo>
                    <a:pt x="3824" y="162"/>
                    <a:pt x="3893" y="397"/>
                    <a:pt x="3943" y="570"/>
                  </a:cubicBezTo>
                  <a:cubicBezTo>
                    <a:pt x="3987" y="720"/>
                    <a:pt x="4033" y="875"/>
                    <a:pt x="4091" y="981"/>
                  </a:cubicBezTo>
                  <a:cubicBezTo>
                    <a:pt x="4185" y="1152"/>
                    <a:pt x="4418" y="1371"/>
                    <a:pt x="4643" y="1582"/>
                  </a:cubicBezTo>
                  <a:cubicBezTo>
                    <a:pt x="4806" y="1736"/>
                    <a:pt x="4961" y="1881"/>
                    <a:pt x="5043" y="1990"/>
                  </a:cubicBezTo>
                  <a:cubicBezTo>
                    <a:pt x="5232" y="2241"/>
                    <a:pt x="5479" y="3146"/>
                    <a:pt x="5481" y="3155"/>
                  </a:cubicBezTo>
                  <a:cubicBezTo>
                    <a:pt x="5485" y="3169"/>
                    <a:pt x="5493" y="3181"/>
                    <a:pt x="5505" y="3191"/>
                  </a:cubicBezTo>
                  <a:lnTo>
                    <a:pt x="6248" y="3754"/>
                  </a:lnTo>
                  <a:lnTo>
                    <a:pt x="5321" y="5343"/>
                  </a:lnTo>
                  <a:cubicBezTo>
                    <a:pt x="5102" y="5103"/>
                    <a:pt x="4702" y="4683"/>
                    <a:pt x="4559" y="4676"/>
                  </a:cubicBezTo>
                  <a:cubicBezTo>
                    <a:pt x="4425" y="4668"/>
                    <a:pt x="3728" y="4472"/>
                    <a:pt x="3163" y="4230"/>
                  </a:cubicBezTo>
                  <a:cubicBezTo>
                    <a:pt x="2801" y="4075"/>
                    <a:pt x="2410" y="3853"/>
                    <a:pt x="2152" y="3708"/>
                  </a:cubicBezTo>
                  <a:cubicBezTo>
                    <a:pt x="2004" y="3624"/>
                    <a:pt x="1906" y="3568"/>
                    <a:pt x="1859" y="3549"/>
                  </a:cubicBezTo>
                  <a:cubicBezTo>
                    <a:pt x="1791" y="3523"/>
                    <a:pt x="1569" y="3503"/>
                    <a:pt x="1212" y="3471"/>
                  </a:cubicBezTo>
                  <a:cubicBezTo>
                    <a:pt x="951" y="3449"/>
                    <a:pt x="656" y="3424"/>
                    <a:pt x="590" y="3401"/>
                  </a:cubicBezTo>
                  <a:cubicBezTo>
                    <a:pt x="544" y="3386"/>
                    <a:pt x="527" y="3341"/>
                    <a:pt x="530" y="3306"/>
                  </a:cubicBezTo>
                  <a:cubicBezTo>
                    <a:pt x="535" y="3257"/>
                    <a:pt x="574" y="3224"/>
                    <a:pt x="638" y="3214"/>
                  </a:cubicBezTo>
                  <a:cubicBezTo>
                    <a:pt x="847" y="3184"/>
                    <a:pt x="1968" y="3050"/>
                    <a:pt x="1979" y="3049"/>
                  </a:cubicBezTo>
                  <a:cubicBezTo>
                    <a:pt x="2010" y="3044"/>
                    <a:pt x="2035" y="3019"/>
                    <a:pt x="2037" y="2988"/>
                  </a:cubicBezTo>
                  <a:cubicBezTo>
                    <a:pt x="2040" y="2957"/>
                    <a:pt x="2021" y="2927"/>
                    <a:pt x="1990" y="2919"/>
                  </a:cubicBezTo>
                  <a:cubicBezTo>
                    <a:pt x="1171" y="2676"/>
                    <a:pt x="286" y="2359"/>
                    <a:pt x="219" y="2244"/>
                  </a:cubicBezTo>
                  <a:cubicBezTo>
                    <a:pt x="199" y="2203"/>
                    <a:pt x="167" y="2139"/>
                    <a:pt x="168" y="2125"/>
                  </a:cubicBezTo>
                  <a:cubicBezTo>
                    <a:pt x="176" y="2119"/>
                    <a:pt x="199" y="2109"/>
                    <a:pt x="266" y="2109"/>
                  </a:cubicBezTo>
                  <a:cubicBezTo>
                    <a:pt x="341" y="2109"/>
                    <a:pt x="469" y="2120"/>
                    <a:pt x="690" y="2158"/>
                  </a:cubicBezTo>
                  <a:cubicBezTo>
                    <a:pt x="1375" y="2276"/>
                    <a:pt x="2046" y="2415"/>
                    <a:pt x="2053" y="2416"/>
                  </a:cubicBezTo>
                  <a:cubicBezTo>
                    <a:pt x="2057" y="2417"/>
                    <a:pt x="2062" y="2417"/>
                    <a:pt x="2067" y="2417"/>
                  </a:cubicBezTo>
                  <a:cubicBezTo>
                    <a:pt x="2094" y="2417"/>
                    <a:pt x="2119" y="2400"/>
                    <a:pt x="2129" y="2373"/>
                  </a:cubicBezTo>
                  <a:cubicBezTo>
                    <a:pt x="2139" y="2342"/>
                    <a:pt x="2126" y="2307"/>
                    <a:pt x="2097" y="2293"/>
                  </a:cubicBezTo>
                  <a:cubicBezTo>
                    <a:pt x="2084" y="2286"/>
                    <a:pt x="792" y="1611"/>
                    <a:pt x="467" y="1428"/>
                  </a:cubicBezTo>
                  <a:cubicBezTo>
                    <a:pt x="131" y="1240"/>
                    <a:pt x="137" y="1124"/>
                    <a:pt x="133" y="1048"/>
                  </a:cubicBezTo>
                  <a:cubicBezTo>
                    <a:pt x="135" y="1047"/>
                    <a:pt x="138" y="1047"/>
                    <a:pt x="141" y="1047"/>
                  </a:cubicBezTo>
                  <a:cubicBezTo>
                    <a:pt x="171" y="1047"/>
                    <a:pt x="240" y="1071"/>
                    <a:pt x="288" y="1088"/>
                  </a:cubicBezTo>
                  <a:cubicBezTo>
                    <a:pt x="322" y="1101"/>
                    <a:pt x="357" y="1114"/>
                    <a:pt x="394" y="1125"/>
                  </a:cubicBezTo>
                  <a:cubicBezTo>
                    <a:pt x="560" y="1175"/>
                    <a:pt x="2105" y="1618"/>
                    <a:pt x="2171" y="1636"/>
                  </a:cubicBezTo>
                  <a:cubicBezTo>
                    <a:pt x="2177" y="1638"/>
                    <a:pt x="2184" y="1639"/>
                    <a:pt x="2190" y="1639"/>
                  </a:cubicBezTo>
                  <a:cubicBezTo>
                    <a:pt x="2216" y="1639"/>
                    <a:pt x="2241" y="1623"/>
                    <a:pt x="2252" y="1597"/>
                  </a:cubicBezTo>
                  <a:cubicBezTo>
                    <a:pt x="2263" y="1566"/>
                    <a:pt x="2250" y="1530"/>
                    <a:pt x="2221" y="1514"/>
                  </a:cubicBezTo>
                  <a:cubicBezTo>
                    <a:pt x="2175" y="1491"/>
                    <a:pt x="1102" y="927"/>
                    <a:pt x="958" y="858"/>
                  </a:cubicBezTo>
                  <a:cubicBezTo>
                    <a:pt x="930" y="843"/>
                    <a:pt x="900" y="830"/>
                    <a:pt x="871" y="817"/>
                  </a:cubicBezTo>
                  <a:cubicBezTo>
                    <a:pt x="755" y="767"/>
                    <a:pt x="646" y="719"/>
                    <a:pt x="626" y="629"/>
                  </a:cubicBezTo>
                  <a:cubicBezTo>
                    <a:pt x="616" y="593"/>
                    <a:pt x="629" y="576"/>
                    <a:pt x="640" y="567"/>
                  </a:cubicBezTo>
                  <a:cubicBezTo>
                    <a:pt x="661" y="548"/>
                    <a:pt x="698" y="538"/>
                    <a:pt x="738" y="538"/>
                  </a:cubicBezTo>
                  <a:cubicBezTo>
                    <a:pt x="766" y="538"/>
                    <a:pt x="795" y="542"/>
                    <a:pt x="822" y="551"/>
                  </a:cubicBezTo>
                  <a:cubicBezTo>
                    <a:pt x="965" y="601"/>
                    <a:pt x="2533" y="1182"/>
                    <a:pt x="2546" y="1187"/>
                  </a:cubicBezTo>
                  <a:lnTo>
                    <a:pt x="3939" y="1764"/>
                  </a:lnTo>
                  <a:cubicBezTo>
                    <a:pt x="3947" y="1768"/>
                    <a:pt x="3955" y="1769"/>
                    <a:pt x="3964" y="1769"/>
                  </a:cubicBezTo>
                  <a:cubicBezTo>
                    <a:pt x="3983" y="1769"/>
                    <a:pt x="4002" y="1761"/>
                    <a:pt x="4016" y="1745"/>
                  </a:cubicBezTo>
                  <a:cubicBezTo>
                    <a:pt x="4033" y="1721"/>
                    <a:pt x="4035" y="1689"/>
                    <a:pt x="4018" y="1666"/>
                  </a:cubicBezTo>
                  <a:cubicBezTo>
                    <a:pt x="4013" y="1659"/>
                    <a:pt x="3570" y="1014"/>
                    <a:pt x="3503" y="729"/>
                  </a:cubicBezTo>
                  <a:cubicBezTo>
                    <a:pt x="3443" y="473"/>
                    <a:pt x="3533" y="246"/>
                    <a:pt x="3736" y="137"/>
                  </a:cubicBezTo>
                  <a:cubicBezTo>
                    <a:pt x="3743" y="133"/>
                    <a:pt x="3748" y="132"/>
                    <a:pt x="3751" y="132"/>
                  </a:cubicBezTo>
                  <a:close/>
                  <a:moveTo>
                    <a:pt x="3752" y="0"/>
                  </a:moveTo>
                  <a:cubicBezTo>
                    <a:pt x="3729" y="0"/>
                    <a:pt x="3702" y="6"/>
                    <a:pt x="3674" y="21"/>
                  </a:cubicBezTo>
                  <a:cubicBezTo>
                    <a:pt x="3418" y="157"/>
                    <a:pt x="3301" y="447"/>
                    <a:pt x="3374" y="759"/>
                  </a:cubicBezTo>
                  <a:cubicBezTo>
                    <a:pt x="3423" y="970"/>
                    <a:pt x="3645" y="1337"/>
                    <a:pt x="3787" y="1558"/>
                  </a:cubicBezTo>
                  <a:lnTo>
                    <a:pt x="2595" y="1064"/>
                  </a:lnTo>
                  <a:cubicBezTo>
                    <a:pt x="2531" y="1040"/>
                    <a:pt x="1010" y="475"/>
                    <a:pt x="865" y="426"/>
                  </a:cubicBezTo>
                  <a:cubicBezTo>
                    <a:pt x="823" y="412"/>
                    <a:pt x="780" y="405"/>
                    <a:pt x="739" y="405"/>
                  </a:cubicBezTo>
                  <a:cubicBezTo>
                    <a:pt x="665" y="405"/>
                    <a:pt x="596" y="427"/>
                    <a:pt x="550" y="468"/>
                  </a:cubicBezTo>
                  <a:cubicBezTo>
                    <a:pt x="498" y="516"/>
                    <a:pt x="478" y="584"/>
                    <a:pt x="496" y="660"/>
                  </a:cubicBezTo>
                  <a:cubicBezTo>
                    <a:pt x="531" y="814"/>
                    <a:pt x="684" y="881"/>
                    <a:pt x="818" y="939"/>
                  </a:cubicBezTo>
                  <a:cubicBezTo>
                    <a:pt x="845" y="952"/>
                    <a:pt x="873" y="964"/>
                    <a:pt x="899" y="977"/>
                  </a:cubicBezTo>
                  <a:cubicBezTo>
                    <a:pt x="970" y="1011"/>
                    <a:pt x="1284" y="1175"/>
                    <a:pt x="1580" y="1329"/>
                  </a:cubicBezTo>
                  <a:cubicBezTo>
                    <a:pt x="1109" y="1194"/>
                    <a:pt x="528" y="1027"/>
                    <a:pt x="432" y="997"/>
                  </a:cubicBezTo>
                  <a:cubicBezTo>
                    <a:pt x="399" y="988"/>
                    <a:pt x="364" y="975"/>
                    <a:pt x="333" y="964"/>
                  </a:cubicBezTo>
                  <a:cubicBezTo>
                    <a:pt x="260" y="938"/>
                    <a:pt x="193" y="914"/>
                    <a:pt x="138" y="914"/>
                  </a:cubicBezTo>
                  <a:cubicBezTo>
                    <a:pt x="109" y="914"/>
                    <a:pt x="84" y="921"/>
                    <a:pt x="62" y="936"/>
                  </a:cubicBezTo>
                  <a:cubicBezTo>
                    <a:pt x="39" y="951"/>
                    <a:pt x="11" y="982"/>
                    <a:pt x="8" y="1041"/>
                  </a:cubicBezTo>
                  <a:cubicBezTo>
                    <a:pt x="0" y="1205"/>
                    <a:pt x="64" y="1353"/>
                    <a:pt x="401" y="1544"/>
                  </a:cubicBezTo>
                  <a:cubicBezTo>
                    <a:pt x="611" y="1662"/>
                    <a:pt x="1213" y="1979"/>
                    <a:pt x="1626" y="2196"/>
                  </a:cubicBezTo>
                  <a:cubicBezTo>
                    <a:pt x="1374" y="2146"/>
                    <a:pt x="1045" y="2085"/>
                    <a:pt x="712" y="2028"/>
                  </a:cubicBezTo>
                  <a:cubicBezTo>
                    <a:pt x="506" y="1992"/>
                    <a:pt x="367" y="1977"/>
                    <a:pt x="271" y="1977"/>
                  </a:cubicBezTo>
                  <a:cubicBezTo>
                    <a:pt x="146" y="1977"/>
                    <a:pt x="94" y="2003"/>
                    <a:pt x="63" y="2044"/>
                  </a:cubicBezTo>
                  <a:cubicBezTo>
                    <a:pt x="8" y="2118"/>
                    <a:pt x="53" y="2208"/>
                    <a:pt x="102" y="2307"/>
                  </a:cubicBezTo>
                  <a:cubicBezTo>
                    <a:pt x="186" y="2476"/>
                    <a:pt x="1098" y="2781"/>
                    <a:pt x="1651" y="2954"/>
                  </a:cubicBezTo>
                  <a:cubicBezTo>
                    <a:pt x="1299" y="2997"/>
                    <a:pt x="761" y="3062"/>
                    <a:pt x="618" y="3083"/>
                  </a:cubicBezTo>
                  <a:cubicBezTo>
                    <a:pt x="467" y="3106"/>
                    <a:pt x="406" y="3207"/>
                    <a:pt x="398" y="3294"/>
                  </a:cubicBezTo>
                  <a:cubicBezTo>
                    <a:pt x="388" y="3398"/>
                    <a:pt x="451" y="3494"/>
                    <a:pt x="548" y="3527"/>
                  </a:cubicBezTo>
                  <a:cubicBezTo>
                    <a:pt x="624" y="3553"/>
                    <a:pt x="845" y="3573"/>
                    <a:pt x="1200" y="3604"/>
                  </a:cubicBezTo>
                  <a:cubicBezTo>
                    <a:pt x="1448" y="3626"/>
                    <a:pt x="1756" y="3652"/>
                    <a:pt x="1810" y="3673"/>
                  </a:cubicBezTo>
                  <a:cubicBezTo>
                    <a:pt x="1849" y="3689"/>
                    <a:pt x="1955" y="3748"/>
                    <a:pt x="2087" y="3824"/>
                  </a:cubicBezTo>
                  <a:cubicBezTo>
                    <a:pt x="2347" y="3970"/>
                    <a:pt x="2741" y="4194"/>
                    <a:pt x="3110" y="4351"/>
                  </a:cubicBezTo>
                  <a:cubicBezTo>
                    <a:pt x="3663" y="4588"/>
                    <a:pt x="4389" y="4801"/>
                    <a:pt x="4550" y="4808"/>
                  </a:cubicBezTo>
                  <a:cubicBezTo>
                    <a:pt x="4634" y="4822"/>
                    <a:pt x="4995" y="5178"/>
                    <a:pt x="5283" y="5500"/>
                  </a:cubicBezTo>
                  <a:cubicBezTo>
                    <a:pt x="5296" y="5514"/>
                    <a:pt x="5313" y="5523"/>
                    <a:pt x="5332" y="5523"/>
                  </a:cubicBezTo>
                  <a:lnTo>
                    <a:pt x="5338" y="5523"/>
                  </a:lnTo>
                  <a:cubicBezTo>
                    <a:pt x="5360" y="5520"/>
                    <a:pt x="5379" y="5507"/>
                    <a:pt x="5389" y="5490"/>
                  </a:cubicBezTo>
                  <a:lnTo>
                    <a:pt x="6392" y="3770"/>
                  </a:lnTo>
                  <a:cubicBezTo>
                    <a:pt x="6409" y="3742"/>
                    <a:pt x="6402" y="3705"/>
                    <a:pt x="6375" y="3684"/>
                  </a:cubicBezTo>
                  <a:lnTo>
                    <a:pt x="5603" y="3098"/>
                  </a:lnTo>
                  <a:cubicBezTo>
                    <a:pt x="5563" y="2953"/>
                    <a:pt x="5338" y="2161"/>
                    <a:pt x="5149" y="1909"/>
                  </a:cubicBezTo>
                  <a:cubicBezTo>
                    <a:pt x="5060" y="1792"/>
                    <a:pt x="4902" y="1643"/>
                    <a:pt x="4734" y="1486"/>
                  </a:cubicBezTo>
                  <a:cubicBezTo>
                    <a:pt x="4527" y="1291"/>
                    <a:pt x="4291" y="1069"/>
                    <a:pt x="4207" y="917"/>
                  </a:cubicBezTo>
                  <a:cubicBezTo>
                    <a:pt x="4156" y="825"/>
                    <a:pt x="4113" y="677"/>
                    <a:pt x="4071" y="533"/>
                  </a:cubicBezTo>
                  <a:cubicBezTo>
                    <a:pt x="3997" y="281"/>
                    <a:pt x="3933" y="64"/>
                    <a:pt x="3809" y="12"/>
                  </a:cubicBezTo>
                  <a:cubicBezTo>
                    <a:pt x="3794" y="5"/>
                    <a:pt x="3775" y="0"/>
                    <a:pt x="37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g33adf7f9e96_1_0"/>
            <p:cNvSpPr/>
            <p:nvPr/>
          </p:nvSpPr>
          <p:spPr>
            <a:xfrm>
              <a:off x="9425414" y="3479607"/>
              <a:ext cx="32245" cy="65074"/>
            </a:xfrm>
            <a:custGeom>
              <a:rect b="b" l="l" r="r" t="t"/>
              <a:pathLst>
                <a:path extrusionOk="0" h="1782" w="883">
                  <a:moveTo>
                    <a:pt x="69" y="1"/>
                  </a:moveTo>
                  <a:cubicBezTo>
                    <a:pt x="68" y="1"/>
                    <a:pt x="66" y="1"/>
                    <a:pt x="65" y="1"/>
                  </a:cubicBezTo>
                  <a:cubicBezTo>
                    <a:pt x="28" y="3"/>
                    <a:pt x="1" y="35"/>
                    <a:pt x="3" y="72"/>
                  </a:cubicBezTo>
                  <a:cubicBezTo>
                    <a:pt x="10" y="183"/>
                    <a:pt x="80" y="1174"/>
                    <a:pt x="177" y="1394"/>
                  </a:cubicBezTo>
                  <a:cubicBezTo>
                    <a:pt x="278" y="1622"/>
                    <a:pt x="514" y="1766"/>
                    <a:pt x="811" y="1781"/>
                  </a:cubicBezTo>
                  <a:lnTo>
                    <a:pt x="815" y="1781"/>
                  </a:lnTo>
                  <a:cubicBezTo>
                    <a:pt x="850" y="1781"/>
                    <a:pt x="879" y="1753"/>
                    <a:pt x="881" y="1717"/>
                  </a:cubicBezTo>
                  <a:cubicBezTo>
                    <a:pt x="882" y="1681"/>
                    <a:pt x="854" y="1650"/>
                    <a:pt x="817" y="1648"/>
                  </a:cubicBezTo>
                  <a:cubicBezTo>
                    <a:pt x="572" y="1636"/>
                    <a:pt x="378" y="1521"/>
                    <a:pt x="299" y="1341"/>
                  </a:cubicBezTo>
                  <a:cubicBezTo>
                    <a:pt x="225" y="1172"/>
                    <a:pt x="156" y="360"/>
                    <a:pt x="136" y="62"/>
                  </a:cubicBezTo>
                  <a:cubicBezTo>
                    <a:pt x="134" y="27"/>
                    <a:pt x="104"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g33adf7f9e96_1_0"/>
            <p:cNvSpPr/>
            <p:nvPr/>
          </p:nvSpPr>
          <p:spPr>
            <a:xfrm>
              <a:off x="9363080" y="3468506"/>
              <a:ext cx="15410" cy="52403"/>
            </a:xfrm>
            <a:custGeom>
              <a:rect b="b" l="l" r="r" t="t"/>
              <a:pathLst>
                <a:path extrusionOk="0" h="1435" w="422">
                  <a:moveTo>
                    <a:pt x="351" y="1"/>
                  </a:moveTo>
                  <a:cubicBezTo>
                    <a:pt x="320" y="1"/>
                    <a:pt x="292" y="22"/>
                    <a:pt x="285" y="53"/>
                  </a:cubicBezTo>
                  <a:lnTo>
                    <a:pt x="9" y="1354"/>
                  </a:lnTo>
                  <a:cubicBezTo>
                    <a:pt x="1" y="1390"/>
                    <a:pt x="24" y="1425"/>
                    <a:pt x="60" y="1432"/>
                  </a:cubicBezTo>
                  <a:cubicBezTo>
                    <a:pt x="65" y="1433"/>
                    <a:pt x="69" y="1435"/>
                    <a:pt x="74" y="1435"/>
                  </a:cubicBezTo>
                  <a:cubicBezTo>
                    <a:pt x="105" y="1435"/>
                    <a:pt x="132" y="1412"/>
                    <a:pt x="139" y="1381"/>
                  </a:cubicBezTo>
                  <a:lnTo>
                    <a:pt x="415" y="81"/>
                  </a:lnTo>
                  <a:cubicBezTo>
                    <a:pt x="422" y="44"/>
                    <a:pt x="399" y="10"/>
                    <a:pt x="364" y="2"/>
                  </a:cubicBezTo>
                  <a:cubicBezTo>
                    <a:pt x="360" y="1"/>
                    <a:pt x="355"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g33adf7f9e96_1_0"/>
            <p:cNvSpPr/>
            <p:nvPr/>
          </p:nvSpPr>
          <p:spPr>
            <a:xfrm>
              <a:off x="10042326" y="4878666"/>
              <a:ext cx="230352" cy="146764"/>
            </a:xfrm>
            <a:custGeom>
              <a:rect b="b" l="l" r="r" t="t"/>
              <a:pathLst>
                <a:path extrusionOk="0" h="4019" w="6308">
                  <a:moveTo>
                    <a:pt x="5748" y="1"/>
                  </a:moveTo>
                  <a:lnTo>
                    <a:pt x="3189" y="198"/>
                  </a:lnTo>
                  <a:cubicBezTo>
                    <a:pt x="3189" y="198"/>
                    <a:pt x="2905" y="1119"/>
                    <a:pt x="2651" y="1474"/>
                  </a:cubicBezTo>
                  <a:cubicBezTo>
                    <a:pt x="2398" y="1830"/>
                    <a:pt x="1077" y="2947"/>
                    <a:pt x="519" y="3353"/>
                  </a:cubicBezTo>
                  <a:cubicBezTo>
                    <a:pt x="0" y="3729"/>
                    <a:pt x="835" y="4018"/>
                    <a:pt x="1647" y="4018"/>
                  </a:cubicBezTo>
                  <a:cubicBezTo>
                    <a:pt x="1712" y="4018"/>
                    <a:pt x="1776" y="4017"/>
                    <a:pt x="1839" y="4013"/>
                  </a:cubicBezTo>
                  <a:cubicBezTo>
                    <a:pt x="2702" y="3962"/>
                    <a:pt x="4530" y="3758"/>
                    <a:pt x="5343" y="3454"/>
                  </a:cubicBezTo>
                  <a:cubicBezTo>
                    <a:pt x="6155" y="3149"/>
                    <a:pt x="6308" y="2743"/>
                    <a:pt x="6257" y="2439"/>
                  </a:cubicBezTo>
                  <a:cubicBezTo>
                    <a:pt x="6206" y="2134"/>
                    <a:pt x="5748" y="1"/>
                    <a:pt x="574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g33adf7f9e96_1_0"/>
            <p:cNvSpPr/>
            <p:nvPr/>
          </p:nvSpPr>
          <p:spPr>
            <a:xfrm>
              <a:off x="10052368" y="4876255"/>
              <a:ext cx="222392" cy="151584"/>
            </a:xfrm>
            <a:custGeom>
              <a:rect b="b" l="l" r="r" t="t"/>
              <a:pathLst>
                <a:path extrusionOk="0" h="4151" w="6090">
                  <a:moveTo>
                    <a:pt x="5421" y="138"/>
                  </a:moveTo>
                  <a:cubicBezTo>
                    <a:pt x="5493" y="479"/>
                    <a:pt x="5871" y="2244"/>
                    <a:pt x="5916" y="2516"/>
                  </a:cubicBezTo>
                  <a:cubicBezTo>
                    <a:pt x="5979" y="2890"/>
                    <a:pt x="5669" y="3225"/>
                    <a:pt x="5044" y="3459"/>
                  </a:cubicBezTo>
                  <a:cubicBezTo>
                    <a:pt x="4210" y="3771"/>
                    <a:pt x="2336" y="3966"/>
                    <a:pt x="1560" y="4013"/>
                  </a:cubicBezTo>
                  <a:cubicBezTo>
                    <a:pt x="1499" y="4016"/>
                    <a:pt x="1438" y="4018"/>
                    <a:pt x="1378" y="4018"/>
                  </a:cubicBezTo>
                  <a:cubicBezTo>
                    <a:pt x="797" y="4018"/>
                    <a:pt x="222" y="3865"/>
                    <a:pt x="155" y="3679"/>
                  </a:cubicBezTo>
                  <a:cubicBezTo>
                    <a:pt x="129" y="3604"/>
                    <a:pt x="210" y="3525"/>
                    <a:pt x="283" y="3473"/>
                  </a:cubicBezTo>
                  <a:cubicBezTo>
                    <a:pt x="827" y="3077"/>
                    <a:pt x="2165" y="1949"/>
                    <a:pt x="2430" y="1579"/>
                  </a:cubicBezTo>
                  <a:cubicBezTo>
                    <a:pt x="2659" y="1259"/>
                    <a:pt x="2904" y="516"/>
                    <a:pt x="2964" y="328"/>
                  </a:cubicBezTo>
                  <a:lnTo>
                    <a:pt x="5421" y="138"/>
                  </a:lnTo>
                  <a:close/>
                  <a:moveTo>
                    <a:pt x="5478" y="1"/>
                  </a:moveTo>
                  <a:cubicBezTo>
                    <a:pt x="5475" y="1"/>
                    <a:pt x="5472" y="1"/>
                    <a:pt x="5469" y="2"/>
                  </a:cubicBezTo>
                  <a:lnTo>
                    <a:pt x="2910" y="199"/>
                  </a:lnTo>
                  <a:cubicBezTo>
                    <a:pt x="2882" y="201"/>
                    <a:pt x="2859" y="219"/>
                    <a:pt x="2850" y="245"/>
                  </a:cubicBezTo>
                  <a:cubicBezTo>
                    <a:pt x="2848" y="254"/>
                    <a:pt x="2566" y="1159"/>
                    <a:pt x="2323" y="1501"/>
                  </a:cubicBezTo>
                  <a:cubicBezTo>
                    <a:pt x="2084" y="1836"/>
                    <a:pt x="792" y="2938"/>
                    <a:pt x="205" y="3365"/>
                  </a:cubicBezTo>
                  <a:cubicBezTo>
                    <a:pt x="6" y="3510"/>
                    <a:pt x="0" y="3640"/>
                    <a:pt x="31" y="3723"/>
                  </a:cubicBezTo>
                  <a:cubicBezTo>
                    <a:pt x="127" y="3994"/>
                    <a:pt x="766" y="4151"/>
                    <a:pt x="1371" y="4151"/>
                  </a:cubicBezTo>
                  <a:cubicBezTo>
                    <a:pt x="1438" y="4151"/>
                    <a:pt x="1503" y="4149"/>
                    <a:pt x="1568" y="4145"/>
                  </a:cubicBezTo>
                  <a:cubicBezTo>
                    <a:pt x="2351" y="4099"/>
                    <a:pt x="4242" y="3901"/>
                    <a:pt x="5091" y="3583"/>
                  </a:cubicBezTo>
                  <a:cubicBezTo>
                    <a:pt x="6022" y="3233"/>
                    <a:pt x="6090" y="2750"/>
                    <a:pt x="6047" y="2495"/>
                  </a:cubicBezTo>
                  <a:cubicBezTo>
                    <a:pt x="5996" y="2192"/>
                    <a:pt x="5557" y="140"/>
                    <a:pt x="5538" y="54"/>
                  </a:cubicBezTo>
                  <a:cubicBezTo>
                    <a:pt x="5532" y="24"/>
                    <a:pt x="5506"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33adf7f9e96_1_0"/>
            <p:cNvSpPr/>
            <p:nvPr/>
          </p:nvSpPr>
          <p:spPr>
            <a:xfrm>
              <a:off x="10052368" y="4955935"/>
              <a:ext cx="222392" cy="71903"/>
            </a:xfrm>
            <a:custGeom>
              <a:rect b="b" l="l" r="r" t="t"/>
              <a:pathLst>
                <a:path extrusionOk="0" h="1969" w="6090">
                  <a:moveTo>
                    <a:pt x="5885" y="171"/>
                  </a:moveTo>
                  <a:cubicBezTo>
                    <a:pt x="5900" y="244"/>
                    <a:pt x="5910" y="300"/>
                    <a:pt x="5916" y="334"/>
                  </a:cubicBezTo>
                  <a:cubicBezTo>
                    <a:pt x="5979" y="708"/>
                    <a:pt x="5669" y="1043"/>
                    <a:pt x="5044" y="1277"/>
                  </a:cubicBezTo>
                  <a:cubicBezTo>
                    <a:pt x="4210" y="1589"/>
                    <a:pt x="2337" y="1784"/>
                    <a:pt x="1560" y="1831"/>
                  </a:cubicBezTo>
                  <a:cubicBezTo>
                    <a:pt x="1499" y="1834"/>
                    <a:pt x="1439" y="1836"/>
                    <a:pt x="1378" y="1836"/>
                  </a:cubicBezTo>
                  <a:cubicBezTo>
                    <a:pt x="798" y="1836"/>
                    <a:pt x="223" y="1683"/>
                    <a:pt x="155" y="1497"/>
                  </a:cubicBezTo>
                  <a:cubicBezTo>
                    <a:pt x="135" y="1438"/>
                    <a:pt x="180" y="1376"/>
                    <a:pt x="236" y="1328"/>
                  </a:cubicBezTo>
                  <a:cubicBezTo>
                    <a:pt x="328" y="1371"/>
                    <a:pt x="584" y="1416"/>
                    <a:pt x="1359" y="1416"/>
                  </a:cubicBezTo>
                  <a:cubicBezTo>
                    <a:pt x="1572" y="1416"/>
                    <a:pt x="1825" y="1412"/>
                    <a:pt x="2124" y="1405"/>
                  </a:cubicBezTo>
                  <a:cubicBezTo>
                    <a:pt x="3231" y="1377"/>
                    <a:pt x="4496" y="962"/>
                    <a:pt x="5885" y="171"/>
                  </a:cubicBezTo>
                  <a:close/>
                  <a:moveTo>
                    <a:pt x="5931" y="0"/>
                  </a:moveTo>
                  <a:cubicBezTo>
                    <a:pt x="5920" y="0"/>
                    <a:pt x="5909" y="3"/>
                    <a:pt x="5899" y="10"/>
                  </a:cubicBezTo>
                  <a:cubicBezTo>
                    <a:pt x="4498" y="819"/>
                    <a:pt x="3227" y="1244"/>
                    <a:pt x="2120" y="1272"/>
                  </a:cubicBezTo>
                  <a:cubicBezTo>
                    <a:pt x="1826" y="1280"/>
                    <a:pt x="1578" y="1283"/>
                    <a:pt x="1371" y="1283"/>
                  </a:cubicBezTo>
                  <a:cubicBezTo>
                    <a:pt x="567" y="1283"/>
                    <a:pt x="359" y="1236"/>
                    <a:pt x="307" y="1214"/>
                  </a:cubicBezTo>
                  <a:cubicBezTo>
                    <a:pt x="303" y="1207"/>
                    <a:pt x="300" y="1200"/>
                    <a:pt x="294" y="1194"/>
                  </a:cubicBezTo>
                  <a:cubicBezTo>
                    <a:pt x="281" y="1178"/>
                    <a:pt x="262" y="1170"/>
                    <a:pt x="243" y="1170"/>
                  </a:cubicBezTo>
                  <a:cubicBezTo>
                    <a:pt x="230" y="1170"/>
                    <a:pt x="216" y="1174"/>
                    <a:pt x="205" y="1183"/>
                  </a:cubicBezTo>
                  <a:cubicBezTo>
                    <a:pt x="6" y="1328"/>
                    <a:pt x="0" y="1458"/>
                    <a:pt x="31" y="1541"/>
                  </a:cubicBezTo>
                  <a:cubicBezTo>
                    <a:pt x="127" y="1812"/>
                    <a:pt x="766" y="1969"/>
                    <a:pt x="1371" y="1969"/>
                  </a:cubicBezTo>
                  <a:cubicBezTo>
                    <a:pt x="1438" y="1969"/>
                    <a:pt x="1503" y="1967"/>
                    <a:pt x="1568" y="1963"/>
                  </a:cubicBezTo>
                  <a:cubicBezTo>
                    <a:pt x="2351" y="1917"/>
                    <a:pt x="4242" y="1719"/>
                    <a:pt x="5091" y="1400"/>
                  </a:cubicBezTo>
                  <a:cubicBezTo>
                    <a:pt x="6022" y="1051"/>
                    <a:pt x="6090" y="568"/>
                    <a:pt x="6047" y="311"/>
                  </a:cubicBezTo>
                  <a:cubicBezTo>
                    <a:pt x="6039" y="264"/>
                    <a:pt x="6021" y="173"/>
                    <a:pt x="5997" y="54"/>
                  </a:cubicBezTo>
                  <a:cubicBezTo>
                    <a:pt x="5993" y="32"/>
                    <a:pt x="5980" y="14"/>
                    <a:pt x="5960" y="6"/>
                  </a:cubicBezTo>
                  <a:cubicBezTo>
                    <a:pt x="5950" y="2"/>
                    <a:pt x="5941" y="0"/>
                    <a:pt x="59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g33adf7f9e96_1_0"/>
            <p:cNvSpPr/>
            <p:nvPr/>
          </p:nvSpPr>
          <p:spPr>
            <a:xfrm>
              <a:off x="8910968" y="3174293"/>
              <a:ext cx="238350" cy="179885"/>
            </a:xfrm>
            <a:custGeom>
              <a:rect b="b" l="l" r="r" t="t"/>
              <a:pathLst>
                <a:path extrusionOk="0" h="4926" w="6527">
                  <a:moveTo>
                    <a:pt x="684" y="1"/>
                  </a:moveTo>
                  <a:cubicBezTo>
                    <a:pt x="307" y="1"/>
                    <a:pt x="0" y="307"/>
                    <a:pt x="0" y="684"/>
                  </a:cubicBezTo>
                  <a:lnTo>
                    <a:pt x="0" y="2997"/>
                  </a:lnTo>
                  <a:cubicBezTo>
                    <a:pt x="0" y="3375"/>
                    <a:pt x="306" y="3681"/>
                    <a:pt x="683" y="3681"/>
                  </a:cubicBezTo>
                  <a:lnTo>
                    <a:pt x="722" y="3681"/>
                  </a:lnTo>
                  <a:lnTo>
                    <a:pt x="217" y="4926"/>
                  </a:lnTo>
                  <a:lnTo>
                    <a:pt x="217" y="4926"/>
                  </a:lnTo>
                  <a:lnTo>
                    <a:pt x="1818" y="3681"/>
                  </a:lnTo>
                  <a:lnTo>
                    <a:pt x="5843" y="3681"/>
                  </a:lnTo>
                  <a:cubicBezTo>
                    <a:pt x="6220" y="3681"/>
                    <a:pt x="6526" y="3375"/>
                    <a:pt x="6526" y="2997"/>
                  </a:cubicBezTo>
                  <a:lnTo>
                    <a:pt x="6526" y="684"/>
                  </a:lnTo>
                  <a:cubicBezTo>
                    <a:pt x="6526" y="307"/>
                    <a:pt x="6220" y="1"/>
                    <a:pt x="58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g33adf7f9e96_1_0"/>
            <p:cNvSpPr/>
            <p:nvPr/>
          </p:nvSpPr>
          <p:spPr>
            <a:xfrm>
              <a:off x="8908557" y="3171882"/>
              <a:ext cx="243170" cy="184742"/>
            </a:xfrm>
            <a:custGeom>
              <a:rect b="b" l="l" r="r" t="t"/>
              <a:pathLst>
                <a:path extrusionOk="0" h="5059" w="6659">
                  <a:moveTo>
                    <a:pt x="5909" y="133"/>
                  </a:moveTo>
                  <a:cubicBezTo>
                    <a:pt x="6249" y="133"/>
                    <a:pt x="6526" y="410"/>
                    <a:pt x="6526" y="750"/>
                  </a:cubicBezTo>
                  <a:lnTo>
                    <a:pt x="6526" y="3063"/>
                  </a:lnTo>
                  <a:cubicBezTo>
                    <a:pt x="6526" y="3404"/>
                    <a:pt x="6249" y="3681"/>
                    <a:pt x="5909" y="3681"/>
                  </a:cubicBezTo>
                  <a:lnTo>
                    <a:pt x="1884" y="3681"/>
                  </a:lnTo>
                  <a:cubicBezTo>
                    <a:pt x="1868" y="3681"/>
                    <a:pt x="1854" y="3686"/>
                    <a:pt x="1842" y="3695"/>
                  </a:cubicBezTo>
                  <a:lnTo>
                    <a:pt x="438" y="4787"/>
                  </a:lnTo>
                  <a:lnTo>
                    <a:pt x="850" y="3772"/>
                  </a:lnTo>
                  <a:cubicBezTo>
                    <a:pt x="858" y="3752"/>
                    <a:pt x="855" y="3728"/>
                    <a:pt x="844" y="3711"/>
                  </a:cubicBezTo>
                  <a:cubicBezTo>
                    <a:pt x="832" y="3692"/>
                    <a:pt x="811" y="3681"/>
                    <a:pt x="788" y="3681"/>
                  </a:cubicBezTo>
                  <a:lnTo>
                    <a:pt x="750" y="3681"/>
                  </a:lnTo>
                  <a:cubicBezTo>
                    <a:pt x="409" y="3681"/>
                    <a:pt x="133" y="3404"/>
                    <a:pt x="133" y="3063"/>
                  </a:cubicBezTo>
                  <a:lnTo>
                    <a:pt x="133" y="750"/>
                  </a:lnTo>
                  <a:cubicBezTo>
                    <a:pt x="133" y="410"/>
                    <a:pt x="409" y="133"/>
                    <a:pt x="750" y="133"/>
                  </a:cubicBezTo>
                  <a:close/>
                  <a:moveTo>
                    <a:pt x="749" y="0"/>
                  </a:moveTo>
                  <a:cubicBezTo>
                    <a:pt x="336" y="0"/>
                    <a:pt x="0" y="336"/>
                    <a:pt x="0" y="750"/>
                  </a:cubicBezTo>
                  <a:lnTo>
                    <a:pt x="0" y="3063"/>
                  </a:lnTo>
                  <a:cubicBezTo>
                    <a:pt x="0" y="3457"/>
                    <a:pt x="305" y="3780"/>
                    <a:pt x="691" y="3811"/>
                  </a:cubicBezTo>
                  <a:lnTo>
                    <a:pt x="221" y="4967"/>
                  </a:lnTo>
                  <a:cubicBezTo>
                    <a:pt x="210" y="4994"/>
                    <a:pt x="219" y="5026"/>
                    <a:pt x="243" y="5045"/>
                  </a:cubicBezTo>
                  <a:cubicBezTo>
                    <a:pt x="254" y="5054"/>
                    <a:pt x="269" y="5058"/>
                    <a:pt x="283" y="5058"/>
                  </a:cubicBezTo>
                  <a:cubicBezTo>
                    <a:pt x="297" y="5058"/>
                    <a:pt x="311" y="5054"/>
                    <a:pt x="323" y="5044"/>
                  </a:cubicBezTo>
                  <a:lnTo>
                    <a:pt x="1906" y="3814"/>
                  </a:lnTo>
                  <a:lnTo>
                    <a:pt x="5909" y="3814"/>
                  </a:lnTo>
                  <a:cubicBezTo>
                    <a:pt x="6323" y="3814"/>
                    <a:pt x="6659" y="3478"/>
                    <a:pt x="6659" y="3063"/>
                  </a:cubicBezTo>
                  <a:lnTo>
                    <a:pt x="6659" y="750"/>
                  </a:lnTo>
                  <a:cubicBezTo>
                    <a:pt x="6659" y="336"/>
                    <a:pt x="6323" y="0"/>
                    <a:pt x="59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g33adf7f9e96_1_0"/>
            <p:cNvSpPr/>
            <p:nvPr/>
          </p:nvSpPr>
          <p:spPr>
            <a:xfrm>
              <a:off x="8907791" y="3166405"/>
              <a:ext cx="238386" cy="179885"/>
            </a:xfrm>
            <a:custGeom>
              <a:rect b="b" l="l" r="r" t="t"/>
              <a:pathLst>
                <a:path extrusionOk="0" h="4926" w="6528">
                  <a:moveTo>
                    <a:pt x="685" y="0"/>
                  </a:moveTo>
                  <a:cubicBezTo>
                    <a:pt x="307" y="0"/>
                    <a:pt x="1" y="307"/>
                    <a:pt x="1" y="684"/>
                  </a:cubicBezTo>
                  <a:lnTo>
                    <a:pt x="1" y="2997"/>
                  </a:lnTo>
                  <a:cubicBezTo>
                    <a:pt x="1" y="3374"/>
                    <a:pt x="307" y="3681"/>
                    <a:pt x="685" y="3681"/>
                  </a:cubicBezTo>
                  <a:lnTo>
                    <a:pt x="723" y="3681"/>
                  </a:lnTo>
                  <a:lnTo>
                    <a:pt x="217" y="4925"/>
                  </a:lnTo>
                  <a:lnTo>
                    <a:pt x="1818" y="3681"/>
                  </a:lnTo>
                  <a:lnTo>
                    <a:pt x="5843" y="3681"/>
                  </a:lnTo>
                  <a:cubicBezTo>
                    <a:pt x="6221" y="3681"/>
                    <a:pt x="6527" y="3374"/>
                    <a:pt x="6527" y="2997"/>
                  </a:cubicBezTo>
                  <a:lnTo>
                    <a:pt x="6527" y="684"/>
                  </a:lnTo>
                  <a:cubicBezTo>
                    <a:pt x="6527" y="307"/>
                    <a:pt x="6221" y="0"/>
                    <a:pt x="584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g33adf7f9e96_1_0"/>
            <p:cNvSpPr/>
            <p:nvPr/>
          </p:nvSpPr>
          <p:spPr>
            <a:xfrm>
              <a:off x="8905380" y="3163958"/>
              <a:ext cx="243207" cy="184742"/>
            </a:xfrm>
            <a:custGeom>
              <a:rect b="b" l="l" r="r" t="t"/>
              <a:pathLst>
                <a:path extrusionOk="0" h="5059" w="6660">
                  <a:moveTo>
                    <a:pt x="5910" y="133"/>
                  </a:moveTo>
                  <a:cubicBezTo>
                    <a:pt x="6250" y="133"/>
                    <a:pt x="6527" y="410"/>
                    <a:pt x="6527" y="751"/>
                  </a:cubicBezTo>
                  <a:lnTo>
                    <a:pt x="6527" y="3064"/>
                  </a:lnTo>
                  <a:cubicBezTo>
                    <a:pt x="6527" y="3405"/>
                    <a:pt x="6250" y="3682"/>
                    <a:pt x="5910" y="3682"/>
                  </a:cubicBezTo>
                  <a:lnTo>
                    <a:pt x="1884" y="3682"/>
                  </a:lnTo>
                  <a:cubicBezTo>
                    <a:pt x="1870" y="3682"/>
                    <a:pt x="1855" y="3686"/>
                    <a:pt x="1844" y="3696"/>
                  </a:cubicBezTo>
                  <a:lnTo>
                    <a:pt x="438" y="4788"/>
                  </a:lnTo>
                  <a:lnTo>
                    <a:pt x="851" y="3773"/>
                  </a:lnTo>
                  <a:cubicBezTo>
                    <a:pt x="860" y="3753"/>
                    <a:pt x="857" y="3729"/>
                    <a:pt x="844" y="3710"/>
                  </a:cubicBezTo>
                  <a:cubicBezTo>
                    <a:pt x="832" y="3692"/>
                    <a:pt x="811" y="3682"/>
                    <a:pt x="790" y="3682"/>
                  </a:cubicBezTo>
                  <a:lnTo>
                    <a:pt x="751" y="3682"/>
                  </a:lnTo>
                  <a:cubicBezTo>
                    <a:pt x="410" y="3682"/>
                    <a:pt x="133" y="3405"/>
                    <a:pt x="133" y="3064"/>
                  </a:cubicBezTo>
                  <a:lnTo>
                    <a:pt x="133" y="751"/>
                  </a:lnTo>
                  <a:cubicBezTo>
                    <a:pt x="133" y="410"/>
                    <a:pt x="410" y="133"/>
                    <a:pt x="751" y="133"/>
                  </a:cubicBezTo>
                  <a:close/>
                  <a:moveTo>
                    <a:pt x="751" y="1"/>
                  </a:moveTo>
                  <a:cubicBezTo>
                    <a:pt x="338" y="1"/>
                    <a:pt x="1" y="337"/>
                    <a:pt x="1" y="751"/>
                  </a:cubicBezTo>
                  <a:lnTo>
                    <a:pt x="1" y="3064"/>
                  </a:lnTo>
                  <a:cubicBezTo>
                    <a:pt x="1" y="3458"/>
                    <a:pt x="306" y="3782"/>
                    <a:pt x="692" y="3812"/>
                  </a:cubicBezTo>
                  <a:lnTo>
                    <a:pt x="222" y="4968"/>
                  </a:lnTo>
                  <a:cubicBezTo>
                    <a:pt x="211" y="4995"/>
                    <a:pt x="220" y="5027"/>
                    <a:pt x="243" y="5046"/>
                  </a:cubicBezTo>
                  <a:cubicBezTo>
                    <a:pt x="255" y="5054"/>
                    <a:pt x="269" y="5059"/>
                    <a:pt x="283" y="5059"/>
                  </a:cubicBezTo>
                  <a:cubicBezTo>
                    <a:pt x="298" y="5059"/>
                    <a:pt x="313" y="5054"/>
                    <a:pt x="325" y="5045"/>
                  </a:cubicBezTo>
                  <a:lnTo>
                    <a:pt x="1907" y="3814"/>
                  </a:lnTo>
                  <a:lnTo>
                    <a:pt x="5910" y="3814"/>
                  </a:lnTo>
                  <a:cubicBezTo>
                    <a:pt x="6323" y="3814"/>
                    <a:pt x="6659" y="3478"/>
                    <a:pt x="6659" y="3064"/>
                  </a:cubicBezTo>
                  <a:lnTo>
                    <a:pt x="6659" y="751"/>
                  </a:lnTo>
                  <a:cubicBezTo>
                    <a:pt x="6659" y="337"/>
                    <a:pt x="6323" y="1"/>
                    <a:pt x="59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g33adf7f9e96_1_0"/>
            <p:cNvSpPr/>
            <p:nvPr/>
          </p:nvSpPr>
          <p:spPr>
            <a:xfrm>
              <a:off x="8966436" y="3223736"/>
              <a:ext cx="19829" cy="19756"/>
            </a:xfrm>
            <a:custGeom>
              <a:rect b="b" l="l" r="r" t="t"/>
              <a:pathLst>
                <a:path extrusionOk="0" h="541" w="543">
                  <a:moveTo>
                    <a:pt x="271" y="0"/>
                  </a:moveTo>
                  <a:cubicBezTo>
                    <a:pt x="121" y="0"/>
                    <a:pt x="0" y="121"/>
                    <a:pt x="0" y="271"/>
                  </a:cubicBezTo>
                  <a:cubicBezTo>
                    <a:pt x="0" y="420"/>
                    <a:pt x="121" y="541"/>
                    <a:pt x="271" y="541"/>
                  </a:cubicBezTo>
                  <a:cubicBezTo>
                    <a:pt x="420" y="541"/>
                    <a:pt x="542" y="420"/>
                    <a:pt x="542" y="271"/>
                  </a:cubicBezTo>
                  <a:cubicBezTo>
                    <a:pt x="542" y="121"/>
                    <a:pt x="420" y="0"/>
                    <a:pt x="2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g33adf7f9e96_1_0"/>
            <p:cNvSpPr/>
            <p:nvPr/>
          </p:nvSpPr>
          <p:spPr>
            <a:xfrm>
              <a:off x="9017815" y="3223736"/>
              <a:ext cx="19829" cy="19756"/>
            </a:xfrm>
            <a:custGeom>
              <a:rect b="b" l="l" r="r" t="t"/>
              <a:pathLst>
                <a:path extrusionOk="0" h="541" w="543">
                  <a:moveTo>
                    <a:pt x="271" y="0"/>
                  </a:moveTo>
                  <a:cubicBezTo>
                    <a:pt x="122" y="0"/>
                    <a:pt x="0" y="121"/>
                    <a:pt x="0" y="271"/>
                  </a:cubicBezTo>
                  <a:cubicBezTo>
                    <a:pt x="0" y="420"/>
                    <a:pt x="122" y="541"/>
                    <a:pt x="271" y="541"/>
                  </a:cubicBezTo>
                  <a:cubicBezTo>
                    <a:pt x="421" y="541"/>
                    <a:pt x="542" y="420"/>
                    <a:pt x="542" y="271"/>
                  </a:cubicBezTo>
                  <a:cubicBezTo>
                    <a:pt x="542" y="121"/>
                    <a:pt x="421" y="0"/>
                    <a:pt x="2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g33adf7f9e96_1_0"/>
            <p:cNvSpPr/>
            <p:nvPr/>
          </p:nvSpPr>
          <p:spPr>
            <a:xfrm>
              <a:off x="9069231" y="3223736"/>
              <a:ext cx="19756" cy="19756"/>
            </a:xfrm>
            <a:custGeom>
              <a:rect b="b" l="l" r="r" t="t"/>
              <a:pathLst>
                <a:path extrusionOk="0" h="541" w="541">
                  <a:moveTo>
                    <a:pt x="270" y="0"/>
                  </a:moveTo>
                  <a:cubicBezTo>
                    <a:pt x="121" y="0"/>
                    <a:pt x="0" y="121"/>
                    <a:pt x="0" y="271"/>
                  </a:cubicBezTo>
                  <a:cubicBezTo>
                    <a:pt x="0" y="420"/>
                    <a:pt x="121" y="541"/>
                    <a:pt x="270" y="541"/>
                  </a:cubicBezTo>
                  <a:cubicBezTo>
                    <a:pt x="420" y="541"/>
                    <a:pt x="541" y="420"/>
                    <a:pt x="541" y="271"/>
                  </a:cubicBezTo>
                  <a:cubicBezTo>
                    <a:pt x="541" y="121"/>
                    <a:pt x="420"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g33adf7f9e96_1_0"/>
            <p:cNvSpPr/>
            <p:nvPr/>
          </p:nvSpPr>
          <p:spPr>
            <a:xfrm>
              <a:off x="8647317" y="4925772"/>
              <a:ext cx="128213" cy="182332"/>
            </a:xfrm>
            <a:custGeom>
              <a:rect b="b" l="l" r="r" t="t"/>
              <a:pathLst>
                <a:path extrusionOk="0" h="4993" w="3511">
                  <a:moveTo>
                    <a:pt x="42" y="0"/>
                  </a:moveTo>
                  <a:lnTo>
                    <a:pt x="42" y="0"/>
                  </a:lnTo>
                  <a:cubicBezTo>
                    <a:pt x="42" y="0"/>
                    <a:pt x="1" y="2612"/>
                    <a:pt x="83" y="3346"/>
                  </a:cubicBezTo>
                  <a:cubicBezTo>
                    <a:pt x="164" y="4081"/>
                    <a:pt x="246" y="4611"/>
                    <a:pt x="1511" y="4897"/>
                  </a:cubicBezTo>
                  <a:cubicBezTo>
                    <a:pt x="1802" y="4963"/>
                    <a:pt x="2066" y="4992"/>
                    <a:pt x="2299" y="4992"/>
                  </a:cubicBezTo>
                  <a:cubicBezTo>
                    <a:pt x="3075" y="4992"/>
                    <a:pt x="3510" y="4671"/>
                    <a:pt x="3510" y="4326"/>
                  </a:cubicBezTo>
                  <a:cubicBezTo>
                    <a:pt x="3510" y="3878"/>
                    <a:pt x="2735" y="2326"/>
                    <a:pt x="2735" y="2326"/>
                  </a:cubicBezTo>
                  <a:lnTo>
                    <a:pt x="2245" y="286"/>
                  </a:lnTo>
                  <a:lnTo>
                    <a:pt x="4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g33adf7f9e96_1_0"/>
            <p:cNvSpPr/>
            <p:nvPr/>
          </p:nvSpPr>
          <p:spPr>
            <a:xfrm>
              <a:off x="8644944" y="4923325"/>
              <a:ext cx="133033" cy="187152"/>
            </a:xfrm>
            <a:custGeom>
              <a:rect b="b" l="l" r="r" t="t"/>
              <a:pathLst>
                <a:path extrusionOk="0" h="5125" w="3643">
                  <a:moveTo>
                    <a:pt x="172" y="143"/>
                  </a:moveTo>
                  <a:lnTo>
                    <a:pt x="2256" y="413"/>
                  </a:lnTo>
                  <a:lnTo>
                    <a:pt x="2735" y="2409"/>
                  </a:lnTo>
                  <a:cubicBezTo>
                    <a:pt x="2736" y="2414"/>
                    <a:pt x="2739" y="2418"/>
                    <a:pt x="2741" y="2423"/>
                  </a:cubicBezTo>
                  <a:cubicBezTo>
                    <a:pt x="2748" y="2438"/>
                    <a:pt x="3509" y="3965"/>
                    <a:pt x="3509" y="4393"/>
                  </a:cubicBezTo>
                  <a:cubicBezTo>
                    <a:pt x="3509" y="4517"/>
                    <a:pt x="3443" y="4635"/>
                    <a:pt x="3317" y="4736"/>
                  </a:cubicBezTo>
                  <a:cubicBezTo>
                    <a:pt x="3106" y="4905"/>
                    <a:pt x="2772" y="4993"/>
                    <a:pt x="2370" y="4993"/>
                  </a:cubicBezTo>
                  <a:cubicBezTo>
                    <a:pt x="2131" y="4993"/>
                    <a:pt x="1868" y="4962"/>
                    <a:pt x="1591" y="4899"/>
                  </a:cubicBezTo>
                  <a:cubicBezTo>
                    <a:pt x="349" y="4619"/>
                    <a:pt x="292" y="4110"/>
                    <a:pt x="214" y="3406"/>
                  </a:cubicBezTo>
                  <a:cubicBezTo>
                    <a:pt x="142" y="2753"/>
                    <a:pt x="167" y="574"/>
                    <a:pt x="172" y="143"/>
                  </a:cubicBezTo>
                  <a:close/>
                  <a:moveTo>
                    <a:pt x="107" y="1"/>
                  </a:moveTo>
                  <a:cubicBezTo>
                    <a:pt x="91" y="1"/>
                    <a:pt x="76" y="7"/>
                    <a:pt x="64" y="18"/>
                  </a:cubicBezTo>
                  <a:cubicBezTo>
                    <a:pt x="49" y="30"/>
                    <a:pt x="41" y="47"/>
                    <a:pt x="41" y="66"/>
                  </a:cubicBezTo>
                  <a:cubicBezTo>
                    <a:pt x="39" y="173"/>
                    <a:pt x="1" y="2690"/>
                    <a:pt x="81" y="3420"/>
                  </a:cubicBezTo>
                  <a:cubicBezTo>
                    <a:pt x="159" y="4122"/>
                    <a:pt x="227" y="4728"/>
                    <a:pt x="1561" y="5029"/>
                  </a:cubicBezTo>
                  <a:cubicBezTo>
                    <a:pt x="1845" y="5093"/>
                    <a:pt x="2117" y="5124"/>
                    <a:pt x="2366" y="5124"/>
                  </a:cubicBezTo>
                  <a:cubicBezTo>
                    <a:pt x="2801" y="5124"/>
                    <a:pt x="3166" y="5027"/>
                    <a:pt x="3401" y="4840"/>
                  </a:cubicBezTo>
                  <a:cubicBezTo>
                    <a:pt x="3556" y="4716"/>
                    <a:pt x="3643" y="4556"/>
                    <a:pt x="3643" y="4393"/>
                  </a:cubicBezTo>
                  <a:cubicBezTo>
                    <a:pt x="3643" y="3945"/>
                    <a:pt x="2927" y="2498"/>
                    <a:pt x="2863" y="2371"/>
                  </a:cubicBezTo>
                  <a:lnTo>
                    <a:pt x="2375" y="338"/>
                  </a:lnTo>
                  <a:cubicBezTo>
                    <a:pt x="2368" y="311"/>
                    <a:pt x="2347" y="291"/>
                    <a:pt x="2320" y="288"/>
                  </a:cubicBezTo>
                  <a:lnTo>
                    <a:pt x="116" y="1"/>
                  </a:lnTo>
                  <a:cubicBezTo>
                    <a:pt x="113" y="1"/>
                    <a:pt x="110"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g33adf7f9e96_1_0"/>
            <p:cNvSpPr/>
            <p:nvPr/>
          </p:nvSpPr>
          <p:spPr>
            <a:xfrm>
              <a:off x="8647756" y="5045510"/>
              <a:ext cx="130185" cy="64965"/>
            </a:xfrm>
            <a:custGeom>
              <a:rect b="b" l="l" r="r" t="t"/>
              <a:pathLst>
                <a:path extrusionOk="0" h="1779" w="3565">
                  <a:moveTo>
                    <a:pt x="195" y="478"/>
                  </a:moveTo>
                  <a:lnTo>
                    <a:pt x="195" y="478"/>
                  </a:lnTo>
                  <a:cubicBezTo>
                    <a:pt x="422" y="826"/>
                    <a:pt x="896" y="1276"/>
                    <a:pt x="1825" y="1276"/>
                  </a:cubicBezTo>
                  <a:cubicBezTo>
                    <a:pt x="2642" y="1276"/>
                    <a:pt x="3084" y="924"/>
                    <a:pt x="3321" y="584"/>
                  </a:cubicBezTo>
                  <a:cubicBezTo>
                    <a:pt x="3412" y="848"/>
                    <a:pt x="3432" y="981"/>
                    <a:pt x="3432" y="1047"/>
                  </a:cubicBezTo>
                  <a:cubicBezTo>
                    <a:pt x="3432" y="1171"/>
                    <a:pt x="3366" y="1289"/>
                    <a:pt x="3241" y="1390"/>
                  </a:cubicBezTo>
                  <a:cubicBezTo>
                    <a:pt x="3029" y="1559"/>
                    <a:pt x="2695" y="1647"/>
                    <a:pt x="2293" y="1647"/>
                  </a:cubicBezTo>
                  <a:cubicBezTo>
                    <a:pt x="2054" y="1647"/>
                    <a:pt x="1791" y="1616"/>
                    <a:pt x="1514" y="1553"/>
                  </a:cubicBezTo>
                  <a:cubicBezTo>
                    <a:pt x="533" y="1332"/>
                    <a:pt x="292" y="968"/>
                    <a:pt x="195" y="478"/>
                  </a:cubicBezTo>
                  <a:close/>
                  <a:moveTo>
                    <a:pt x="71" y="1"/>
                  </a:moveTo>
                  <a:cubicBezTo>
                    <a:pt x="67" y="1"/>
                    <a:pt x="63" y="1"/>
                    <a:pt x="59" y="2"/>
                  </a:cubicBezTo>
                  <a:cubicBezTo>
                    <a:pt x="24" y="8"/>
                    <a:pt x="1" y="40"/>
                    <a:pt x="4" y="74"/>
                  </a:cubicBezTo>
                  <a:cubicBezTo>
                    <a:pt x="82" y="776"/>
                    <a:pt x="150" y="1382"/>
                    <a:pt x="1484" y="1683"/>
                  </a:cubicBezTo>
                  <a:cubicBezTo>
                    <a:pt x="1768" y="1747"/>
                    <a:pt x="2040" y="1778"/>
                    <a:pt x="2289" y="1778"/>
                  </a:cubicBezTo>
                  <a:cubicBezTo>
                    <a:pt x="2724" y="1778"/>
                    <a:pt x="3089" y="1681"/>
                    <a:pt x="3324" y="1494"/>
                  </a:cubicBezTo>
                  <a:cubicBezTo>
                    <a:pt x="3479" y="1370"/>
                    <a:pt x="3564" y="1210"/>
                    <a:pt x="3564" y="1047"/>
                  </a:cubicBezTo>
                  <a:cubicBezTo>
                    <a:pt x="3564" y="919"/>
                    <a:pt x="3511" y="712"/>
                    <a:pt x="3400" y="412"/>
                  </a:cubicBezTo>
                  <a:cubicBezTo>
                    <a:pt x="3390" y="388"/>
                    <a:pt x="3369" y="370"/>
                    <a:pt x="3343" y="369"/>
                  </a:cubicBezTo>
                  <a:cubicBezTo>
                    <a:pt x="3341" y="369"/>
                    <a:pt x="3339" y="369"/>
                    <a:pt x="3337" y="369"/>
                  </a:cubicBezTo>
                  <a:cubicBezTo>
                    <a:pt x="3313" y="369"/>
                    <a:pt x="3291" y="381"/>
                    <a:pt x="3280" y="401"/>
                  </a:cubicBezTo>
                  <a:cubicBezTo>
                    <a:pt x="3084" y="741"/>
                    <a:pt x="2673" y="1144"/>
                    <a:pt x="1825" y="1144"/>
                  </a:cubicBezTo>
                  <a:cubicBezTo>
                    <a:pt x="429" y="1144"/>
                    <a:pt x="146" y="96"/>
                    <a:pt x="136" y="52"/>
                  </a:cubicBezTo>
                  <a:cubicBezTo>
                    <a:pt x="127" y="22"/>
                    <a:pt x="101"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g33adf7f9e96_1_0"/>
            <p:cNvSpPr/>
            <p:nvPr/>
          </p:nvSpPr>
          <p:spPr>
            <a:xfrm>
              <a:off x="8790390" y="4916825"/>
              <a:ext cx="251861" cy="128761"/>
            </a:xfrm>
            <a:custGeom>
              <a:rect b="b" l="l" r="r" t="t"/>
              <a:pathLst>
                <a:path extrusionOk="0" h="3526" w="6897">
                  <a:moveTo>
                    <a:pt x="1306" y="1"/>
                  </a:moveTo>
                  <a:cubicBezTo>
                    <a:pt x="1306" y="1"/>
                    <a:pt x="0" y="2367"/>
                    <a:pt x="572" y="2735"/>
                  </a:cubicBezTo>
                  <a:cubicBezTo>
                    <a:pt x="1143" y="3102"/>
                    <a:pt x="2531" y="3102"/>
                    <a:pt x="2694" y="3102"/>
                  </a:cubicBezTo>
                  <a:cubicBezTo>
                    <a:pt x="2858" y="3102"/>
                    <a:pt x="3918" y="3428"/>
                    <a:pt x="4979" y="3510"/>
                  </a:cubicBezTo>
                  <a:cubicBezTo>
                    <a:pt x="5117" y="3520"/>
                    <a:pt x="5249" y="3525"/>
                    <a:pt x="5374" y="3525"/>
                  </a:cubicBezTo>
                  <a:cubicBezTo>
                    <a:pt x="6210" y="3525"/>
                    <a:pt x="6744" y="3299"/>
                    <a:pt x="6815" y="2980"/>
                  </a:cubicBezTo>
                  <a:cubicBezTo>
                    <a:pt x="6897" y="2612"/>
                    <a:pt x="6203" y="2530"/>
                    <a:pt x="5102" y="1877"/>
                  </a:cubicBezTo>
                  <a:cubicBezTo>
                    <a:pt x="3999" y="1225"/>
                    <a:pt x="3347" y="327"/>
                    <a:pt x="3347" y="327"/>
                  </a:cubicBezTo>
                  <a:lnTo>
                    <a:pt x="130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g33adf7f9e96_1_0"/>
            <p:cNvSpPr/>
            <p:nvPr/>
          </p:nvSpPr>
          <p:spPr>
            <a:xfrm>
              <a:off x="8787797" y="4914415"/>
              <a:ext cx="256134" cy="133581"/>
            </a:xfrm>
            <a:custGeom>
              <a:rect b="b" l="l" r="r" t="t"/>
              <a:pathLst>
                <a:path extrusionOk="0" h="3658" w="7014">
                  <a:moveTo>
                    <a:pt x="1413" y="140"/>
                  </a:moveTo>
                  <a:lnTo>
                    <a:pt x="3380" y="455"/>
                  </a:lnTo>
                  <a:cubicBezTo>
                    <a:pt x="3490" y="598"/>
                    <a:pt x="4134" y="1406"/>
                    <a:pt x="5139" y="2001"/>
                  </a:cubicBezTo>
                  <a:cubicBezTo>
                    <a:pt x="5551" y="2245"/>
                    <a:pt x="5903" y="2408"/>
                    <a:pt x="6186" y="2539"/>
                  </a:cubicBezTo>
                  <a:cubicBezTo>
                    <a:pt x="6654" y="2756"/>
                    <a:pt x="6859" y="2860"/>
                    <a:pt x="6821" y="3030"/>
                  </a:cubicBezTo>
                  <a:cubicBezTo>
                    <a:pt x="6763" y="3293"/>
                    <a:pt x="6276" y="3525"/>
                    <a:pt x="5440" y="3525"/>
                  </a:cubicBezTo>
                  <a:cubicBezTo>
                    <a:pt x="5319" y="3525"/>
                    <a:pt x="5190" y="3520"/>
                    <a:pt x="5055" y="3509"/>
                  </a:cubicBezTo>
                  <a:cubicBezTo>
                    <a:pt x="4342" y="3455"/>
                    <a:pt x="3622" y="3287"/>
                    <a:pt x="3191" y="3186"/>
                  </a:cubicBezTo>
                  <a:cubicBezTo>
                    <a:pt x="2944" y="3128"/>
                    <a:pt x="2823" y="3101"/>
                    <a:pt x="2765" y="3101"/>
                  </a:cubicBezTo>
                  <a:cubicBezTo>
                    <a:pt x="2406" y="3101"/>
                    <a:pt x="1194" y="3075"/>
                    <a:pt x="679" y="2745"/>
                  </a:cubicBezTo>
                  <a:cubicBezTo>
                    <a:pt x="307" y="2505"/>
                    <a:pt x="923" y="1038"/>
                    <a:pt x="1413" y="140"/>
                  </a:cubicBezTo>
                  <a:close/>
                  <a:moveTo>
                    <a:pt x="1377" y="1"/>
                  </a:moveTo>
                  <a:cubicBezTo>
                    <a:pt x="1353" y="1"/>
                    <a:pt x="1331" y="13"/>
                    <a:pt x="1319" y="35"/>
                  </a:cubicBezTo>
                  <a:cubicBezTo>
                    <a:pt x="1182" y="282"/>
                    <a:pt x="0" y="2467"/>
                    <a:pt x="607" y="2856"/>
                  </a:cubicBezTo>
                  <a:cubicBezTo>
                    <a:pt x="1153" y="3207"/>
                    <a:pt x="2396" y="3234"/>
                    <a:pt x="2765" y="3234"/>
                  </a:cubicBezTo>
                  <a:cubicBezTo>
                    <a:pt x="2810" y="3234"/>
                    <a:pt x="2972" y="3272"/>
                    <a:pt x="3160" y="3315"/>
                  </a:cubicBezTo>
                  <a:cubicBezTo>
                    <a:pt x="3596" y="3417"/>
                    <a:pt x="4322" y="3586"/>
                    <a:pt x="5045" y="3642"/>
                  </a:cubicBezTo>
                  <a:cubicBezTo>
                    <a:pt x="5182" y="3653"/>
                    <a:pt x="5314" y="3657"/>
                    <a:pt x="5440" y="3657"/>
                  </a:cubicBezTo>
                  <a:cubicBezTo>
                    <a:pt x="6279" y="3657"/>
                    <a:pt x="6868" y="3433"/>
                    <a:pt x="6951" y="3060"/>
                  </a:cubicBezTo>
                  <a:cubicBezTo>
                    <a:pt x="7014" y="2777"/>
                    <a:pt x="6723" y="2642"/>
                    <a:pt x="6241" y="2419"/>
                  </a:cubicBezTo>
                  <a:cubicBezTo>
                    <a:pt x="5961" y="2290"/>
                    <a:pt x="5613" y="2128"/>
                    <a:pt x="5206" y="1886"/>
                  </a:cubicBezTo>
                  <a:cubicBezTo>
                    <a:pt x="4129" y="1248"/>
                    <a:pt x="3477" y="362"/>
                    <a:pt x="3472" y="354"/>
                  </a:cubicBezTo>
                  <a:cubicBezTo>
                    <a:pt x="3461" y="340"/>
                    <a:pt x="3446" y="330"/>
                    <a:pt x="3428" y="327"/>
                  </a:cubicBezTo>
                  <a:lnTo>
                    <a:pt x="1388" y="1"/>
                  </a:lnTo>
                  <a:cubicBezTo>
                    <a:pt x="1384" y="1"/>
                    <a:pt x="1380" y="1"/>
                    <a:pt x="13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g33adf7f9e96_1_0"/>
            <p:cNvSpPr/>
            <p:nvPr/>
          </p:nvSpPr>
          <p:spPr>
            <a:xfrm>
              <a:off x="8802148" y="4990625"/>
              <a:ext cx="240504" cy="57369"/>
            </a:xfrm>
            <a:custGeom>
              <a:rect b="b" l="l" r="r" t="t"/>
              <a:pathLst>
                <a:path extrusionOk="0" h="1571" w="6586">
                  <a:moveTo>
                    <a:pt x="186" y="171"/>
                  </a:moveTo>
                  <a:lnTo>
                    <a:pt x="186" y="171"/>
                  </a:lnTo>
                  <a:cubicBezTo>
                    <a:pt x="562" y="377"/>
                    <a:pt x="1103" y="610"/>
                    <a:pt x="1673" y="657"/>
                  </a:cubicBezTo>
                  <a:cubicBezTo>
                    <a:pt x="2175" y="700"/>
                    <a:pt x="2583" y="782"/>
                    <a:pt x="3056" y="879"/>
                  </a:cubicBezTo>
                  <a:cubicBezTo>
                    <a:pt x="3487" y="967"/>
                    <a:pt x="3974" y="1067"/>
                    <a:pt x="4608" y="1147"/>
                  </a:cubicBezTo>
                  <a:cubicBezTo>
                    <a:pt x="4725" y="1161"/>
                    <a:pt x="4837" y="1168"/>
                    <a:pt x="4946" y="1168"/>
                  </a:cubicBezTo>
                  <a:cubicBezTo>
                    <a:pt x="5548" y="1168"/>
                    <a:pt x="6036" y="966"/>
                    <a:pt x="6366" y="771"/>
                  </a:cubicBezTo>
                  <a:cubicBezTo>
                    <a:pt x="6424" y="827"/>
                    <a:pt x="6442" y="879"/>
                    <a:pt x="6428" y="943"/>
                  </a:cubicBezTo>
                  <a:cubicBezTo>
                    <a:pt x="6370" y="1206"/>
                    <a:pt x="5883" y="1438"/>
                    <a:pt x="5047" y="1438"/>
                  </a:cubicBezTo>
                  <a:cubicBezTo>
                    <a:pt x="4926" y="1438"/>
                    <a:pt x="4797" y="1433"/>
                    <a:pt x="4662" y="1422"/>
                  </a:cubicBezTo>
                  <a:cubicBezTo>
                    <a:pt x="3949" y="1368"/>
                    <a:pt x="3229" y="1200"/>
                    <a:pt x="2798" y="1099"/>
                  </a:cubicBezTo>
                  <a:cubicBezTo>
                    <a:pt x="2551" y="1041"/>
                    <a:pt x="2430" y="1014"/>
                    <a:pt x="2372" y="1014"/>
                  </a:cubicBezTo>
                  <a:cubicBezTo>
                    <a:pt x="2013" y="1014"/>
                    <a:pt x="801" y="988"/>
                    <a:pt x="286" y="658"/>
                  </a:cubicBezTo>
                  <a:cubicBezTo>
                    <a:pt x="163" y="579"/>
                    <a:pt x="160" y="365"/>
                    <a:pt x="186" y="171"/>
                  </a:cubicBezTo>
                  <a:close/>
                  <a:moveTo>
                    <a:pt x="136" y="0"/>
                  </a:moveTo>
                  <a:cubicBezTo>
                    <a:pt x="126" y="0"/>
                    <a:pt x="116" y="2"/>
                    <a:pt x="107" y="6"/>
                  </a:cubicBezTo>
                  <a:cubicBezTo>
                    <a:pt x="88" y="16"/>
                    <a:pt x="73" y="33"/>
                    <a:pt x="70" y="55"/>
                  </a:cubicBezTo>
                  <a:cubicBezTo>
                    <a:pt x="0" y="429"/>
                    <a:pt x="47" y="663"/>
                    <a:pt x="214" y="769"/>
                  </a:cubicBezTo>
                  <a:cubicBezTo>
                    <a:pt x="760" y="1120"/>
                    <a:pt x="2003" y="1147"/>
                    <a:pt x="2372" y="1147"/>
                  </a:cubicBezTo>
                  <a:cubicBezTo>
                    <a:pt x="2417" y="1147"/>
                    <a:pt x="2579" y="1185"/>
                    <a:pt x="2767" y="1228"/>
                  </a:cubicBezTo>
                  <a:cubicBezTo>
                    <a:pt x="3203" y="1330"/>
                    <a:pt x="3929" y="1499"/>
                    <a:pt x="4652" y="1555"/>
                  </a:cubicBezTo>
                  <a:cubicBezTo>
                    <a:pt x="4789" y="1566"/>
                    <a:pt x="4921" y="1570"/>
                    <a:pt x="5047" y="1570"/>
                  </a:cubicBezTo>
                  <a:cubicBezTo>
                    <a:pt x="5886" y="1570"/>
                    <a:pt x="6475" y="1346"/>
                    <a:pt x="6558" y="973"/>
                  </a:cubicBezTo>
                  <a:cubicBezTo>
                    <a:pt x="6585" y="847"/>
                    <a:pt x="6539" y="737"/>
                    <a:pt x="6416" y="638"/>
                  </a:cubicBezTo>
                  <a:cubicBezTo>
                    <a:pt x="6404" y="628"/>
                    <a:pt x="6389" y="623"/>
                    <a:pt x="6374" y="623"/>
                  </a:cubicBezTo>
                  <a:cubicBezTo>
                    <a:pt x="6362" y="623"/>
                    <a:pt x="6350" y="626"/>
                    <a:pt x="6339" y="633"/>
                  </a:cubicBezTo>
                  <a:cubicBezTo>
                    <a:pt x="6025" y="826"/>
                    <a:pt x="5544" y="1036"/>
                    <a:pt x="4946" y="1036"/>
                  </a:cubicBezTo>
                  <a:cubicBezTo>
                    <a:pt x="4842" y="1036"/>
                    <a:pt x="4734" y="1029"/>
                    <a:pt x="4624" y="1015"/>
                  </a:cubicBezTo>
                  <a:cubicBezTo>
                    <a:pt x="3995" y="936"/>
                    <a:pt x="3510" y="837"/>
                    <a:pt x="3082" y="749"/>
                  </a:cubicBezTo>
                  <a:cubicBezTo>
                    <a:pt x="2605" y="652"/>
                    <a:pt x="2192" y="567"/>
                    <a:pt x="1684" y="526"/>
                  </a:cubicBezTo>
                  <a:cubicBezTo>
                    <a:pt x="1093" y="476"/>
                    <a:pt x="534" y="217"/>
                    <a:pt x="168" y="9"/>
                  </a:cubicBezTo>
                  <a:cubicBezTo>
                    <a:pt x="158" y="3"/>
                    <a:pt x="147" y="0"/>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g33adf7f9e96_1_0"/>
            <p:cNvSpPr/>
            <p:nvPr/>
          </p:nvSpPr>
          <p:spPr>
            <a:xfrm>
              <a:off x="8549526" y="3986530"/>
              <a:ext cx="457783" cy="961469"/>
            </a:xfrm>
            <a:custGeom>
              <a:rect b="b" l="l" r="r" t="t"/>
              <a:pathLst>
                <a:path extrusionOk="0" h="26329" w="12536">
                  <a:moveTo>
                    <a:pt x="11329" y="0"/>
                  </a:moveTo>
                  <a:lnTo>
                    <a:pt x="500" y="584"/>
                  </a:lnTo>
                  <a:cubicBezTo>
                    <a:pt x="500" y="584"/>
                    <a:pt x="122" y="2358"/>
                    <a:pt x="61" y="4682"/>
                  </a:cubicBezTo>
                  <a:cubicBezTo>
                    <a:pt x="0" y="7006"/>
                    <a:pt x="1346" y="10918"/>
                    <a:pt x="1406" y="11346"/>
                  </a:cubicBezTo>
                  <a:cubicBezTo>
                    <a:pt x="1467" y="11775"/>
                    <a:pt x="1712" y="14649"/>
                    <a:pt x="1712" y="14649"/>
                  </a:cubicBezTo>
                  <a:cubicBezTo>
                    <a:pt x="1712" y="14649"/>
                    <a:pt x="1589" y="15994"/>
                    <a:pt x="1589" y="17279"/>
                  </a:cubicBezTo>
                  <a:cubicBezTo>
                    <a:pt x="1589" y="18562"/>
                    <a:pt x="2691" y="26328"/>
                    <a:pt x="2691" y="26328"/>
                  </a:cubicBezTo>
                  <a:lnTo>
                    <a:pt x="5320" y="26267"/>
                  </a:lnTo>
                  <a:cubicBezTo>
                    <a:pt x="5320" y="26267"/>
                    <a:pt x="5748" y="17645"/>
                    <a:pt x="5748" y="16361"/>
                  </a:cubicBezTo>
                  <a:cubicBezTo>
                    <a:pt x="5748" y="15077"/>
                    <a:pt x="6175" y="10491"/>
                    <a:pt x="6175" y="10246"/>
                  </a:cubicBezTo>
                  <a:cubicBezTo>
                    <a:pt x="6175" y="10001"/>
                    <a:pt x="6420" y="5599"/>
                    <a:pt x="6420" y="5599"/>
                  </a:cubicBezTo>
                  <a:lnTo>
                    <a:pt x="7943" y="13521"/>
                  </a:lnTo>
                  <a:cubicBezTo>
                    <a:pt x="7943" y="13521"/>
                    <a:pt x="8331" y="14380"/>
                    <a:pt x="8024" y="17438"/>
                  </a:cubicBezTo>
                  <a:cubicBezTo>
                    <a:pt x="7719" y="20496"/>
                    <a:pt x="7643" y="25900"/>
                    <a:pt x="7643" y="25900"/>
                  </a:cubicBezTo>
                  <a:lnTo>
                    <a:pt x="9722" y="26207"/>
                  </a:lnTo>
                  <a:lnTo>
                    <a:pt x="10212" y="25962"/>
                  </a:lnTo>
                  <a:cubicBezTo>
                    <a:pt x="10212" y="25962"/>
                    <a:pt x="12536" y="12631"/>
                    <a:pt x="12536" y="12265"/>
                  </a:cubicBezTo>
                  <a:cubicBezTo>
                    <a:pt x="12536" y="11897"/>
                    <a:pt x="11329" y="0"/>
                    <a:pt x="113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g33adf7f9e96_1_0"/>
            <p:cNvSpPr/>
            <p:nvPr/>
          </p:nvSpPr>
          <p:spPr>
            <a:xfrm>
              <a:off x="8547591" y="3984083"/>
              <a:ext cx="462129" cy="966326"/>
            </a:xfrm>
            <a:custGeom>
              <a:rect b="b" l="l" r="r" t="t"/>
              <a:pathLst>
                <a:path extrusionOk="0" h="26462" w="12655">
                  <a:moveTo>
                    <a:pt x="11323" y="137"/>
                  </a:moveTo>
                  <a:cubicBezTo>
                    <a:pt x="11417" y="1073"/>
                    <a:pt x="12522" y="11985"/>
                    <a:pt x="12522" y="12330"/>
                  </a:cubicBezTo>
                  <a:cubicBezTo>
                    <a:pt x="12522" y="12616"/>
                    <a:pt x="11010" y="21366"/>
                    <a:pt x="10205" y="25984"/>
                  </a:cubicBezTo>
                  <a:lnTo>
                    <a:pt x="9764" y="26204"/>
                  </a:lnTo>
                  <a:lnTo>
                    <a:pt x="7764" y="25910"/>
                  </a:lnTo>
                  <a:cubicBezTo>
                    <a:pt x="7773" y="25316"/>
                    <a:pt x="7860" y="20361"/>
                    <a:pt x="8144" y="17511"/>
                  </a:cubicBezTo>
                  <a:cubicBezTo>
                    <a:pt x="8437" y="14587"/>
                    <a:pt x="8101" y="13665"/>
                    <a:pt x="8061" y="13568"/>
                  </a:cubicBezTo>
                  <a:lnTo>
                    <a:pt x="6539" y="5653"/>
                  </a:lnTo>
                  <a:cubicBezTo>
                    <a:pt x="6532" y="5621"/>
                    <a:pt x="6505" y="5599"/>
                    <a:pt x="6474" y="5599"/>
                  </a:cubicBezTo>
                  <a:cubicBezTo>
                    <a:pt x="6473" y="5599"/>
                    <a:pt x="6471" y="5600"/>
                    <a:pt x="6469" y="5600"/>
                  </a:cubicBezTo>
                  <a:cubicBezTo>
                    <a:pt x="6435" y="5602"/>
                    <a:pt x="6409" y="5628"/>
                    <a:pt x="6407" y="5662"/>
                  </a:cubicBezTo>
                  <a:cubicBezTo>
                    <a:pt x="6397" y="5842"/>
                    <a:pt x="6163" y="10069"/>
                    <a:pt x="6163" y="10313"/>
                  </a:cubicBezTo>
                  <a:cubicBezTo>
                    <a:pt x="6163" y="10384"/>
                    <a:pt x="6120" y="10885"/>
                    <a:pt x="6068" y="11519"/>
                  </a:cubicBezTo>
                  <a:cubicBezTo>
                    <a:pt x="5943" y="13019"/>
                    <a:pt x="5735" y="15531"/>
                    <a:pt x="5735" y="16428"/>
                  </a:cubicBezTo>
                  <a:cubicBezTo>
                    <a:pt x="5735" y="17639"/>
                    <a:pt x="5348" y="25489"/>
                    <a:pt x="5310" y="26269"/>
                  </a:cubicBezTo>
                  <a:lnTo>
                    <a:pt x="2801" y="26328"/>
                  </a:lnTo>
                  <a:cubicBezTo>
                    <a:pt x="2700" y="25609"/>
                    <a:pt x="1709" y="18551"/>
                    <a:pt x="1709" y="17346"/>
                  </a:cubicBezTo>
                  <a:cubicBezTo>
                    <a:pt x="1709" y="16079"/>
                    <a:pt x="1830" y="14736"/>
                    <a:pt x="1832" y="14710"/>
                  </a:cubicBezTo>
                  <a:cubicBezTo>
                    <a:pt x="1821" y="14593"/>
                    <a:pt x="1586" y="11830"/>
                    <a:pt x="1525" y="11404"/>
                  </a:cubicBezTo>
                  <a:cubicBezTo>
                    <a:pt x="1510" y="11303"/>
                    <a:pt x="1433" y="11035"/>
                    <a:pt x="1316" y="10629"/>
                  </a:cubicBezTo>
                  <a:cubicBezTo>
                    <a:pt x="932" y="9302"/>
                    <a:pt x="134" y="6538"/>
                    <a:pt x="180" y="4750"/>
                  </a:cubicBezTo>
                  <a:cubicBezTo>
                    <a:pt x="234" y="2674"/>
                    <a:pt x="547" y="1019"/>
                    <a:pt x="608" y="715"/>
                  </a:cubicBezTo>
                  <a:lnTo>
                    <a:pt x="11323" y="137"/>
                  </a:lnTo>
                  <a:close/>
                  <a:moveTo>
                    <a:pt x="11384" y="1"/>
                  </a:moveTo>
                  <a:cubicBezTo>
                    <a:pt x="11382" y="1"/>
                    <a:pt x="11380" y="1"/>
                    <a:pt x="11378" y="1"/>
                  </a:cubicBezTo>
                  <a:lnTo>
                    <a:pt x="549" y="586"/>
                  </a:lnTo>
                  <a:cubicBezTo>
                    <a:pt x="520" y="587"/>
                    <a:pt x="493" y="608"/>
                    <a:pt x="488" y="638"/>
                  </a:cubicBezTo>
                  <a:cubicBezTo>
                    <a:pt x="484" y="655"/>
                    <a:pt x="108" y="2444"/>
                    <a:pt x="47" y="4747"/>
                  </a:cubicBezTo>
                  <a:cubicBezTo>
                    <a:pt x="0" y="6556"/>
                    <a:pt x="802" y="9332"/>
                    <a:pt x="1188" y="10666"/>
                  </a:cubicBezTo>
                  <a:cubicBezTo>
                    <a:pt x="1299" y="11053"/>
                    <a:pt x="1380" y="11331"/>
                    <a:pt x="1394" y="11423"/>
                  </a:cubicBezTo>
                  <a:cubicBezTo>
                    <a:pt x="1453" y="11844"/>
                    <a:pt x="1697" y="14693"/>
                    <a:pt x="1699" y="14710"/>
                  </a:cubicBezTo>
                  <a:cubicBezTo>
                    <a:pt x="1698" y="14724"/>
                    <a:pt x="1576" y="16073"/>
                    <a:pt x="1576" y="17346"/>
                  </a:cubicBezTo>
                  <a:cubicBezTo>
                    <a:pt x="1576" y="18620"/>
                    <a:pt x="2633" y="26088"/>
                    <a:pt x="2678" y="26405"/>
                  </a:cubicBezTo>
                  <a:cubicBezTo>
                    <a:pt x="2682" y="26437"/>
                    <a:pt x="2711" y="26462"/>
                    <a:pt x="2744" y="26462"/>
                  </a:cubicBezTo>
                  <a:lnTo>
                    <a:pt x="2745" y="26462"/>
                  </a:lnTo>
                  <a:lnTo>
                    <a:pt x="5374" y="26401"/>
                  </a:lnTo>
                  <a:cubicBezTo>
                    <a:pt x="5408" y="26400"/>
                    <a:pt x="5437" y="26373"/>
                    <a:pt x="5439" y="26337"/>
                  </a:cubicBezTo>
                  <a:cubicBezTo>
                    <a:pt x="5442" y="26252"/>
                    <a:pt x="5867" y="17699"/>
                    <a:pt x="5867" y="16429"/>
                  </a:cubicBezTo>
                  <a:cubicBezTo>
                    <a:pt x="5867" y="15537"/>
                    <a:pt x="6075" y="13028"/>
                    <a:pt x="6200" y="11529"/>
                  </a:cubicBezTo>
                  <a:cubicBezTo>
                    <a:pt x="6258" y="10843"/>
                    <a:pt x="6296" y="10390"/>
                    <a:pt x="6296" y="10313"/>
                  </a:cubicBezTo>
                  <a:cubicBezTo>
                    <a:pt x="6296" y="10125"/>
                    <a:pt x="6445" y="7391"/>
                    <a:pt x="6510" y="6208"/>
                  </a:cubicBezTo>
                  <a:lnTo>
                    <a:pt x="7931" y="13601"/>
                  </a:lnTo>
                  <a:cubicBezTo>
                    <a:pt x="7932" y="13606"/>
                    <a:pt x="7933" y="13611"/>
                    <a:pt x="7935" y="13615"/>
                  </a:cubicBezTo>
                  <a:cubicBezTo>
                    <a:pt x="7939" y="13624"/>
                    <a:pt x="8310" y="14507"/>
                    <a:pt x="8011" y="17498"/>
                  </a:cubicBezTo>
                  <a:cubicBezTo>
                    <a:pt x="7709" y="20524"/>
                    <a:pt x="7630" y="25913"/>
                    <a:pt x="7630" y="25967"/>
                  </a:cubicBezTo>
                  <a:cubicBezTo>
                    <a:pt x="7629" y="26000"/>
                    <a:pt x="7654" y="26029"/>
                    <a:pt x="7687" y="26033"/>
                  </a:cubicBezTo>
                  <a:lnTo>
                    <a:pt x="9766" y="26339"/>
                  </a:lnTo>
                  <a:cubicBezTo>
                    <a:pt x="9769" y="26339"/>
                    <a:pt x="9772" y="26340"/>
                    <a:pt x="9776" y="26340"/>
                  </a:cubicBezTo>
                  <a:cubicBezTo>
                    <a:pt x="9786" y="26340"/>
                    <a:pt x="9796" y="26337"/>
                    <a:pt x="9805" y="26333"/>
                  </a:cubicBezTo>
                  <a:lnTo>
                    <a:pt x="10294" y="26088"/>
                  </a:lnTo>
                  <a:cubicBezTo>
                    <a:pt x="10313" y="26078"/>
                    <a:pt x="10326" y="26061"/>
                    <a:pt x="10330" y="26040"/>
                  </a:cubicBezTo>
                  <a:cubicBezTo>
                    <a:pt x="10425" y="25495"/>
                    <a:pt x="12655" y="12700"/>
                    <a:pt x="12655" y="12332"/>
                  </a:cubicBezTo>
                  <a:cubicBezTo>
                    <a:pt x="12655" y="11965"/>
                    <a:pt x="11497" y="547"/>
                    <a:pt x="11448" y="61"/>
                  </a:cubicBezTo>
                  <a:cubicBezTo>
                    <a:pt x="11445" y="28"/>
                    <a:pt x="11416" y="1"/>
                    <a:pt x="113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g33adf7f9e96_1_0"/>
            <p:cNvSpPr/>
            <p:nvPr/>
          </p:nvSpPr>
          <p:spPr>
            <a:xfrm>
              <a:off x="8566068" y="3960129"/>
              <a:ext cx="398041" cy="102505"/>
            </a:xfrm>
            <a:custGeom>
              <a:rect b="b" l="l" r="r" t="t"/>
              <a:pathLst>
                <a:path extrusionOk="0" h="2807" w="10900">
                  <a:moveTo>
                    <a:pt x="257" y="0"/>
                  </a:moveTo>
                  <a:cubicBezTo>
                    <a:pt x="257" y="0"/>
                    <a:pt x="1" y="1214"/>
                    <a:pt x="47" y="1307"/>
                  </a:cubicBezTo>
                  <a:cubicBezTo>
                    <a:pt x="94" y="1400"/>
                    <a:pt x="1261" y="2731"/>
                    <a:pt x="4644" y="2801"/>
                  </a:cubicBezTo>
                  <a:cubicBezTo>
                    <a:pt x="4820" y="2805"/>
                    <a:pt x="4992" y="2806"/>
                    <a:pt x="5159" y="2806"/>
                  </a:cubicBezTo>
                  <a:cubicBezTo>
                    <a:pt x="8199" y="2806"/>
                    <a:pt x="9730" y="2229"/>
                    <a:pt x="10106" y="2007"/>
                  </a:cubicBezTo>
                  <a:cubicBezTo>
                    <a:pt x="10502" y="1774"/>
                    <a:pt x="10899" y="1680"/>
                    <a:pt x="10899" y="1330"/>
                  </a:cubicBezTo>
                  <a:cubicBezTo>
                    <a:pt x="10899" y="980"/>
                    <a:pt x="10759" y="607"/>
                    <a:pt x="10736" y="538"/>
                  </a:cubicBezTo>
                  <a:cubicBezTo>
                    <a:pt x="10735" y="535"/>
                    <a:pt x="10733" y="534"/>
                    <a:pt x="10728" y="534"/>
                  </a:cubicBezTo>
                  <a:cubicBezTo>
                    <a:pt x="10627" y="534"/>
                    <a:pt x="9574" y="1204"/>
                    <a:pt x="7109" y="1204"/>
                  </a:cubicBezTo>
                  <a:cubicBezTo>
                    <a:pt x="6786" y="1204"/>
                    <a:pt x="6440" y="1193"/>
                    <a:pt x="6068" y="1167"/>
                  </a:cubicBezTo>
                  <a:cubicBezTo>
                    <a:pt x="2731" y="934"/>
                    <a:pt x="257" y="0"/>
                    <a:pt x="2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g33adf7f9e96_1_0"/>
            <p:cNvSpPr/>
            <p:nvPr/>
          </p:nvSpPr>
          <p:spPr>
            <a:xfrm>
              <a:off x="8563877" y="3957682"/>
              <a:ext cx="402642" cy="107398"/>
            </a:xfrm>
            <a:custGeom>
              <a:rect b="b" l="l" r="r" t="t"/>
              <a:pathLst>
                <a:path extrusionOk="0" h="2941" w="11026">
                  <a:moveTo>
                    <a:pt x="366" y="156"/>
                  </a:moveTo>
                  <a:cubicBezTo>
                    <a:pt x="801" y="310"/>
                    <a:pt x="3130" y="1091"/>
                    <a:pt x="6124" y="1300"/>
                  </a:cubicBezTo>
                  <a:cubicBezTo>
                    <a:pt x="6483" y="1325"/>
                    <a:pt x="6831" y="1338"/>
                    <a:pt x="7167" y="1338"/>
                  </a:cubicBezTo>
                  <a:cubicBezTo>
                    <a:pt x="8542" y="1338"/>
                    <a:pt x="9720" y="1128"/>
                    <a:pt x="10681" y="711"/>
                  </a:cubicBezTo>
                  <a:cubicBezTo>
                    <a:pt x="10706" y="700"/>
                    <a:pt x="10731" y="690"/>
                    <a:pt x="10752" y="682"/>
                  </a:cubicBezTo>
                  <a:cubicBezTo>
                    <a:pt x="10797" y="814"/>
                    <a:pt x="10893" y="1113"/>
                    <a:pt x="10893" y="1397"/>
                  </a:cubicBezTo>
                  <a:cubicBezTo>
                    <a:pt x="10893" y="1614"/>
                    <a:pt x="10718" y="1713"/>
                    <a:pt x="10409" y="1868"/>
                  </a:cubicBezTo>
                  <a:cubicBezTo>
                    <a:pt x="10319" y="1914"/>
                    <a:pt x="10227" y="1962"/>
                    <a:pt x="10132" y="2017"/>
                  </a:cubicBezTo>
                  <a:cubicBezTo>
                    <a:pt x="9650" y="2300"/>
                    <a:pt x="8024" y="2807"/>
                    <a:pt x="5202" y="2807"/>
                  </a:cubicBezTo>
                  <a:cubicBezTo>
                    <a:pt x="5041" y="2807"/>
                    <a:pt x="4875" y="2805"/>
                    <a:pt x="4705" y="2802"/>
                  </a:cubicBezTo>
                  <a:cubicBezTo>
                    <a:pt x="1606" y="2738"/>
                    <a:pt x="295" y="1571"/>
                    <a:pt x="169" y="1351"/>
                  </a:cubicBezTo>
                  <a:cubicBezTo>
                    <a:pt x="152" y="1274"/>
                    <a:pt x="253" y="696"/>
                    <a:pt x="366" y="156"/>
                  </a:cubicBezTo>
                  <a:close/>
                  <a:moveTo>
                    <a:pt x="318" y="1"/>
                  </a:moveTo>
                  <a:cubicBezTo>
                    <a:pt x="307" y="1"/>
                    <a:pt x="295" y="4"/>
                    <a:pt x="285" y="9"/>
                  </a:cubicBezTo>
                  <a:cubicBezTo>
                    <a:pt x="269" y="18"/>
                    <a:pt x="256" y="34"/>
                    <a:pt x="252" y="53"/>
                  </a:cubicBezTo>
                  <a:cubicBezTo>
                    <a:pt x="133" y="618"/>
                    <a:pt x="0" y="1310"/>
                    <a:pt x="47" y="1404"/>
                  </a:cubicBezTo>
                  <a:cubicBezTo>
                    <a:pt x="55" y="1419"/>
                    <a:pt x="1126" y="2860"/>
                    <a:pt x="4703" y="2934"/>
                  </a:cubicBezTo>
                  <a:cubicBezTo>
                    <a:pt x="4884" y="2938"/>
                    <a:pt x="5060" y="2940"/>
                    <a:pt x="5231" y="2940"/>
                  </a:cubicBezTo>
                  <a:cubicBezTo>
                    <a:pt x="8782" y="2940"/>
                    <a:pt x="10141" y="2166"/>
                    <a:pt x="10200" y="2132"/>
                  </a:cubicBezTo>
                  <a:cubicBezTo>
                    <a:pt x="10291" y="2078"/>
                    <a:pt x="10382" y="2033"/>
                    <a:pt x="10470" y="1988"/>
                  </a:cubicBezTo>
                  <a:cubicBezTo>
                    <a:pt x="10768" y="1836"/>
                    <a:pt x="11026" y="1706"/>
                    <a:pt x="11026" y="1397"/>
                  </a:cubicBezTo>
                  <a:cubicBezTo>
                    <a:pt x="11026" y="1065"/>
                    <a:pt x="10906" y="718"/>
                    <a:pt x="10866" y="605"/>
                  </a:cubicBezTo>
                  <a:lnTo>
                    <a:pt x="10859" y="583"/>
                  </a:lnTo>
                  <a:cubicBezTo>
                    <a:pt x="10853" y="566"/>
                    <a:pt x="10838" y="548"/>
                    <a:pt x="10820" y="541"/>
                  </a:cubicBezTo>
                  <a:cubicBezTo>
                    <a:pt x="10810" y="536"/>
                    <a:pt x="10800" y="533"/>
                    <a:pt x="10788" y="533"/>
                  </a:cubicBezTo>
                  <a:cubicBezTo>
                    <a:pt x="10758" y="533"/>
                    <a:pt x="10716" y="551"/>
                    <a:pt x="10629" y="589"/>
                  </a:cubicBezTo>
                  <a:cubicBezTo>
                    <a:pt x="9684" y="999"/>
                    <a:pt x="8523" y="1205"/>
                    <a:pt x="7167" y="1205"/>
                  </a:cubicBezTo>
                  <a:cubicBezTo>
                    <a:pt x="6834" y="1205"/>
                    <a:pt x="6490" y="1193"/>
                    <a:pt x="6133" y="1168"/>
                  </a:cubicBezTo>
                  <a:cubicBezTo>
                    <a:pt x="2844" y="938"/>
                    <a:pt x="366" y="14"/>
                    <a:pt x="341" y="5"/>
                  </a:cubicBezTo>
                  <a:cubicBezTo>
                    <a:pt x="333" y="2"/>
                    <a:pt x="326"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g33adf7f9e96_1_0"/>
            <p:cNvSpPr/>
            <p:nvPr/>
          </p:nvSpPr>
          <p:spPr>
            <a:xfrm>
              <a:off x="8485585" y="3238416"/>
              <a:ext cx="138620" cy="242914"/>
            </a:xfrm>
            <a:custGeom>
              <a:rect b="b" l="l" r="r" t="t"/>
              <a:pathLst>
                <a:path extrusionOk="0" h="6652" w="3796">
                  <a:moveTo>
                    <a:pt x="3165" y="1"/>
                  </a:moveTo>
                  <a:cubicBezTo>
                    <a:pt x="2673" y="1"/>
                    <a:pt x="1882" y="174"/>
                    <a:pt x="1159" y="1097"/>
                  </a:cubicBezTo>
                  <a:cubicBezTo>
                    <a:pt x="0" y="2576"/>
                    <a:pt x="75" y="4597"/>
                    <a:pt x="223" y="5164"/>
                  </a:cubicBezTo>
                  <a:cubicBezTo>
                    <a:pt x="362" y="5699"/>
                    <a:pt x="1030" y="6652"/>
                    <a:pt x="2099" y="6652"/>
                  </a:cubicBezTo>
                  <a:cubicBezTo>
                    <a:pt x="2162" y="6652"/>
                    <a:pt x="2226" y="6648"/>
                    <a:pt x="2292" y="6641"/>
                  </a:cubicBezTo>
                  <a:cubicBezTo>
                    <a:pt x="3475" y="6518"/>
                    <a:pt x="3796" y="5484"/>
                    <a:pt x="3672" y="4522"/>
                  </a:cubicBezTo>
                  <a:cubicBezTo>
                    <a:pt x="3549" y="3562"/>
                    <a:pt x="3155" y="1984"/>
                    <a:pt x="3302" y="1320"/>
                  </a:cubicBezTo>
                  <a:cubicBezTo>
                    <a:pt x="3450" y="653"/>
                    <a:pt x="3771" y="457"/>
                    <a:pt x="3771" y="457"/>
                  </a:cubicBezTo>
                  <a:lnTo>
                    <a:pt x="3648" y="63"/>
                  </a:lnTo>
                  <a:cubicBezTo>
                    <a:pt x="3648" y="63"/>
                    <a:pt x="3461" y="1"/>
                    <a:pt x="3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g33adf7f9e96_1_0"/>
            <p:cNvSpPr/>
            <p:nvPr/>
          </p:nvSpPr>
          <p:spPr>
            <a:xfrm>
              <a:off x="8480400" y="3236079"/>
              <a:ext cx="145559" cy="247698"/>
            </a:xfrm>
            <a:custGeom>
              <a:rect b="b" l="l" r="r" t="t"/>
              <a:pathLst>
                <a:path extrusionOk="0" h="6783" w="3986">
                  <a:moveTo>
                    <a:pt x="3300" y="127"/>
                  </a:moveTo>
                  <a:cubicBezTo>
                    <a:pt x="3515" y="127"/>
                    <a:pt x="3672" y="163"/>
                    <a:pt x="3737" y="180"/>
                  </a:cubicBezTo>
                  <a:lnTo>
                    <a:pt x="3835" y="496"/>
                  </a:lnTo>
                  <a:cubicBezTo>
                    <a:pt x="3738" y="577"/>
                    <a:pt x="3501" y="822"/>
                    <a:pt x="3379" y="1369"/>
                  </a:cubicBezTo>
                  <a:cubicBezTo>
                    <a:pt x="3273" y="1849"/>
                    <a:pt x="3433" y="2747"/>
                    <a:pt x="3588" y="3615"/>
                  </a:cubicBezTo>
                  <a:cubicBezTo>
                    <a:pt x="3651" y="3972"/>
                    <a:pt x="3712" y="4311"/>
                    <a:pt x="3749" y="4595"/>
                  </a:cubicBezTo>
                  <a:cubicBezTo>
                    <a:pt x="3828" y="5219"/>
                    <a:pt x="3712" y="5766"/>
                    <a:pt x="3422" y="6133"/>
                  </a:cubicBezTo>
                  <a:cubicBezTo>
                    <a:pt x="3190" y="6425"/>
                    <a:pt x="2856" y="6595"/>
                    <a:pt x="2427" y="6640"/>
                  </a:cubicBezTo>
                  <a:cubicBezTo>
                    <a:pt x="2363" y="6647"/>
                    <a:pt x="2300" y="6650"/>
                    <a:pt x="2239" y="6650"/>
                  </a:cubicBezTo>
                  <a:cubicBezTo>
                    <a:pt x="1170" y="6650"/>
                    <a:pt x="552" y="5683"/>
                    <a:pt x="429" y="5211"/>
                  </a:cubicBezTo>
                  <a:cubicBezTo>
                    <a:pt x="281" y="4644"/>
                    <a:pt x="225" y="2642"/>
                    <a:pt x="1353" y="1203"/>
                  </a:cubicBezTo>
                  <a:cubicBezTo>
                    <a:pt x="2061" y="299"/>
                    <a:pt x="2824" y="127"/>
                    <a:pt x="3300" y="127"/>
                  </a:cubicBezTo>
                  <a:close/>
                  <a:moveTo>
                    <a:pt x="3316" y="1"/>
                  </a:moveTo>
                  <a:cubicBezTo>
                    <a:pt x="2808" y="1"/>
                    <a:pt x="1988" y="177"/>
                    <a:pt x="1249" y="1121"/>
                  </a:cubicBezTo>
                  <a:cubicBezTo>
                    <a:pt x="0" y="2713"/>
                    <a:pt x="187" y="4810"/>
                    <a:pt x="300" y="5244"/>
                  </a:cubicBezTo>
                  <a:cubicBezTo>
                    <a:pt x="432" y="5748"/>
                    <a:pt x="1094" y="6782"/>
                    <a:pt x="2238" y="6782"/>
                  </a:cubicBezTo>
                  <a:cubicBezTo>
                    <a:pt x="2304" y="6782"/>
                    <a:pt x="2371" y="6779"/>
                    <a:pt x="2441" y="6772"/>
                  </a:cubicBezTo>
                  <a:cubicBezTo>
                    <a:pt x="2907" y="6723"/>
                    <a:pt x="3272" y="6536"/>
                    <a:pt x="3526" y="6215"/>
                  </a:cubicBezTo>
                  <a:cubicBezTo>
                    <a:pt x="3838" y="5820"/>
                    <a:pt x="3965" y="5238"/>
                    <a:pt x="3880" y="4578"/>
                  </a:cubicBezTo>
                  <a:cubicBezTo>
                    <a:pt x="3843" y="4289"/>
                    <a:pt x="3783" y="3951"/>
                    <a:pt x="3719" y="3591"/>
                  </a:cubicBezTo>
                  <a:cubicBezTo>
                    <a:pt x="3573" y="2776"/>
                    <a:pt x="3409" y="1852"/>
                    <a:pt x="3510" y="1398"/>
                  </a:cubicBezTo>
                  <a:cubicBezTo>
                    <a:pt x="3648" y="773"/>
                    <a:pt x="3945" y="579"/>
                    <a:pt x="3947" y="578"/>
                  </a:cubicBezTo>
                  <a:cubicBezTo>
                    <a:pt x="3973" y="561"/>
                    <a:pt x="3985" y="531"/>
                    <a:pt x="3976" y="501"/>
                  </a:cubicBezTo>
                  <a:lnTo>
                    <a:pt x="3853" y="107"/>
                  </a:lnTo>
                  <a:cubicBezTo>
                    <a:pt x="3847" y="87"/>
                    <a:pt x="3831" y="70"/>
                    <a:pt x="3810" y="63"/>
                  </a:cubicBezTo>
                  <a:cubicBezTo>
                    <a:pt x="3805" y="61"/>
                    <a:pt x="3614" y="1"/>
                    <a:pt x="3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g33adf7f9e96_1_0"/>
            <p:cNvSpPr/>
            <p:nvPr/>
          </p:nvSpPr>
          <p:spPr>
            <a:xfrm>
              <a:off x="8566871" y="3709589"/>
              <a:ext cx="396361" cy="323947"/>
            </a:xfrm>
            <a:custGeom>
              <a:rect b="b" l="l" r="r" t="t"/>
              <a:pathLst>
                <a:path extrusionOk="0" h="8871" w="10854">
                  <a:moveTo>
                    <a:pt x="6909" y="1"/>
                  </a:moveTo>
                  <a:lnTo>
                    <a:pt x="1425" y="2777"/>
                  </a:lnTo>
                  <a:cubicBezTo>
                    <a:pt x="1425" y="2777"/>
                    <a:pt x="1356" y="4714"/>
                    <a:pt x="1145" y="4994"/>
                  </a:cubicBezTo>
                  <a:cubicBezTo>
                    <a:pt x="934" y="5275"/>
                    <a:pt x="1" y="6418"/>
                    <a:pt x="25" y="7048"/>
                  </a:cubicBezTo>
                  <a:cubicBezTo>
                    <a:pt x="48" y="7661"/>
                    <a:pt x="3474" y="8871"/>
                    <a:pt x="5723" y="8871"/>
                  </a:cubicBezTo>
                  <a:cubicBezTo>
                    <a:pt x="5785" y="8871"/>
                    <a:pt x="5846" y="8870"/>
                    <a:pt x="5906" y="8868"/>
                  </a:cubicBezTo>
                  <a:cubicBezTo>
                    <a:pt x="8147" y="8798"/>
                    <a:pt x="10854" y="8028"/>
                    <a:pt x="10854" y="7584"/>
                  </a:cubicBezTo>
                  <a:cubicBezTo>
                    <a:pt x="10854" y="7142"/>
                    <a:pt x="10597" y="6581"/>
                    <a:pt x="10293" y="5788"/>
                  </a:cubicBezTo>
                  <a:cubicBezTo>
                    <a:pt x="9990" y="4994"/>
                    <a:pt x="9477" y="4131"/>
                    <a:pt x="9407" y="3548"/>
                  </a:cubicBezTo>
                  <a:cubicBezTo>
                    <a:pt x="9337" y="2964"/>
                    <a:pt x="9150" y="1143"/>
                    <a:pt x="9150" y="887"/>
                  </a:cubicBezTo>
                  <a:cubicBezTo>
                    <a:pt x="9150" y="630"/>
                    <a:pt x="6909" y="1"/>
                    <a:pt x="690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g33adf7f9e96_1_0"/>
            <p:cNvSpPr/>
            <p:nvPr/>
          </p:nvSpPr>
          <p:spPr>
            <a:xfrm>
              <a:off x="8564498" y="3707142"/>
              <a:ext cx="401181" cy="328840"/>
            </a:xfrm>
            <a:custGeom>
              <a:rect b="b" l="l" r="r" t="t"/>
              <a:pathLst>
                <a:path extrusionOk="0" h="9005" w="10986">
                  <a:moveTo>
                    <a:pt x="6981" y="137"/>
                  </a:moveTo>
                  <a:cubicBezTo>
                    <a:pt x="7989" y="422"/>
                    <a:pt x="9098" y="815"/>
                    <a:pt x="9149" y="954"/>
                  </a:cubicBezTo>
                  <a:cubicBezTo>
                    <a:pt x="9149" y="1219"/>
                    <a:pt x="9338" y="3055"/>
                    <a:pt x="9406" y="3622"/>
                  </a:cubicBezTo>
                  <a:cubicBezTo>
                    <a:pt x="9452" y="4005"/>
                    <a:pt x="9678" y="4494"/>
                    <a:pt x="9918" y="5011"/>
                  </a:cubicBezTo>
                  <a:cubicBezTo>
                    <a:pt x="10050" y="5297"/>
                    <a:pt x="10188" y="5594"/>
                    <a:pt x="10296" y="5879"/>
                  </a:cubicBezTo>
                  <a:cubicBezTo>
                    <a:pt x="10350" y="6017"/>
                    <a:pt x="10402" y="6150"/>
                    <a:pt x="10451" y="6275"/>
                  </a:cubicBezTo>
                  <a:cubicBezTo>
                    <a:pt x="10675" y="6848"/>
                    <a:pt x="10852" y="7299"/>
                    <a:pt x="10852" y="7651"/>
                  </a:cubicBezTo>
                  <a:cubicBezTo>
                    <a:pt x="10852" y="7986"/>
                    <a:pt x="8401" y="8793"/>
                    <a:pt x="5969" y="8869"/>
                  </a:cubicBezTo>
                  <a:cubicBezTo>
                    <a:pt x="5905" y="8871"/>
                    <a:pt x="5840" y="8872"/>
                    <a:pt x="5775" y="8872"/>
                  </a:cubicBezTo>
                  <a:cubicBezTo>
                    <a:pt x="3494" y="8872"/>
                    <a:pt x="177" y="7658"/>
                    <a:pt x="156" y="7113"/>
                  </a:cubicBezTo>
                  <a:cubicBezTo>
                    <a:pt x="136" y="6566"/>
                    <a:pt x="898" y="5576"/>
                    <a:pt x="1185" y="5203"/>
                  </a:cubicBezTo>
                  <a:cubicBezTo>
                    <a:pt x="1217" y="5162"/>
                    <a:pt x="1243" y="5128"/>
                    <a:pt x="1263" y="5101"/>
                  </a:cubicBezTo>
                  <a:cubicBezTo>
                    <a:pt x="1469" y="4826"/>
                    <a:pt x="1543" y="3212"/>
                    <a:pt x="1556" y="2886"/>
                  </a:cubicBezTo>
                  <a:lnTo>
                    <a:pt x="6981" y="137"/>
                  </a:lnTo>
                  <a:close/>
                  <a:moveTo>
                    <a:pt x="6975" y="1"/>
                  </a:moveTo>
                  <a:cubicBezTo>
                    <a:pt x="6965" y="1"/>
                    <a:pt x="6955" y="3"/>
                    <a:pt x="6945" y="7"/>
                  </a:cubicBezTo>
                  <a:lnTo>
                    <a:pt x="1460" y="2785"/>
                  </a:lnTo>
                  <a:cubicBezTo>
                    <a:pt x="1438" y="2796"/>
                    <a:pt x="1424" y="2817"/>
                    <a:pt x="1424" y="2842"/>
                  </a:cubicBezTo>
                  <a:cubicBezTo>
                    <a:pt x="1396" y="3612"/>
                    <a:pt x="1302" y="4828"/>
                    <a:pt x="1157" y="5021"/>
                  </a:cubicBezTo>
                  <a:cubicBezTo>
                    <a:pt x="1137" y="5047"/>
                    <a:pt x="1111" y="5082"/>
                    <a:pt x="1080" y="5122"/>
                  </a:cubicBezTo>
                  <a:cubicBezTo>
                    <a:pt x="757" y="5542"/>
                    <a:pt x="1" y="6523"/>
                    <a:pt x="23" y="7118"/>
                  </a:cubicBezTo>
                  <a:cubicBezTo>
                    <a:pt x="48" y="7776"/>
                    <a:pt x="3536" y="9005"/>
                    <a:pt x="5792" y="9005"/>
                  </a:cubicBezTo>
                  <a:cubicBezTo>
                    <a:pt x="5853" y="9005"/>
                    <a:pt x="5914" y="9004"/>
                    <a:pt x="5973" y="9001"/>
                  </a:cubicBezTo>
                  <a:cubicBezTo>
                    <a:pt x="8175" y="8933"/>
                    <a:pt x="10985" y="8175"/>
                    <a:pt x="10985" y="7651"/>
                  </a:cubicBezTo>
                  <a:cubicBezTo>
                    <a:pt x="10985" y="7273"/>
                    <a:pt x="10813" y="6835"/>
                    <a:pt x="10574" y="6227"/>
                  </a:cubicBezTo>
                  <a:cubicBezTo>
                    <a:pt x="10526" y="6101"/>
                    <a:pt x="10474" y="5970"/>
                    <a:pt x="10421" y="5831"/>
                  </a:cubicBezTo>
                  <a:cubicBezTo>
                    <a:pt x="10311" y="5542"/>
                    <a:pt x="10172" y="5244"/>
                    <a:pt x="10039" y="4955"/>
                  </a:cubicBezTo>
                  <a:cubicBezTo>
                    <a:pt x="9803" y="4447"/>
                    <a:pt x="9581" y="3968"/>
                    <a:pt x="9538" y="3606"/>
                  </a:cubicBezTo>
                  <a:cubicBezTo>
                    <a:pt x="9464" y="2986"/>
                    <a:pt x="9281" y="1195"/>
                    <a:pt x="9281" y="954"/>
                  </a:cubicBezTo>
                  <a:cubicBezTo>
                    <a:pt x="9281" y="686"/>
                    <a:pt x="7847" y="244"/>
                    <a:pt x="6993" y="2"/>
                  </a:cubicBezTo>
                  <a:cubicBezTo>
                    <a:pt x="6987" y="1"/>
                    <a:pt x="6981" y="1"/>
                    <a:pt x="69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g33adf7f9e96_1_0"/>
            <p:cNvSpPr/>
            <p:nvPr/>
          </p:nvSpPr>
          <p:spPr>
            <a:xfrm>
              <a:off x="8508080" y="3429215"/>
              <a:ext cx="492402" cy="436165"/>
            </a:xfrm>
            <a:custGeom>
              <a:rect b="b" l="l" r="r" t="t"/>
              <a:pathLst>
                <a:path extrusionOk="0" h="11944" w="13484">
                  <a:moveTo>
                    <a:pt x="4156" y="0"/>
                  </a:moveTo>
                  <a:cubicBezTo>
                    <a:pt x="4156" y="0"/>
                    <a:pt x="1775" y="1097"/>
                    <a:pt x="1121" y="1423"/>
                  </a:cubicBezTo>
                  <a:cubicBezTo>
                    <a:pt x="468" y="1750"/>
                    <a:pt x="235" y="1704"/>
                    <a:pt x="351" y="2146"/>
                  </a:cubicBezTo>
                  <a:cubicBezTo>
                    <a:pt x="468" y="2590"/>
                    <a:pt x="1" y="3080"/>
                    <a:pt x="71" y="5111"/>
                  </a:cubicBezTo>
                  <a:cubicBezTo>
                    <a:pt x="142" y="7141"/>
                    <a:pt x="351" y="9452"/>
                    <a:pt x="491" y="10619"/>
                  </a:cubicBezTo>
                  <a:cubicBezTo>
                    <a:pt x="613" y="11636"/>
                    <a:pt x="682" y="11943"/>
                    <a:pt x="899" y="11943"/>
                  </a:cubicBezTo>
                  <a:cubicBezTo>
                    <a:pt x="930" y="11943"/>
                    <a:pt x="965" y="11937"/>
                    <a:pt x="1004" y="11925"/>
                  </a:cubicBezTo>
                  <a:cubicBezTo>
                    <a:pt x="1308" y="11832"/>
                    <a:pt x="2792" y="11482"/>
                    <a:pt x="3936" y="11110"/>
                  </a:cubicBezTo>
                  <a:cubicBezTo>
                    <a:pt x="5080" y="10736"/>
                    <a:pt x="7960" y="8961"/>
                    <a:pt x="7960" y="8961"/>
                  </a:cubicBezTo>
                  <a:cubicBezTo>
                    <a:pt x="7960" y="8961"/>
                    <a:pt x="9570" y="9359"/>
                    <a:pt x="11460" y="9381"/>
                  </a:cubicBezTo>
                  <a:cubicBezTo>
                    <a:pt x="11655" y="9383"/>
                    <a:pt x="11831" y="9385"/>
                    <a:pt x="11990" y="9385"/>
                  </a:cubicBezTo>
                  <a:cubicBezTo>
                    <a:pt x="13377" y="9385"/>
                    <a:pt x="13484" y="9275"/>
                    <a:pt x="13421" y="8752"/>
                  </a:cubicBezTo>
                  <a:cubicBezTo>
                    <a:pt x="13351" y="8167"/>
                    <a:pt x="12860" y="5928"/>
                    <a:pt x="12207" y="4363"/>
                  </a:cubicBezTo>
                  <a:cubicBezTo>
                    <a:pt x="11554" y="2799"/>
                    <a:pt x="11740" y="2520"/>
                    <a:pt x="11250" y="1843"/>
                  </a:cubicBezTo>
                  <a:cubicBezTo>
                    <a:pt x="10760" y="1167"/>
                    <a:pt x="8753" y="512"/>
                    <a:pt x="8403" y="419"/>
                  </a:cubicBezTo>
                  <a:cubicBezTo>
                    <a:pt x="8053" y="327"/>
                    <a:pt x="4156" y="0"/>
                    <a:pt x="41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g33adf7f9e96_1_0"/>
            <p:cNvSpPr/>
            <p:nvPr/>
          </p:nvSpPr>
          <p:spPr>
            <a:xfrm>
              <a:off x="8506655" y="3426731"/>
              <a:ext cx="494922" cy="441058"/>
            </a:xfrm>
            <a:custGeom>
              <a:rect b="b" l="l" r="r" t="t"/>
              <a:pathLst>
                <a:path extrusionOk="0" h="12078" w="13553">
                  <a:moveTo>
                    <a:pt x="4207" y="136"/>
                  </a:moveTo>
                  <a:cubicBezTo>
                    <a:pt x="4491" y="159"/>
                    <a:pt x="8096" y="464"/>
                    <a:pt x="8425" y="552"/>
                  </a:cubicBezTo>
                  <a:cubicBezTo>
                    <a:pt x="8771" y="644"/>
                    <a:pt x="10760" y="1294"/>
                    <a:pt x="11236" y="1950"/>
                  </a:cubicBezTo>
                  <a:cubicBezTo>
                    <a:pt x="11491" y="2304"/>
                    <a:pt x="11556" y="2542"/>
                    <a:pt x="11664" y="2936"/>
                  </a:cubicBezTo>
                  <a:cubicBezTo>
                    <a:pt x="11755" y="3271"/>
                    <a:pt x="11880" y="3730"/>
                    <a:pt x="12184" y="4457"/>
                  </a:cubicBezTo>
                  <a:cubicBezTo>
                    <a:pt x="12819" y="5973"/>
                    <a:pt x="13319" y="8207"/>
                    <a:pt x="13394" y="8827"/>
                  </a:cubicBezTo>
                  <a:cubicBezTo>
                    <a:pt x="13416" y="9011"/>
                    <a:pt x="13415" y="9133"/>
                    <a:pt x="13347" y="9210"/>
                  </a:cubicBezTo>
                  <a:cubicBezTo>
                    <a:pt x="13222" y="9349"/>
                    <a:pt x="12843" y="9387"/>
                    <a:pt x="12039" y="9387"/>
                  </a:cubicBezTo>
                  <a:cubicBezTo>
                    <a:pt x="11877" y="9387"/>
                    <a:pt x="11698" y="9385"/>
                    <a:pt x="11499" y="9383"/>
                  </a:cubicBezTo>
                  <a:cubicBezTo>
                    <a:pt x="9640" y="9360"/>
                    <a:pt x="8031" y="8969"/>
                    <a:pt x="8014" y="8965"/>
                  </a:cubicBezTo>
                  <a:cubicBezTo>
                    <a:pt x="8009" y="8964"/>
                    <a:pt x="8004" y="8963"/>
                    <a:pt x="7998" y="8963"/>
                  </a:cubicBezTo>
                  <a:cubicBezTo>
                    <a:pt x="7986" y="8963"/>
                    <a:pt x="7974" y="8966"/>
                    <a:pt x="7963" y="8972"/>
                  </a:cubicBezTo>
                  <a:cubicBezTo>
                    <a:pt x="7935" y="8990"/>
                    <a:pt x="5077" y="10747"/>
                    <a:pt x="3955" y="11114"/>
                  </a:cubicBezTo>
                  <a:cubicBezTo>
                    <a:pt x="3161" y="11373"/>
                    <a:pt x="2216" y="11618"/>
                    <a:pt x="1590" y="11779"/>
                  </a:cubicBezTo>
                  <a:cubicBezTo>
                    <a:pt x="1315" y="11850"/>
                    <a:pt x="1118" y="11900"/>
                    <a:pt x="1024" y="11930"/>
                  </a:cubicBezTo>
                  <a:cubicBezTo>
                    <a:pt x="988" y="11941"/>
                    <a:pt x="960" y="11945"/>
                    <a:pt x="938" y="11945"/>
                  </a:cubicBezTo>
                  <a:cubicBezTo>
                    <a:pt x="908" y="11945"/>
                    <a:pt x="890" y="11937"/>
                    <a:pt x="877" y="11929"/>
                  </a:cubicBezTo>
                  <a:cubicBezTo>
                    <a:pt x="757" y="11850"/>
                    <a:pt x="690" y="11463"/>
                    <a:pt x="596" y="10678"/>
                  </a:cubicBezTo>
                  <a:cubicBezTo>
                    <a:pt x="441" y="9384"/>
                    <a:pt x="243" y="7110"/>
                    <a:pt x="177" y="5177"/>
                  </a:cubicBezTo>
                  <a:cubicBezTo>
                    <a:pt x="134" y="3943"/>
                    <a:pt x="289" y="3287"/>
                    <a:pt x="392" y="2854"/>
                  </a:cubicBezTo>
                  <a:cubicBezTo>
                    <a:pt x="460" y="2573"/>
                    <a:pt x="504" y="2386"/>
                    <a:pt x="454" y="2198"/>
                  </a:cubicBezTo>
                  <a:cubicBezTo>
                    <a:pt x="379" y="1911"/>
                    <a:pt x="443" y="1884"/>
                    <a:pt x="802" y="1729"/>
                  </a:cubicBezTo>
                  <a:cubicBezTo>
                    <a:pt x="907" y="1683"/>
                    <a:pt x="1038" y="1626"/>
                    <a:pt x="1190" y="1551"/>
                  </a:cubicBezTo>
                  <a:cubicBezTo>
                    <a:pt x="1807" y="1242"/>
                    <a:pt x="3997" y="231"/>
                    <a:pt x="4207" y="136"/>
                  </a:cubicBezTo>
                  <a:close/>
                  <a:moveTo>
                    <a:pt x="4191" y="1"/>
                  </a:moveTo>
                  <a:cubicBezTo>
                    <a:pt x="4182" y="1"/>
                    <a:pt x="4174" y="3"/>
                    <a:pt x="4166" y="8"/>
                  </a:cubicBezTo>
                  <a:cubicBezTo>
                    <a:pt x="4143" y="18"/>
                    <a:pt x="1778" y="1108"/>
                    <a:pt x="1131" y="1432"/>
                  </a:cubicBezTo>
                  <a:cubicBezTo>
                    <a:pt x="982" y="1507"/>
                    <a:pt x="853" y="1562"/>
                    <a:pt x="748" y="1607"/>
                  </a:cubicBezTo>
                  <a:cubicBezTo>
                    <a:pt x="386" y="1763"/>
                    <a:pt x="222" y="1836"/>
                    <a:pt x="326" y="2232"/>
                  </a:cubicBezTo>
                  <a:cubicBezTo>
                    <a:pt x="367" y="2388"/>
                    <a:pt x="326" y="2561"/>
                    <a:pt x="263" y="2824"/>
                  </a:cubicBezTo>
                  <a:cubicBezTo>
                    <a:pt x="159" y="3264"/>
                    <a:pt x="1" y="3930"/>
                    <a:pt x="43" y="5182"/>
                  </a:cubicBezTo>
                  <a:cubicBezTo>
                    <a:pt x="111" y="7118"/>
                    <a:pt x="308" y="9397"/>
                    <a:pt x="464" y="10695"/>
                  </a:cubicBezTo>
                  <a:cubicBezTo>
                    <a:pt x="575" y="11609"/>
                    <a:pt x="638" y="11932"/>
                    <a:pt x="805" y="12040"/>
                  </a:cubicBezTo>
                  <a:cubicBezTo>
                    <a:pt x="849" y="12068"/>
                    <a:pt x="895" y="12078"/>
                    <a:pt x="939" y="12078"/>
                  </a:cubicBezTo>
                  <a:cubicBezTo>
                    <a:pt x="985" y="12078"/>
                    <a:pt x="1029" y="12067"/>
                    <a:pt x="1063" y="12057"/>
                  </a:cubicBezTo>
                  <a:cubicBezTo>
                    <a:pt x="1154" y="12028"/>
                    <a:pt x="1361" y="11975"/>
                    <a:pt x="1623" y="11908"/>
                  </a:cubicBezTo>
                  <a:cubicBezTo>
                    <a:pt x="2250" y="11745"/>
                    <a:pt x="3199" y="11501"/>
                    <a:pt x="3996" y="11240"/>
                  </a:cubicBezTo>
                  <a:cubicBezTo>
                    <a:pt x="5092" y="10882"/>
                    <a:pt x="7713" y="9282"/>
                    <a:pt x="8009" y="9100"/>
                  </a:cubicBezTo>
                  <a:cubicBezTo>
                    <a:pt x="8231" y="9152"/>
                    <a:pt x="9756" y="9494"/>
                    <a:pt x="11498" y="9515"/>
                  </a:cubicBezTo>
                  <a:cubicBezTo>
                    <a:pt x="11692" y="9518"/>
                    <a:pt x="11867" y="9519"/>
                    <a:pt x="12025" y="9519"/>
                  </a:cubicBezTo>
                  <a:cubicBezTo>
                    <a:pt x="12930" y="9519"/>
                    <a:pt x="13290" y="9472"/>
                    <a:pt x="13446" y="9299"/>
                  </a:cubicBezTo>
                  <a:cubicBezTo>
                    <a:pt x="13547" y="9185"/>
                    <a:pt x="13552" y="9034"/>
                    <a:pt x="13526" y="8811"/>
                  </a:cubicBezTo>
                  <a:cubicBezTo>
                    <a:pt x="13450" y="8185"/>
                    <a:pt x="12945" y="5933"/>
                    <a:pt x="12308" y="4407"/>
                  </a:cubicBezTo>
                  <a:cubicBezTo>
                    <a:pt x="12007" y="3686"/>
                    <a:pt x="11883" y="3233"/>
                    <a:pt x="11793" y="2902"/>
                  </a:cubicBezTo>
                  <a:cubicBezTo>
                    <a:pt x="11685" y="2506"/>
                    <a:pt x="11613" y="2245"/>
                    <a:pt x="11343" y="1872"/>
                  </a:cubicBezTo>
                  <a:cubicBezTo>
                    <a:pt x="10839" y="1177"/>
                    <a:pt x="8833" y="524"/>
                    <a:pt x="8459" y="423"/>
                  </a:cubicBezTo>
                  <a:cubicBezTo>
                    <a:pt x="8107" y="330"/>
                    <a:pt x="4359" y="15"/>
                    <a:pt x="4200" y="2"/>
                  </a:cubicBezTo>
                  <a:cubicBezTo>
                    <a:pt x="4197" y="1"/>
                    <a:pt x="4194" y="1"/>
                    <a:pt x="41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g33adf7f9e96_1_0"/>
            <p:cNvSpPr/>
            <p:nvPr/>
          </p:nvSpPr>
          <p:spPr>
            <a:xfrm>
              <a:off x="8530245" y="3666645"/>
              <a:ext cx="197560" cy="94215"/>
            </a:xfrm>
            <a:custGeom>
              <a:rect b="b" l="l" r="r" t="t"/>
              <a:pathLst>
                <a:path extrusionOk="0" h="2580" w="5410">
                  <a:moveTo>
                    <a:pt x="1803" y="0"/>
                  </a:moveTo>
                  <a:cubicBezTo>
                    <a:pt x="1724" y="0"/>
                    <a:pt x="1667" y="18"/>
                    <a:pt x="1635" y="56"/>
                  </a:cubicBezTo>
                  <a:cubicBezTo>
                    <a:pt x="1495" y="219"/>
                    <a:pt x="771" y="709"/>
                    <a:pt x="655" y="919"/>
                  </a:cubicBezTo>
                  <a:cubicBezTo>
                    <a:pt x="538" y="1129"/>
                    <a:pt x="1" y="1736"/>
                    <a:pt x="24" y="1899"/>
                  </a:cubicBezTo>
                  <a:cubicBezTo>
                    <a:pt x="33" y="1959"/>
                    <a:pt x="51" y="1987"/>
                    <a:pt x="82" y="1987"/>
                  </a:cubicBezTo>
                  <a:cubicBezTo>
                    <a:pt x="137" y="1987"/>
                    <a:pt x="235" y="1900"/>
                    <a:pt x="398" y="1736"/>
                  </a:cubicBezTo>
                  <a:cubicBezTo>
                    <a:pt x="655" y="1479"/>
                    <a:pt x="818" y="1339"/>
                    <a:pt x="912" y="1269"/>
                  </a:cubicBezTo>
                  <a:cubicBezTo>
                    <a:pt x="1004" y="1199"/>
                    <a:pt x="1215" y="1059"/>
                    <a:pt x="1215" y="1059"/>
                  </a:cubicBezTo>
                  <a:lnTo>
                    <a:pt x="1215" y="1059"/>
                  </a:lnTo>
                  <a:cubicBezTo>
                    <a:pt x="1215" y="1059"/>
                    <a:pt x="934" y="2109"/>
                    <a:pt x="841" y="2389"/>
                  </a:cubicBezTo>
                  <a:cubicBezTo>
                    <a:pt x="793" y="2534"/>
                    <a:pt x="876" y="2579"/>
                    <a:pt x="990" y="2579"/>
                  </a:cubicBezTo>
                  <a:cubicBezTo>
                    <a:pt x="1096" y="2579"/>
                    <a:pt x="1229" y="2540"/>
                    <a:pt x="1308" y="2506"/>
                  </a:cubicBezTo>
                  <a:cubicBezTo>
                    <a:pt x="1471" y="2437"/>
                    <a:pt x="2498" y="1689"/>
                    <a:pt x="2498" y="1689"/>
                  </a:cubicBezTo>
                  <a:cubicBezTo>
                    <a:pt x="2498" y="1689"/>
                    <a:pt x="2807" y="1741"/>
                    <a:pt x="2939" y="1741"/>
                  </a:cubicBezTo>
                  <a:cubicBezTo>
                    <a:pt x="2961" y="1741"/>
                    <a:pt x="2978" y="1740"/>
                    <a:pt x="2988" y="1736"/>
                  </a:cubicBezTo>
                  <a:cubicBezTo>
                    <a:pt x="3058" y="1712"/>
                    <a:pt x="5107" y="1063"/>
                    <a:pt x="5107" y="1063"/>
                  </a:cubicBezTo>
                  <a:lnTo>
                    <a:pt x="5410" y="922"/>
                  </a:lnTo>
                  <a:lnTo>
                    <a:pt x="5410" y="922"/>
                  </a:lnTo>
                  <a:cubicBezTo>
                    <a:pt x="5410" y="922"/>
                    <a:pt x="5399" y="922"/>
                    <a:pt x="5378" y="922"/>
                  </a:cubicBezTo>
                  <a:cubicBezTo>
                    <a:pt x="5163" y="922"/>
                    <a:pt x="3899" y="906"/>
                    <a:pt x="3175" y="522"/>
                  </a:cubicBezTo>
                  <a:cubicBezTo>
                    <a:pt x="2565" y="199"/>
                    <a:pt x="2065" y="0"/>
                    <a:pt x="180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g33adf7f9e96_1_0"/>
            <p:cNvSpPr/>
            <p:nvPr/>
          </p:nvSpPr>
          <p:spPr>
            <a:xfrm>
              <a:off x="8528054" y="3664271"/>
              <a:ext cx="202417" cy="98999"/>
            </a:xfrm>
            <a:custGeom>
              <a:rect b="b" l="l" r="r" t="t"/>
              <a:pathLst>
                <a:path extrusionOk="0" h="2711" w="5543">
                  <a:moveTo>
                    <a:pt x="1862" y="129"/>
                  </a:moveTo>
                  <a:cubicBezTo>
                    <a:pt x="2056" y="129"/>
                    <a:pt x="2478" y="261"/>
                    <a:pt x="3204" y="645"/>
                  </a:cubicBezTo>
                  <a:cubicBezTo>
                    <a:pt x="3792" y="958"/>
                    <a:pt x="4713" y="1032"/>
                    <a:pt x="5180" y="1049"/>
                  </a:cubicBezTo>
                  <a:lnTo>
                    <a:pt x="5147" y="1064"/>
                  </a:lnTo>
                  <a:cubicBezTo>
                    <a:pt x="5063" y="1091"/>
                    <a:pt x="3097" y="1715"/>
                    <a:pt x="3028" y="1737"/>
                  </a:cubicBezTo>
                  <a:cubicBezTo>
                    <a:pt x="3022" y="1739"/>
                    <a:pt x="3012" y="1740"/>
                    <a:pt x="2998" y="1740"/>
                  </a:cubicBezTo>
                  <a:cubicBezTo>
                    <a:pt x="2920" y="1740"/>
                    <a:pt x="2729" y="1715"/>
                    <a:pt x="2569" y="1689"/>
                  </a:cubicBezTo>
                  <a:cubicBezTo>
                    <a:pt x="2565" y="1688"/>
                    <a:pt x="2561" y="1688"/>
                    <a:pt x="2557" y="1688"/>
                  </a:cubicBezTo>
                  <a:cubicBezTo>
                    <a:pt x="2543" y="1688"/>
                    <a:pt x="2530" y="1692"/>
                    <a:pt x="2519" y="1701"/>
                  </a:cubicBezTo>
                  <a:cubicBezTo>
                    <a:pt x="2235" y="1906"/>
                    <a:pt x="1470" y="2455"/>
                    <a:pt x="1342" y="2510"/>
                  </a:cubicBezTo>
                  <a:cubicBezTo>
                    <a:pt x="1249" y="2550"/>
                    <a:pt x="1128" y="2578"/>
                    <a:pt x="1045" y="2578"/>
                  </a:cubicBezTo>
                  <a:cubicBezTo>
                    <a:pt x="1007" y="2578"/>
                    <a:pt x="978" y="2572"/>
                    <a:pt x="962" y="2558"/>
                  </a:cubicBezTo>
                  <a:cubicBezTo>
                    <a:pt x="946" y="2542"/>
                    <a:pt x="956" y="2499"/>
                    <a:pt x="963" y="2476"/>
                  </a:cubicBezTo>
                  <a:cubicBezTo>
                    <a:pt x="1057" y="2196"/>
                    <a:pt x="1327" y="1184"/>
                    <a:pt x="1338" y="1141"/>
                  </a:cubicBezTo>
                  <a:cubicBezTo>
                    <a:pt x="1346" y="1115"/>
                    <a:pt x="1336" y="1087"/>
                    <a:pt x="1314" y="1070"/>
                  </a:cubicBezTo>
                  <a:cubicBezTo>
                    <a:pt x="1302" y="1062"/>
                    <a:pt x="1288" y="1058"/>
                    <a:pt x="1275" y="1058"/>
                  </a:cubicBezTo>
                  <a:cubicBezTo>
                    <a:pt x="1262" y="1058"/>
                    <a:pt x="1249" y="1062"/>
                    <a:pt x="1238" y="1069"/>
                  </a:cubicBezTo>
                  <a:cubicBezTo>
                    <a:pt x="1230" y="1075"/>
                    <a:pt x="1025" y="1211"/>
                    <a:pt x="931" y="1281"/>
                  </a:cubicBezTo>
                  <a:cubicBezTo>
                    <a:pt x="844" y="1346"/>
                    <a:pt x="683" y="1482"/>
                    <a:pt x="411" y="1754"/>
                  </a:cubicBezTo>
                  <a:cubicBezTo>
                    <a:pt x="349" y="1815"/>
                    <a:pt x="212" y="1951"/>
                    <a:pt x="155" y="1981"/>
                  </a:cubicBezTo>
                  <a:cubicBezTo>
                    <a:pt x="153" y="1974"/>
                    <a:pt x="152" y="1966"/>
                    <a:pt x="149" y="1955"/>
                  </a:cubicBezTo>
                  <a:cubicBezTo>
                    <a:pt x="139" y="1876"/>
                    <a:pt x="396" y="1535"/>
                    <a:pt x="534" y="1353"/>
                  </a:cubicBezTo>
                  <a:cubicBezTo>
                    <a:pt x="639" y="1213"/>
                    <a:pt x="729" y="1094"/>
                    <a:pt x="773" y="1016"/>
                  </a:cubicBezTo>
                  <a:cubicBezTo>
                    <a:pt x="836" y="902"/>
                    <a:pt x="1128" y="672"/>
                    <a:pt x="1362" y="488"/>
                  </a:cubicBezTo>
                  <a:cubicBezTo>
                    <a:pt x="1535" y="352"/>
                    <a:pt x="1685" y="234"/>
                    <a:pt x="1745" y="164"/>
                  </a:cubicBezTo>
                  <a:cubicBezTo>
                    <a:pt x="1764" y="142"/>
                    <a:pt x="1802" y="129"/>
                    <a:pt x="1862" y="129"/>
                  </a:cubicBezTo>
                  <a:close/>
                  <a:moveTo>
                    <a:pt x="1863" y="1"/>
                  </a:moveTo>
                  <a:cubicBezTo>
                    <a:pt x="1761" y="1"/>
                    <a:pt x="1688" y="26"/>
                    <a:pt x="1644" y="77"/>
                  </a:cubicBezTo>
                  <a:cubicBezTo>
                    <a:pt x="1592" y="139"/>
                    <a:pt x="1440" y="258"/>
                    <a:pt x="1279" y="384"/>
                  </a:cubicBezTo>
                  <a:cubicBezTo>
                    <a:pt x="1011" y="596"/>
                    <a:pt x="733" y="814"/>
                    <a:pt x="656" y="952"/>
                  </a:cubicBezTo>
                  <a:cubicBezTo>
                    <a:pt x="618" y="1021"/>
                    <a:pt x="526" y="1143"/>
                    <a:pt x="427" y="1272"/>
                  </a:cubicBezTo>
                  <a:cubicBezTo>
                    <a:pt x="168" y="1615"/>
                    <a:pt x="0" y="1850"/>
                    <a:pt x="18" y="1974"/>
                  </a:cubicBezTo>
                  <a:cubicBezTo>
                    <a:pt x="22" y="2002"/>
                    <a:pt x="35" y="2090"/>
                    <a:pt x="107" y="2113"/>
                  </a:cubicBezTo>
                  <a:cubicBezTo>
                    <a:pt x="118" y="2117"/>
                    <a:pt x="130" y="2119"/>
                    <a:pt x="142" y="2119"/>
                  </a:cubicBezTo>
                  <a:cubicBezTo>
                    <a:pt x="224" y="2119"/>
                    <a:pt x="323" y="2029"/>
                    <a:pt x="504" y="1848"/>
                  </a:cubicBezTo>
                  <a:cubicBezTo>
                    <a:pt x="785" y="1567"/>
                    <a:pt x="942" y="1439"/>
                    <a:pt x="1011" y="1387"/>
                  </a:cubicBezTo>
                  <a:cubicBezTo>
                    <a:pt x="1049" y="1359"/>
                    <a:pt x="1108" y="1317"/>
                    <a:pt x="1163" y="1279"/>
                  </a:cubicBezTo>
                  <a:lnTo>
                    <a:pt x="1163" y="1279"/>
                  </a:lnTo>
                  <a:cubicBezTo>
                    <a:pt x="1081" y="1589"/>
                    <a:pt x="907" y="2227"/>
                    <a:pt x="838" y="2433"/>
                  </a:cubicBezTo>
                  <a:cubicBezTo>
                    <a:pt x="798" y="2554"/>
                    <a:pt x="834" y="2621"/>
                    <a:pt x="872" y="2655"/>
                  </a:cubicBezTo>
                  <a:cubicBezTo>
                    <a:pt x="917" y="2697"/>
                    <a:pt x="981" y="2711"/>
                    <a:pt x="1050" y="2711"/>
                  </a:cubicBezTo>
                  <a:cubicBezTo>
                    <a:pt x="1210" y="2711"/>
                    <a:pt x="1392" y="2633"/>
                    <a:pt x="1394" y="2633"/>
                  </a:cubicBezTo>
                  <a:cubicBezTo>
                    <a:pt x="1550" y="2565"/>
                    <a:pt x="2397" y="1953"/>
                    <a:pt x="2575" y="1825"/>
                  </a:cubicBezTo>
                  <a:cubicBezTo>
                    <a:pt x="2702" y="1846"/>
                    <a:pt x="2885" y="1872"/>
                    <a:pt x="2994" y="1872"/>
                  </a:cubicBezTo>
                  <a:cubicBezTo>
                    <a:pt x="3027" y="1872"/>
                    <a:pt x="3053" y="1869"/>
                    <a:pt x="3069" y="1864"/>
                  </a:cubicBezTo>
                  <a:cubicBezTo>
                    <a:pt x="3138" y="1841"/>
                    <a:pt x="5166" y="1198"/>
                    <a:pt x="5194" y="1188"/>
                  </a:cubicBezTo>
                  <a:lnTo>
                    <a:pt x="5498" y="1049"/>
                  </a:lnTo>
                  <a:cubicBezTo>
                    <a:pt x="5527" y="1034"/>
                    <a:pt x="5542" y="1004"/>
                    <a:pt x="5535" y="973"/>
                  </a:cubicBezTo>
                  <a:cubicBezTo>
                    <a:pt x="5528" y="944"/>
                    <a:pt x="5505" y="921"/>
                    <a:pt x="5475" y="921"/>
                  </a:cubicBezTo>
                  <a:cubicBezTo>
                    <a:pt x="5473" y="921"/>
                    <a:pt x="5471" y="921"/>
                    <a:pt x="5469" y="921"/>
                  </a:cubicBezTo>
                  <a:cubicBezTo>
                    <a:pt x="5468" y="921"/>
                    <a:pt x="5455" y="921"/>
                    <a:pt x="5432" y="921"/>
                  </a:cubicBezTo>
                  <a:cubicBezTo>
                    <a:pt x="5205" y="921"/>
                    <a:pt x="3965" y="900"/>
                    <a:pt x="3266" y="529"/>
                  </a:cubicBezTo>
                  <a:cubicBezTo>
                    <a:pt x="2602" y="177"/>
                    <a:pt x="2132" y="1"/>
                    <a:pt x="18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g33adf7f9e96_1_0"/>
            <p:cNvSpPr/>
            <p:nvPr/>
          </p:nvSpPr>
          <p:spPr>
            <a:xfrm>
              <a:off x="8571801" y="3681580"/>
              <a:ext cx="15812" cy="26183"/>
            </a:xfrm>
            <a:custGeom>
              <a:rect b="b" l="l" r="r" t="t"/>
              <a:pathLst>
                <a:path extrusionOk="0" h="717" w="433">
                  <a:moveTo>
                    <a:pt x="357" y="1"/>
                  </a:moveTo>
                  <a:cubicBezTo>
                    <a:pt x="332" y="1"/>
                    <a:pt x="309" y="14"/>
                    <a:pt x="297" y="38"/>
                  </a:cubicBezTo>
                  <a:lnTo>
                    <a:pt x="16" y="622"/>
                  </a:lnTo>
                  <a:cubicBezTo>
                    <a:pt x="1" y="655"/>
                    <a:pt x="15" y="694"/>
                    <a:pt x="48" y="710"/>
                  </a:cubicBezTo>
                  <a:cubicBezTo>
                    <a:pt x="58" y="714"/>
                    <a:pt x="67" y="717"/>
                    <a:pt x="77" y="717"/>
                  </a:cubicBezTo>
                  <a:cubicBezTo>
                    <a:pt x="101" y="717"/>
                    <a:pt x="125" y="702"/>
                    <a:pt x="137" y="679"/>
                  </a:cubicBezTo>
                  <a:lnTo>
                    <a:pt x="416" y="96"/>
                  </a:lnTo>
                  <a:cubicBezTo>
                    <a:pt x="433" y="62"/>
                    <a:pt x="418" y="22"/>
                    <a:pt x="385" y="7"/>
                  </a:cubicBezTo>
                  <a:cubicBezTo>
                    <a:pt x="376" y="3"/>
                    <a:pt x="367"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g33adf7f9e96_1_0"/>
            <p:cNvSpPr/>
            <p:nvPr/>
          </p:nvSpPr>
          <p:spPr>
            <a:xfrm>
              <a:off x="8563512" y="3678878"/>
              <a:ext cx="41776" cy="82712"/>
            </a:xfrm>
            <a:custGeom>
              <a:rect b="b" l="l" r="r" t="t"/>
              <a:pathLst>
                <a:path extrusionOk="0" h="2265" w="1144">
                  <a:moveTo>
                    <a:pt x="1144" y="0"/>
                  </a:moveTo>
                  <a:cubicBezTo>
                    <a:pt x="934" y="24"/>
                    <a:pt x="747" y="327"/>
                    <a:pt x="560" y="840"/>
                  </a:cubicBezTo>
                  <a:cubicBezTo>
                    <a:pt x="373" y="1354"/>
                    <a:pt x="1" y="2265"/>
                    <a:pt x="1" y="2265"/>
                  </a:cubicBezTo>
                  <a:lnTo>
                    <a:pt x="11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g33adf7f9e96_1_0"/>
            <p:cNvSpPr/>
            <p:nvPr/>
          </p:nvSpPr>
          <p:spPr>
            <a:xfrm>
              <a:off x="8560737" y="3676431"/>
              <a:ext cx="47108" cy="87605"/>
            </a:xfrm>
            <a:custGeom>
              <a:rect b="b" l="l" r="r" t="t"/>
              <a:pathLst>
                <a:path extrusionOk="0" h="2399" w="1290">
                  <a:moveTo>
                    <a:pt x="1219" y="1"/>
                  </a:moveTo>
                  <a:cubicBezTo>
                    <a:pt x="1217" y="1"/>
                    <a:pt x="1215" y="1"/>
                    <a:pt x="1212" y="1"/>
                  </a:cubicBezTo>
                  <a:cubicBezTo>
                    <a:pt x="984" y="27"/>
                    <a:pt x="787" y="299"/>
                    <a:pt x="574" y="885"/>
                  </a:cubicBezTo>
                  <a:cubicBezTo>
                    <a:pt x="390" y="1391"/>
                    <a:pt x="19" y="2298"/>
                    <a:pt x="15" y="2306"/>
                  </a:cubicBezTo>
                  <a:cubicBezTo>
                    <a:pt x="1" y="2340"/>
                    <a:pt x="18" y="2379"/>
                    <a:pt x="51" y="2392"/>
                  </a:cubicBezTo>
                  <a:cubicBezTo>
                    <a:pt x="59" y="2396"/>
                    <a:pt x="67" y="2398"/>
                    <a:pt x="77" y="2398"/>
                  </a:cubicBezTo>
                  <a:cubicBezTo>
                    <a:pt x="103" y="2398"/>
                    <a:pt x="128" y="2383"/>
                    <a:pt x="137" y="2357"/>
                  </a:cubicBezTo>
                  <a:cubicBezTo>
                    <a:pt x="142" y="2347"/>
                    <a:pt x="513" y="1440"/>
                    <a:pt x="699" y="930"/>
                  </a:cubicBezTo>
                  <a:cubicBezTo>
                    <a:pt x="885" y="420"/>
                    <a:pt x="1062" y="151"/>
                    <a:pt x="1227" y="134"/>
                  </a:cubicBezTo>
                  <a:cubicBezTo>
                    <a:pt x="1263" y="129"/>
                    <a:pt x="1289" y="97"/>
                    <a:pt x="1286" y="60"/>
                  </a:cubicBezTo>
                  <a:cubicBezTo>
                    <a:pt x="1283" y="26"/>
                    <a:pt x="1252" y="1"/>
                    <a:pt x="12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g33adf7f9e96_1_0"/>
            <p:cNvSpPr/>
            <p:nvPr/>
          </p:nvSpPr>
          <p:spPr>
            <a:xfrm>
              <a:off x="8578009" y="3686547"/>
              <a:ext cx="44332" cy="71647"/>
            </a:xfrm>
            <a:custGeom>
              <a:rect b="b" l="l" r="r" t="t"/>
              <a:pathLst>
                <a:path extrusionOk="0" h="1962" w="1214">
                  <a:moveTo>
                    <a:pt x="1214" y="1"/>
                  </a:moveTo>
                  <a:cubicBezTo>
                    <a:pt x="1214" y="1"/>
                    <a:pt x="747" y="654"/>
                    <a:pt x="514" y="981"/>
                  </a:cubicBezTo>
                  <a:cubicBezTo>
                    <a:pt x="280" y="1307"/>
                    <a:pt x="0" y="1961"/>
                    <a:pt x="0" y="1961"/>
                  </a:cubicBezTo>
                  <a:lnTo>
                    <a:pt x="12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g33adf7f9e96_1_0"/>
            <p:cNvSpPr/>
            <p:nvPr/>
          </p:nvSpPr>
          <p:spPr>
            <a:xfrm>
              <a:off x="8575234" y="3684136"/>
              <a:ext cx="49846" cy="76468"/>
            </a:xfrm>
            <a:custGeom>
              <a:rect b="b" l="l" r="r" t="t"/>
              <a:pathLst>
                <a:path extrusionOk="0" h="2094" w="1365">
                  <a:moveTo>
                    <a:pt x="1290" y="0"/>
                  </a:moveTo>
                  <a:cubicBezTo>
                    <a:pt x="1269" y="0"/>
                    <a:pt x="1248" y="10"/>
                    <a:pt x="1236" y="28"/>
                  </a:cubicBezTo>
                  <a:lnTo>
                    <a:pt x="535" y="1009"/>
                  </a:lnTo>
                  <a:cubicBezTo>
                    <a:pt x="301" y="1338"/>
                    <a:pt x="26" y="1974"/>
                    <a:pt x="15" y="2001"/>
                  </a:cubicBezTo>
                  <a:cubicBezTo>
                    <a:pt x="0" y="2034"/>
                    <a:pt x="16" y="2074"/>
                    <a:pt x="50" y="2088"/>
                  </a:cubicBezTo>
                  <a:cubicBezTo>
                    <a:pt x="58" y="2091"/>
                    <a:pt x="67" y="2094"/>
                    <a:pt x="76" y="2094"/>
                  </a:cubicBezTo>
                  <a:cubicBezTo>
                    <a:pt x="102" y="2094"/>
                    <a:pt x="126" y="2078"/>
                    <a:pt x="136" y="2053"/>
                  </a:cubicBezTo>
                  <a:cubicBezTo>
                    <a:pt x="140" y="2047"/>
                    <a:pt x="417" y="1403"/>
                    <a:pt x="643" y="1086"/>
                  </a:cubicBezTo>
                  <a:lnTo>
                    <a:pt x="1343" y="106"/>
                  </a:lnTo>
                  <a:cubicBezTo>
                    <a:pt x="1364" y="75"/>
                    <a:pt x="1357" y="34"/>
                    <a:pt x="1328" y="13"/>
                  </a:cubicBezTo>
                  <a:cubicBezTo>
                    <a:pt x="1316" y="4"/>
                    <a:pt x="1303"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g33adf7f9e96_1_0"/>
            <p:cNvSpPr/>
            <p:nvPr/>
          </p:nvSpPr>
          <p:spPr>
            <a:xfrm>
              <a:off x="8618688" y="3711378"/>
              <a:ext cx="14936" cy="19391"/>
            </a:xfrm>
            <a:custGeom>
              <a:rect b="b" l="l" r="r" t="t"/>
              <a:pathLst>
                <a:path extrusionOk="0" h="531" w="409">
                  <a:moveTo>
                    <a:pt x="332" y="1"/>
                  </a:moveTo>
                  <a:cubicBezTo>
                    <a:pt x="311" y="1"/>
                    <a:pt x="290" y="12"/>
                    <a:pt x="277" y="32"/>
                  </a:cubicBezTo>
                  <a:lnTo>
                    <a:pt x="21" y="428"/>
                  </a:lnTo>
                  <a:cubicBezTo>
                    <a:pt x="1" y="459"/>
                    <a:pt x="9" y="501"/>
                    <a:pt x="40" y="521"/>
                  </a:cubicBezTo>
                  <a:cubicBezTo>
                    <a:pt x="51" y="528"/>
                    <a:pt x="63" y="530"/>
                    <a:pt x="76" y="530"/>
                  </a:cubicBezTo>
                  <a:cubicBezTo>
                    <a:pt x="98" y="530"/>
                    <a:pt x="119" y="519"/>
                    <a:pt x="132" y="501"/>
                  </a:cubicBezTo>
                  <a:lnTo>
                    <a:pt x="389" y="104"/>
                  </a:lnTo>
                  <a:cubicBezTo>
                    <a:pt x="409" y="73"/>
                    <a:pt x="399" y="32"/>
                    <a:pt x="368" y="12"/>
                  </a:cubicBezTo>
                  <a:cubicBezTo>
                    <a:pt x="357" y="5"/>
                    <a:pt x="345" y="1"/>
                    <a:pt x="3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g33adf7f9e96_1_0"/>
            <p:cNvSpPr/>
            <p:nvPr/>
          </p:nvSpPr>
          <p:spPr>
            <a:xfrm>
              <a:off x="8727764" y="3655836"/>
              <a:ext cx="205630" cy="100642"/>
            </a:xfrm>
            <a:custGeom>
              <a:rect b="b" l="l" r="r" t="t"/>
              <a:pathLst>
                <a:path extrusionOk="0" h="2756" w="5631">
                  <a:moveTo>
                    <a:pt x="3572" y="0"/>
                  </a:moveTo>
                  <a:cubicBezTo>
                    <a:pt x="3347" y="0"/>
                    <a:pt x="3082" y="25"/>
                    <a:pt x="2923" y="118"/>
                  </a:cubicBezTo>
                  <a:cubicBezTo>
                    <a:pt x="2644" y="281"/>
                    <a:pt x="1" y="1218"/>
                    <a:pt x="1" y="1218"/>
                  </a:cubicBezTo>
                  <a:lnTo>
                    <a:pt x="1944" y="2755"/>
                  </a:lnTo>
                  <a:lnTo>
                    <a:pt x="3928" y="912"/>
                  </a:lnTo>
                  <a:cubicBezTo>
                    <a:pt x="3928" y="912"/>
                    <a:pt x="5491" y="562"/>
                    <a:pt x="5560" y="515"/>
                  </a:cubicBezTo>
                  <a:cubicBezTo>
                    <a:pt x="5630" y="468"/>
                    <a:pt x="4091" y="48"/>
                    <a:pt x="3950" y="24"/>
                  </a:cubicBezTo>
                  <a:cubicBezTo>
                    <a:pt x="3890" y="15"/>
                    <a:pt x="3742" y="0"/>
                    <a:pt x="357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g33adf7f9e96_1_0"/>
            <p:cNvSpPr/>
            <p:nvPr/>
          </p:nvSpPr>
          <p:spPr>
            <a:xfrm>
              <a:off x="8725061" y="3653426"/>
              <a:ext cx="208442" cy="105463"/>
            </a:xfrm>
            <a:custGeom>
              <a:rect b="b" l="l" r="r" t="t"/>
              <a:pathLst>
                <a:path extrusionOk="0" h="2888" w="5708">
                  <a:moveTo>
                    <a:pt x="3646" y="1"/>
                  </a:moveTo>
                  <a:cubicBezTo>
                    <a:pt x="3414" y="1"/>
                    <a:pt x="3137" y="27"/>
                    <a:pt x="2964" y="127"/>
                  </a:cubicBezTo>
                  <a:cubicBezTo>
                    <a:pt x="2692" y="286"/>
                    <a:pt x="80" y="1213"/>
                    <a:pt x="54" y="1221"/>
                  </a:cubicBezTo>
                  <a:cubicBezTo>
                    <a:pt x="18" y="1234"/>
                    <a:pt x="0" y="1272"/>
                    <a:pt x="12" y="1307"/>
                  </a:cubicBezTo>
                  <a:cubicBezTo>
                    <a:pt x="23" y="1334"/>
                    <a:pt x="48" y="1351"/>
                    <a:pt x="76" y="1351"/>
                  </a:cubicBezTo>
                  <a:cubicBezTo>
                    <a:pt x="83" y="1351"/>
                    <a:pt x="90" y="1349"/>
                    <a:pt x="97" y="1347"/>
                  </a:cubicBezTo>
                  <a:cubicBezTo>
                    <a:pt x="205" y="1309"/>
                    <a:pt x="2749" y="406"/>
                    <a:pt x="3030" y="242"/>
                  </a:cubicBezTo>
                  <a:cubicBezTo>
                    <a:pt x="3176" y="157"/>
                    <a:pt x="3428" y="132"/>
                    <a:pt x="3647" y="132"/>
                  </a:cubicBezTo>
                  <a:cubicBezTo>
                    <a:pt x="3804" y="132"/>
                    <a:pt x="3944" y="145"/>
                    <a:pt x="4014" y="157"/>
                  </a:cubicBezTo>
                  <a:cubicBezTo>
                    <a:pt x="4125" y="174"/>
                    <a:pt x="5094" y="439"/>
                    <a:pt x="5458" y="566"/>
                  </a:cubicBezTo>
                  <a:cubicBezTo>
                    <a:pt x="5155" y="646"/>
                    <a:pt x="4452" y="809"/>
                    <a:pt x="3986" y="913"/>
                  </a:cubicBezTo>
                  <a:cubicBezTo>
                    <a:pt x="3976" y="915"/>
                    <a:pt x="3965" y="921"/>
                    <a:pt x="3956" y="929"/>
                  </a:cubicBezTo>
                  <a:lnTo>
                    <a:pt x="1973" y="2773"/>
                  </a:lnTo>
                  <a:cubicBezTo>
                    <a:pt x="1945" y="2797"/>
                    <a:pt x="1943" y="2840"/>
                    <a:pt x="1969" y="2867"/>
                  </a:cubicBezTo>
                  <a:cubicBezTo>
                    <a:pt x="1982" y="2880"/>
                    <a:pt x="2000" y="2887"/>
                    <a:pt x="2018" y="2887"/>
                  </a:cubicBezTo>
                  <a:cubicBezTo>
                    <a:pt x="2034" y="2887"/>
                    <a:pt x="2050" y="2881"/>
                    <a:pt x="2063" y="2871"/>
                  </a:cubicBezTo>
                  <a:lnTo>
                    <a:pt x="4034" y="1039"/>
                  </a:lnTo>
                  <a:cubicBezTo>
                    <a:pt x="4516" y="930"/>
                    <a:pt x="5600" y="684"/>
                    <a:pt x="5671" y="636"/>
                  </a:cubicBezTo>
                  <a:cubicBezTo>
                    <a:pt x="5695" y="622"/>
                    <a:pt x="5708" y="590"/>
                    <a:pt x="5702" y="562"/>
                  </a:cubicBezTo>
                  <a:cubicBezTo>
                    <a:pt x="5672" y="424"/>
                    <a:pt x="4051" y="28"/>
                    <a:pt x="4035" y="25"/>
                  </a:cubicBezTo>
                  <a:cubicBezTo>
                    <a:pt x="3984" y="17"/>
                    <a:pt x="3830" y="1"/>
                    <a:pt x="36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g33adf7f9e96_1_0"/>
            <p:cNvSpPr/>
            <p:nvPr/>
          </p:nvSpPr>
          <p:spPr>
            <a:xfrm>
              <a:off x="8827965" y="3655836"/>
              <a:ext cx="105463" cy="53279"/>
            </a:xfrm>
            <a:custGeom>
              <a:rect b="b" l="l" r="r" t="t"/>
              <a:pathLst>
                <a:path extrusionOk="0" h="1459" w="2888">
                  <a:moveTo>
                    <a:pt x="828" y="0"/>
                  </a:moveTo>
                  <a:cubicBezTo>
                    <a:pt x="603" y="0"/>
                    <a:pt x="338" y="25"/>
                    <a:pt x="179" y="118"/>
                  </a:cubicBezTo>
                  <a:cubicBezTo>
                    <a:pt x="148" y="137"/>
                    <a:pt x="85" y="170"/>
                    <a:pt x="1" y="214"/>
                  </a:cubicBezTo>
                  <a:cubicBezTo>
                    <a:pt x="99" y="313"/>
                    <a:pt x="231" y="486"/>
                    <a:pt x="343" y="772"/>
                  </a:cubicBezTo>
                  <a:cubicBezTo>
                    <a:pt x="441" y="1023"/>
                    <a:pt x="529" y="1268"/>
                    <a:pt x="595" y="1458"/>
                  </a:cubicBezTo>
                  <a:lnTo>
                    <a:pt x="1184" y="912"/>
                  </a:lnTo>
                  <a:cubicBezTo>
                    <a:pt x="1184" y="912"/>
                    <a:pt x="2747" y="562"/>
                    <a:pt x="2816" y="515"/>
                  </a:cubicBezTo>
                  <a:cubicBezTo>
                    <a:pt x="2887" y="468"/>
                    <a:pt x="1347" y="48"/>
                    <a:pt x="1206" y="24"/>
                  </a:cubicBezTo>
                  <a:cubicBezTo>
                    <a:pt x="1146" y="15"/>
                    <a:pt x="998" y="0"/>
                    <a:pt x="8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g33adf7f9e96_1_0"/>
            <p:cNvSpPr/>
            <p:nvPr/>
          </p:nvSpPr>
          <p:spPr>
            <a:xfrm>
              <a:off x="8825446" y="3653426"/>
              <a:ext cx="108055" cy="58099"/>
            </a:xfrm>
            <a:custGeom>
              <a:rect b="b" l="l" r="r" t="t"/>
              <a:pathLst>
                <a:path extrusionOk="0" h="1591" w="2959">
                  <a:moveTo>
                    <a:pt x="901" y="132"/>
                  </a:moveTo>
                  <a:cubicBezTo>
                    <a:pt x="1057" y="132"/>
                    <a:pt x="1195" y="145"/>
                    <a:pt x="1265" y="157"/>
                  </a:cubicBezTo>
                  <a:cubicBezTo>
                    <a:pt x="1376" y="176"/>
                    <a:pt x="2345" y="439"/>
                    <a:pt x="2709" y="566"/>
                  </a:cubicBezTo>
                  <a:cubicBezTo>
                    <a:pt x="2405" y="646"/>
                    <a:pt x="1703" y="809"/>
                    <a:pt x="1237" y="913"/>
                  </a:cubicBezTo>
                  <a:cubicBezTo>
                    <a:pt x="1225" y="915"/>
                    <a:pt x="1215" y="921"/>
                    <a:pt x="1207" y="929"/>
                  </a:cubicBezTo>
                  <a:lnTo>
                    <a:pt x="693" y="1407"/>
                  </a:lnTo>
                  <a:cubicBezTo>
                    <a:pt x="619" y="1195"/>
                    <a:pt x="545" y="997"/>
                    <a:pt x="474" y="813"/>
                  </a:cubicBezTo>
                  <a:cubicBezTo>
                    <a:pt x="378" y="570"/>
                    <a:pt x="267" y="405"/>
                    <a:pt x="177" y="299"/>
                  </a:cubicBezTo>
                  <a:cubicBezTo>
                    <a:pt x="225" y="274"/>
                    <a:pt x="260" y="254"/>
                    <a:pt x="281" y="242"/>
                  </a:cubicBezTo>
                  <a:cubicBezTo>
                    <a:pt x="428" y="157"/>
                    <a:pt x="682" y="132"/>
                    <a:pt x="901" y="132"/>
                  </a:cubicBezTo>
                  <a:close/>
                  <a:moveTo>
                    <a:pt x="898" y="1"/>
                  </a:moveTo>
                  <a:cubicBezTo>
                    <a:pt x="666" y="1"/>
                    <a:pt x="388" y="27"/>
                    <a:pt x="215" y="127"/>
                  </a:cubicBezTo>
                  <a:cubicBezTo>
                    <a:pt x="184" y="145"/>
                    <a:pt x="123" y="178"/>
                    <a:pt x="39" y="221"/>
                  </a:cubicBezTo>
                  <a:cubicBezTo>
                    <a:pt x="20" y="230"/>
                    <a:pt x="7" y="248"/>
                    <a:pt x="3" y="269"/>
                  </a:cubicBezTo>
                  <a:cubicBezTo>
                    <a:pt x="1" y="289"/>
                    <a:pt x="7" y="310"/>
                    <a:pt x="22" y="326"/>
                  </a:cubicBezTo>
                  <a:cubicBezTo>
                    <a:pt x="111" y="416"/>
                    <a:pt x="240" y="581"/>
                    <a:pt x="350" y="862"/>
                  </a:cubicBezTo>
                  <a:cubicBezTo>
                    <a:pt x="432" y="1071"/>
                    <a:pt x="517" y="1301"/>
                    <a:pt x="601" y="1546"/>
                  </a:cubicBezTo>
                  <a:cubicBezTo>
                    <a:pt x="608" y="1567"/>
                    <a:pt x="626" y="1583"/>
                    <a:pt x="648" y="1589"/>
                  </a:cubicBezTo>
                  <a:cubicBezTo>
                    <a:pt x="653" y="1591"/>
                    <a:pt x="659" y="1591"/>
                    <a:pt x="664" y="1591"/>
                  </a:cubicBezTo>
                  <a:cubicBezTo>
                    <a:pt x="680" y="1591"/>
                    <a:pt x="697" y="1585"/>
                    <a:pt x="708" y="1573"/>
                  </a:cubicBezTo>
                  <a:lnTo>
                    <a:pt x="1285" y="1039"/>
                  </a:lnTo>
                  <a:cubicBezTo>
                    <a:pt x="1767" y="930"/>
                    <a:pt x="2851" y="684"/>
                    <a:pt x="2923" y="636"/>
                  </a:cubicBezTo>
                  <a:cubicBezTo>
                    <a:pt x="2946" y="622"/>
                    <a:pt x="2959" y="590"/>
                    <a:pt x="2953" y="562"/>
                  </a:cubicBezTo>
                  <a:cubicBezTo>
                    <a:pt x="2923" y="424"/>
                    <a:pt x="1302" y="28"/>
                    <a:pt x="1287" y="25"/>
                  </a:cubicBezTo>
                  <a:cubicBezTo>
                    <a:pt x="1236" y="17"/>
                    <a:pt x="1082" y="1"/>
                    <a:pt x="8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g33adf7f9e96_1_0"/>
            <p:cNvSpPr/>
            <p:nvPr/>
          </p:nvSpPr>
          <p:spPr>
            <a:xfrm>
              <a:off x="8603498" y="3106518"/>
              <a:ext cx="278957" cy="342096"/>
            </a:xfrm>
            <a:custGeom>
              <a:rect b="b" l="l" r="r" t="t"/>
              <a:pathLst>
                <a:path extrusionOk="0" h="9368" w="7639">
                  <a:moveTo>
                    <a:pt x="3332" y="0"/>
                  </a:moveTo>
                  <a:cubicBezTo>
                    <a:pt x="2796" y="0"/>
                    <a:pt x="2310" y="80"/>
                    <a:pt x="2020" y="225"/>
                  </a:cubicBezTo>
                  <a:cubicBezTo>
                    <a:pt x="2020" y="225"/>
                    <a:pt x="738" y="546"/>
                    <a:pt x="369" y="2196"/>
                  </a:cubicBezTo>
                  <a:cubicBezTo>
                    <a:pt x="0" y="3847"/>
                    <a:pt x="813" y="5153"/>
                    <a:pt x="1700" y="5769"/>
                  </a:cubicBezTo>
                  <a:cubicBezTo>
                    <a:pt x="2586" y="6386"/>
                    <a:pt x="2809" y="6681"/>
                    <a:pt x="2809" y="6755"/>
                  </a:cubicBezTo>
                  <a:cubicBezTo>
                    <a:pt x="2809" y="6829"/>
                    <a:pt x="3005" y="7100"/>
                    <a:pt x="2784" y="7839"/>
                  </a:cubicBezTo>
                  <a:cubicBezTo>
                    <a:pt x="2563" y="8578"/>
                    <a:pt x="2340" y="8899"/>
                    <a:pt x="2340" y="8899"/>
                  </a:cubicBezTo>
                  <a:cubicBezTo>
                    <a:pt x="2340" y="8899"/>
                    <a:pt x="3942" y="9367"/>
                    <a:pt x="4582" y="9367"/>
                  </a:cubicBezTo>
                  <a:cubicBezTo>
                    <a:pt x="5224" y="9367"/>
                    <a:pt x="5396" y="9268"/>
                    <a:pt x="5396" y="9268"/>
                  </a:cubicBezTo>
                  <a:lnTo>
                    <a:pt x="5692" y="8011"/>
                  </a:lnTo>
                  <a:cubicBezTo>
                    <a:pt x="5692" y="8011"/>
                    <a:pt x="5984" y="8097"/>
                    <a:pt x="6181" y="8097"/>
                  </a:cubicBezTo>
                  <a:cubicBezTo>
                    <a:pt x="6219" y="8097"/>
                    <a:pt x="6254" y="8094"/>
                    <a:pt x="6282" y="8086"/>
                  </a:cubicBezTo>
                  <a:cubicBezTo>
                    <a:pt x="6455" y="8036"/>
                    <a:pt x="7022" y="6903"/>
                    <a:pt x="7072" y="6434"/>
                  </a:cubicBezTo>
                  <a:cubicBezTo>
                    <a:pt x="7121" y="5967"/>
                    <a:pt x="7170" y="5696"/>
                    <a:pt x="7170" y="5696"/>
                  </a:cubicBezTo>
                  <a:cubicBezTo>
                    <a:pt x="7170" y="5696"/>
                    <a:pt x="7254" y="5724"/>
                    <a:pt x="7347" y="5724"/>
                  </a:cubicBezTo>
                  <a:cubicBezTo>
                    <a:pt x="7449" y="5724"/>
                    <a:pt x="7563" y="5690"/>
                    <a:pt x="7589" y="5548"/>
                  </a:cubicBezTo>
                  <a:cubicBezTo>
                    <a:pt x="7638" y="5277"/>
                    <a:pt x="7318" y="4882"/>
                    <a:pt x="7096" y="4415"/>
                  </a:cubicBezTo>
                  <a:cubicBezTo>
                    <a:pt x="6874" y="3946"/>
                    <a:pt x="7121" y="3231"/>
                    <a:pt x="6949" y="2294"/>
                  </a:cubicBezTo>
                  <a:cubicBezTo>
                    <a:pt x="6776" y="1359"/>
                    <a:pt x="5988" y="644"/>
                    <a:pt x="5002" y="275"/>
                  </a:cubicBezTo>
                  <a:cubicBezTo>
                    <a:pt x="4500" y="86"/>
                    <a:pt x="3889" y="0"/>
                    <a:pt x="333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g33adf7f9e96_1_0"/>
            <p:cNvSpPr/>
            <p:nvPr/>
          </p:nvSpPr>
          <p:spPr>
            <a:xfrm>
              <a:off x="8600503" y="3104108"/>
              <a:ext cx="283924" cy="346916"/>
            </a:xfrm>
            <a:custGeom>
              <a:rect b="b" l="l" r="r" t="t"/>
              <a:pathLst>
                <a:path extrusionOk="0" h="9500" w="7775">
                  <a:moveTo>
                    <a:pt x="3417" y="131"/>
                  </a:moveTo>
                  <a:cubicBezTo>
                    <a:pt x="3959" y="131"/>
                    <a:pt x="4558" y="214"/>
                    <a:pt x="5061" y="402"/>
                  </a:cubicBezTo>
                  <a:cubicBezTo>
                    <a:pt x="6097" y="792"/>
                    <a:pt x="6809" y="1527"/>
                    <a:pt x="6965" y="2372"/>
                  </a:cubicBezTo>
                  <a:cubicBezTo>
                    <a:pt x="7047" y="2816"/>
                    <a:pt x="7033" y="3209"/>
                    <a:pt x="7021" y="3554"/>
                  </a:cubicBezTo>
                  <a:cubicBezTo>
                    <a:pt x="7008" y="3928"/>
                    <a:pt x="6996" y="4251"/>
                    <a:pt x="7118" y="4508"/>
                  </a:cubicBezTo>
                  <a:cubicBezTo>
                    <a:pt x="7190" y="4660"/>
                    <a:pt x="7271" y="4801"/>
                    <a:pt x="7348" y="4937"/>
                  </a:cubicBezTo>
                  <a:cubicBezTo>
                    <a:pt x="7501" y="5207"/>
                    <a:pt x="7635" y="5440"/>
                    <a:pt x="7606" y="5601"/>
                  </a:cubicBezTo>
                  <a:cubicBezTo>
                    <a:pt x="7597" y="5646"/>
                    <a:pt x="7577" y="5678"/>
                    <a:pt x="7545" y="5697"/>
                  </a:cubicBezTo>
                  <a:cubicBezTo>
                    <a:pt x="7513" y="5716"/>
                    <a:pt x="7472" y="5723"/>
                    <a:pt x="7430" y="5723"/>
                  </a:cubicBezTo>
                  <a:cubicBezTo>
                    <a:pt x="7366" y="5723"/>
                    <a:pt x="7302" y="5707"/>
                    <a:pt x="7273" y="5698"/>
                  </a:cubicBezTo>
                  <a:cubicBezTo>
                    <a:pt x="7266" y="5696"/>
                    <a:pt x="7259" y="5695"/>
                    <a:pt x="7252" y="5695"/>
                  </a:cubicBezTo>
                  <a:cubicBezTo>
                    <a:pt x="7240" y="5695"/>
                    <a:pt x="7228" y="5698"/>
                    <a:pt x="7217" y="5704"/>
                  </a:cubicBezTo>
                  <a:cubicBezTo>
                    <a:pt x="7201" y="5713"/>
                    <a:pt x="7190" y="5730"/>
                    <a:pt x="7187" y="5749"/>
                  </a:cubicBezTo>
                  <a:cubicBezTo>
                    <a:pt x="7186" y="5751"/>
                    <a:pt x="7136" y="6028"/>
                    <a:pt x="7087" y="6493"/>
                  </a:cubicBezTo>
                  <a:cubicBezTo>
                    <a:pt x="7039" y="6953"/>
                    <a:pt x="6488" y="8031"/>
                    <a:pt x="6347" y="8087"/>
                  </a:cubicBezTo>
                  <a:cubicBezTo>
                    <a:pt x="6323" y="8094"/>
                    <a:pt x="6293" y="8096"/>
                    <a:pt x="6259" y="8096"/>
                  </a:cubicBezTo>
                  <a:cubicBezTo>
                    <a:pt x="6110" y="8096"/>
                    <a:pt x="5882" y="8040"/>
                    <a:pt x="5792" y="8013"/>
                  </a:cubicBezTo>
                  <a:cubicBezTo>
                    <a:pt x="5786" y="8012"/>
                    <a:pt x="5780" y="8011"/>
                    <a:pt x="5774" y="8011"/>
                  </a:cubicBezTo>
                  <a:cubicBezTo>
                    <a:pt x="5762" y="8011"/>
                    <a:pt x="5751" y="8014"/>
                    <a:pt x="5740" y="8020"/>
                  </a:cubicBezTo>
                  <a:cubicBezTo>
                    <a:pt x="5724" y="8029"/>
                    <a:pt x="5713" y="8044"/>
                    <a:pt x="5709" y="8062"/>
                  </a:cubicBezTo>
                  <a:lnTo>
                    <a:pt x="5420" y="9285"/>
                  </a:lnTo>
                  <a:cubicBezTo>
                    <a:pt x="5354" y="9309"/>
                    <a:pt x="5145" y="9366"/>
                    <a:pt x="4664" y="9366"/>
                  </a:cubicBezTo>
                  <a:cubicBezTo>
                    <a:pt x="4124" y="9366"/>
                    <a:pt x="2861" y="9020"/>
                    <a:pt x="2525" y="8924"/>
                  </a:cubicBezTo>
                  <a:cubicBezTo>
                    <a:pt x="2603" y="8788"/>
                    <a:pt x="2765" y="8469"/>
                    <a:pt x="2930" y="7923"/>
                  </a:cubicBezTo>
                  <a:cubicBezTo>
                    <a:pt x="3116" y="7302"/>
                    <a:pt x="3014" y="6995"/>
                    <a:pt x="2970" y="6863"/>
                  </a:cubicBezTo>
                  <a:cubicBezTo>
                    <a:pt x="2964" y="6847"/>
                    <a:pt x="2958" y="6825"/>
                    <a:pt x="2957" y="6821"/>
                  </a:cubicBezTo>
                  <a:cubicBezTo>
                    <a:pt x="2957" y="6663"/>
                    <a:pt x="2532" y="6275"/>
                    <a:pt x="1820" y="5781"/>
                  </a:cubicBezTo>
                  <a:cubicBezTo>
                    <a:pt x="986" y="5201"/>
                    <a:pt x="145" y="3936"/>
                    <a:pt x="516" y="2276"/>
                  </a:cubicBezTo>
                  <a:cubicBezTo>
                    <a:pt x="871" y="687"/>
                    <a:pt x="2106" y="359"/>
                    <a:pt x="2118" y="355"/>
                  </a:cubicBezTo>
                  <a:cubicBezTo>
                    <a:pt x="2123" y="354"/>
                    <a:pt x="2128" y="353"/>
                    <a:pt x="2132" y="350"/>
                  </a:cubicBezTo>
                  <a:cubicBezTo>
                    <a:pt x="2411" y="211"/>
                    <a:pt x="2887" y="131"/>
                    <a:pt x="3417" y="131"/>
                  </a:cubicBezTo>
                  <a:close/>
                  <a:moveTo>
                    <a:pt x="3422" y="1"/>
                  </a:moveTo>
                  <a:cubicBezTo>
                    <a:pt x="2871" y="1"/>
                    <a:pt x="2373" y="84"/>
                    <a:pt x="2078" y="228"/>
                  </a:cubicBezTo>
                  <a:cubicBezTo>
                    <a:pt x="1969" y="259"/>
                    <a:pt x="746" y="642"/>
                    <a:pt x="386" y="2248"/>
                  </a:cubicBezTo>
                  <a:cubicBezTo>
                    <a:pt x="0" y="3972"/>
                    <a:pt x="876" y="5287"/>
                    <a:pt x="1744" y="5890"/>
                  </a:cubicBezTo>
                  <a:cubicBezTo>
                    <a:pt x="2754" y="6591"/>
                    <a:pt x="2823" y="6821"/>
                    <a:pt x="2825" y="6821"/>
                  </a:cubicBezTo>
                  <a:cubicBezTo>
                    <a:pt x="2825" y="6844"/>
                    <a:pt x="2833" y="6870"/>
                    <a:pt x="2845" y="6905"/>
                  </a:cubicBezTo>
                  <a:cubicBezTo>
                    <a:pt x="2884" y="7024"/>
                    <a:pt x="2977" y="7305"/>
                    <a:pt x="2802" y="7886"/>
                  </a:cubicBezTo>
                  <a:cubicBezTo>
                    <a:pt x="2587" y="8604"/>
                    <a:pt x="2370" y="8923"/>
                    <a:pt x="2368" y="8927"/>
                  </a:cubicBezTo>
                  <a:cubicBezTo>
                    <a:pt x="2356" y="8944"/>
                    <a:pt x="2352" y="8967"/>
                    <a:pt x="2360" y="8987"/>
                  </a:cubicBezTo>
                  <a:cubicBezTo>
                    <a:pt x="2367" y="9007"/>
                    <a:pt x="2383" y="9023"/>
                    <a:pt x="2403" y="9028"/>
                  </a:cubicBezTo>
                  <a:cubicBezTo>
                    <a:pt x="2470" y="9047"/>
                    <a:pt x="4022" y="9499"/>
                    <a:pt x="4664" y="9499"/>
                  </a:cubicBezTo>
                  <a:cubicBezTo>
                    <a:pt x="5304" y="9499"/>
                    <a:pt x="5491" y="9402"/>
                    <a:pt x="5511" y="9392"/>
                  </a:cubicBezTo>
                  <a:cubicBezTo>
                    <a:pt x="5527" y="9382"/>
                    <a:pt x="5539" y="9367"/>
                    <a:pt x="5542" y="9349"/>
                  </a:cubicBezTo>
                  <a:lnTo>
                    <a:pt x="5823" y="8160"/>
                  </a:lnTo>
                  <a:cubicBezTo>
                    <a:pt x="5924" y="8186"/>
                    <a:pt x="6110" y="8229"/>
                    <a:pt x="6259" y="8229"/>
                  </a:cubicBezTo>
                  <a:cubicBezTo>
                    <a:pt x="6305" y="8229"/>
                    <a:pt x="6348" y="8225"/>
                    <a:pt x="6383" y="8214"/>
                  </a:cubicBezTo>
                  <a:cubicBezTo>
                    <a:pt x="6616" y="8148"/>
                    <a:pt x="7174" y="6947"/>
                    <a:pt x="7220" y="6507"/>
                  </a:cubicBezTo>
                  <a:cubicBezTo>
                    <a:pt x="7254" y="6183"/>
                    <a:pt x="7288" y="5951"/>
                    <a:pt x="7306" y="5844"/>
                  </a:cubicBezTo>
                  <a:cubicBezTo>
                    <a:pt x="7340" y="5850"/>
                    <a:pt x="7382" y="5856"/>
                    <a:pt x="7427" y="5856"/>
                  </a:cubicBezTo>
                  <a:cubicBezTo>
                    <a:pt x="7489" y="5856"/>
                    <a:pt x="7556" y="5845"/>
                    <a:pt x="7613" y="5812"/>
                  </a:cubicBezTo>
                  <a:cubicBezTo>
                    <a:pt x="7679" y="5773"/>
                    <a:pt x="7721" y="5707"/>
                    <a:pt x="7737" y="5625"/>
                  </a:cubicBezTo>
                  <a:cubicBezTo>
                    <a:pt x="7775" y="5416"/>
                    <a:pt x="7630" y="5164"/>
                    <a:pt x="7464" y="4871"/>
                  </a:cubicBezTo>
                  <a:cubicBezTo>
                    <a:pt x="7387" y="4737"/>
                    <a:pt x="7307" y="4599"/>
                    <a:pt x="7238" y="4451"/>
                  </a:cubicBezTo>
                  <a:cubicBezTo>
                    <a:pt x="7130" y="4223"/>
                    <a:pt x="7141" y="3929"/>
                    <a:pt x="7154" y="3559"/>
                  </a:cubicBezTo>
                  <a:cubicBezTo>
                    <a:pt x="7165" y="3206"/>
                    <a:pt x="7180" y="2806"/>
                    <a:pt x="7096" y="2349"/>
                  </a:cubicBezTo>
                  <a:cubicBezTo>
                    <a:pt x="6931" y="1458"/>
                    <a:pt x="6188" y="683"/>
                    <a:pt x="5107" y="278"/>
                  </a:cubicBezTo>
                  <a:cubicBezTo>
                    <a:pt x="4594" y="86"/>
                    <a:pt x="3981" y="1"/>
                    <a:pt x="3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g33adf7f9e96_1_0"/>
            <p:cNvSpPr/>
            <p:nvPr/>
          </p:nvSpPr>
          <p:spPr>
            <a:xfrm>
              <a:off x="8603498" y="3106518"/>
              <a:ext cx="245032" cy="223085"/>
            </a:xfrm>
            <a:custGeom>
              <a:rect b="b" l="l" r="r" t="t"/>
              <a:pathLst>
                <a:path extrusionOk="0" h="6109" w="6710">
                  <a:moveTo>
                    <a:pt x="3332" y="0"/>
                  </a:moveTo>
                  <a:cubicBezTo>
                    <a:pt x="2796" y="0"/>
                    <a:pt x="2310" y="80"/>
                    <a:pt x="2020" y="225"/>
                  </a:cubicBezTo>
                  <a:cubicBezTo>
                    <a:pt x="2020" y="225"/>
                    <a:pt x="738" y="546"/>
                    <a:pt x="369" y="2196"/>
                  </a:cubicBezTo>
                  <a:cubicBezTo>
                    <a:pt x="0" y="3847"/>
                    <a:pt x="813" y="5153"/>
                    <a:pt x="1700" y="5769"/>
                  </a:cubicBezTo>
                  <a:cubicBezTo>
                    <a:pt x="1882" y="5896"/>
                    <a:pt x="2035" y="6008"/>
                    <a:pt x="2165" y="6109"/>
                  </a:cubicBezTo>
                  <a:cubicBezTo>
                    <a:pt x="2328" y="6040"/>
                    <a:pt x="2495" y="5897"/>
                    <a:pt x="2563" y="5596"/>
                  </a:cubicBezTo>
                  <a:cubicBezTo>
                    <a:pt x="2711" y="4932"/>
                    <a:pt x="2588" y="4488"/>
                    <a:pt x="2661" y="4438"/>
                  </a:cubicBezTo>
                  <a:cubicBezTo>
                    <a:pt x="2735" y="4390"/>
                    <a:pt x="3277" y="4413"/>
                    <a:pt x="3449" y="4242"/>
                  </a:cubicBezTo>
                  <a:cubicBezTo>
                    <a:pt x="3622" y="4069"/>
                    <a:pt x="3474" y="3428"/>
                    <a:pt x="3474" y="3330"/>
                  </a:cubicBezTo>
                  <a:cubicBezTo>
                    <a:pt x="3474" y="3241"/>
                    <a:pt x="4915" y="1634"/>
                    <a:pt x="6613" y="1634"/>
                  </a:cubicBezTo>
                  <a:cubicBezTo>
                    <a:pt x="6645" y="1634"/>
                    <a:pt x="6677" y="1634"/>
                    <a:pt x="6710" y="1635"/>
                  </a:cubicBezTo>
                  <a:cubicBezTo>
                    <a:pt x="6369" y="1023"/>
                    <a:pt x="5741" y="552"/>
                    <a:pt x="5001" y="275"/>
                  </a:cubicBezTo>
                  <a:cubicBezTo>
                    <a:pt x="4499" y="86"/>
                    <a:pt x="3889" y="0"/>
                    <a:pt x="33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g33adf7f9e96_1_0"/>
            <p:cNvSpPr/>
            <p:nvPr/>
          </p:nvSpPr>
          <p:spPr>
            <a:xfrm>
              <a:off x="8600503" y="3104108"/>
              <a:ext cx="250547" cy="227942"/>
            </a:xfrm>
            <a:custGeom>
              <a:rect b="b" l="l" r="r" t="t"/>
              <a:pathLst>
                <a:path extrusionOk="0" h="6242" w="6861">
                  <a:moveTo>
                    <a:pt x="3418" y="131"/>
                  </a:moveTo>
                  <a:cubicBezTo>
                    <a:pt x="3960" y="131"/>
                    <a:pt x="4559" y="214"/>
                    <a:pt x="5061" y="402"/>
                  </a:cubicBezTo>
                  <a:cubicBezTo>
                    <a:pt x="5775" y="671"/>
                    <a:pt x="6344" y="1105"/>
                    <a:pt x="6674" y="1633"/>
                  </a:cubicBezTo>
                  <a:cubicBezTo>
                    <a:pt x="5319" y="1645"/>
                    <a:pt x="4163" y="2656"/>
                    <a:pt x="3834" y="2974"/>
                  </a:cubicBezTo>
                  <a:cubicBezTo>
                    <a:pt x="3753" y="3053"/>
                    <a:pt x="3489" y="3313"/>
                    <a:pt x="3489" y="3396"/>
                  </a:cubicBezTo>
                  <a:cubicBezTo>
                    <a:pt x="3489" y="3420"/>
                    <a:pt x="3495" y="3460"/>
                    <a:pt x="3506" y="3533"/>
                  </a:cubicBezTo>
                  <a:cubicBezTo>
                    <a:pt x="3533" y="3716"/>
                    <a:pt x="3596" y="4148"/>
                    <a:pt x="3485" y="4260"/>
                  </a:cubicBezTo>
                  <a:cubicBezTo>
                    <a:pt x="3388" y="4358"/>
                    <a:pt x="3119" y="4385"/>
                    <a:pt x="2942" y="4402"/>
                  </a:cubicBezTo>
                  <a:cubicBezTo>
                    <a:pt x="2809" y="4417"/>
                    <a:pt x="2743" y="4424"/>
                    <a:pt x="2706" y="4449"/>
                  </a:cubicBezTo>
                  <a:cubicBezTo>
                    <a:pt x="2646" y="4489"/>
                    <a:pt x="2648" y="4575"/>
                    <a:pt x="2652" y="4747"/>
                  </a:cubicBezTo>
                  <a:cubicBezTo>
                    <a:pt x="2658" y="4950"/>
                    <a:pt x="2666" y="5259"/>
                    <a:pt x="2580" y="5648"/>
                  </a:cubicBezTo>
                  <a:cubicBezTo>
                    <a:pt x="2531" y="5865"/>
                    <a:pt x="2422" y="6015"/>
                    <a:pt x="2257" y="6098"/>
                  </a:cubicBezTo>
                  <a:cubicBezTo>
                    <a:pt x="2124" y="5997"/>
                    <a:pt x="1977" y="5890"/>
                    <a:pt x="1820" y="5781"/>
                  </a:cubicBezTo>
                  <a:cubicBezTo>
                    <a:pt x="986" y="5201"/>
                    <a:pt x="145" y="3936"/>
                    <a:pt x="516" y="2276"/>
                  </a:cubicBezTo>
                  <a:cubicBezTo>
                    <a:pt x="871" y="687"/>
                    <a:pt x="2106" y="359"/>
                    <a:pt x="2118" y="355"/>
                  </a:cubicBezTo>
                  <a:cubicBezTo>
                    <a:pt x="2123" y="354"/>
                    <a:pt x="2128" y="353"/>
                    <a:pt x="2131" y="350"/>
                  </a:cubicBezTo>
                  <a:cubicBezTo>
                    <a:pt x="2410" y="211"/>
                    <a:pt x="2887" y="131"/>
                    <a:pt x="3418" y="131"/>
                  </a:cubicBezTo>
                  <a:close/>
                  <a:moveTo>
                    <a:pt x="3422" y="1"/>
                  </a:moveTo>
                  <a:cubicBezTo>
                    <a:pt x="2870" y="1"/>
                    <a:pt x="2373" y="84"/>
                    <a:pt x="2078" y="228"/>
                  </a:cubicBezTo>
                  <a:cubicBezTo>
                    <a:pt x="1969" y="259"/>
                    <a:pt x="746" y="644"/>
                    <a:pt x="386" y="2248"/>
                  </a:cubicBezTo>
                  <a:cubicBezTo>
                    <a:pt x="0" y="3972"/>
                    <a:pt x="876" y="5287"/>
                    <a:pt x="1743" y="5890"/>
                  </a:cubicBezTo>
                  <a:cubicBezTo>
                    <a:pt x="1912" y="6007"/>
                    <a:pt x="2069" y="6120"/>
                    <a:pt x="2207" y="6228"/>
                  </a:cubicBezTo>
                  <a:cubicBezTo>
                    <a:pt x="2219" y="6236"/>
                    <a:pt x="2233" y="6241"/>
                    <a:pt x="2247" y="6241"/>
                  </a:cubicBezTo>
                  <a:cubicBezTo>
                    <a:pt x="2257" y="6241"/>
                    <a:pt x="2265" y="6240"/>
                    <a:pt x="2273" y="6236"/>
                  </a:cubicBezTo>
                  <a:cubicBezTo>
                    <a:pt x="2498" y="6142"/>
                    <a:pt x="2648" y="5949"/>
                    <a:pt x="2709" y="5677"/>
                  </a:cubicBezTo>
                  <a:cubicBezTo>
                    <a:pt x="2799" y="5272"/>
                    <a:pt x="2790" y="4954"/>
                    <a:pt x="2784" y="4743"/>
                  </a:cubicBezTo>
                  <a:cubicBezTo>
                    <a:pt x="2783" y="4670"/>
                    <a:pt x="2781" y="4589"/>
                    <a:pt x="2787" y="4557"/>
                  </a:cubicBezTo>
                  <a:cubicBezTo>
                    <a:pt x="2819" y="4549"/>
                    <a:pt x="2893" y="4542"/>
                    <a:pt x="2956" y="4535"/>
                  </a:cubicBezTo>
                  <a:cubicBezTo>
                    <a:pt x="3163" y="4514"/>
                    <a:pt x="3448" y="4484"/>
                    <a:pt x="3578" y="4354"/>
                  </a:cubicBezTo>
                  <a:cubicBezTo>
                    <a:pt x="3725" y="4207"/>
                    <a:pt x="3686" y="3843"/>
                    <a:pt x="3637" y="3513"/>
                  </a:cubicBezTo>
                  <a:cubicBezTo>
                    <a:pt x="3630" y="3470"/>
                    <a:pt x="3624" y="3429"/>
                    <a:pt x="3623" y="3406"/>
                  </a:cubicBezTo>
                  <a:cubicBezTo>
                    <a:pt x="3714" y="3252"/>
                    <a:pt x="5061" y="1766"/>
                    <a:pt x="6693" y="1766"/>
                  </a:cubicBezTo>
                  <a:cubicBezTo>
                    <a:pt x="6725" y="1766"/>
                    <a:pt x="6757" y="1766"/>
                    <a:pt x="6789" y="1768"/>
                  </a:cubicBezTo>
                  <a:cubicBezTo>
                    <a:pt x="6790" y="1768"/>
                    <a:pt x="6791" y="1768"/>
                    <a:pt x="6792" y="1768"/>
                  </a:cubicBezTo>
                  <a:cubicBezTo>
                    <a:pt x="6814" y="1768"/>
                    <a:pt x="6836" y="1755"/>
                    <a:pt x="6847" y="1736"/>
                  </a:cubicBezTo>
                  <a:cubicBezTo>
                    <a:pt x="6860" y="1716"/>
                    <a:pt x="6860" y="1690"/>
                    <a:pt x="6850" y="1668"/>
                  </a:cubicBezTo>
                  <a:cubicBezTo>
                    <a:pt x="6515" y="1068"/>
                    <a:pt x="5896" y="574"/>
                    <a:pt x="5107" y="278"/>
                  </a:cubicBezTo>
                  <a:cubicBezTo>
                    <a:pt x="4594" y="86"/>
                    <a:pt x="3980" y="1"/>
                    <a:pt x="3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g33adf7f9e96_1_0"/>
            <p:cNvSpPr/>
            <p:nvPr/>
          </p:nvSpPr>
          <p:spPr>
            <a:xfrm>
              <a:off x="8755516" y="3377434"/>
              <a:ext cx="55872" cy="55872"/>
            </a:xfrm>
            <a:custGeom>
              <a:rect b="b" l="l" r="r" t="t"/>
              <a:pathLst>
                <a:path extrusionOk="0" h="1530" w="1530">
                  <a:moveTo>
                    <a:pt x="0" y="1"/>
                  </a:moveTo>
                  <a:lnTo>
                    <a:pt x="1282" y="1529"/>
                  </a:lnTo>
                  <a:lnTo>
                    <a:pt x="1529" y="59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g33adf7f9e96_1_0"/>
            <p:cNvSpPr/>
            <p:nvPr/>
          </p:nvSpPr>
          <p:spPr>
            <a:xfrm>
              <a:off x="8752924" y="3375024"/>
              <a:ext cx="61094" cy="60692"/>
            </a:xfrm>
            <a:custGeom>
              <a:rect b="b" l="l" r="r" t="t"/>
              <a:pathLst>
                <a:path extrusionOk="0" h="1662" w="1673">
                  <a:moveTo>
                    <a:pt x="289" y="222"/>
                  </a:moveTo>
                  <a:lnTo>
                    <a:pt x="1520" y="698"/>
                  </a:lnTo>
                  <a:lnTo>
                    <a:pt x="1321" y="1453"/>
                  </a:lnTo>
                  <a:lnTo>
                    <a:pt x="289" y="222"/>
                  </a:lnTo>
                  <a:close/>
                  <a:moveTo>
                    <a:pt x="73" y="1"/>
                  </a:moveTo>
                  <a:cubicBezTo>
                    <a:pt x="52" y="1"/>
                    <a:pt x="31" y="11"/>
                    <a:pt x="18" y="29"/>
                  </a:cubicBezTo>
                  <a:cubicBezTo>
                    <a:pt x="1" y="52"/>
                    <a:pt x="2" y="87"/>
                    <a:pt x="21" y="109"/>
                  </a:cubicBezTo>
                  <a:lnTo>
                    <a:pt x="1302" y="1638"/>
                  </a:lnTo>
                  <a:cubicBezTo>
                    <a:pt x="1315" y="1653"/>
                    <a:pt x="1334" y="1662"/>
                    <a:pt x="1353" y="1662"/>
                  </a:cubicBezTo>
                  <a:cubicBezTo>
                    <a:pt x="1358" y="1662"/>
                    <a:pt x="1362" y="1660"/>
                    <a:pt x="1368" y="1659"/>
                  </a:cubicBezTo>
                  <a:cubicBezTo>
                    <a:pt x="1392" y="1654"/>
                    <a:pt x="1411" y="1636"/>
                    <a:pt x="1418" y="1612"/>
                  </a:cubicBezTo>
                  <a:lnTo>
                    <a:pt x="1664" y="675"/>
                  </a:lnTo>
                  <a:cubicBezTo>
                    <a:pt x="1672" y="643"/>
                    <a:pt x="1655" y="609"/>
                    <a:pt x="1624" y="597"/>
                  </a:cubicBezTo>
                  <a:lnTo>
                    <a:pt x="96" y="5"/>
                  </a:lnTo>
                  <a:cubicBezTo>
                    <a:pt x="89" y="2"/>
                    <a:pt x="81" y="1"/>
                    <a:pt x="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g33adf7f9e96_1_0"/>
            <p:cNvSpPr/>
            <p:nvPr/>
          </p:nvSpPr>
          <p:spPr>
            <a:xfrm>
              <a:off x="8796378" y="3327151"/>
              <a:ext cx="49445" cy="31551"/>
            </a:xfrm>
            <a:custGeom>
              <a:rect b="b" l="l" r="r" t="t"/>
              <a:pathLst>
                <a:path extrusionOk="0" h="864" w="1354">
                  <a:moveTo>
                    <a:pt x="1284" y="1"/>
                  </a:moveTo>
                  <a:cubicBezTo>
                    <a:pt x="1275" y="1"/>
                    <a:pt x="1064" y="8"/>
                    <a:pt x="759" y="54"/>
                  </a:cubicBezTo>
                  <a:cubicBezTo>
                    <a:pt x="450" y="100"/>
                    <a:pt x="68" y="237"/>
                    <a:pt x="53" y="243"/>
                  </a:cubicBezTo>
                  <a:cubicBezTo>
                    <a:pt x="18" y="255"/>
                    <a:pt x="1" y="293"/>
                    <a:pt x="13" y="327"/>
                  </a:cubicBezTo>
                  <a:cubicBezTo>
                    <a:pt x="22" y="354"/>
                    <a:pt x="48" y="372"/>
                    <a:pt x="75" y="372"/>
                  </a:cubicBezTo>
                  <a:cubicBezTo>
                    <a:pt x="82" y="372"/>
                    <a:pt x="89" y="371"/>
                    <a:pt x="98" y="367"/>
                  </a:cubicBezTo>
                  <a:cubicBezTo>
                    <a:pt x="98" y="367"/>
                    <a:pt x="98" y="367"/>
                    <a:pt x="98" y="367"/>
                  </a:cubicBezTo>
                  <a:cubicBezTo>
                    <a:pt x="102" y="367"/>
                    <a:pt x="347" y="863"/>
                    <a:pt x="628" y="863"/>
                  </a:cubicBezTo>
                  <a:cubicBezTo>
                    <a:pt x="640" y="863"/>
                    <a:pt x="651" y="862"/>
                    <a:pt x="663" y="861"/>
                  </a:cubicBezTo>
                  <a:cubicBezTo>
                    <a:pt x="960" y="816"/>
                    <a:pt x="1286" y="133"/>
                    <a:pt x="1288" y="133"/>
                  </a:cubicBezTo>
                  <a:cubicBezTo>
                    <a:pt x="1325" y="132"/>
                    <a:pt x="1353" y="101"/>
                    <a:pt x="1352" y="64"/>
                  </a:cubicBezTo>
                  <a:cubicBezTo>
                    <a:pt x="1352" y="28"/>
                    <a:pt x="1320" y="2"/>
                    <a:pt x="12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g33adf7f9e96_1_0"/>
            <p:cNvSpPr/>
            <p:nvPr/>
          </p:nvSpPr>
          <p:spPr>
            <a:xfrm>
              <a:off x="8821246" y="3256893"/>
              <a:ext cx="10809" cy="23408"/>
            </a:xfrm>
            <a:custGeom>
              <a:rect b="b" l="l" r="r" t="t"/>
              <a:pathLst>
                <a:path extrusionOk="0" h="641" w="296">
                  <a:moveTo>
                    <a:pt x="148" y="1"/>
                  </a:moveTo>
                  <a:cubicBezTo>
                    <a:pt x="65" y="1"/>
                    <a:pt x="0" y="144"/>
                    <a:pt x="0" y="320"/>
                  </a:cubicBezTo>
                  <a:cubicBezTo>
                    <a:pt x="0" y="498"/>
                    <a:pt x="65" y="641"/>
                    <a:pt x="148" y="641"/>
                  </a:cubicBezTo>
                  <a:cubicBezTo>
                    <a:pt x="230" y="641"/>
                    <a:pt x="296" y="498"/>
                    <a:pt x="296" y="320"/>
                  </a:cubicBezTo>
                  <a:cubicBezTo>
                    <a:pt x="296" y="144"/>
                    <a:pt x="230" y="1"/>
                    <a:pt x="1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g33adf7f9e96_1_0"/>
            <p:cNvSpPr/>
            <p:nvPr/>
          </p:nvSpPr>
          <p:spPr>
            <a:xfrm>
              <a:off x="8809561" y="3234800"/>
              <a:ext cx="36043" cy="11028"/>
            </a:xfrm>
            <a:custGeom>
              <a:rect b="b" l="l" r="r" t="t"/>
              <a:pathLst>
                <a:path extrusionOk="0" h="302" w="987">
                  <a:moveTo>
                    <a:pt x="526" y="1"/>
                  </a:moveTo>
                  <a:cubicBezTo>
                    <a:pt x="219" y="1"/>
                    <a:pt x="37" y="178"/>
                    <a:pt x="27" y="188"/>
                  </a:cubicBezTo>
                  <a:cubicBezTo>
                    <a:pt x="1" y="214"/>
                    <a:pt x="1" y="257"/>
                    <a:pt x="25" y="283"/>
                  </a:cubicBezTo>
                  <a:cubicBezTo>
                    <a:pt x="40" y="296"/>
                    <a:pt x="56" y="302"/>
                    <a:pt x="73" y="302"/>
                  </a:cubicBezTo>
                  <a:cubicBezTo>
                    <a:pt x="90" y="302"/>
                    <a:pt x="107" y="296"/>
                    <a:pt x="120" y="283"/>
                  </a:cubicBezTo>
                  <a:cubicBezTo>
                    <a:pt x="128" y="274"/>
                    <a:pt x="275" y="135"/>
                    <a:pt x="527" y="135"/>
                  </a:cubicBezTo>
                  <a:cubicBezTo>
                    <a:pt x="629" y="135"/>
                    <a:pt x="748" y="158"/>
                    <a:pt x="882" y="221"/>
                  </a:cubicBezTo>
                  <a:cubicBezTo>
                    <a:pt x="891" y="226"/>
                    <a:pt x="901" y="228"/>
                    <a:pt x="911" y="228"/>
                  </a:cubicBezTo>
                  <a:cubicBezTo>
                    <a:pt x="936" y="228"/>
                    <a:pt x="960" y="214"/>
                    <a:pt x="971" y="190"/>
                  </a:cubicBezTo>
                  <a:cubicBezTo>
                    <a:pt x="986" y="157"/>
                    <a:pt x="972" y="117"/>
                    <a:pt x="939" y="102"/>
                  </a:cubicBezTo>
                  <a:cubicBezTo>
                    <a:pt x="784" y="28"/>
                    <a:pt x="645" y="1"/>
                    <a:pt x="5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g33adf7f9e96_1_0"/>
            <p:cNvSpPr/>
            <p:nvPr/>
          </p:nvSpPr>
          <p:spPr>
            <a:xfrm>
              <a:off x="8672733" y="3260289"/>
              <a:ext cx="42324" cy="68361"/>
            </a:xfrm>
            <a:custGeom>
              <a:rect b="b" l="l" r="r" t="t"/>
              <a:pathLst>
                <a:path extrusionOk="0" h="1872" w="1159">
                  <a:moveTo>
                    <a:pt x="455" y="0"/>
                  </a:moveTo>
                  <a:cubicBezTo>
                    <a:pt x="435" y="0"/>
                    <a:pt x="415" y="2"/>
                    <a:pt x="395" y="6"/>
                  </a:cubicBezTo>
                  <a:cubicBezTo>
                    <a:pt x="1" y="79"/>
                    <a:pt x="75" y="868"/>
                    <a:pt x="223" y="1262"/>
                  </a:cubicBezTo>
                  <a:cubicBezTo>
                    <a:pt x="340" y="1574"/>
                    <a:pt x="673" y="1871"/>
                    <a:pt x="941" y="1871"/>
                  </a:cubicBezTo>
                  <a:cubicBezTo>
                    <a:pt x="1011" y="1871"/>
                    <a:pt x="1078" y="1851"/>
                    <a:pt x="1134" y="1804"/>
                  </a:cubicBezTo>
                  <a:lnTo>
                    <a:pt x="1159" y="621"/>
                  </a:lnTo>
                  <a:cubicBezTo>
                    <a:pt x="1159" y="621"/>
                    <a:pt x="827" y="0"/>
                    <a:pt x="4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g33adf7f9e96_1_0"/>
            <p:cNvSpPr/>
            <p:nvPr/>
          </p:nvSpPr>
          <p:spPr>
            <a:xfrm>
              <a:off x="8671382" y="3257879"/>
              <a:ext cx="46450" cy="73218"/>
            </a:xfrm>
            <a:custGeom>
              <a:rect b="b" l="l" r="r" t="t"/>
              <a:pathLst>
                <a:path extrusionOk="0" h="2005" w="1272">
                  <a:moveTo>
                    <a:pt x="492" y="0"/>
                  </a:moveTo>
                  <a:cubicBezTo>
                    <a:pt x="468" y="0"/>
                    <a:pt x="444" y="2"/>
                    <a:pt x="420" y="7"/>
                  </a:cubicBezTo>
                  <a:cubicBezTo>
                    <a:pt x="312" y="27"/>
                    <a:pt x="228" y="90"/>
                    <a:pt x="169" y="195"/>
                  </a:cubicBezTo>
                  <a:cubicBezTo>
                    <a:pt x="1" y="492"/>
                    <a:pt x="85" y="1050"/>
                    <a:pt x="197" y="1352"/>
                  </a:cubicBezTo>
                  <a:cubicBezTo>
                    <a:pt x="306" y="1642"/>
                    <a:pt x="587" y="1915"/>
                    <a:pt x="848" y="1985"/>
                  </a:cubicBezTo>
                  <a:cubicBezTo>
                    <a:pt x="893" y="1998"/>
                    <a:pt x="937" y="2004"/>
                    <a:pt x="978" y="2004"/>
                  </a:cubicBezTo>
                  <a:cubicBezTo>
                    <a:pt x="1067" y="2004"/>
                    <a:pt x="1147" y="1977"/>
                    <a:pt x="1214" y="1922"/>
                  </a:cubicBezTo>
                  <a:cubicBezTo>
                    <a:pt x="1242" y="1899"/>
                    <a:pt x="1247" y="1857"/>
                    <a:pt x="1223" y="1829"/>
                  </a:cubicBezTo>
                  <a:cubicBezTo>
                    <a:pt x="1210" y="1813"/>
                    <a:pt x="1191" y="1804"/>
                    <a:pt x="1171" y="1804"/>
                  </a:cubicBezTo>
                  <a:cubicBezTo>
                    <a:pt x="1157" y="1804"/>
                    <a:pt x="1142" y="1809"/>
                    <a:pt x="1130" y="1819"/>
                  </a:cubicBezTo>
                  <a:cubicBezTo>
                    <a:pt x="1087" y="1854"/>
                    <a:pt x="1037" y="1871"/>
                    <a:pt x="979" y="1871"/>
                  </a:cubicBezTo>
                  <a:cubicBezTo>
                    <a:pt x="949" y="1871"/>
                    <a:pt x="917" y="1867"/>
                    <a:pt x="884" y="1857"/>
                  </a:cubicBezTo>
                  <a:cubicBezTo>
                    <a:pt x="662" y="1798"/>
                    <a:pt x="416" y="1556"/>
                    <a:pt x="322" y="1305"/>
                  </a:cubicBezTo>
                  <a:cubicBezTo>
                    <a:pt x="217" y="1026"/>
                    <a:pt x="146" y="506"/>
                    <a:pt x="285" y="260"/>
                  </a:cubicBezTo>
                  <a:cubicBezTo>
                    <a:pt x="324" y="190"/>
                    <a:pt x="376" y="150"/>
                    <a:pt x="445" y="137"/>
                  </a:cubicBezTo>
                  <a:cubicBezTo>
                    <a:pt x="460" y="134"/>
                    <a:pt x="476" y="133"/>
                    <a:pt x="491" y="133"/>
                  </a:cubicBezTo>
                  <a:cubicBezTo>
                    <a:pt x="761" y="133"/>
                    <a:pt x="1046" y="549"/>
                    <a:pt x="1138" y="719"/>
                  </a:cubicBezTo>
                  <a:cubicBezTo>
                    <a:pt x="1149" y="741"/>
                    <a:pt x="1172" y="754"/>
                    <a:pt x="1196" y="754"/>
                  </a:cubicBezTo>
                  <a:cubicBezTo>
                    <a:pt x="1207" y="754"/>
                    <a:pt x="1218" y="752"/>
                    <a:pt x="1228" y="746"/>
                  </a:cubicBezTo>
                  <a:cubicBezTo>
                    <a:pt x="1260" y="729"/>
                    <a:pt x="1272" y="688"/>
                    <a:pt x="1255" y="656"/>
                  </a:cubicBezTo>
                  <a:cubicBezTo>
                    <a:pt x="1239" y="628"/>
                    <a:pt x="898" y="0"/>
                    <a:pt x="4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g33adf7f9e96_1_0"/>
            <p:cNvSpPr/>
            <p:nvPr/>
          </p:nvSpPr>
          <p:spPr>
            <a:xfrm>
              <a:off x="8636764" y="3384372"/>
              <a:ext cx="198874" cy="125292"/>
            </a:xfrm>
            <a:custGeom>
              <a:rect b="b" l="l" r="r" t="t"/>
              <a:pathLst>
                <a:path extrusionOk="0" h="3431" w="5446">
                  <a:moveTo>
                    <a:pt x="1183" y="1"/>
                  </a:moveTo>
                  <a:cubicBezTo>
                    <a:pt x="1093" y="1"/>
                    <a:pt x="1014" y="23"/>
                    <a:pt x="961" y="82"/>
                  </a:cubicBezTo>
                  <a:cubicBezTo>
                    <a:pt x="740" y="329"/>
                    <a:pt x="493" y="1043"/>
                    <a:pt x="321" y="1536"/>
                  </a:cubicBezTo>
                  <a:cubicBezTo>
                    <a:pt x="148" y="2028"/>
                    <a:pt x="0" y="2176"/>
                    <a:pt x="986" y="2892"/>
                  </a:cubicBezTo>
                  <a:cubicBezTo>
                    <a:pt x="1526" y="3283"/>
                    <a:pt x="2363" y="3431"/>
                    <a:pt x="3115" y="3431"/>
                  </a:cubicBezTo>
                  <a:cubicBezTo>
                    <a:pt x="3733" y="3431"/>
                    <a:pt x="4294" y="3331"/>
                    <a:pt x="4583" y="3186"/>
                  </a:cubicBezTo>
                  <a:cubicBezTo>
                    <a:pt x="5224" y="2867"/>
                    <a:pt x="5446" y="2398"/>
                    <a:pt x="5323" y="2152"/>
                  </a:cubicBezTo>
                  <a:cubicBezTo>
                    <a:pt x="5200" y="1905"/>
                    <a:pt x="5002" y="1314"/>
                    <a:pt x="4879" y="1042"/>
                  </a:cubicBezTo>
                  <a:lnTo>
                    <a:pt x="4756" y="771"/>
                  </a:lnTo>
                  <a:lnTo>
                    <a:pt x="4534" y="1338"/>
                  </a:lnTo>
                  <a:cubicBezTo>
                    <a:pt x="4534" y="1338"/>
                    <a:pt x="4223" y="1365"/>
                    <a:pt x="3842" y="1365"/>
                  </a:cubicBezTo>
                  <a:cubicBezTo>
                    <a:pt x="3588" y="1365"/>
                    <a:pt x="3302" y="1353"/>
                    <a:pt x="3056" y="1313"/>
                  </a:cubicBezTo>
                  <a:cubicBezTo>
                    <a:pt x="2440" y="1215"/>
                    <a:pt x="1651" y="871"/>
                    <a:pt x="1651" y="871"/>
                  </a:cubicBezTo>
                  <a:lnTo>
                    <a:pt x="1873" y="230"/>
                  </a:lnTo>
                  <a:cubicBezTo>
                    <a:pt x="1873" y="230"/>
                    <a:pt x="1472" y="1"/>
                    <a:pt x="118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g33adf7f9e96_1_0"/>
            <p:cNvSpPr/>
            <p:nvPr/>
          </p:nvSpPr>
          <p:spPr>
            <a:xfrm>
              <a:off x="8638079" y="3381999"/>
              <a:ext cx="200554" cy="130075"/>
            </a:xfrm>
            <a:custGeom>
              <a:rect b="b" l="l" r="r" t="t"/>
              <a:pathLst>
                <a:path extrusionOk="0" h="3562" w="5492">
                  <a:moveTo>
                    <a:pt x="1146" y="132"/>
                  </a:moveTo>
                  <a:cubicBezTo>
                    <a:pt x="1338" y="132"/>
                    <a:pt x="1610" y="250"/>
                    <a:pt x="1755" y="326"/>
                  </a:cubicBezTo>
                  <a:lnTo>
                    <a:pt x="1552" y="913"/>
                  </a:lnTo>
                  <a:cubicBezTo>
                    <a:pt x="1541" y="946"/>
                    <a:pt x="1557" y="982"/>
                    <a:pt x="1589" y="996"/>
                  </a:cubicBezTo>
                  <a:cubicBezTo>
                    <a:pt x="1620" y="1010"/>
                    <a:pt x="2392" y="1345"/>
                    <a:pt x="3009" y="1445"/>
                  </a:cubicBezTo>
                  <a:cubicBezTo>
                    <a:pt x="3261" y="1485"/>
                    <a:pt x="3551" y="1497"/>
                    <a:pt x="3808" y="1497"/>
                  </a:cubicBezTo>
                  <a:cubicBezTo>
                    <a:pt x="4180" y="1497"/>
                    <a:pt x="4483" y="1471"/>
                    <a:pt x="4504" y="1469"/>
                  </a:cubicBezTo>
                  <a:cubicBezTo>
                    <a:pt x="4529" y="1467"/>
                    <a:pt x="4551" y="1452"/>
                    <a:pt x="4559" y="1428"/>
                  </a:cubicBezTo>
                  <a:lnTo>
                    <a:pt x="4724" y="1007"/>
                  </a:lnTo>
                  <a:lnTo>
                    <a:pt x="4782" y="1136"/>
                  </a:lnTo>
                  <a:cubicBezTo>
                    <a:pt x="4837" y="1256"/>
                    <a:pt x="4907" y="1441"/>
                    <a:pt x="4981" y="1637"/>
                  </a:cubicBezTo>
                  <a:cubicBezTo>
                    <a:pt x="5068" y="1869"/>
                    <a:pt x="5158" y="2109"/>
                    <a:pt x="5227" y="2247"/>
                  </a:cubicBezTo>
                  <a:cubicBezTo>
                    <a:pt x="5326" y="2444"/>
                    <a:pt x="5134" y="2883"/>
                    <a:pt x="4518" y="3192"/>
                  </a:cubicBezTo>
                  <a:cubicBezTo>
                    <a:pt x="4241" y="3331"/>
                    <a:pt x="3693" y="3425"/>
                    <a:pt x="3088" y="3425"/>
                  </a:cubicBezTo>
                  <a:cubicBezTo>
                    <a:pt x="2345" y="3425"/>
                    <a:pt x="1514" y="3282"/>
                    <a:pt x="989" y="2902"/>
                  </a:cubicBezTo>
                  <a:cubicBezTo>
                    <a:pt x="113" y="2267"/>
                    <a:pt x="166" y="2119"/>
                    <a:pt x="312" y="1723"/>
                  </a:cubicBezTo>
                  <a:cubicBezTo>
                    <a:pt x="323" y="1691"/>
                    <a:pt x="336" y="1657"/>
                    <a:pt x="347" y="1623"/>
                  </a:cubicBezTo>
                  <a:lnTo>
                    <a:pt x="360" y="1585"/>
                  </a:lnTo>
                  <a:cubicBezTo>
                    <a:pt x="523" y="1122"/>
                    <a:pt x="767" y="421"/>
                    <a:pt x="974" y="192"/>
                  </a:cubicBezTo>
                  <a:cubicBezTo>
                    <a:pt x="1012" y="149"/>
                    <a:pt x="1074" y="132"/>
                    <a:pt x="1146" y="132"/>
                  </a:cubicBezTo>
                  <a:close/>
                  <a:moveTo>
                    <a:pt x="1149" y="0"/>
                  </a:moveTo>
                  <a:cubicBezTo>
                    <a:pt x="1041" y="0"/>
                    <a:pt x="944" y="28"/>
                    <a:pt x="876" y="103"/>
                  </a:cubicBezTo>
                  <a:cubicBezTo>
                    <a:pt x="651" y="352"/>
                    <a:pt x="410" y="1040"/>
                    <a:pt x="235" y="1542"/>
                  </a:cubicBezTo>
                  <a:lnTo>
                    <a:pt x="187" y="1678"/>
                  </a:lnTo>
                  <a:cubicBezTo>
                    <a:pt x="14" y="2152"/>
                    <a:pt x="1" y="2350"/>
                    <a:pt x="911" y="3010"/>
                  </a:cubicBezTo>
                  <a:cubicBezTo>
                    <a:pt x="1463" y="3411"/>
                    <a:pt x="2316" y="3561"/>
                    <a:pt x="3082" y="3561"/>
                  </a:cubicBezTo>
                  <a:cubicBezTo>
                    <a:pt x="3710" y="3561"/>
                    <a:pt x="4280" y="3459"/>
                    <a:pt x="4577" y="3311"/>
                  </a:cubicBezTo>
                  <a:cubicBezTo>
                    <a:pt x="5243" y="2978"/>
                    <a:pt x="5492" y="2479"/>
                    <a:pt x="5346" y="2188"/>
                  </a:cubicBezTo>
                  <a:cubicBezTo>
                    <a:pt x="5281" y="2056"/>
                    <a:pt x="5191" y="1820"/>
                    <a:pt x="5106" y="1591"/>
                  </a:cubicBezTo>
                  <a:cubicBezTo>
                    <a:pt x="5031" y="1394"/>
                    <a:pt x="4960" y="1207"/>
                    <a:pt x="4904" y="1081"/>
                  </a:cubicBezTo>
                  <a:lnTo>
                    <a:pt x="4781" y="810"/>
                  </a:lnTo>
                  <a:cubicBezTo>
                    <a:pt x="4770" y="786"/>
                    <a:pt x="4743" y="771"/>
                    <a:pt x="4718" y="771"/>
                  </a:cubicBezTo>
                  <a:cubicBezTo>
                    <a:pt x="4692" y="771"/>
                    <a:pt x="4668" y="788"/>
                    <a:pt x="4658" y="813"/>
                  </a:cubicBezTo>
                  <a:lnTo>
                    <a:pt x="4452" y="1340"/>
                  </a:lnTo>
                  <a:cubicBezTo>
                    <a:pt x="4355" y="1347"/>
                    <a:pt x="4100" y="1364"/>
                    <a:pt x="3803" y="1364"/>
                  </a:cubicBezTo>
                  <a:cubicBezTo>
                    <a:pt x="3552" y="1364"/>
                    <a:pt x="3271" y="1352"/>
                    <a:pt x="3031" y="1313"/>
                  </a:cubicBezTo>
                  <a:cubicBezTo>
                    <a:pt x="2523" y="1233"/>
                    <a:pt x="1889" y="978"/>
                    <a:pt x="1699" y="899"/>
                  </a:cubicBezTo>
                  <a:lnTo>
                    <a:pt x="1900" y="317"/>
                  </a:lnTo>
                  <a:cubicBezTo>
                    <a:pt x="1910" y="286"/>
                    <a:pt x="1897" y="253"/>
                    <a:pt x="1870" y="238"/>
                  </a:cubicBezTo>
                  <a:cubicBezTo>
                    <a:pt x="1815" y="206"/>
                    <a:pt x="1443" y="0"/>
                    <a:pt x="1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g33adf7f9e96_1_0"/>
            <p:cNvSpPr/>
            <p:nvPr/>
          </p:nvSpPr>
          <p:spPr>
            <a:xfrm>
              <a:off x="8672879" y="3398431"/>
              <a:ext cx="26950" cy="20194"/>
            </a:xfrm>
            <a:custGeom>
              <a:rect b="b" l="l" r="r" t="t"/>
              <a:pathLst>
                <a:path extrusionOk="0" h="553" w="738">
                  <a:moveTo>
                    <a:pt x="186" y="1"/>
                  </a:moveTo>
                  <a:cubicBezTo>
                    <a:pt x="121" y="1"/>
                    <a:pt x="76" y="18"/>
                    <a:pt x="46" y="52"/>
                  </a:cubicBezTo>
                  <a:cubicBezTo>
                    <a:pt x="21" y="79"/>
                    <a:pt x="0" y="131"/>
                    <a:pt x="33" y="215"/>
                  </a:cubicBezTo>
                  <a:cubicBezTo>
                    <a:pt x="89" y="352"/>
                    <a:pt x="477" y="494"/>
                    <a:pt x="641" y="548"/>
                  </a:cubicBezTo>
                  <a:cubicBezTo>
                    <a:pt x="649" y="551"/>
                    <a:pt x="656" y="552"/>
                    <a:pt x="662" y="552"/>
                  </a:cubicBezTo>
                  <a:cubicBezTo>
                    <a:pt x="690" y="552"/>
                    <a:pt x="716" y="534"/>
                    <a:pt x="725" y="507"/>
                  </a:cubicBezTo>
                  <a:cubicBezTo>
                    <a:pt x="737" y="472"/>
                    <a:pt x="718" y="434"/>
                    <a:pt x="683" y="423"/>
                  </a:cubicBezTo>
                  <a:cubicBezTo>
                    <a:pt x="425" y="337"/>
                    <a:pt x="179" y="216"/>
                    <a:pt x="158" y="165"/>
                  </a:cubicBezTo>
                  <a:cubicBezTo>
                    <a:pt x="152" y="150"/>
                    <a:pt x="149" y="141"/>
                    <a:pt x="148" y="139"/>
                  </a:cubicBezTo>
                  <a:cubicBezTo>
                    <a:pt x="153" y="137"/>
                    <a:pt x="164" y="134"/>
                    <a:pt x="186" y="134"/>
                  </a:cubicBezTo>
                  <a:cubicBezTo>
                    <a:pt x="214" y="134"/>
                    <a:pt x="257" y="139"/>
                    <a:pt x="326" y="156"/>
                  </a:cubicBezTo>
                  <a:cubicBezTo>
                    <a:pt x="331" y="157"/>
                    <a:pt x="336" y="157"/>
                    <a:pt x="341" y="157"/>
                  </a:cubicBezTo>
                  <a:cubicBezTo>
                    <a:pt x="371" y="157"/>
                    <a:pt x="399" y="137"/>
                    <a:pt x="406" y="107"/>
                  </a:cubicBezTo>
                  <a:cubicBezTo>
                    <a:pt x="415" y="72"/>
                    <a:pt x="393" y="36"/>
                    <a:pt x="357" y="27"/>
                  </a:cubicBezTo>
                  <a:cubicBezTo>
                    <a:pt x="289" y="9"/>
                    <a:pt x="232" y="1"/>
                    <a:pt x="1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g33adf7f9e96_1_0"/>
            <p:cNvSpPr/>
            <p:nvPr/>
          </p:nvSpPr>
          <p:spPr>
            <a:xfrm>
              <a:off x="8928276" y="3669676"/>
              <a:ext cx="31551" cy="7413"/>
            </a:xfrm>
            <a:custGeom>
              <a:rect b="b" l="l" r="r" t="t"/>
              <a:pathLst>
                <a:path extrusionOk="0" h="203" w="864">
                  <a:moveTo>
                    <a:pt x="794" y="0"/>
                  </a:moveTo>
                  <a:cubicBezTo>
                    <a:pt x="792" y="0"/>
                    <a:pt x="790" y="0"/>
                    <a:pt x="788" y="0"/>
                  </a:cubicBezTo>
                  <a:lnTo>
                    <a:pt x="63" y="70"/>
                  </a:lnTo>
                  <a:cubicBezTo>
                    <a:pt x="27" y="74"/>
                    <a:pt x="1" y="106"/>
                    <a:pt x="4" y="142"/>
                  </a:cubicBezTo>
                  <a:cubicBezTo>
                    <a:pt x="7" y="177"/>
                    <a:pt x="36" y="203"/>
                    <a:pt x="69" y="203"/>
                  </a:cubicBezTo>
                  <a:cubicBezTo>
                    <a:pt x="72" y="203"/>
                    <a:pt x="74" y="203"/>
                    <a:pt x="77" y="201"/>
                  </a:cubicBezTo>
                  <a:lnTo>
                    <a:pt x="799" y="132"/>
                  </a:lnTo>
                  <a:cubicBezTo>
                    <a:pt x="836" y="128"/>
                    <a:pt x="863" y="96"/>
                    <a:pt x="860" y="59"/>
                  </a:cubicBezTo>
                  <a:cubicBezTo>
                    <a:pt x="856" y="25"/>
                    <a:pt x="828" y="0"/>
                    <a:pt x="7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g33adf7f9e96_1_0"/>
            <p:cNvSpPr/>
            <p:nvPr/>
          </p:nvSpPr>
          <p:spPr>
            <a:xfrm>
              <a:off x="8923894" y="3679974"/>
              <a:ext cx="57442" cy="17565"/>
            </a:xfrm>
            <a:custGeom>
              <a:rect b="b" l="l" r="r" t="t"/>
              <a:pathLst>
                <a:path extrusionOk="0" h="481" w="1573">
                  <a:moveTo>
                    <a:pt x="332" y="0"/>
                  </a:moveTo>
                  <a:cubicBezTo>
                    <a:pt x="171" y="0"/>
                    <a:pt x="70" y="20"/>
                    <a:pt x="59" y="22"/>
                  </a:cubicBezTo>
                  <a:cubicBezTo>
                    <a:pt x="24" y="29"/>
                    <a:pt x="0" y="65"/>
                    <a:pt x="8" y="100"/>
                  </a:cubicBezTo>
                  <a:cubicBezTo>
                    <a:pt x="15" y="132"/>
                    <a:pt x="42" y="154"/>
                    <a:pt x="73" y="154"/>
                  </a:cubicBezTo>
                  <a:cubicBezTo>
                    <a:pt x="78" y="154"/>
                    <a:pt x="82" y="153"/>
                    <a:pt x="86" y="153"/>
                  </a:cubicBezTo>
                  <a:cubicBezTo>
                    <a:pt x="89" y="152"/>
                    <a:pt x="177" y="135"/>
                    <a:pt x="323" y="135"/>
                  </a:cubicBezTo>
                  <a:cubicBezTo>
                    <a:pt x="578" y="135"/>
                    <a:pt x="1008" y="187"/>
                    <a:pt x="1461" y="471"/>
                  </a:cubicBezTo>
                  <a:cubicBezTo>
                    <a:pt x="1472" y="477"/>
                    <a:pt x="1485" y="480"/>
                    <a:pt x="1497" y="480"/>
                  </a:cubicBezTo>
                  <a:cubicBezTo>
                    <a:pt x="1519" y="480"/>
                    <a:pt x="1541" y="470"/>
                    <a:pt x="1554" y="449"/>
                  </a:cubicBezTo>
                  <a:cubicBezTo>
                    <a:pt x="1572" y="418"/>
                    <a:pt x="1563" y="377"/>
                    <a:pt x="1532" y="357"/>
                  </a:cubicBezTo>
                  <a:cubicBezTo>
                    <a:pt x="1053" y="58"/>
                    <a:pt x="605" y="0"/>
                    <a:pt x="3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g33adf7f9e96_1_0"/>
            <p:cNvSpPr/>
            <p:nvPr/>
          </p:nvSpPr>
          <p:spPr>
            <a:xfrm>
              <a:off x="8873501" y="3567357"/>
              <a:ext cx="35933" cy="97830"/>
            </a:xfrm>
            <a:custGeom>
              <a:rect b="b" l="l" r="r" t="t"/>
              <a:pathLst>
                <a:path extrusionOk="0" h="2679" w="984">
                  <a:moveTo>
                    <a:pt x="76" y="1"/>
                  </a:moveTo>
                  <a:cubicBezTo>
                    <a:pt x="65" y="1"/>
                    <a:pt x="55" y="4"/>
                    <a:pt x="44" y="9"/>
                  </a:cubicBezTo>
                  <a:cubicBezTo>
                    <a:pt x="12" y="27"/>
                    <a:pt x="1" y="67"/>
                    <a:pt x="18" y="99"/>
                  </a:cubicBezTo>
                  <a:cubicBezTo>
                    <a:pt x="25" y="114"/>
                    <a:pt x="828" y="1613"/>
                    <a:pt x="850" y="2613"/>
                  </a:cubicBezTo>
                  <a:cubicBezTo>
                    <a:pt x="851" y="2649"/>
                    <a:pt x="881" y="2678"/>
                    <a:pt x="916" y="2678"/>
                  </a:cubicBezTo>
                  <a:lnTo>
                    <a:pt x="918" y="2678"/>
                  </a:lnTo>
                  <a:cubicBezTo>
                    <a:pt x="954" y="2677"/>
                    <a:pt x="984" y="2646"/>
                    <a:pt x="983" y="2609"/>
                  </a:cubicBezTo>
                  <a:cubicBezTo>
                    <a:pt x="959" y="1579"/>
                    <a:pt x="169" y="99"/>
                    <a:pt x="134" y="36"/>
                  </a:cubicBezTo>
                  <a:cubicBezTo>
                    <a:pt x="123" y="14"/>
                    <a:pt x="100"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g33adf7f9e96_1_0"/>
            <p:cNvSpPr/>
            <p:nvPr/>
          </p:nvSpPr>
          <p:spPr>
            <a:xfrm>
              <a:off x="8884712" y="3540115"/>
              <a:ext cx="42068" cy="47509"/>
            </a:xfrm>
            <a:custGeom>
              <a:rect b="b" l="l" r="r" t="t"/>
              <a:pathLst>
                <a:path extrusionOk="0" h="1301" w="1152">
                  <a:moveTo>
                    <a:pt x="1076" y="0"/>
                  </a:moveTo>
                  <a:cubicBezTo>
                    <a:pt x="1062" y="0"/>
                    <a:pt x="1048" y="5"/>
                    <a:pt x="1036" y="13"/>
                  </a:cubicBezTo>
                  <a:cubicBezTo>
                    <a:pt x="999" y="42"/>
                    <a:pt x="104" y="711"/>
                    <a:pt x="7" y="1221"/>
                  </a:cubicBezTo>
                  <a:cubicBezTo>
                    <a:pt x="0" y="1257"/>
                    <a:pt x="24" y="1292"/>
                    <a:pt x="60" y="1299"/>
                  </a:cubicBezTo>
                  <a:cubicBezTo>
                    <a:pt x="64" y="1299"/>
                    <a:pt x="69" y="1300"/>
                    <a:pt x="72" y="1300"/>
                  </a:cubicBezTo>
                  <a:cubicBezTo>
                    <a:pt x="104" y="1300"/>
                    <a:pt x="131" y="1278"/>
                    <a:pt x="138" y="1246"/>
                  </a:cubicBezTo>
                  <a:cubicBezTo>
                    <a:pt x="225" y="787"/>
                    <a:pt x="1107" y="127"/>
                    <a:pt x="1116" y="120"/>
                  </a:cubicBezTo>
                  <a:cubicBezTo>
                    <a:pt x="1145" y="98"/>
                    <a:pt x="1151" y="57"/>
                    <a:pt x="1130" y="27"/>
                  </a:cubicBezTo>
                  <a:cubicBezTo>
                    <a:pt x="1116" y="10"/>
                    <a:pt x="1096" y="0"/>
                    <a:pt x="10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g33adf7f9e96_1_0"/>
            <p:cNvSpPr/>
            <p:nvPr/>
          </p:nvSpPr>
          <p:spPr>
            <a:xfrm>
              <a:off x="8881426" y="3526458"/>
              <a:ext cx="15520" cy="31295"/>
            </a:xfrm>
            <a:custGeom>
              <a:rect b="b" l="l" r="r" t="t"/>
              <a:pathLst>
                <a:path extrusionOk="0" h="857" w="425">
                  <a:moveTo>
                    <a:pt x="350" y="1"/>
                  </a:moveTo>
                  <a:cubicBezTo>
                    <a:pt x="328" y="1"/>
                    <a:pt x="306" y="11"/>
                    <a:pt x="294" y="31"/>
                  </a:cubicBezTo>
                  <a:cubicBezTo>
                    <a:pt x="283" y="48"/>
                    <a:pt x="27" y="446"/>
                    <a:pt x="4" y="786"/>
                  </a:cubicBezTo>
                  <a:cubicBezTo>
                    <a:pt x="0" y="823"/>
                    <a:pt x="28" y="854"/>
                    <a:pt x="65" y="857"/>
                  </a:cubicBezTo>
                  <a:lnTo>
                    <a:pt x="70" y="857"/>
                  </a:lnTo>
                  <a:cubicBezTo>
                    <a:pt x="104" y="857"/>
                    <a:pt x="133" y="831"/>
                    <a:pt x="135" y="795"/>
                  </a:cubicBezTo>
                  <a:cubicBezTo>
                    <a:pt x="157" y="490"/>
                    <a:pt x="402" y="107"/>
                    <a:pt x="405" y="103"/>
                  </a:cubicBezTo>
                  <a:cubicBezTo>
                    <a:pt x="425" y="72"/>
                    <a:pt x="417" y="31"/>
                    <a:pt x="386" y="11"/>
                  </a:cubicBezTo>
                  <a:cubicBezTo>
                    <a:pt x="375" y="4"/>
                    <a:pt x="362" y="1"/>
                    <a:pt x="3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g33adf7f9e96_1_0"/>
            <p:cNvSpPr/>
            <p:nvPr/>
          </p:nvSpPr>
          <p:spPr>
            <a:xfrm>
              <a:off x="8553251" y="3606575"/>
              <a:ext cx="26548" cy="12781"/>
            </a:xfrm>
            <a:custGeom>
              <a:rect b="b" l="l" r="r" t="t"/>
              <a:pathLst>
                <a:path extrusionOk="0" h="350" w="727">
                  <a:moveTo>
                    <a:pt x="72" y="0"/>
                  </a:moveTo>
                  <a:cubicBezTo>
                    <a:pt x="40" y="0"/>
                    <a:pt x="10" y="24"/>
                    <a:pt x="5" y="58"/>
                  </a:cubicBezTo>
                  <a:cubicBezTo>
                    <a:pt x="0" y="93"/>
                    <a:pt x="25" y="128"/>
                    <a:pt x="62" y="132"/>
                  </a:cubicBezTo>
                  <a:cubicBezTo>
                    <a:pt x="210" y="154"/>
                    <a:pt x="398" y="225"/>
                    <a:pt x="620" y="343"/>
                  </a:cubicBezTo>
                  <a:cubicBezTo>
                    <a:pt x="630" y="348"/>
                    <a:pt x="640" y="350"/>
                    <a:pt x="651" y="350"/>
                  </a:cubicBezTo>
                  <a:cubicBezTo>
                    <a:pt x="674" y="350"/>
                    <a:pt x="697" y="338"/>
                    <a:pt x="709" y="316"/>
                  </a:cubicBezTo>
                  <a:cubicBezTo>
                    <a:pt x="727" y="283"/>
                    <a:pt x="715" y="242"/>
                    <a:pt x="682" y="226"/>
                  </a:cubicBezTo>
                  <a:cubicBezTo>
                    <a:pt x="446" y="100"/>
                    <a:pt x="244" y="25"/>
                    <a:pt x="81" y="1"/>
                  </a:cubicBezTo>
                  <a:cubicBezTo>
                    <a:pt x="78" y="1"/>
                    <a:pt x="75"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g33adf7f9e96_1_0"/>
            <p:cNvSpPr/>
            <p:nvPr/>
          </p:nvSpPr>
          <p:spPr>
            <a:xfrm>
              <a:off x="8585422" y="3558008"/>
              <a:ext cx="59925" cy="110575"/>
            </a:xfrm>
            <a:custGeom>
              <a:rect b="b" l="l" r="r" t="t"/>
              <a:pathLst>
                <a:path extrusionOk="0" h="3028" w="1641">
                  <a:moveTo>
                    <a:pt x="193" y="1"/>
                  </a:moveTo>
                  <a:cubicBezTo>
                    <a:pt x="176" y="1"/>
                    <a:pt x="159" y="7"/>
                    <a:pt x="146" y="20"/>
                  </a:cubicBezTo>
                  <a:cubicBezTo>
                    <a:pt x="121" y="46"/>
                    <a:pt x="121" y="88"/>
                    <a:pt x="146" y="114"/>
                  </a:cubicBezTo>
                  <a:cubicBezTo>
                    <a:pt x="153" y="121"/>
                    <a:pt x="863" y="838"/>
                    <a:pt x="1158" y="1721"/>
                  </a:cubicBezTo>
                  <a:cubicBezTo>
                    <a:pt x="1333" y="2249"/>
                    <a:pt x="1423" y="2589"/>
                    <a:pt x="1466" y="2778"/>
                  </a:cubicBezTo>
                  <a:cubicBezTo>
                    <a:pt x="1207" y="2550"/>
                    <a:pt x="651" y="2079"/>
                    <a:pt x="112" y="1738"/>
                  </a:cubicBezTo>
                  <a:cubicBezTo>
                    <a:pt x="101" y="1731"/>
                    <a:pt x="89" y="1727"/>
                    <a:pt x="76" y="1727"/>
                  </a:cubicBezTo>
                  <a:cubicBezTo>
                    <a:pt x="55" y="1727"/>
                    <a:pt x="34" y="1738"/>
                    <a:pt x="21" y="1758"/>
                  </a:cubicBezTo>
                  <a:cubicBezTo>
                    <a:pt x="1" y="1789"/>
                    <a:pt x="10" y="1830"/>
                    <a:pt x="41" y="1850"/>
                  </a:cubicBezTo>
                  <a:cubicBezTo>
                    <a:pt x="764" y="2307"/>
                    <a:pt x="1518" y="3003"/>
                    <a:pt x="1526" y="3010"/>
                  </a:cubicBezTo>
                  <a:cubicBezTo>
                    <a:pt x="1539" y="3020"/>
                    <a:pt x="1554" y="3028"/>
                    <a:pt x="1571" y="3028"/>
                  </a:cubicBezTo>
                  <a:cubicBezTo>
                    <a:pt x="1581" y="3028"/>
                    <a:pt x="1592" y="3024"/>
                    <a:pt x="1601" y="3020"/>
                  </a:cubicBezTo>
                  <a:cubicBezTo>
                    <a:pt x="1626" y="3007"/>
                    <a:pt x="1640" y="2980"/>
                    <a:pt x="1637" y="2952"/>
                  </a:cubicBezTo>
                  <a:cubicBezTo>
                    <a:pt x="1634" y="2938"/>
                    <a:pt x="1586" y="2585"/>
                    <a:pt x="1283" y="1680"/>
                  </a:cubicBezTo>
                  <a:cubicBezTo>
                    <a:pt x="979" y="765"/>
                    <a:pt x="270" y="50"/>
                    <a:pt x="241" y="20"/>
                  </a:cubicBezTo>
                  <a:cubicBezTo>
                    <a:pt x="228" y="7"/>
                    <a:pt x="211" y="1"/>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g33adf7f9e96_1_0"/>
            <p:cNvSpPr/>
            <p:nvPr/>
          </p:nvSpPr>
          <p:spPr>
            <a:xfrm>
              <a:off x="8640124" y="3663687"/>
              <a:ext cx="8728" cy="24467"/>
            </a:xfrm>
            <a:custGeom>
              <a:rect b="b" l="l" r="r" t="t"/>
              <a:pathLst>
                <a:path extrusionOk="0" h="670" w="239">
                  <a:moveTo>
                    <a:pt x="73" y="0"/>
                  </a:moveTo>
                  <a:cubicBezTo>
                    <a:pt x="69" y="0"/>
                    <a:pt x="66" y="0"/>
                    <a:pt x="62" y="1"/>
                  </a:cubicBezTo>
                  <a:cubicBezTo>
                    <a:pt x="25" y="7"/>
                    <a:pt x="0" y="42"/>
                    <a:pt x="7" y="78"/>
                  </a:cubicBezTo>
                  <a:lnTo>
                    <a:pt x="101" y="615"/>
                  </a:lnTo>
                  <a:cubicBezTo>
                    <a:pt x="106" y="647"/>
                    <a:pt x="134" y="670"/>
                    <a:pt x="166" y="670"/>
                  </a:cubicBezTo>
                  <a:lnTo>
                    <a:pt x="178" y="670"/>
                  </a:lnTo>
                  <a:cubicBezTo>
                    <a:pt x="213" y="662"/>
                    <a:pt x="238" y="628"/>
                    <a:pt x="231" y="593"/>
                  </a:cubicBezTo>
                  <a:lnTo>
                    <a:pt x="138" y="55"/>
                  </a:lnTo>
                  <a:cubicBezTo>
                    <a:pt x="132" y="23"/>
                    <a:pt x="10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g33adf7f9e96_1_3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History (Active Listening)</a:t>
            </a:r>
            <a:endParaRPr/>
          </a:p>
        </p:txBody>
      </p:sp>
      <p:sp>
        <p:nvSpPr>
          <p:cNvPr id="1324" name="Google Shape;1324;g33adf7f9e96_1_396"/>
          <p:cNvSpPr txBox="1"/>
          <p:nvPr>
            <p:ph idx="1" type="body"/>
          </p:nvPr>
        </p:nvSpPr>
        <p:spPr>
          <a:xfrm>
            <a:off x="311700" y="1655400"/>
            <a:ext cx="8520600" cy="348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rgbClr val="000000"/>
                </a:solidFill>
              </a:rPr>
              <a:t>Origins of Active Listening</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Coined and popularized by psychologists like </a:t>
            </a:r>
            <a:r>
              <a:rPr i="1" lang="en">
                <a:solidFill>
                  <a:srgbClr val="000000"/>
                </a:solidFill>
              </a:rPr>
              <a:t>Carl Rogers</a:t>
            </a:r>
            <a:r>
              <a:rPr lang="en">
                <a:solidFill>
                  <a:srgbClr val="000000"/>
                </a:solidFill>
              </a:rPr>
              <a:t> in the 1950s.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Spread to </a:t>
            </a:r>
            <a:r>
              <a:rPr b="1" lang="en">
                <a:solidFill>
                  <a:srgbClr val="000000"/>
                </a:solidFill>
              </a:rPr>
              <a:t>education</a:t>
            </a:r>
            <a:r>
              <a:rPr lang="en">
                <a:solidFill>
                  <a:srgbClr val="000000"/>
                </a:solidFill>
              </a:rPr>
              <a:t> and </a:t>
            </a:r>
            <a:r>
              <a:rPr b="1" lang="en">
                <a:solidFill>
                  <a:srgbClr val="000000"/>
                </a:solidFill>
              </a:rPr>
              <a:t>corporate</a:t>
            </a:r>
            <a:r>
              <a:rPr lang="en">
                <a:solidFill>
                  <a:srgbClr val="000000"/>
                </a:solidFill>
              </a:rPr>
              <a:t> sectors in the 1970s and 1980s.</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None/>
            </a:pPr>
            <a:r>
              <a:rPr b="1" lang="en">
                <a:solidFill>
                  <a:srgbClr val="000000"/>
                </a:solidFill>
              </a:rPr>
              <a:t>Modern Use</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Now seen as a critical skill in </a:t>
            </a:r>
            <a:r>
              <a:rPr i="1" lang="en">
                <a:solidFill>
                  <a:srgbClr val="000000"/>
                </a:solidFill>
              </a:rPr>
              <a:t>management training</a:t>
            </a:r>
            <a:r>
              <a:rPr lang="en">
                <a:solidFill>
                  <a:srgbClr val="000000"/>
                </a:solidFill>
              </a:rPr>
              <a:t> and </a:t>
            </a:r>
            <a:r>
              <a:rPr i="1" lang="en">
                <a:solidFill>
                  <a:srgbClr val="000000"/>
                </a:solidFill>
              </a:rPr>
              <a:t>team-building</a:t>
            </a:r>
            <a:r>
              <a:rPr lang="en">
                <a:solidFill>
                  <a:srgbClr val="000000"/>
                </a:solidFill>
              </a:rPr>
              <a:t>.</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Emphasizes empathy, clarification, and providing a safe space to</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
                <a:solidFill>
                  <a:srgbClr val="000000"/>
                </a:solidFill>
              </a:rPr>
              <a:t>speak.</a:t>
            </a:r>
            <a:endParaRPr>
              <a:solidFill>
                <a:srgbClr val="000000"/>
              </a:solidFill>
            </a:endParaRPr>
          </a:p>
        </p:txBody>
      </p:sp>
      <p:grpSp>
        <p:nvGrpSpPr>
          <p:cNvPr id="1325" name="Google Shape;1325;g33adf7f9e96_1_396"/>
          <p:cNvGrpSpPr/>
          <p:nvPr/>
        </p:nvGrpSpPr>
        <p:grpSpPr>
          <a:xfrm flipH="1">
            <a:off x="8121564" y="3026734"/>
            <a:ext cx="1022447" cy="2116758"/>
            <a:chOff x="720000" y="2793375"/>
            <a:chExt cx="1213875" cy="2350125"/>
          </a:xfrm>
        </p:grpSpPr>
        <p:sp>
          <p:nvSpPr>
            <p:cNvPr id="1326" name="Google Shape;1326;g33adf7f9e96_1_396"/>
            <p:cNvSpPr/>
            <p:nvPr/>
          </p:nvSpPr>
          <p:spPr>
            <a:xfrm>
              <a:off x="1506030" y="3082302"/>
              <a:ext cx="193379" cy="457026"/>
            </a:xfrm>
            <a:custGeom>
              <a:rect b="b" l="l" r="r" t="t"/>
              <a:pathLst>
                <a:path extrusionOk="0" h="9021" w="3817">
                  <a:moveTo>
                    <a:pt x="1506" y="1"/>
                  </a:moveTo>
                  <a:cubicBezTo>
                    <a:pt x="1506" y="1"/>
                    <a:pt x="1183" y="135"/>
                    <a:pt x="1183" y="350"/>
                  </a:cubicBezTo>
                  <a:cubicBezTo>
                    <a:pt x="1183" y="350"/>
                    <a:pt x="1022" y="1101"/>
                    <a:pt x="1237" y="1344"/>
                  </a:cubicBezTo>
                  <a:cubicBezTo>
                    <a:pt x="1451" y="1585"/>
                    <a:pt x="2258" y="2445"/>
                    <a:pt x="2258" y="2579"/>
                  </a:cubicBezTo>
                  <a:cubicBezTo>
                    <a:pt x="2258" y="2714"/>
                    <a:pt x="1990" y="6581"/>
                    <a:pt x="1990" y="6581"/>
                  </a:cubicBezTo>
                  <a:lnTo>
                    <a:pt x="753" y="5695"/>
                  </a:lnTo>
                  <a:lnTo>
                    <a:pt x="1" y="8006"/>
                  </a:lnTo>
                  <a:cubicBezTo>
                    <a:pt x="1" y="8006"/>
                    <a:pt x="1882" y="8812"/>
                    <a:pt x="2768" y="8972"/>
                  </a:cubicBezTo>
                  <a:cubicBezTo>
                    <a:pt x="2943" y="9004"/>
                    <a:pt x="3090" y="9020"/>
                    <a:pt x="3213" y="9020"/>
                  </a:cubicBezTo>
                  <a:cubicBezTo>
                    <a:pt x="3712" y="9020"/>
                    <a:pt x="3816" y="8754"/>
                    <a:pt x="3816" y="8194"/>
                  </a:cubicBezTo>
                  <a:cubicBezTo>
                    <a:pt x="3816" y="7495"/>
                    <a:pt x="3117" y="2149"/>
                    <a:pt x="3117" y="2149"/>
                  </a:cubicBezTo>
                  <a:cubicBezTo>
                    <a:pt x="3117" y="2149"/>
                    <a:pt x="3332" y="914"/>
                    <a:pt x="3332" y="699"/>
                  </a:cubicBezTo>
                  <a:cubicBezTo>
                    <a:pt x="3332" y="484"/>
                    <a:pt x="3413" y="377"/>
                    <a:pt x="3225" y="269"/>
                  </a:cubicBezTo>
                  <a:cubicBezTo>
                    <a:pt x="3037" y="162"/>
                    <a:pt x="1506" y="1"/>
                    <a:pt x="150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g33adf7f9e96_1_396"/>
            <p:cNvSpPr/>
            <p:nvPr/>
          </p:nvSpPr>
          <p:spPr>
            <a:xfrm>
              <a:off x="1502331" y="3078959"/>
              <a:ext cx="200421" cy="463765"/>
            </a:xfrm>
            <a:custGeom>
              <a:rect b="b" l="l" r="r" t="t"/>
              <a:pathLst>
                <a:path extrusionOk="0" h="9154" w="3956">
                  <a:moveTo>
                    <a:pt x="1589" y="134"/>
                  </a:moveTo>
                  <a:cubicBezTo>
                    <a:pt x="2177" y="197"/>
                    <a:pt x="3138" y="320"/>
                    <a:pt x="3265" y="392"/>
                  </a:cubicBezTo>
                  <a:cubicBezTo>
                    <a:pt x="3366" y="451"/>
                    <a:pt x="3363" y="492"/>
                    <a:pt x="3349" y="611"/>
                  </a:cubicBezTo>
                  <a:cubicBezTo>
                    <a:pt x="3344" y="656"/>
                    <a:pt x="3339" y="707"/>
                    <a:pt x="3339" y="765"/>
                  </a:cubicBezTo>
                  <a:cubicBezTo>
                    <a:pt x="3339" y="931"/>
                    <a:pt x="3198" y="1779"/>
                    <a:pt x="3125" y="2204"/>
                  </a:cubicBezTo>
                  <a:cubicBezTo>
                    <a:pt x="3124" y="2211"/>
                    <a:pt x="3124" y="2218"/>
                    <a:pt x="3124" y="2224"/>
                  </a:cubicBezTo>
                  <a:cubicBezTo>
                    <a:pt x="3131" y="2277"/>
                    <a:pt x="3822" y="7573"/>
                    <a:pt x="3822" y="8259"/>
                  </a:cubicBezTo>
                  <a:cubicBezTo>
                    <a:pt x="3822" y="8629"/>
                    <a:pt x="3773" y="8821"/>
                    <a:pt x="3653" y="8921"/>
                  </a:cubicBezTo>
                  <a:cubicBezTo>
                    <a:pt x="3574" y="8988"/>
                    <a:pt x="3455" y="9020"/>
                    <a:pt x="3286" y="9020"/>
                  </a:cubicBezTo>
                  <a:cubicBezTo>
                    <a:pt x="3168" y="9020"/>
                    <a:pt x="3025" y="9004"/>
                    <a:pt x="2853" y="8973"/>
                  </a:cubicBezTo>
                  <a:cubicBezTo>
                    <a:pt x="2069" y="8830"/>
                    <a:pt x="475" y="8168"/>
                    <a:pt x="157" y="8034"/>
                  </a:cubicBezTo>
                  <a:lnTo>
                    <a:pt x="862" y="5868"/>
                  </a:lnTo>
                  <a:lnTo>
                    <a:pt x="2024" y="6702"/>
                  </a:lnTo>
                  <a:cubicBezTo>
                    <a:pt x="2035" y="6710"/>
                    <a:pt x="2048" y="6714"/>
                    <a:pt x="2062" y="6714"/>
                  </a:cubicBezTo>
                  <a:cubicBezTo>
                    <a:pt x="2071" y="6714"/>
                    <a:pt x="2081" y="6712"/>
                    <a:pt x="2090" y="6708"/>
                  </a:cubicBezTo>
                  <a:cubicBezTo>
                    <a:pt x="2112" y="6697"/>
                    <a:pt x="2127" y="6676"/>
                    <a:pt x="2128" y="6652"/>
                  </a:cubicBezTo>
                  <a:cubicBezTo>
                    <a:pt x="2140" y="6494"/>
                    <a:pt x="2397" y="2780"/>
                    <a:pt x="2397" y="2645"/>
                  </a:cubicBezTo>
                  <a:cubicBezTo>
                    <a:pt x="2397" y="2541"/>
                    <a:pt x="2182" y="2271"/>
                    <a:pt x="1510" y="1533"/>
                  </a:cubicBezTo>
                  <a:cubicBezTo>
                    <a:pt x="1447" y="1463"/>
                    <a:pt x="1395" y="1406"/>
                    <a:pt x="1360" y="1365"/>
                  </a:cubicBezTo>
                  <a:cubicBezTo>
                    <a:pt x="1201" y="1187"/>
                    <a:pt x="1278" y="630"/>
                    <a:pt x="1321" y="429"/>
                  </a:cubicBezTo>
                  <a:cubicBezTo>
                    <a:pt x="1322" y="425"/>
                    <a:pt x="1322" y="421"/>
                    <a:pt x="1322" y="416"/>
                  </a:cubicBezTo>
                  <a:cubicBezTo>
                    <a:pt x="1322" y="285"/>
                    <a:pt x="1503" y="175"/>
                    <a:pt x="1589" y="134"/>
                  </a:cubicBezTo>
                  <a:close/>
                  <a:moveTo>
                    <a:pt x="1578" y="0"/>
                  </a:moveTo>
                  <a:cubicBezTo>
                    <a:pt x="1570" y="0"/>
                    <a:pt x="1561" y="2"/>
                    <a:pt x="1553" y="5"/>
                  </a:cubicBezTo>
                  <a:cubicBezTo>
                    <a:pt x="1538" y="11"/>
                    <a:pt x="1197" y="157"/>
                    <a:pt x="1191" y="408"/>
                  </a:cubicBezTo>
                  <a:cubicBezTo>
                    <a:pt x="1168" y="514"/>
                    <a:pt x="1036" y="1200"/>
                    <a:pt x="1260" y="1453"/>
                  </a:cubicBezTo>
                  <a:cubicBezTo>
                    <a:pt x="1297" y="1494"/>
                    <a:pt x="1349" y="1552"/>
                    <a:pt x="1412" y="1621"/>
                  </a:cubicBezTo>
                  <a:cubicBezTo>
                    <a:pt x="1639" y="1871"/>
                    <a:pt x="2242" y="2535"/>
                    <a:pt x="2265" y="2645"/>
                  </a:cubicBezTo>
                  <a:cubicBezTo>
                    <a:pt x="2265" y="2747"/>
                    <a:pt x="2098" y="5160"/>
                    <a:pt x="2005" y="6524"/>
                  </a:cubicBezTo>
                  <a:lnTo>
                    <a:pt x="865" y="5707"/>
                  </a:lnTo>
                  <a:cubicBezTo>
                    <a:pt x="853" y="5699"/>
                    <a:pt x="839" y="5695"/>
                    <a:pt x="826" y="5695"/>
                  </a:cubicBezTo>
                  <a:cubicBezTo>
                    <a:pt x="819" y="5695"/>
                    <a:pt x="813" y="5695"/>
                    <a:pt x="806" y="5697"/>
                  </a:cubicBezTo>
                  <a:cubicBezTo>
                    <a:pt x="786" y="5704"/>
                    <a:pt x="769" y="5720"/>
                    <a:pt x="764" y="5741"/>
                  </a:cubicBezTo>
                  <a:lnTo>
                    <a:pt x="11" y="8051"/>
                  </a:lnTo>
                  <a:cubicBezTo>
                    <a:pt x="0" y="8084"/>
                    <a:pt x="17" y="8119"/>
                    <a:pt x="48" y="8132"/>
                  </a:cubicBezTo>
                  <a:cubicBezTo>
                    <a:pt x="125" y="8165"/>
                    <a:pt x="1945" y="8943"/>
                    <a:pt x="2829" y="9104"/>
                  </a:cubicBezTo>
                  <a:cubicBezTo>
                    <a:pt x="3009" y="9137"/>
                    <a:pt x="3161" y="9153"/>
                    <a:pt x="3287" y="9153"/>
                  </a:cubicBezTo>
                  <a:cubicBezTo>
                    <a:pt x="3491" y="9153"/>
                    <a:pt x="3634" y="9111"/>
                    <a:pt x="3739" y="9023"/>
                  </a:cubicBezTo>
                  <a:cubicBezTo>
                    <a:pt x="3919" y="8873"/>
                    <a:pt x="3956" y="8609"/>
                    <a:pt x="3956" y="8259"/>
                  </a:cubicBezTo>
                  <a:cubicBezTo>
                    <a:pt x="3956" y="7573"/>
                    <a:pt x="3301" y="2548"/>
                    <a:pt x="3258" y="2217"/>
                  </a:cubicBezTo>
                  <a:cubicBezTo>
                    <a:pt x="3280" y="2090"/>
                    <a:pt x="3472" y="975"/>
                    <a:pt x="3472" y="765"/>
                  </a:cubicBezTo>
                  <a:cubicBezTo>
                    <a:pt x="3472" y="713"/>
                    <a:pt x="3476" y="667"/>
                    <a:pt x="3481" y="626"/>
                  </a:cubicBezTo>
                  <a:cubicBezTo>
                    <a:pt x="3495" y="499"/>
                    <a:pt x="3508" y="379"/>
                    <a:pt x="3331" y="277"/>
                  </a:cubicBezTo>
                  <a:cubicBezTo>
                    <a:pt x="3137" y="166"/>
                    <a:pt x="1744" y="17"/>
                    <a:pt x="1586" y="1"/>
                  </a:cubicBezTo>
                  <a:cubicBezTo>
                    <a:pt x="1583" y="0"/>
                    <a:pt x="1581" y="0"/>
                    <a:pt x="15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g33adf7f9e96_1_396"/>
            <p:cNvSpPr/>
            <p:nvPr/>
          </p:nvSpPr>
          <p:spPr>
            <a:xfrm>
              <a:off x="1506030" y="3387290"/>
              <a:ext cx="39770" cy="104973"/>
            </a:xfrm>
            <a:custGeom>
              <a:rect b="b" l="l" r="r" t="t"/>
              <a:pathLst>
                <a:path extrusionOk="0" h="2072" w="785">
                  <a:moveTo>
                    <a:pt x="784" y="1"/>
                  </a:moveTo>
                  <a:lnTo>
                    <a:pt x="1" y="1985"/>
                  </a:lnTo>
                  <a:lnTo>
                    <a:pt x="376" y="2071"/>
                  </a:lnTo>
                  <a:lnTo>
                    <a:pt x="7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g33adf7f9e96_1_396"/>
            <p:cNvSpPr/>
            <p:nvPr/>
          </p:nvSpPr>
          <p:spPr>
            <a:xfrm>
              <a:off x="1502585" y="3383946"/>
              <a:ext cx="46863" cy="111660"/>
            </a:xfrm>
            <a:custGeom>
              <a:rect b="b" l="l" r="r" t="t"/>
              <a:pathLst>
                <a:path extrusionOk="0" h="2204" w="925">
                  <a:moveTo>
                    <a:pt x="645" y="772"/>
                  </a:moveTo>
                  <a:lnTo>
                    <a:pt x="392" y="2057"/>
                  </a:lnTo>
                  <a:lnTo>
                    <a:pt x="160" y="2003"/>
                  </a:lnTo>
                  <a:lnTo>
                    <a:pt x="645" y="772"/>
                  </a:lnTo>
                  <a:close/>
                  <a:moveTo>
                    <a:pt x="852" y="0"/>
                  </a:moveTo>
                  <a:cubicBezTo>
                    <a:pt x="826" y="0"/>
                    <a:pt x="801" y="16"/>
                    <a:pt x="790" y="42"/>
                  </a:cubicBezTo>
                  <a:lnTo>
                    <a:pt x="7" y="2027"/>
                  </a:lnTo>
                  <a:cubicBezTo>
                    <a:pt x="0" y="2045"/>
                    <a:pt x="1" y="2065"/>
                    <a:pt x="11" y="2083"/>
                  </a:cubicBezTo>
                  <a:cubicBezTo>
                    <a:pt x="19" y="2099"/>
                    <a:pt x="36" y="2112"/>
                    <a:pt x="55" y="2116"/>
                  </a:cubicBezTo>
                  <a:lnTo>
                    <a:pt x="428" y="2202"/>
                  </a:lnTo>
                  <a:cubicBezTo>
                    <a:pt x="434" y="2203"/>
                    <a:pt x="439" y="2203"/>
                    <a:pt x="444" y="2203"/>
                  </a:cubicBezTo>
                  <a:cubicBezTo>
                    <a:pt x="457" y="2203"/>
                    <a:pt x="469" y="2200"/>
                    <a:pt x="479" y="2193"/>
                  </a:cubicBezTo>
                  <a:cubicBezTo>
                    <a:pt x="495" y="2183"/>
                    <a:pt x="505" y="2168"/>
                    <a:pt x="509" y="2150"/>
                  </a:cubicBezTo>
                  <a:lnTo>
                    <a:pt x="917" y="80"/>
                  </a:lnTo>
                  <a:cubicBezTo>
                    <a:pt x="924" y="45"/>
                    <a:pt x="904" y="12"/>
                    <a:pt x="871" y="3"/>
                  </a:cubicBezTo>
                  <a:cubicBezTo>
                    <a:pt x="865" y="1"/>
                    <a:pt x="858" y="0"/>
                    <a:pt x="8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g33adf7f9e96_1_396"/>
            <p:cNvSpPr/>
            <p:nvPr/>
          </p:nvSpPr>
          <p:spPr>
            <a:xfrm>
              <a:off x="1544381" y="3064824"/>
              <a:ext cx="157712" cy="65811"/>
            </a:xfrm>
            <a:custGeom>
              <a:rect b="b" l="l" r="r" t="t"/>
              <a:pathLst>
                <a:path extrusionOk="0" h="1299" w="3113">
                  <a:moveTo>
                    <a:pt x="131" y="0"/>
                  </a:moveTo>
                  <a:cubicBezTo>
                    <a:pt x="59" y="0"/>
                    <a:pt x="1" y="58"/>
                    <a:pt x="1" y="131"/>
                  </a:cubicBezTo>
                  <a:lnTo>
                    <a:pt x="1" y="889"/>
                  </a:lnTo>
                  <a:lnTo>
                    <a:pt x="3044" y="1298"/>
                  </a:lnTo>
                  <a:lnTo>
                    <a:pt x="3108" y="409"/>
                  </a:lnTo>
                  <a:cubicBezTo>
                    <a:pt x="3113" y="336"/>
                    <a:pt x="3059" y="275"/>
                    <a:pt x="2987" y="270"/>
                  </a:cubicBezTo>
                  <a:cubicBezTo>
                    <a:pt x="2984" y="270"/>
                    <a:pt x="2981" y="270"/>
                    <a:pt x="2978" y="270"/>
                  </a:cubicBezTo>
                  <a:cubicBezTo>
                    <a:pt x="2909" y="270"/>
                    <a:pt x="2853" y="322"/>
                    <a:pt x="2849" y="390"/>
                  </a:cubicBezTo>
                  <a:lnTo>
                    <a:pt x="2805" y="1004"/>
                  </a:lnTo>
                  <a:lnTo>
                    <a:pt x="260" y="662"/>
                  </a:lnTo>
                  <a:lnTo>
                    <a:pt x="260" y="131"/>
                  </a:lnTo>
                  <a:cubicBezTo>
                    <a:pt x="260" y="58"/>
                    <a:pt x="202" y="0"/>
                    <a:pt x="1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g33adf7f9e96_1_396"/>
            <p:cNvSpPr/>
            <p:nvPr/>
          </p:nvSpPr>
          <p:spPr>
            <a:xfrm>
              <a:off x="1579541" y="3082252"/>
              <a:ext cx="89875" cy="43620"/>
            </a:xfrm>
            <a:custGeom>
              <a:rect b="b" l="l" r="r" t="t"/>
              <a:pathLst>
                <a:path extrusionOk="0" h="861" w="1774">
                  <a:moveTo>
                    <a:pt x="55" y="1"/>
                  </a:moveTo>
                  <a:lnTo>
                    <a:pt x="0" y="700"/>
                  </a:lnTo>
                  <a:lnTo>
                    <a:pt x="1666" y="861"/>
                  </a:lnTo>
                  <a:lnTo>
                    <a:pt x="1774" y="270"/>
                  </a:lnTo>
                  <a:lnTo>
                    <a:pt x="5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g33adf7f9e96_1_396"/>
            <p:cNvSpPr/>
            <p:nvPr/>
          </p:nvSpPr>
          <p:spPr>
            <a:xfrm>
              <a:off x="1576045" y="3078908"/>
              <a:ext cx="96867" cy="50359"/>
            </a:xfrm>
            <a:custGeom>
              <a:rect b="b" l="l" r="r" t="t"/>
              <a:pathLst>
                <a:path extrusionOk="0" h="994" w="1912">
                  <a:moveTo>
                    <a:pt x="184" y="144"/>
                  </a:moveTo>
                  <a:lnTo>
                    <a:pt x="1765" y="391"/>
                  </a:lnTo>
                  <a:lnTo>
                    <a:pt x="1681" y="855"/>
                  </a:lnTo>
                  <a:lnTo>
                    <a:pt x="141" y="706"/>
                  </a:lnTo>
                  <a:lnTo>
                    <a:pt x="184" y="144"/>
                  </a:lnTo>
                  <a:close/>
                  <a:moveTo>
                    <a:pt x="124" y="1"/>
                  </a:moveTo>
                  <a:cubicBezTo>
                    <a:pt x="109" y="1"/>
                    <a:pt x="94" y="6"/>
                    <a:pt x="82" y="15"/>
                  </a:cubicBezTo>
                  <a:cubicBezTo>
                    <a:pt x="68" y="26"/>
                    <a:pt x="59" y="44"/>
                    <a:pt x="57" y="62"/>
                  </a:cubicBezTo>
                  <a:lnTo>
                    <a:pt x="4" y="761"/>
                  </a:lnTo>
                  <a:cubicBezTo>
                    <a:pt x="1" y="797"/>
                    <a:pt x="28" y="829"/>
                    <a:pt x="63" y="832"/>
                  </a:cubicBezTo>
                  <a:lnTo>
                    <a:pt x="1729" y="993"/>
                  </a:lnTo>
                  <a:lnTo>
                    <a:pt x="1735" y="993"/>
                  </a:lnTo>
                  <a:cubicBezTo>
                    <a:pt x="1767" y="993"/>
                    <a:pt x="1794" y="971"/>
                    <a:pt x="1800" y="939"/>
                  </a:cubicBezTo>
                  <a:lnTo>
                    <a:pt x="1908" y="348"/>
                  </a:lnTo>
                  <a:cubicBezTo>
                    <a:pt x="1911" y="330"/>
                    <a:pt x="1907" y="312"/>
                    <a:pt x="1897" y="297"/>
                  </a:cubicBezTo>
                  <a:cubicBezTo>
                    <a:pt x="1887" y="283"/>
                    <a:pt x="1870" y="273"/>
                    <a:pt x="1853" y="270"/>
                  </a:cubicBezTo>
                  <a:lnTo>
                    <a:pt x="133" y="2"/>
                  </a:lnTo>
                  <a:cubicBezTo>
                    <a:pt x="130" y="1"/>
                    <a:pt x="127"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g33adf7f9e96_1_396"/>
            <p:cNvSpPr/>
            <p:nvPr/>
          </p:nvSpPr>
          <p:spPr>
            <a:xfrm>
              <a:off x="1564596" y="3084177"/>
              <a:ext cx="70776" cy="78476"/>
            </a:xfrm>
            <a:custGeom>
              <a:rect b="b" l="l" r="r" t="t"/>
              <a:pathLst>
                <a:path extrusionOk="0" h="1549" w="1397">
                  <a:moveTo>
                    <a:pt x="250" y="1"/>
                  </a:moveTo>
                  <a:cubicBezTo>
                    <a:pt x="161" y="1"/>
                    <a:pt x="98" y="6"/>
                    <a:pt x="81" y="17"/>
                  </a:cubicBezTo>
                  <a:cubicBezTo>
                    <a:pt x="1" y="70"/>
                    <a:pt x="1" y="742"/>
                    <a:pt x="1" y="742"/>
                  </a:cubicBezTo>
                  <a:lnTo>
                    <a:pt x="1209" y="1548"/>
                  </a:lnTo>
                  <a:cubicBezTo>
                    <a:pt x="1397" y="1038"/>
                    <a:pt x="779" y="474"/>
                    <a:pt x="779" y="474"/>
                  </a:cubicBezTo>
                  <a:cubicBezTo>
                    <a:pt x="779" y="474"/>
                    <a:pt x="1048" y="447"/>
                    <a:pt x="1183" y="447"/>
                  </a:cubicBezTo>
                  <a:cubicBezTo>
                    <a:pt x="1316" y="447"/>
                    <a:pt x="1316" y="366"/>
                    <a:pt x="1316" y="205"/>
                  </a:cubicBezTo>
                  <a:cubicBezTo>
                    <a:pt x="1316" y="78"/>
                    <a:pt x="591" y="1"/>
                    <a:pt x="25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g33adf7f9e96_1_396"/>
            <p:cNvSpPr/>
            <p:nvPr/>
          </p:nvSpPr>
          <p:spPr>
            <a:xfrm>
              <a:off x="1561252" y="3080833"/>
              <a:ext cx="75588" cy="85164"/>
            </a:xfrm>
            <a:custGeom>
              <a:rect b="b" l="l" r="r" t="t"/>
              <a:pathLst>
                <a:path extrusionOk="0" h="1681" w="1492">
                  <a:moveTo>
                    <a:pt x="339" y="0"/>
                  </a:moveTo>
                  <a:cubicBezTo>
                    <a:pt x="225" y="0"/>
                    <a:pt x="139" y="9"/>
                    <a:pt x="110" y="27"/>
                  </a:cubicBezTo>
                  <a:cubicBezTo>
                    <a:pt x="83" y="46"/>
                    <a:pt x="0" y="101"/>
                    <a:pt x="0" y="808"/>
                  </a:cubicBezTo>
                  <a:cubicBezTo>
                    <a:pt x="0" y="845"/>
                    <a:pt x="30" y="875"/>
                    <a:pt x="67" y="875"/>
                  </a:cubicBezTo>
                  <a:cubicBezTo>
                    <a:pt x="103" y="875"/>
                    <a:pt x="133" y="845"/>
                    <a:pt x="133" y="808"/>
                  </a:cubicBezTo>
                  <a:cubicBezTo>
                    <a:pt x="133" y="535"/>
                    <a:pt x="153" y="211"/>
                    <a:pt x="187" y="139"/>
                  </a:cubicBezTo>
                  <a:cubicBezTo>
                    <a:pt x="210" y="134"/>
                    <a:pt x="250" y="132"/>
                    <a:pt x="303" y="132"/>
                  </a:cubicBezTo>
                  <a:cubicBezTo>
                    <a:pt x="587" y="132"/>
                    <a:pt x="1228" y="198"/>
                    <a:pt x="1316" y="282"/>
                  </a:cubicBezTo>
                  <a:cubicBezTo>
                    <a:pt x="1316" y="446"/>
                    <a:pt x="1309" y="446"/>
                    <a:pt x="1249" y="446"/>
                  </a:cubicBezTo>
                  <a:cubicBezTo>
                    <a:pt x="1113" y="446"/>
                    <a:pt x="850" y="472"/>
                    <a:pt x="839" y="474"/>
                  </a:cubicBezTo>
                  <a:cubicBezTo>
                    <a:pt x="812" y="476"/>
                    <a:pt x="791" y="494"/>
                    <a:pt x="782" y="518"/>
                  </a:cubicBezTo>
                  <a:cubicBezTo>
                    <a:pt x="774" y="543"/>
                    <a:pt x="781" y="571"/>
                    <a:pt x="800" y="588"/>
                  </a:cubicBezTo>
                  <a:cubicBezTo>
                    <a:pt x="806" y="594"/>
                    <a:pt x="1384" y="1128"/>
                    <a:pt x="1213" y="1592"/>
                  </a:cubicBezTo>
                  <a:cubicBezTo>
                    <a:pt x="1200" y="1626"/>
                    <a:pt x="1218" y="1664"/>
                    <a:pt x="1252" y="1677"/>
                  </a:cubicBezTo>
                  <a:cubicBezTo>
                    <a:pt x="1259" y="1679"/>
                    <a:pt x="1268" y="1680"/>
                    <a:pt x="1275" y="1680"/>
                  </a:cubicBezTo>
                  <a:cubicBezTo>
                    <a:pt x="1302" y="1680"/>
                    <a:pt x="1328" y="1664"/>
                    <a:pt x="1337" y="1638"/>
                  </a:cubicBezTo>
                  <a:cubicBezTo>
                    <a:pt x="1491" y="1221"/>
                    <a:pt x="1166" y="787"/>
                    <a:pt x="991" y="593"/>
                  </a:cubicBezTo>
                  <a:cubicBezTo>
                    <a:pt x="1076" y="587"/>
                    <a:pt x="1180" y="579"/>
                    <a:pt x="1249" y="579"/>
                  </a:cubicBezTo>
                  <a:cubicBezTo>
                    <a:pt x="1449" y="579"/>
                    <a:pt x="1449" y="430"/>
                    <a:pt x="1449" y="271"/>
                  </a:cubicBezTo>
                  <a:cubicBezTo>
                    <a:pt x="1449" y="225"/>
                    <a:pt x="1419" y="186"/>
                    <a:pt x="1361" y="154"/>
                  </a:cubicBezTo>
                  <a:cubicBezTo>
                    <a:pt x="1193" y="65"/>
                    <a:pt x="656" y="0"/>
                    <a:pt x="3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g33adf7f9e96_1_396"/>
            <p:cNvSpPr/>
            <p:nvPr/>
          </p:nvSpPr>
          <p:spPr>
            <a:xfrm>
              <a:off x="1597830" y="3412317"/>
              <a:ext cx="12514" cy="66672"/>
            </a:xfrm>
            <a:custGeom>
              <a:rect b="b" l="l" r="r" t="t"/>
              <a:pathLst>
                <a:path extrusionOk="0" h="1316" w="247">
                  <a:moveTo>
                    <a:pt x="179" y="1"/>
                  </a:moveTo>
                  <a:cubicBezTo>
                    <a:pt x="146" y="1"/>
                    <a:pt x="114" y="26"/>
                    <a:pt x="111" y="61"/>
                  </a:cubicBezTo>
                  <a:lnTo>
                    <a:pt x="4" y="1243"/>
                  </a:lnTo>
                  <a:cubicBezTo>
                    <a:pt x="0" y="1280"/>
                    <a:pt x="27" y="1312"/>
                    <a:pt x="64" y="1316"/>
                  </a:cubicBezTo>
                  <a:lnTo>
                    <a:pt x="70" y="1316"/>
                  </a:lnTo>
                  <a:cubicBezTo>
                    <a:pt x="103" y="1316"/>
                    <a:pt x="133" y="1290"/>
                    <a:pt x="136" y="1255"/>
                  </a:cubicBezTo>
                  <a:lnTo>
                    <a:pt x="243" y="73"/>
                  </a:lnTo>
                  <a:cubicBezTo>
                    <a:pt x="246" y="37"/>
                    <a:pt x="219" y="5"/>
                    <a:pt x="184" y="1"/>
                  </a:cubicBezTo>
                  <a:cubicBezTo>
                    <a:pt x="182" y="1"/>
                    <a:pt x="181" y="1"/>
                    <a:pt x="1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g33adf7f9e96_1_396"/>
            <p:cNvSpPr/>
            <p:nvPr/>
          </p:nvSpPr>
          <p:spPr>
            <a:xfrm>
              <a:off x="723293" y="3389570"/>
              <a:ext cx="360008" cy="455203"/>
            </a:xfrm>
            <a:custGeom>
              <a:rect b="b" l="l" r="r" t="t"/>
              <a:pathLst>
                <a:path extrusionOk="0" h="8985" w="7106">
                  <a:moveTo>
                    <a:pt x="3798" y="1"/>
                  </a:moveTo>
                  <a:cubicBezTo>
                    <a:pt x="3798" y="1"/>
                    <a:pt x="0" y="2964"/>
                    <a:pt x="99" y="3283"/>
                  </a:cubicBezTo>
                  <a:cubicBezTo>
                    <a:pt x="197" y="3601"/>
                    <a:pt x="3014" y="6296"/>
                    <a:pt x="3945" y="6957"/>
                  </a:cubicBezTo>
                  <a:cubicBezTo>
                    <a:pt x="4876" y="7619"/>
                    <a:pt x="5390" y="7912"/>
                    <a:pt x="5390" y="7912"/>
                  </a:cubicBezTo>
                  <a:lnTo>
                    <a:pt x="5978" y="8280"/>
                  </a:lnTo>
                  <a:cubicBezTo>
                    <a:pt x="5978" y="8280"/>
                    <a:pt x="5733" y="8672"/>
                    <a:pt x="5879" y="8745"/>
                  </a:cubicBezTo>
                  <a:cubicBezTo>
                    <a:pt x="5996" y="8803"/>
                    <a:pt x="6359" y="8984"/>
                    <a:pt x="6541" y="8984"/>
                  </a:cubicBezTo>
                  <a:cubicBezTo>
                    <a:pt x="6588" y="8984"/>
                    <a:pt x="6624" y="8972"/>
                    <a:pt x="6639" y="8941"/>
                  </a:cubicBezTo>
                  <a:cubicBezTo>
                    <a:pt x="6712" y="8794"/>
                    <a:pt x="7105" y="7692"/>
                    <a:pt x="7055" y="7422"/>
                  </a:cubicBezTo>
                  <a:cubicBezTo>
                    <a:pt x="7007" y="7153"/>
                    <a:pt x="5586" y="6932"/>
                    <a:pt x="5488" y="6834"/>
                  </a:cubicBezTo>
                  <a:cubicBezTo>
                    <a:pt x="5390" y="6736"/>
                    <a:pt x="3062" y="3111"/>
                    <a:pt x="3062" y="3111"/>
                  </a:cubicBezTo>
                  <a:lnTo>
                    <a:pt x="4876" y="1690"/>
                  </a:lnTo>
                  <a:lnTo>
                    <a:pt x="379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g33adf7f9e96_1_396"/>
            <p:cNvSpPr/>
            <p:nvPr/>
          </p:nvSpPr>
          <p:spPr>
            <a:xfrm>
              <a:off x="720000" y="3386175"/>
              <a:ext cx="366948" cy="461941"/>
            </a:xfrm>
            <a:custGeom>
              <a:rect b="b" l="l" r="r" t="t"/>
              <a:pathLst>
                <a:path extrusionOk="0" h="9118" w="7243">
                  <a:moveTo>
                    <a:pt x="3845" y="165"/>
                  </a:moveTo>
                  <a:lnTo>
                    <a:pt x="4852" y="1743"/>
                  </a:lnTo>
                  <a:lnTo>
                    <a:pt x="3087" y="3126"/>
                  </a:lnTo>
                  <a:cubicBezTo>
                    <a:pt x="3060" y="3147"/>
                    <a:pt x="3053" y="3185"/>
                    <a:pt x="3072" y="3215"/>
                  </a:cubicBezTo>
                  <a:cubicBezTo>
                    <a:pt x="3311" y="3586"/>
                    <a:pt x="5406" y="6848"/>
                    <a:pt x="5505" y="6949"/>
                  </a:cubicBezTo>
                  <a:cubicBezTo>
                    <a:pt x="5549" y="6992"/>
                    <a:pt x="5670" y="7025"/>
                    <a:pt x="6006" y="7109"/>
                  </a:cubicBezTo>
                  <a:cubicBezTo>
                    <a:pt x="6338" y="7193"/>
                    <a:pt x="7030" y="7367"/>
                    <a:pt x="7055" y="7501"/>
                  </a:cubicBezTo>
                  <a:cubicBezTo>
                    <a:pt x="7098" y="7735"/>
                    <a:pt x="6729" y="8810"/>
                    <a:pt x="6645" y="8978"/>
                  </a:cubicBezTo>
                  <a:cubicBezTo>
                    <a:pt x="6644" y="8979"/>
                    <a:pt x="6635" y="8986"/>
                    <a:pt x="6604" y="8986"/>
                  </a:cubicBezTo>
                  <a:cubicBezTo>
                    <a:pt x="6539" y="8986"/>
                    <a:pt x="6373" y="8953"/>
                    <a:pt x="5974" y="8753"/>
                  </a:cubicBezTo>
                  <a:cubicBezTo>
                    <a:pt x="5972" y="8752"/>
                    <a:pt x="5969" y="8750"/>
                    <a:pt x="5967" y="8742"/>
                  </a:cubicBezTo>
                  <a:cubicBezTo>
                    <a:pt x="5947" y="8672"/>
                    <a:pt x="6034" y="8487"/>
                    <a:pt x="6099" y="8383"/>
                  </a:cubicBezTo>
                  <a:cubicBezTo>
                    <a:pt x="6118" y="8351"/>
                    <a:pt x="6109" y="8310"/>
                    <a:pt x="6078" y="8290"/>
                  </a:cubicBezTo>
                  <a:lnTo>
                    <a:pt x="5488" y="7922"/>
                  </a:lnTo>
                  <a:cubicBezTo>
                    <a:pt x="5483" y="7919"/>
                    <a:pt x="4965" y="7622"/>
                    <a:pt x="4048" y="6970"/>
                  </a:cubicBezTo>
                  <a:cubicBezTo>
                    <a:pt x="3060" y="6268"/>
                    <a:pt x="314" y="3610"/>
                    <a:pt x="229" y="3337"/>
                  </a:cubicBezTo>
                  <a:cubicBezTo>
                    <a:pt x="242" y="3102"/>
                    <a:pt x="2091" y="1537"/>
                    <a:pt x="3845" y="165"/>
                  </a:cubicBezTo>
                  <a:close/>
                  <a:moveTo>
                    <a:pt x="3865" y="1"/>
                  </a:moveTo>
                  <a:cubicBezTo>
                    <a:pt x="3850" y="1"/>
                    <a:pt x="3835" y="5"/>
                    <a:pt x="3822" y="14"/>
                  </a:cubicBezTo>
                  <a:cubicBezTo>
                    <a:pt x="2669" y="915"/>
                    <a:pt x="0" y="3042"/>
                    <a:pt x="101" y="3370"/>
                  </a:cubicBezTo>
                  <a:cubicBezTo>
                    <a:pt x="212" y="3733"/>
                    <a:pt x="3118" y="6472"/>
                    <a:pt x="3971" y="7078"/>
                  </a:cubicBezTo>
                  <a:cubicBezTo>
                    <a:pt x="4894" y="7734"/>
                    <a:pt x="5417" y="8034"/>
                    <a:pt x="5420" y="8036"/>
                  </a:cubicBezTo>
                  <a:lnTo>
                    <a:pt x="5953" y="8368"/>
                  </a:lnTo>
                  <a:cubicBezTo>
                    <a:pt x="5897" y="8469"/>
                    <a:pt x="5806" y="8658"/>
                    <a:pt x="5839" y="8778"/>
                  </a:cubicBezTo>
                  <a:cubicBezTo>
                    <a:pt x="5851" y="8820"/>
                    <a:pt x="5877" y="8852"/>
                    <a:pt x="5916" y="8872"/>
                  </a:cubicBezTo>
                  <a:cubicBezTo>
                    <a:pt x="6247" y="9037"/>
                    <a:pt x="6470" y="9117"/>
                    <a:pt x="6607" y="9117"/>
                  </a:cubicBezTo>
                  <a:cubicBezTo>
                    <a:pt x="6686" y="9117"/>
                    <a:pt x="6737" y="9091"/>
                    <a:pt x="6764" y="9038"/>
                  </a:cubicBezTo>
                  <a:cubicBezTo>
                    <a:pt x="6826" y="8914"/>
                    <a:pt x="7242" y="7783"/>
                    <a:pt x="7187" y="7477"/>
                  </a:cubicBezTo>
                  <a:cubicBezTo>
                    <a:pt x="7150" y="7275"/>
                    <a:pt x="6687" y="7144"/>
                    <a:pt x="6039" y="6981"/>
                  </a:cubicBezTo>
                  <a:cubicBezTo>
                    <a:pt x="5849" y="6933"/>
                    <a:pt x="5633" y="6879"/>
                    <a:pt x="5601" y="6855"/>
                  </a:cubicBezTo>
                  <a:cubicBezTo>
                    <a:pt x="5517" y="6764"/>
                    <a:pt x="4142" y="4634"/>
                    <a:pt x="3217" y="3193"/>
                  </a:cubicBezTo>
                  <a:lnTo>
                    <a:pt x="4981" y="1809"/>
                  </a:lnTo>
                  <a:cubicBezTo>
                    <a:pt x="5008" y="1789"/>
                    <a:pt x="5016" y="1750"/>
                    <a:pt x="4997" y="1722"/>
                  </a:cubicBezTo>
                  <a:lnTo>
                    <a:pt x="3919" y="31"/>
                  </a:lnTo>
                  <a:cubicBezTo>
                    <a:pt x="3909" y="15"/>
                    <a:pt x="3893" y="5"/>
                    <a:pt x="3874" y="1"/>
                  </a:cubicBezTo>
                  <a:cubicBezTo>
                    <a:pt x="3871" y="1"/>
                    <a:pt x="3868" y="1"/>
                    <a:pt x="38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g33adf7f9e96_1_396"/>
            <p:cNvSpPr/>
            <p:nvPr/>
          </p:nvSpPr>
          <p:spPr>
            <a:xfrm>
              <a:off x="912315" y="3394534"/>
              <a:ext cx="58059" cy="94840"/>
            </a:xfrm>
            <a:custGeom>
              <a:rect b="b" l="l" r="r" t="t"/>
              <a:pathLst>
                <a:path extrusionOk="0" h="1872" w="1146">
                  <a:moveTo>
                    <a:pt x="1" y="1"/>
                  </a:moveTo>
                  <a:lnTo>
                    <a:pt x="691" y="1871"/>
                  </a:lnTo>
                  <a:lnTo>
                    <a:pt x="1145" y="1592"/>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g33adf7f9e96_1_396"/>
            <p:cNvSpPr/>
            <p:nvPr/>
          </p:nvSpPr>
          <p:spPr>
            <a:xfrm>
              <a:off x="908617" y="3391140"/>
              <a:ext cx="65203" cy="101578"/>
            </a:xfrm>
            <a:custGeom>
              <a:rect b="b" l="l" r="r" t="t"/>
              <a:pathLst>
                <a:path extrusionOk="0" h="2005" w="1287">
                  <a:moveTo>
                    <a:pt x="306" y="504"/>
                  </a:moveTo>
                  <a:lnTo>
                    <a:pt x="1122" y="1640"/>
                  </a:lnTo>
                  <a:lnTo>
                    <a:pt x="798" y="1839"/>
                  </a:lnTo>
                  <a:lnTo>
                    <a:pt x="306" y="504"/>
                  </a:lnTo>
                  <a:close/>
                  <a:moveTo>
                    <a:pt x="75" y="1"/>
                  </a:moveTo>
                  <a:cubicBezTo>
                    <a:pt x="64" y="1"/>
                    <a:pt x="53" y="3"/>
                    <a:pt x="43" y="9"/>
                  </a:cubicBezTo>
                  <a:cubicBezTo>
                    <a:pt x="14" y="25"/>
                    <a:pt x="1" y="59"/>
                    <a:pt x="12" y="90"/>
                  </a:cubicBezTo>
                  <a:lnTo>
                    <a:pt x="701" y="1961"/>
                  </a:lnTo>
                  <a:cubicBezTo>
                    <a:pt x="708" y="1980"/>
                    <a:pt x="722" y="1994"/>
                    <a:pt x="741" y="2001"/>
                  </a:cubicBezTo>
                  <a:cubicBezTo>
                    <a:pt x="748" y="2003"/>
                    <a:pt x="755" y="2005"/>
                    <a:pt x="764" y="2005"/>
                  </a:cubicBezTo>
                  <a:cubicBezTo>
                    <a:pt x="776" y="2005"/>
                    <a:pt x="787" y="2001"/>
                    <a:pt x="798" y="1994"/>
                  </a:cubicBezTo>
                  <a:lnTo>
                    <a:pt x="1252" y="1716"/>
                  </a:lnTo>
                  <a:cubicBezTo>
                    <a:pt x="1268" y="1706"/>
                    <a:pt x="1278" y="1691"/>
                    <a:pt x="1283" y="1672"/>
                  </a:cubicBezTo>
                  <a:cubicBezTo>
                    <a:pt x="1287" y="1654"/>
                    <a:pt x="1282" y="1635"/>
                    <a:pt x="1271" y="1620"/>
                  </a:cubicBezTo>
                  <a:lnTo>
                    <a:pt x="128" y="29"/>
                  </a:lnTo>
                  <a:cubicBezTo>
                    <a:pt x="116" y="11"/>
                    <a:pt x="95" y="1"/>
                    <a:pt x="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g33adf7f9e96_1_396"/>
            <p:cNvSpPr/>
            <p:nvPr/>
          </p:nvSpPr>
          <p:spPr>
            <a:xfrm>
              <a:off x="1022253" y="3805659"/>
              <a:ext cx="31005" cy="26598"/>
            </a:xfrm>
            <a:custGeom>
              <a:rect b="b" l="l" r="r" t="t"/>
              <a:pathLst>
                <a:path extrusionOk="0" h="525" w="612">
                  <a:moveTo>
                    <a:pt x="77" y="0"/>
                  </a:moveTo>
                  <a:cubicBezTo>
                    <a:pt x="67" y="0"/>
                    <a:pt x="58" y="2"/>
                    <a:pt x="48" y="7"/>
                  </a:cubicBezTo>
                  <a:cubicBezTo>
                    <a:pt x="15" y="22"/>
                    <a:pt x="1" y="61"/>
                    <a:pt x="16" y="94"/>
                  </a:cubicBezTo>
                  <a:cubicBezTo>
                    <a:pt x="24" y="111"/>
                    <a:pt x="208" y="498"/>
                    <a:pt x="537" y="525"/>
                  </a:cubicBezTo>
                  <a:lnTo>
                    <a:pt x="543" y="525"/>
                  </a:lnTo>
                  <a:cubicBezTo>
                    <a:pt x="577" y="525"/>
                    <a:pt x="605" y="499"/>
                    <a:pt x="609" y="465"/>
                  </a:cubicBezTo>
                  <a:cubicBezTo>
                    <a:pt x="611" y="428"/>
                    <a:pt x="584" y="395"/>
                    <a:pt x="547" y="392"/>
                  </a:cubicBezTo>
                  <a:cubicBezTo>
                    <a:pt x="297" y="371"/>
                    <a:pt x="138" y="42"/>
                    <a:pt x="137" y="39"/>
                  </a:cubicBezTo>
                  <a:cubicBezTo>
                    <a:pt x="126" y="15"/>
                    <a:pt x="102"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g33adf7f9e96_1_396"/>
            <p:cNvSpPr/>
            <p:nvPr/>
          </p:nvSpPr>
          <p:spPr>
            <a:xfrm>
              <a:off x="849747" y="3500368"/>
              <a:ext cx="32627" cy="50207"/>
            </a:xfrm>
            <a:custGeom>
              <a:rect b="b" l="l" r="r" t="t"/>
              <a:pathLst>
                <a:path extrusionOk="0" h="991" w="644">
                  <a:moveTo>
                    <a:pt x="77" y="0"/>
                  </a:moveTo>
                  <a:cubicBezTo>
                    <a:pt x="65" y="0"/>
                    <a:pt x="54" y="3"/>
                    <a:pt x="43" y="9"/>
                  </a:cubicBezTo>
                  <a:cubicBezTo>
                    <a:pt x="13" y="27"/>
                    <a:pt x="1" y="69"/>
                    <a:pt x="20" y="99"/>
                  </a:cubicBezTo>
                  <a:lnTo>
                    <a:pt x="510" y="957"/>
                  </a:lnTo>
                  <a:cubicBezTo>
                    <a:pt x="521" y="978"/>
                    <a:pt x="544" y="990"/>
                    <a:pt x="566" y="990"/>
                  </a:cubicBezTo>
                  <a:cubicBezTo>
                    <a:pt x="578" y="990"/>
                    <a:pt x="589" y="988"/>
                    <a:pt x="599" y="982"/>
                  </a:cubicBezTo>
                  <a:cubicBezTo>
                    <a:pt x="631" y="964"/>
                    <a:pt x="643" y="923"/>
                    <a:pt x="624" y="891"/>
                  </a:cubicBezTo>
                  <a:lnTo>
                    <a:pt x="134" y="34"/>
                  </a:lnTo>
                  <a:cubicBezTo>
                    <a:pt x="123" y="13"/>
                    <a:pt x="100"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g33adf7f9e96_1_396"/>
            <p:cNvSpPr/>
            <p:nvPr/>
          </p:nvSpPr>
          <p:spPr>
            <a:xfrm>
              <a:off x="1041505" y="4898092"/>
              <a:ext cx="98437" cy="120273"/>
            </a:xfrm>
            <a:custGeom>
              <a:rect b="b" l="l" r="r" t="t"/>
              <a:pathLst>
                <a:path extrusionOk="0" h="2374" w="1943">
                  <a:moveTo>
                    <a:pt x="1942" y="0"/>
                  </a:moveTo>
                  <a:lnTo>
                    <a:pt x="40" y="158"/>
                  </a:lnTo>
                  <a:lnTo>
                    <a:pt x="1" y="2334"/>
                  </a:lnTo>
                  <a:lnTo>
                    <a:pt x="1785" y="2374"/>
                  </a:lnTo>
                  <a:lnTo>
                    <a:pt x="194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g33adf7f9e96_1_396"/>
            <p:cNvSpPr/>
            <p:nvPr/>
          </p:nvSpPr>
          <p:spPr>
            <a:xfrm>
              <a:off x="1038110" y="4894697"/>
              <a:ext cx="105226" cy="127011"/>
            </a:xfrm>
            <a:custGeom>
              <a:rect b="b" l="l" r="r" t="t"/>
              <a:pathLst>
                <a:path extrusionOk="0" h="2507" w="2077">
                  <a:moveTo>
                    <a:pt x="1937" y="139"/>
                  </a:moveTo>
                  <a:lnTo>
                    <a:pt x="1790" y="2372"/>
                  </a:lnTo>
                  <a:lnTo>
                    <a:pt x="135" y="2336"/>
                  </a:lnTo>
                  <a:lnTo>
                    <a:pt x="172" y="285"/>
                  </a:lnTo>
                  <a:lnTo>
                    <a:pt x="1937" y="139"/>
                  </a:lnTo>
                  <a:close/>
                  <a:moveTo>
                    <a:pt x="2008" y="1"/>
                  </a:moveTo>
                  <a:cubicBezTo>
                    <a:pt x="2006" y="1"/>
                    <a:pt x="2005" y="1"/>
                    <a:pt x="2003" y="1"/>
                  </a:cubicBezTo>
                  <a:lnTo>
                    <a:pt x="101" y="158"/>
                  </a:lnTo>
                  <a:cubicBezTo>
                    <a:pt x="68" y="161"/>
                    <a:pt x="40" y="189"/>
                    <a:pt x="40" y="223"/>
                  </a:cubicBezTo>
                  <a:lnTo>
                    <a:pt x="1" y="2400"/>
                  </a:lnTo>
                  <a:cubicBezTo>
                    <a:pt x="0" y="2436"/>
                    <a:pt x="30" y="2467"/>
                    <a:pt x="66" y="2468"/>
                  </a:cubicBezTo>
                  <a:lnTo>
                    <a:pt x="1851" y="2507"/>
                  </a:lnTo>
                  <a:lnTo>
                    <a:pt x="1852" y="2507"/>
                  </a:lnTo>
                  <a:cubicBezTo>
                    <a:pt x="1887" y="2507"/>
                    <a:pt x="1916" y="2480"/>
                    <a:pt x="1918" y="2444"/>
                  </a:cubicBezTo>
                  <a:lnTo>
                    <a:pt x="2075" y="72"/>
                  </a:lnTo>
                  <a:cubicBezTo>
                    <a:pt x="2077" y="52"/>
                    <a:pt x="2069" y="33"/>
                    <a:pt x="2055" y="20"/>
                  </a:cubicBezTo>
                  <a:cubicBezTo>
                    <a:pt x="2042" y="7"/>
                    <a:pt x="2025" y="1"/>
                    <a:pt x="20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g33adf7f9e96_1_396"/>
            <p:cNvSpPr/>
            <p:nvPr/>
          </p:nvSpPr>
          <p:spPr>
            <a:xfrm>
              <a:off x="1043835" y="4900067"/>
              <a:ext cx="95955" cy="31613"/>
            </a:xfrm>
            <a:custGeom>
              <a:rect b="b" l="l" r="r" t="t"/>
              <a:pathLst>
                <a:path extrusionOk="0" h="624" w="1894">
                  <a:moveTo>
                    <a:pt x="1" y="0"/>
                  </a:moveTo>
                  <a:lnTo>
                    <a:pt x="1" y="537"/>
                  </a:lnTo>
                  <a:lnTo>
                    <a:pt x="1851" y="624"/>
                  </a:lnTo>
                  <a:lnTo>
                    <a:pt x="1894" y="64"/>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g33adf7f9e96_1_396"/>
            <p:cNvSpPr/>
            <p:nvPr/>
          </p:nvSpPr>
          <p:spPr>
            <a:xfrm>
              <a:off x="1040491" y="4896673"/>
              <a:ext cx="102744" cy="38352"/>
            </a:xfrm>
            <a:custGeom>
              <a:rect b="b" l="l" r="r" t="t"/>
              <a:pathLst>
                <a:path extrusionOk="0" h="757" w="2028">
                  <a:moveTo>
                    <a:pt x="133" y="136"/>
                  </a:moveTo>
                  <a:lnTo>
                    <a:pt x="1889" y="195"/>
                  </a:lnTo>
                  <a:lnTo>
                    <a:pt x="1856" y="621"/>
                  </a:lnTo>
                  <a:lnTo>
                    <a:pt x="133" y="542"/>
                  </a:lnTo>
                  <a:lnTo>
                    <a:pt x="133" y="136"/>
                  </a:lnTo>
                  <a:close/>
                  <a:moveTo>
                    <a:pt x="69" y="1"/>
                  </a:moveTo>
                  <a:cubicBezTo>
                    <a:pt x="51" y="2"/>
                    <a:pt x="34" y="7"/>
                    <a:pt x="21" y="19"/>
                  </a:cubicBezTo>
                  <a:cubicBezTo>
                    <a:pt x="8" y="32"/>
                    <a:pt x="0" y="48"/>
                    <a:pt x="0" y="67"/>
                  </a:cubicBezTo>
                  <a:lnTo>
                    <a:pt x="0" y="604"/>
                  </a:lnTo>
                  <a:cubicBezTo>
                    <a:pt x="0" y="640"/>
                    <a:pt x="28" y="669"/>
                    <a:pt x="63" y="671"/>
                  </a:cubicBezTo>
                  <a:lnTo>
                    <a:pt x="1914" y="757"/>
                  </a:lnTo>
                  <a:lnTo>
                    <a:pt x="1917" y="757"/>
                  </a:lnTo>
                  <a:cubicBezTo>
                    <a:pt x="1951" y="757"/>
                    <a:pt x="1980" y="731"/>
                    <a:pt x="1983" y="695"/>
                  </a:cubicBezTo>
                  <a:lnTo>
                    <a:pt x="2026" y="137"/>
                  </a:lnTo>
                  <a:cubicBezTo>
                    <a:pt x="2027" y="118"/>
                    <a:pt x="2021" y="100"/>
                    <a:pt x="2009" y="87"/>
                  </a:cubicBezTo>
                  <a:cubicBezTo>
                    <a:pt x="1998" y="74"/>
                    <a:pt x="1980" y="66"/>
                    <a:pt x="1962" y="65"/>
                  </a:cubicBezTo>
                  <a:lnTo>
                    <a:pt x="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g33adf7f9e96_1_396"/>
            <p:cNvSpPr/>
            <p:nvPr/>
          </p:nvSpPr>
          <p:spPr>
            <a:xfrm>
              <a:off x="899447" y="4939736"/>
              <a:ext cx="286142" cy="200472"/>
            </a:xfrm>
            <a:custGeom>
              <a:rect b="b" l="l" r="r" t="t"/>
              <a:pathLst>
                <a:path extrusionOk="0" h="3957" w="5648">
                  <a:moveTo>
                    <a:pt x="3065" y="1"/>
                  </a:moveTo>
                  <a:cubicBezTo>
                    <a:pt x="2734" y="1"/>
                    <a:pt x="2565" y="266"/>
                    <a:pt x="2432" y="512"/>
                  </a:cubicBezTo>
                  <a:cubicBezTo>
                    <a:pt x="2295" y="767"/>
                    <a:pt x="1432" y="1630"/>
                    <a:pt x="1138" y="1845"/>
                  </a:cubicBezTo>
                  <a:cubicBezTo>
                    <a:pt x="843" y="2061"/>
                    <a:pt x="196" y="2336"/>
                    <a:pt x="99" y="2963"/>
                  </a:cubicBezTo>
                  <a:cubicBezTo>
                    <a:pt x="1" y="3591"/>
                    <a:pt x="373" y="3846"/>
                    <a:pt x="628" y="3905"/>
                  </a:cubicBezTo>
                  <a:cubicBezTo>
                    <a:pt x="764" y="3936"/>
                    <a:pt x="1158" y="3956"/>
                    <a:pt x="1599" y="3956"/>
                  </a:cubicBezTo>
                  <a:cubicBezTo>
                    <a:pt x="1985" y="3956"/>
                    <a:pt x="2407" y="3941"/>
                    <a:pt x="2727" y="3905"/>
                  </a:cubicBezTo>
                  <a:cubicBezTo>
                    <a:pt x="2852" y="3890"/>
                    <a:pt x="3018" y="3885"/>
                    <a:pt x="3206" y="3885"/>
                  </a:cubicBezTo>
                  <a:cubicBezTo>
                    <a:pt x="3799" y="3885"/>
                    <a:pt x="4608" y="3939"/>
                    <a:pt x="5059" y="3939"/>
                  </a:cubicBezTo>
                  <a:cubicBezTo>
                    <a:pt x="5243" y="3939"/>
                    <a:pt x="5368" y="3930"/>
                    <a:pt x="5393" y="3905"/>
                  </a:cubicBezTo>
                  <a:cubicBezTo>
                    <a:pt x="5501" y="3797"/>
                    <a:pt x="5648" y="3454"/>
                    <a:pt x="5551" y="3219"/>
                  </a:cubicBezTo>
                  <a:cubicBezTo>
                    <a:pt x="5452" y="2983"/>
                    <a:pt x="5275" y="2728"/>
                    <a:pt x="5275" y="2728"/>
                  </a:cubicBezTo>
                  <a:cubicBezTo>
                    <a:pt x="5275" y="2728"/>
                    <a:pt x="5471" y="2160"/>
                    <a:pt x="5354" y="1845"/>
                  </a:cubicBezTo>
                  <a:cubicBezTo>
                    <a:pt x="5236" y="1531"/>
                    <a:pt x="5000" y="1140"/>
                    <a:pt x="5040" y="964"/>
                  </a:cubicBezTo>
                  <a:cubicBezTo>
                    <a:pt x="5080" y="786"/>
                    <a:pt x="5510" y="413"/>
                    <a:pt x="5217" y="394"/>
                  </a:cubicBezTo>
                  <a:cubicBezTo>
                    <a:pt x="5209" y="394"/>
                    <a:pt x="5201" y="394"/>
                    <a:pt x="5192" y="394"/>
                  </a:cubicBezTo>
                  <a:cubicBezTo>
                    <a:pt x="4897" y="394"/>
                    <a:pt x="4443" y="731"/>
                    <a:pt x="4157" y="825"/>
                  </a:cubicBezTo>
                  <a:cubicBezTo>
                    <a:pt x="3863" y="923"/>
                    <a:pt x="3687" y="943"/>
                    <a:pt x="3687" y="943"/>
                  </a:cubicBezTo>
                  <a:cubicBezTo>
                    <a:pt x="3687" y="943"/>
                    <a:pt x="3452" y="22"/>
                    <a:pt x="3099" y="2"/>
                  </a:cubicBezTo>
                  <a:cubicBezTo>
                    <a:pt x="3088" y="1"/>
                    <a:pt x="3076" y="1"/>
                    <a:pt x="30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g33adf7f9e96_1_396"/>
            <p:cNvSpPr/>
            <p:nvPr/>
          </p:nvSpPr>
          <p:spPr>
            <a:xfrm>
              <a:off x="896103" y="4936392"/>
              <a:ext cx="293336" cy="207108"/>
            </a:xfrm>
            <a:custGeom>
              <a:rect b="b" l="l" r="r" t="t"/>
              <a:pathLst>
                <a:path extrusionOk="0" h="4088" w="5790">
                  <a:moveTo>
                    <a:pt x="3160" y="134"/>
                  </a:moveTo>
                  <a:cubicBezTo>
                    <a:pt x="3383" y="147"/>
                    <a:pt x="3602" y="688"/>
                    <a:pt x="3688" y="1026"/>
                  </a:cubicBezTo>
                  <a:cubicBezTo>
                    <a:pt x="3696" y="1056"/>
                    <a:pt x="3724" y="1076"/>
                    <a:pt x="3755" y="1076"/>
                  </a:cubicBezTo>
                  <a:cubicBezTo>
                    <a:pt x="3757" y="1076"/>
                    <a:pt x="3759" y="1076"/>
                    <a:pt x="3760" y="1076"/>
                  </a:cubicBezTo>
                  <a:cubicBezTo>
                    <a:pt x="3767" y="1074"/>
                    <a:pt x="3947" y="1053"/>
                    <a:pt x="4244" y="955"/>
                  </a:cubicBezTo>
                  <a:cubicBezTo>
                    <a:pt x="4358" y="917"/>
                    <a:pt x="4490" y="846"/>
                    <a:pt x="4631" y="770"/>
                  </a:cubicBezTo>
                  <a:cubicBezTo>
                    <a:pt x="4848" y="655"/>
                    <a:pt x="5093" y="526"/>
                    <a:pt x="5261" y="526"/>
                  </a:cubicBezTo>
                  <a:cubicBezTo>
                    <a:pt x="5267" y="526"/>
                    <a:pt x="5273" y="526"/>
                    <a:pt x="5278" y="527"/>
                  </a:cubicBezTo>
                  <a:cubicBezTo>
                    <a:pt x="5303" y="528"/>
                    <a:pt x="5315" y="533"/>
                    <a:pt x="5318" y="533"/>
                  </a:cubicBezTo>
                  <a:cubicBezTo>
                    <a:pt x="5318" y="533"/>
                    <a:pt x="5318" y="533"/>
                    <a:pt x="5318" y="533"/>
                  </a:cubicBezTo>
                  <a:lnTo>
                    <a:pt x="5318" y="533"/>
                  </a:lnTo>
                  <a:cubicBezTo>
                    <a:pt x="5323" y="570"/>
                    <a:pt x="5236" y="692"/>
                    <a:pt x="5188" y="759"/>
                  </a:cubicBezTo>
                  <a:cubicBezTo>
                    <a:pt x="5121" y="851"/>
                    <a:pt x="5058" y="940"/>
                    <a:pt x="5042" y="1014"/>
                  </a:cubicBezTo>
                  <a:cubicBezTo>
                    <a:pt x="5010" y="1156"/>
                    <a:pt x="5109" y="1374"/>
                    <a:pt x="5225" y="1626"/>
                  </a:cubicBezTo>
                  <a:cubicBezTo>
                    <a:pt x="5272" y="1730"/>
                    <a:pt x="5321" y="1838"/>
                    <a:pt x="5358" y="1935"/>
                  </a:cubicBezTo>
                  <a:cubicBezTo>
                    <a:pt x="5465" y="2222"/>
                    <a:pt x="5281" y="2766"/>
                    <a:pt x="5278" y="2772"/>
                  </a:cubicBezTo>
                  <a:cubicBezTo>
                    <a:pt x="5271" y="2792"/>
                    <a:pt x="5275" y="2814"/>
                    <a:pt x="5287" y="2831"/>
                  </a:cubicBezTo>
                  <a:cubicBezTo>
                    <a:pt x="5289" y="2834"/>
                    <a:pt x="5460" y="3083"/>
                    <a:pt x="5555" y="3309"/>
                  </a:cubicBezTo>
                  <a:cubicBezTo>
                    <a:pt x="5639" y="3513"/>
                    <a:pt x="5509" y="3826"/>
                    <a:pt x="5419" y="3919"/>
                  </a:cubicBezTo>
                  <a:cubicBezTo>
                    <a:pt x="5390" y="3933"/>
                    <a:pt x="5286" y="3939"/>
                    <a:pt x="5143" y="3939"/>
                  </a:cubicBezTo>
                  <a:cubicBezTo>
                    <a:pt x="4920" y="3939"/>
                    <a:pt x="4601" y="3926"/>
                    <a:pt x="4323" y="3914"/>
                  </a:cubicBezTo>
                  <a:cubicBezTo>
                    <a:pt x="3972" y="3900"/>
                    <a:pt x="3592" y="3884"/>
                    <a:pt x="3273" y="3884"/>
                  </a:cubicBezTo>
                  <a:cubicBezTo>
                    <a:pt x="3082" y="3884"/>
                    <a:pt x="2913" y="3890"/>
                    <a:pt x="2784" y="3905"/>
                  </a:cubicBezTo>
                  <a:cubicBezTo>
                    <a:pt x="2464" y="3941"/>
                    <a:pt x="2047" y="3956"/>
                    <a:pt x="1668" y="3956"/>
                  </a:cubicBezTo>
                  <a:cubicBezTo>
                    <a:pt x="1229" y="3956"/>
                    <a:pt x="840" y="3936"/>
                    <a:pt x="709" y="3906"/>
                  </a:cubicBezTo>
                  <a:cubicBezTo>
                    <a:pt x="435" y="3843"/>
                    <a:pt x="146" y="3578"/>
                    <a:pt x="230" y="3040"/>
                  </a:cubicBezTo>
                  <a:cubicBezTo>
                    <a:pt x="304" y="2560"/>
                    <a:pt x="729" y="2293"/>
                    <a:pt x="1040" y="2098"/>
                  </a:cubicBezTo>
                  <a:cubicBezTo>
                    <a:pt x="1116" y="2051"/>
                    <a:pt x="1186" y="2007"/>
                    <a:pt x="1243" y="1965"/>
                  </a:cubicBezTo>
                  <a:cubicBezTo>
                    <a:pt x="1537" y="1749"/>
                    <a:pt x="2410" y="880"/>
                    <a:pt x="2556" y="610"/>
                  </a:cubicBezTo>
                  <a:cubicBezTo>
                    <a:pt x="2686" y="368"/>
                    <a:pt x="2837" y="134"/>
                    <a:pt x="3130" y="134"/>
                  </a:cubicBezTo>
                  <a:close/>
                  <a:moveTo>
                    <a:pt x="3129" y="0"/>
                  </a:moveTo>
                  <a:cubicBezTo>
                    <a:pt x="2731" y="0"/>
                    <a:pt x="2543" y="354"/>
                    <a:pt x="2439" y="547"/>
                  </a:cubicBezTo>
                  <a:cubicBezTo>
                    <a:pt x="2311" y="785"/>
                    <a:pt x="1472" y="1632"/>
                    <a:pt x="1165" y="1858"/>
                  </a:cubicBezTo>
                  <a:cubicBezTo>
                    <a:pt x="1110" y="1898"/>
                    <a:pt x="1043" y="1941"/>
                    <a:pt x="969" y="1985"/>
                  </a:cubicBezTo>
                  <a:cubicBezTo>
                    <a:pt x="637" y="2195"/>
                    <a:pt x="183" y="2480"/>
                    <a:pt x="99" y="3020"/>
                  </a:cubicBezTo>
                  <a:cubicBezTo>
                    <a:pt x="0" y="3648"/>
                    <a:pt x="349" y="3959"/>
                    <a:pt x="678" y="4036"/>
                  </a:cubicBezTo>
                  <a:cubicBezTo>
                    <a:pt x="816" y="4067"/>
                    <a:pt x="1223" y="4088"/>
                    <a:pt x="1678" y="4088"/>
                  </a:cubicBezTo>
                  <a:cubicBezTo>
                    <a:pt x="2061" y="4088"/>
                    <a:pt x="2479" y="4074"/>
                    <a:pt x="2800" y="4037"/>
                  </a:cubicBezTo>
                  <a:cubicBezTo>
                    <a:pt x="2924" y="4022"/>
                    <a:pt x="3090" y="4017"/>
                    <a:pt x="3278" y="4017"/>
                  </a:cubicBezTo>
                  <a:cubicBezTo>
                    <a:pt x="3593" y="4017"/>
                    <a:pt x="3970" y="4032"/>
                    <a:pt x="4318" y="4046"/>
                  </a:cubicBezTo>
                  <a:cubicBezTo>
                    <a:pt x="4693" y="4062"/>
                    <a:pt x="4953" y="4071"/>
                    <a:pt x="5132" y="4071"/>
                  </a:cubicBezTo>
                  <a:cubicBezTo>
                    <a:pt x="5372" y="4071"/>
                    <a:pt x="5468" y="4055"/>
                    <a:pt x="5505" y="4018"/>
                  </a:cubicBezTo>
                  <a:cubicBezTo>
                    <a:pt x="5623" y="3901"/>
                    <a:pt x="5789" y="3527"/>
                    <a:pt x="5677" y="3259"/>
                  </a:cubicBezTo>
                  <a:cubicBezTo>
                    <a:pt x="5595" y="3062"/>
                    <a:pt x="5463" y="2857"/>
                    <a:pt x="5414" y="2784"/>
                  </a:cubicBezTo>
                  <a:cubicBezTo>
                    <a:pt x="5455" y="2655"/>
                    <a:pt x="5592" y="2180"/>
                    <a:pt x="5482" y="1888"/>
                  </a:cubicBezTo>
                  <a:cubicBezTo>
                    <a:pt x="5444" y="1787"/>
                    <a:pt x="5394" y="1677"/>
                    <a:pt x="5346" y="1571"/>
                  </a:cubicBezTo>
                  <a:cubicBezTo>
                    <a:pt x="5253" y="1370"/>
                    <a:pt x="5149" y="1142"/>
                    <a:pt x="5171" y="1044"/>
                  </a:cubicBezTo>
                  <a:cubicBezTo>
                    <a:pt x="5181" y="995"/>
                    <a:pt x="5243" y="910"/>
                    <a:pt x="5296" y="835"/>
                  </a:cubicBezTo>
                  <a:cubicBezTo>
                    <a:pt x="5397" y="695"/>
                    <a:pt x="5484" y="573"/>
                    <a:pt x="5439" y="476"/>
                  </a:cubicBezTo>
                  <a:cubicBezTo>
                    <a:pt x="5415" y="427"/>
                    <a:pt x="5365" y="399"/>
                    <a:pt x="5287" y="394"/>
                  </a:cubicBezTo>
                  <a:cubicBezTo>
                    <a:pt x="5276" y="393"/>
                    <a:pt x="5266" y="393"/>
                    <a:pt x="5255" y="393"/>
                  </a:cubicBezTo>
                  <a:cubicBezTo>
                    <a:pt x="5056" y="393"/>
                    <a:pt x="4808" y="526"/>
                    <a:pt x="4568" y="653"/>
                  </a:cubicBezTo>
                  <a:cubicBezTo>
                    <a:pt x="4434" y="727"/>
                    <a:pt x="4305" y="794"/>
                    <a:pt x="4203" y="828"/>
                  </a:cubicBezTo>
                  <a:cubicBezTo>
                    <a:pt x="4013" y="891"/>
                    <a:pt x="3874" y="922"/>
                    <a:pt x="3802" y="935"/>
                  </a:cubicBezTo>
                  <a:cubicBezTo>
                    <a:pt x="3739" y="712"/>
                    <a:pt x="3515" y="22"/>
                    <a:pt x="3169" y="1"/>
                  </a:cubicBezTo>
                  <a:cubicBezTo>
                    <a:pt x="3155" y="1"/>
                    <a:pt x="3142" y="0"/>
                    <a:pt x="31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g33adf7f9e96_1_396"/>
            <p:cNvSpPr/>
            <p:nvPr/>
          </p:nvSpPr>
          <p:spPr>
            <a:xfrm>
              <a:off x="901727" y="5068469"/>
              <a:ext cx="283913" cy="71738"/>
            </a:xfrm>
            <a:custGeom>
              <a:rect b="b" l="l" r="r" t="t"/>
              <a:pathLst>
                <a:path extrusionOk="0" h="1416" w="5604">
                  <a:moveTo>
                    <a:pt x="392" y="1"/>
                  </a:moveTo>
                  <a:cubicBezTo>
                    <a:pt x="210" y="1"/>
                    <a:pt x="73" y="520"/>
                    <a:pt x="73" y="520"/>
                  </a:cubicBezTo>
                  <a:lnTo>
                    <a:pt x="41" y="534"/>
                  </a:lnTo>
                  <a:cubicBezTo>
                    <a:pt x="1" y="1081"/>
                    <a:pt x="344" y="1308"/>
                    <a:pt x="583" y="1364"/>
                  </a:cubicBezTo>
                  <a:cubicBezTo>
                    <a:pt x="719" y="1395"/>
                    <a:pt x="1113" y="1415"/>
                    <a:pt x="1554" y="1415"/>
                  </a:cubicBezTo>
                  <a:cubicBezTo>
                    <a:pt x="1940" y="1415"/>
                    <a:pt x="2362" y="1400"/>
                    <a:pt x="2682" y="1364"/>
                  </a:cubicBezTo>
                  <a:cubicBezTo>
                    <a:pt x="2807" y="1349"/>
                    <a:pt x="2973" y="1344"/>
                    <a:pt x="3161" y="1344"/>
                  </a:cubicBezTo>
                  <a:cubicBezTo>
                    <a:pt x="3754" y="1344"/>
                    <a:pt x="4563" y="1398"/>
                    <a:pt x="5014" y="1398"/>
                  </a:cubicBezTo>
                  <a:cubicBezTo>
                    <a:pt x="5198" y="1398"/>
                    <a:pt x="5323" y="1389"/>
                    <a:pt x="5348" y="1364"/>
                  </a:cubicBezTo>
                  <a:cubicBezTo>
                    <a:pt x="5456" y="1256"/>
                    <a:pt x="5604" y="913"/>
                    <a:pt x="5506" y="678"/>
                  </a:cubicBezTo>
                  <a:cubicBezTo>
                    <a:pt x="5407" y="442"/>
                    <a:pt x="5231" y="187"/>
                    <a:pt x="5231" y="187"/>
                  </a:cubicBezTo>
                  <a:cubicBezTo>
                    <a:pt x="5215" y="184"/>
                    <a:pt x="5203" y="183"/>
                    <a:pt x="5192" y="183"/>
                  </a:cubicBezTo>
                  <a:cubicBezTo>
                    <a:pt x="5123" y="183"/>
                    <a:pt x="5135" y="231"/>
                    <a:pt x="4898" y="266"/>
                  </a:cubicBezTo>
                  <a:cubicBezTo>
                    <a:pt x="4622" y="305"/>
                    <a:pt x="3563" y="815"/>
                    <a:pt x="2897" y="971"/>
                  </a:cubicBezTo>
                  <a:cubicBezTo>
                    <a:pt x="2542" y="1055"/>
                    <a:pt x="2210" y="1100"/>
                    <a:pt x="1929" y="1100"/>
                  </a:cubicBezTo>
                  <a:cubicBezTo>
                    <a:pt x="1682" y="1100"/>
                    <a:pt x="1475" y="1065"/>
                    <a:pt x="1328" y="991"/>
                  </a:cubicBezTo>
                  <a:cubicBezTo>
                    <a:pt x="1015" y="835"/>
                    <a:pt x="740" y="364"/>
                    <a:pt x="505" y="69"/>
                  </a:cubicBezTo>
                  <a:cubicBezTo>
                    <a:pt x="466" y="21"/>
                    <a:pt x="428" y="1"/>
                    <a:pt x="39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g33adf7f9e96_1_396"/>
            <p:cNvSpPr/>
            <p:nvPr/>
          </p:nvSpPr>
          <p:spPr>
            <a:xfrm>
              <a:off x="898383" y="5065125"/>
              <a:ext cx="291056" cy="78375"/>
            </a:xfrm>
            <a:custGeom>
              <a:rect b="b" l="l" r="r" t="t"/>
              <a:pathLst>
                <a:path extrusionOk="0" h="1547" w="5745">
                  <a:moveTo>
                    <a:pt x="458" y="132"/>
                  </a:moveTo>
                  <a:cubicBezTo>
                    <a:pt x="480" y="132"/>
                    <a:pt x="502" y="156"/>
                    <a:pt x="519" y="177"/>
                  </a:cubicBezTo>
                  <a:cubicBezTo>
                    <a:pt x="576" y="249"/>
                    <a:pt x="637" y="333"/>
                    <a:pt x="701" y="419"/>
                  </a:cubicBezTo>
                  <a:cubicBezTo>
                    <a:pt x="895" y="688"/>
                    <a:pt x="1115" y="991"/>
                    <a:pt x="1364" y="1116"/>
                  </a:cubicBezTo>
                  <a:cubicBezTo>
                    <a:pt x="1518" y="1193"/>
                    <a:pt x="1735" y="1231"/>
                    <a:pt x="2000" y="1231"/>
                  </a:cubicBezTo>
                  <a:cubicBezTo>
                    <a:pt x="2280" y="1231"/>
                    <a:pt x="2613" y="1188"/>
                    <a:pt x="2978" y="1102"/>
                  </a:cubicBezTo>
                  <a:cubicBezTo>
                    <a:pt x="3353" y="1013"/>
                    <a:pt x="3855" y="813"/>
                    <a:pt x="4258" y="652"/>
                  </a:cubicBezTo>
                  <a:cubicBezTo>
                    <a:pt x="4580" y="525"/>
                    <a:pt x="4858" y="413"/>
                    <a:pt x="4973" y="397"/>
                  </a:cubicBezTo>
                  <a:cubicBezTo>
                    <a:pt x="5128" y="374"/>
                    <a:pt x="5186" y="346"/>
                    <a:pt x="5224" y="326"/>
                  </a:cubicBezTo>
                  <a:cubicBezTo>
                    <a:pt x="5239" y="320"/>
                    <a:pt x="5241" y="315"/>
                    <a:pt x="5253" y="315"/>
                  </a:cubicBezTo>
                  <a:cubicBezTo>
                    <a:pt x="5255" y="315"/>
                    <a:pt x="5256" y="315"/>
                    <a:pt x="5258" y="315"/>
                  </a:cubicBezTo>
                  <a:cubicBezTo>
                    <a:pt x="5304" y="384"/>
                    <a:pt x="5433" y="584"/>
                    <a:pt x="5510" y="768"/>
                  </a:cubicBezTo>
                  <a:cubicBezTo>
                    <a:pt x="5594" y="972"/>
                    <a:pt x="5464" y="1287"/>
                    <a:pt x="5374" y="1378"/>
                  </a:cubicBezTo>
                  <a:cubicBezTo>
                    <a:pt x="5345" y="1392"/>
                    <a:pt x="5241" y="1398"/>
                    <a:pt x="5098" y="1398"/>
                  </a:cubicBezTo>
                  <a:cubicBezTo>
                    <a:pt x="4875" y="1398"/>
                    <a:pt x="4556" y="1385"/>
                    <a:pt x="4278" y="1373"/>
                  </a:cubicBezTo>
                  <a:cubicBezTo>
                    <a:pt x="3928" y="1359"/>
                    <a:pt x="3548" y="1343"/>
                    <a:pt x="3228" y="1343"/>
                  </a:cubicBezTo>
                  <a:cubicBezTo>
                    <a:pt x="3037" y="1343"/>
                    <a:pt x="2868" y="1349"/>
                    <a:pt x="2739" y="1364"/>
                  </a:cubicBezTo>
                  <a:cubicBezTo>
                    <a:pt x="2419" y="1400"/>
                    <a:pt x="2003" y="1415"/>
                    <a:pt x="1623" y="1415"/>
                  </a:cubicBezTo>
                  <a:cubicBezTo>
                    <a:pt x="1184" y="1415"/>
                    <a:pt x="795" y="1395"/>
                    <a:pt x="664" y="1365"/>
                  </a:cubicBezTo>
                  <a:cubicBezTo>
                    <a:pt x="576" y="1345"/>
                    <a:pt x="148" y="1216"/>
                    <a:pt x="171" y="645"/>
                  </a:cubicBezTo>
                  <a:cubicBezTo>
                    <a:pt x="186" y="636"/>
                    <a:pt x="198" y="622"/>
                    <a:pt x="203" y="603"/>
                  </a:cubicBezTo>
                  <a:cubicBezTo>
                    <a:pt x="252" y="418"/>
                    <a:pt x="365" y="152"/>
                    <a:pt x="451" y="133"/>
                  </a:cubicBezTo>
                  <a:cubicBezTo>
                    <a:pt x="453" y="133"/>
                    <a:pt x="456" y="132"/>
                    <a:pt x="458" y="132"/>
                  </a:cubicBezTo>
                  <a:close/>
                  <a:moveTo>
                    <a:pt x="458" y="0"/>
                  </a:moveTo>
                  <a:cubicBezTo>
                    <a:pt x="446" y="0"/>
                    <a:pt x="434" y="2"/>
                    <a:pt x="424" y="4"/>
                  </a:cubicBezTo>
                  <a:cubicBezTo>
                    <a:pt x="239" y="42"/>
                    <a:pt x="120" y="408"/>
                    <a:pt x="83" y="538"/>
                  </a:cubicBezTo>
                  <a:lnTo>
                    <a:pt x="80" y="540"/>
                  </a:lnTo>
                  <a:cubicBezTo>
                    <a:pt x="57" y="550"/>
                    <a:pt x="42" y="571"/>
                    <a:pt x="39" y="596"/>
                  </a:cubicBezTo>
                  <a:cubicBezTo>
                    <a:pt x="0" y="1148"/>
                    <a:pt x="335" y="1425"/>
                    <a:pt x="633" y="1495"/>
                  </a:cubicBezTo>
                  <a:cubicBezTo>
                    <a:pt x="772" y="1526"/>
                    <a:pt x="1178" y="1547"/>
                    <a:pt x="1633" y="1547"/>
                  </a:cubicBezTo>
                  <a:cubicBezTo>
                    <a:pt x="2016" y="1547"/>
                    <a:pt x="2434" y="1533"/>
                    <a:pt x="2755" y="1496"/>
                  </a:cubicBezTo>
                  <a:cubicBezTo>
                    <a:pt x="2879" y="1481"/>
                    <a:pt x="3045" y="1476"/>
                    <a:pt x="3233" y="1476"/>
                  </a:cubicBezTo>
                  <a:cubicBezTo>
                    <a:pt x="3548" y="1476"/>
                    <a:pt x="3925" y="1491"/>
                    <a:pt x="4274" y="1505"/>
                  </a:cubicBezTo>
                  <a:cubicBezTo>
                    <a:pt x="4649" y="1521"/>
                    <a:pt x="4909" y="1530"/>
                    <a:pt x="5088" y="1530"/>
                  </a:cubicBezTo>
                  <a:cubicBezTo>
                    <a:pt x="5327" y="1530"/>
                    <a:pt x="5424" y="1514"/>
                    <a:pt x="5462" y="1477"/>
                  </a:cubicBezTo>
                  <a:cubicBezTo>
                    <a:pt x="5578" y="1360"/>
                    <a:pt x="5744" y="986"/>
                    <a:pt x="5632" y="718"/>
                  </a:cubicBezTo>
                  <a:cubicBezTo>
                    <a:pt x="5533" y="479"/>
                    <a:pt x="5359" y="227"/>
                    <a:pt x="5352" y="216"/>
                  </a:cubicBezTo>
                  <a:cubicBezTo>
                    <a:pt x="5341" y="201"/>
                    <a:pt x="5326" y="191"/>
                    <a:pt x="5308" y="187"/>
                  </a:cubicBezTo>
                  <a:cubicBezTo>
                    <a:pt x="5288" y="184"/>
                    <a:pt x="5271" y="183"/>
                    <a:pt x="5257" y="183"/>
                  </a:cubicBezTo>
                  <a:cubicBezTo>
                    <a:pt x="5218" y="183"/>
                    <a:pt x="5195" y="193"/>
                    <a:pt x="5165" y="208"/>
                  </a:cubicBezTo>
                  <a:cubicBezTo>
                    <a:pt x="5134" y="223"/>
                    <a:pt x="5088" y="247"/>
                    <a:pt x="4954" y="266"/>
                  </a:cubicBezTo>
                  <a:cubicBezTo>
                    <a:pt x="4824" y="285"/>
                    <a:pt x="4552" y="392"/>
                    <a:pt x="4209" y="529"/>
                  </a:cubicBezTo>
                  <a:cubicBezTo>
                    <a:pt x="3810" y="689"/>
                    <a:pt x="3313" y="887"/>
                    <a:pt x="2947" y="973"/>
                  </a:cubicBezTo>
                  <a:cubicBezTo>
                    <a:pt x="2588" y="1057"/>
                    <a:pt x="2264" y="1100"/>
                    <a:pt x="1995" y="1100"/>
                  </a:cubicBezTo>
                  <a:cubicBezTo>
                    <a:pt x="1755" y="1100"/>
                    <a:pt x="1560" y="1066"/>
                    <a:pt x="1424" y="998"/>
                  </a:cubicBezTo>
                  <a:cubicBezTo>
                    <a:pt x="1202" y="887"/>
                    <a:pt x="993" y="598"/>
                    <a:pt x="807" y="342"/>
                  </a:cubicBezTo>
                  <a:cubicBezTo>
                    <a:pt x="743" y="254"/>
                    <a:pt x="682" y="169"/>
                    <a:pt x="621" y="94"/>
                  </a:cubicBezTo>
                  <a:cubicBezTo>
                    <a:pt x="563" y="20"/>
                    <a:pt x="504" y="0"/>
                    <a:pt x="4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g33adf7f9e96_1_396"/>
            <p:cNvSpPr/>
            <p:nvPr/>
          </p:nvSpPr>
          <p:spPr>
            <a:xfrm>
              <a:off x="990842" y="4993033"/>
              <a:ext cx="74575" cy="42253"/>
            </a:xfrm>
            <a:custGeom>
              <a:rect b="b" l="l" r="r" t="t"/>
              <a:pathLst>
                <a:path extrusionOk="0" h="834" w="1472">
                  <a:moveTo>
                    <a:pt x="380" y="0"/>
                  </a:moveTo>
                  <a:cubicBezTo>
                    <a:pt x="313" y="0"/>
                    <a:pt x="275" y="9"/>
                    <a:pt x="275" y="9"/>
                  </a:cubicBezTo>
                  <a:lnTo>
                    <a:pt x="1" y="303"/>
                  </a:lnTo>
                  <a:cubicBezTo>
                    <a:pt x="432" y="303"/>
                    <a:pt x="1118" y="833"/>
                    <a:pt x="1118" y="833"/>
                  </a:cubicBezTo>
                  <a:lnTo>
                    <a:pt x="1471" y="539"/>
                  </a:lnTo>
                  <a:cubicBezTo>
                    <a:pt x="982" y="63"/>
                    <a:pt x="566" y="0"/>
                    <a:pt x="38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g33adf7f9e96_1_396"/>
            <p:cNvSpPr/>
            <p:nvPr/>
          </p:nvSpPr>
          <p:spPr>
            <a:xfrm>
              <a:off x="987194" y="4989689"/>
              <a:ext cx="81617" cy="48940"/>
            </a:xfrm>
            <a:custGeom>
              <a:rect b="b" l="l" r="r" t="t"/>
              <a:pathLst>
                <a:path extrusionOk="0" h="966" w="1611">
                  <a:moveTo>
                    <a:pt x="449" y="134"/>
                  </a:moveTo>
                  <a:cubicBezTo>
                    <a:pt x="613" y="134"/>
                    <a:pt x="992" y="187"/>
                    <a:pt x="1443" y="601"/>
                  </a:cubicBezTo>
                  <a:lnTo>
                    <a:pt x="1187" y="814"/>
                  </a:lnTo>
                  <a:cubicBezTo>
                    <a:pt x="1045" y="710"/>
                    <a:pt x="586" y="389"/>
                    <a:pt x="211" y="317"/>
                  </a:cubicBezTo>
                  <a:lnTo>
                    <a:pt x="379" y="137"/>
                  </a:lnTo>
                  <a:cubicBezTo>
                    <a:pt x="394" y="136"/>
                    <a:pt x="418" y="134"/>
                    <a:pt x="449" y="134"/>
                  </a:cubicBezTo>
                  <a:close/>
                  <a:moveTo>
                    <a:pt x="455" y="0"/>
                  </a:moveTo>
                  <a:cubicBezTo>
                    <a:pt x="382" y="0"/>
                    <a:pt x="339" y="9"/>
                    <a:pt x="333" y="11"/>
                  </a:cubicBezTo>
                  <a:cubicBezTo>
                    <a:pt x="319" y="13"/>
                    <a:pt x="307" y="20"/>
                    <a:pt x="299" y="30"/>
                  </a:cubicBezTo>
                  <a:lnTo>
                    <a:pt x="24" y="324"/>
                  </a:lnTo>
                  <a:cubicBezTo>
                    <a:pt x="5" y="343"/>
                    <a:pt x="1" y="372"/>
                    <a:pt x="11" y="395"/>
                  </a:cubicBezTo>
                  <a:cubicBezTo>
                    <a:pt x="22" y="420"/>
                    <a:pt x="46" y="435"/>
                    <a:pt x="73" y="435"/>
                  </a:cubicBezTo>
                  <a:cubicBezTo>
                    <a:pt x="476" y="435"/>
                    <a:pt x="1142" y="946"/>
                    <a:pt x="1150" y="951"/>
                  </a:cubicBezTo>
                  <a:cubicBezTo>
                    <a:pt x="1161" y="961"/>
                    <a:pt x="1176" y="965"/>
                    <a:pt x="1190" y="965"/>
                  </a:cubicBezTo>
                  <a:cubicBezTo>
                    <a:pt x="1205" y="965"/>
                    <a:pt x="1220" y="960"/>
                    <a:pt x="1232" y="950"/>
                  </a:cubicBezTo>
                  <a:lnTo>
                    <a:pt x="1586" y="655"/>
                  </a:lnTo>
                  <a:cubicBezTo>
                    <a:pt x="1600" y="644"/>
                    <a:pt x="1609" y="626"/>
                    <a:pt x="1610" y="607"/>
                  </a:cubicBezTo>
                  <a:cubicBezTo>
                    <a:pt x="1611" y="588"/>
                    <a:pt x="1603" y="570"/>
                    <a:pt x="1590" y="557"/>
                  </a:cubicBezTo>
                  <a:cubicBezTo>
                    <a:pt x="1086" y="69"/>
                    <a:pt x="657" y="0"/>
                    <a:pt x="4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g33adf7f9e96_1_396"/>
            <p:cNvSpPr/>
            <p:nvPr/>
          </p:nvSpPr>
          <p:spPr>
            <a:xfrm>
              <a:off x="965967" y="5012892"/>
              <a:ext cx="74575" cy="42202"/>
            </a:xfrm>
            <a:custGeom>
              <a:rect b="b" l="l" r="r" t="t"/>
              <a:pathLst>
                <a:path extrusionOk="0" h="833" w="1472">
                  <a:moveTo>
                    <a:pt x="382" y="1"/>
                  </a:moveTo>
                  <a:cubicBezTo>
                    <a:pt x="313" y="1"/>
                    <a:pt x="275" y="9"/>
                    <a:pt x="275" y="9"/>
                  </a:cubicBezTo>
                  <a:lnTo>
                    <a:pt x="1" y="304"/>
                  </a:lnTo>
                  <a:cubicBezTo>
                    <a:pt x="433" y="304"/>
                    <a:pt x="1119" y="833"/>
                    <a:pt x="1119" y="833"/>
                  </a:cubicBezTo>
                  <a:lnTo>
                    <a:pt x="1471" y="538"/>
                  </a:lnTo>
                  <a:cubicBezTo>
                    <a:pt x="984" y="64"/>
                    <a:pt x="569" y="1"/>
                    <a:pt x="3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g33adf7f9e96_1_396"/>
            <p:cNvSpPr/>
            <p:nvPr/>
          </p:nvSpPr>
          <p:spPr>
            <a:xfrm>
              <a:off x="962370" y="5009549"/>
              <a:ext cx="81567" cy="48940"/>
            </a:xfrm>
            <a:custGeom>
              <a:rect b="b" l="l" r="r" t="t"/>
              <a:pathLst>
                <a:path extrusionOk="0" h="966" w="1610">
                  <a:moveTo>
                    <a:pt x="447" y="133"/>
                  </a:moveTo>
                  <a:cubicBezTo>
                    <a:pt x="611" y="133"/>
                    <a:pt x="991" y="186"/>
                    <a:pt x="1443" y="602"/>
                  </a:cubicBezTo>
                  <a:lnTo>
                    <a:pt x="1188" y="815"/>
                  </a:lnTo>
                  <a:cubicBezTo>
                    <a:pt x="1046" y="711"/>
                    <a:pt x="585" y="389"/>
                    <a:pt x="211" y="318"/>
                  </a:cubicBezTo>
                  <a:lnTo>
                    <a:pt x="379" y="137"/>
                  </a:lnTo>
                  <a:cubicBezTo>
                    <a:pt x="394" y="135"/>
                    <a:pt x="417" y="133"/>
                    <a:pt x="447" y="133"/>
                  </a:cubicBezTo>
                  <a:close/>
                  <a:moveTo>
                    <a:pt x="454" y="0"/>
                  </a:moveTo>
                  <a:cubicBezTo>
                    <a:pt x="381" y="0"/>
                    <a:pt x="338" y="9"/>
                    <a:pt x="332" y="10"/>
                  </a:cubicBezTo>
                  <a:cubicBezTo>
                    <a:pt x="319" y="14"/>
                    <a:pt x="307" y="20"/>
                    <a:pt x="298" y="30"/>
                  </a:cubicBezTo>
                  <a:lnTo>
                    <a:pt x="23" y="324"/>
                  </a:lnTo>
                  <a:cubicBezTo>
                    <a:pt x="6" y="344"/>
                    <a:pt x="1" y="371"/>
                    <a:pt x="12" y="396"/>
                  </a:cubicBezTo>
                  <a:cubicBezTo>
                    <a:pt x="21" y="420"/>
                    <a:pt x="46" y="436"/>
                    <a:pt x="72" y="436"/>
                  </a:cubicBezTo>
                  <a:cubicBezTo>
                    <a:pt x="475" y="436"/>
                    <a:pt x="1143" y="946"/>
                    <a:pt x="1150" y="951"/>
                  </a:cubicBezTo>
                  <a:cubicBezTo>
                    <a:pt x="1162" y="960"/>
                    <a:pt x="1176" y="965"/>
                    <a:pt x="1190" y="965"/>
                  </a:cubicBezTo>
                  <a:cubicBezTo>
                    <a:pt x="1205" y="965"/>
                    <a:pt x="1219" y="960"/>
                    <a:pt x="1233" y="950"/>
                  </a:cubicBezTo>
                  <a:lnTo>
                    <a:pt x="1585" y="656"/>
                  </a:lnTo>
                  <a:cubicBezTo>
                    <a:pt x="1600" y="643"/>
                    <a:pt x="1609" y="625"/>
                    <a:pt x="1609" y="608"/>
                  </a:cubicBezTo>
                  <a:cubicBezTo>
                    <a:pt x="1610" y="589"/>
                    <a:pt x="1603" y="570"/>
                    <a:pt x="1589" y="557"/>
                  </a:cubicBezTo>
                  <a:cubicBezTo>
                    <a:pt x="1086" y="68"/>
                    <a:pt x="656" y="0"/>
                    <a:pt x="4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g33adf7f9e96_1_396"/>
            <p:cNvSpPr/>
            <p:nvPr/>
          </p:nvSpPr>
          <p:spPr>
            <a:xfrm>
              <a:off x="1054626" y="4984116"/>
              <a:ext cx="35413" cy="29638"/>
            </a:xfrm>
            <a:custGeom>
              <a:rect b="b" l="l" r="r" t="t"/>
              <a:pathLst>
                <a:path extrusionOk="0" h="585" w="699">
                  <a:moveTo>
                    <a:pt x="625" y="1"/>
                  </a:moveTo>
                  <a:cubicBezTo>
                    <a:pt x="610" y="1"/>
                    <a:pt x="594" y="6"/>
                    <a:pt x="582" y="17"/>
                  </a:cubicBezTo>
                  <a:lnTo>
                    <a:pt x="33" y="467"/>
                  </a:lnTo>
                  <a:cubicBezTo>
                    <a:pt x="4" y="490"/>
                    <a:pt x="1" y="532"/>
                    <a:pt x="23" y="561"/>
                  </a:cubicBezTo>
                  <a:cubicBezTo>
                    <a:pt x="36" y="576"/>
                    <a:pt x="55" y="584"/>
                    <a:pt x="75" y="584"/>
                  </a:cubicBezTo>
                  <a:cubicBezTo>
                    <a:pt x="89" y="584"/>
                    <a:pt x="105" y="580"/>
                    <a:pt x="117" y="570"/>
                  </a:cubicBezTo>
                  <a:lnTo>
                    <a:pt x="666" y="118"/>
                  </a:lnTo>
                  <a:cubicBezTo>
                    <a:pt x="694" y="96"/>
                    <a:pt x="699" y="53"/>
                    <a:pt x="675" y="25"/>
                  </a:cubicBezTo>
                  <a:cubicBezTo>
                    <a:pt x="663" y="9"/>
                    <a:pt x="644" y="1"/>
                    <a:pt x="6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g33adf7f9e96_1_396"/>
            <p:cNvSpPr/>
            <p:nvPr/>
          </p:nvSpPr>
          <p:spPr>
            <a:xfrm>
              <a:off x="927463" y="5028243"/>
              <a:ext cx="102186" cy="53449"/>
            </a:xfrm>
            <a:custGeom>
              <a:rect b="b" l="l" r="r" t="t"/>
              <a:pathLst>
                <a:path extrusionOk="0" h="1055" w="2017">
                  <a:moveTo>
                    <a:pt x="761" y="1"/>
                  </a:moveTo>
                  <a:cubicBezTo>
                    <a:pt x="761" y="1"/>
                    <a:pt x="36" y="452"/>
                    <a:pt x="16" y="667"/>
                  </a:cubicBezTo>
                  <a:cubicBezTo>
                    <a:pt x="1" y="836"/>
                    <a:pt x="954" y="1055"/>
                    <a:pt x="1478" y="1055"/>
                  </a:cubicBezTo>
                  <a:cubicBezTo>
                    <a:pt x="1620" y="1055"/>
                    <a:pt x="1730" y="1038"/>
                    <a:pt x="1781" y="1001"/>
                  </a:cubicBezTo>
                  <a:cubicBezTo>
                    <a:pt x="2016" y="824"/>
                    <a:pt x="1879" y="530"/>
                    <a:pt x="1879" y="530"/>
                  </a:cubicBezTo>
                  <a:cubicBezTo>
                    <a:pt x="1349" y="118"/>
                    <a:pt x="761" y="1"/>
                    <a:pt x="76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g33adf7f9e96_1_396"/>
            <p:cNvSpPr/>
            <p:nvPr/>
          </p:nvSpPr>
          <p:spPr>
            <a:xfrm>
              <a:off x="924423" y="5024849"/>
              <a:ext cx="106442" cy="60187"/>
            </a:xfrm>
            <a:custGeom>
              <a:rect b="b" l="l" r="r" t="t"/>
              <a:pathLst>
                <a:path extrusionOk="0" h="1188" w="2101">
                  <a:moveTo>
                    <a:pt x="833" y="138"/>
                  </a:moveTo>
                  <a:cubicBezTo>
                    <a:pt x="949" y="166"/>
                    <a:pt x="1438" y="297"/>
                    <a:pt x="1884" y="638"/>
                  </a:cubicBezTo>
                  <a:cubicBezTo>
                    <a:pt x="1905" y="693"/>
                    <a:pt x="1966" y="890"/>
                    <a:pt x="1800" y="1014"/>
                  </a:cubicBezTo>
                  <a:cubicBezTo>
                    <a:pt x="1763" y="1043"/>
                    <a:pt x="1669" y="1056"/>
                    <a:pt x="1542" y="1056"/>
                  </a:cubicBezTo>
                  <a:cubicBezTo>
                    <a:pt x="1292" y="1056"/>
                    <a:pt x="913" y="1005"/>
                    <a:pt x="578" y="916"/>
                  </a:cubicBezTo>
                  <a:cubicBezTo>
                    <a:pt x="247" y="829"/>
                    <a:pt x="150" y="754"/>
                    <a:pt x="142" y="740"/>
                  </a:cubicBezTo>
                  <a:cubicBezTo>
                    <a:pt x="154" y="617"/>
                    <a:pt x="545" y="320"/>
                    <a:pt x="833" y="138"/>
                  </a:cubicBezTo>
                  <a:close/>
                  <a:moveTo>
                    <a:pt x="822" y="1"/>
                  </a:moveTo>
                  <a:cubicBezTo>
                    <a:pt x="810" y="1"/>
                    <a:pt x="797" y="4"/>
                    <a:pt x="785" y="11"/>
                  </a:cubicBezTo>
                  <a:cubicBezTo>
                    <a:pt x="660" y="89"/>
                    <a:pt x="32" y="491"/>
                    <a:pt x="9" y="728"/>
                  </a:cubicBezTo>
                  <a:cubicBezTo>
                    <a:pt x="1" y="820"/>
                    <a:pt x="106" y="880"/>
                    <a:pt x="142" y="898"/>
                  </a:cubicBezTo>
                  <a:cubicBezTo>
                    <a:pt x="396" y="1040"/>
                    <a:pt x="1084" y="1187"/>
                    <a:pt x="1526" y="1187"/>
                  </a:cubicBezTo>
                  <a:cubicBezTo>
                    <a:pt x="1688" y="1187"/>
                    <a:pt x="1818" y="1168"/>
                    <a:pt x="1881" y="1121"/>
                  </a:cubicBezTo>
                  <a:cubicBezTo>
                    <a:pt x="2101" y="955"/>
                    <a:pt x="2055" y="688"/>
                    <a:pt x="1999" y="568"/>
                  </a:cubicBezTo>
                  <a:cubicBezTo>
                    <a:pt x="1995" y="559"/>
                    <a:pt x="1987" y="551"/>
                    <a:pt x="1979" y="545"/>
                  </a:cubicBezTo>
                  <a:cubicBezTo>
                    <a:pt x="1443" y="127"/>
                    <a:pt x="859" y="6"/>
                    <a:pt x="834" y="2"/>
                  </a:cubicBezTo>
                  <a:cubicBezTo>
                    <a:pt x="830" y="1"/>
                    <a:pt x="826" y="1"/>
                    <a:pt x="8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g33adf7f9e96_1_396"/>
            <p:cNvSpPr/>
            <p:nvPr/>
          </p:nvSpPr>
          <p:spPr>
            <a:xfrm>
              <a:off x="1517277" y="4898092"/>
              <a:ext cx="98387" cy="120273"/>
            </a:xfrm>
            <a:custGeom>
              <a:rect b="b" l="l" r="r" t="t"/>
              <a:pathLst>
                <a:path extrusionOk="0" h="2374" w="1942">
                  <a:moveTo>
                    <a:pt x="0" y="0"/>
                  </a:moveTo>
                  <a:lnTo>
                    <a:pt x="156" y="2374"/>
                  </a:lnTo>
                  <a:lnTo>
                    <a:pt x="1942" y="2334"/>
                  </a:lnTo>
                  <a:lnTo>
                    <a:pt x="1902" y="158"/>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g33adf7f9e96_1_396"/>
            <p:cNvSpPr/>
            <p:nvPr/>
          </p:nvSpPr>
          <p:spPr>
            <a:xfrm>
              <a:off x="1513832" y="4894697"/>
              <a:ext cx="105175" cy="127011"/>
            </a:xfrm>
            <a:custGeom>
              <a:rect b="b" l="l" r="r" t="t"/>
              <a:pathLst>
                <a:path extrusionOk="0" h="2507" w="2076">
                  <a:moveTo>
                    <a:pt x="139" y="139"/>
                  </a:moveTo>
                  <a:lnTo>
                    <a:pt x="1904" y="286"/>
                  </a:lnTo>
                  <a:lnTo>
                    <a:pt x="1941" y="2336"/>
                  </a:lnTo>
                  <a:lnTo>
                    <a:pt x="287" y="2373"/>
                  </a:lnTo>
                  <a:lnTo>
                    <a:pt x="139" y="139"/>
                  </a:lnTo>
                  <a:close/>
                  <a:moveTo>
                    <a:pt x="69" y="1"/>
                  </a:moveTo>
                  <a:cubicBezTo>
                    <a:pt x="51" y="1"/>
                    <a:pt x="34" y="8"/>
                    <a:pt x="21" y="20"/>
                  </a:cubicBezTo>
                  <a:cubicBezTo>
                    <a:pt x="8" y="34"/>
                    <a:pt x="1" y="52"/>
                    <a:pt x="2" y="72"/>
                  </a:cubicBezTo>
                  <a:lnTo>
                    <a:pt x="158" y="2445"/>
                  </a:lnTo>
                  <a:cubicBezTo>
                    <a:pt x="160" y="2480"/>
                    <a:pt x="190" y="2507"/>
                    <a:pt x="224" y="2507"/>
                  </a:cubicBezTo>
                  <a:lnTo>
                    <a:pt x="225" y="2507"/>
                  </a:lnTo>
                  <a:lnTo>
                    <a:pt x="2011" y="2468"/>
                  </a:lnTo>
                  <a:cubicBezTo>
                    <a:pt x="2047" y="2467"/>
                    <a:pt x="2076" y="2436"/>
                    <a:pt x="2076" y="2400"/>
                  </a:cubicBezTo>
                  <a:lnTo>
                    <a:pt x="2037" y="223"/>
                  </a:lnTo>
                  <a:cubicBezTo>
                    <a:pt x="2036" y="189"/>
                    <a:pt x="2010" y="161"/>
                    <a:pt x="1975" y="158"/>
                  </a:cubicBezTo>
                  <a:lnTo>
                    <a:pt x="73" y="1"/>
                  </a:lnTo>
                  <a:cubicBezTo>
                    <a:pt x="71" y="1"/>
                    <a:pt x="70"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g33adf7f9e96_1_396"/>
            <p:cNvSpPr/>
            <p:nvPr/>
          </p:nvSpPr>
          <p:spPr>
            <a:xfrm>
              <a:off x="1516821" y="4908731"/>
              <a:ext cx="98133" cy="26243"/>
            </a:xfrm>
            <a:custGeom>
              <a:rect b="b" l="l" r="r" t="t"/>
              <a:pathLst>
                <a:path extrusionOk="0" h="518" w="1937">
                  <a:moveTo>
                    <a:pt x="1" y="1"/>
                  </a:moveTo>
                  <a:lnTo>
                    <a:pt x="43" y="195"/>
                  </a:lnTo>
                  <a:lnTo>
                    <a:pt x="43" y="518"/>
                  </a:lnTo>
                  <a:lnTo>
                    <a:pt x="1936" y="495"/>
                  </a:lnTo>
                  <a:lnTo>
                    <a:pt x="1915" y="22"/>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g33adf7f9e96_1_396"/>
            <p:cNvSpPr/>
            <p:nvPr/>
          </p:nvSpPr>
          <p:spPr>
            <a:xfrm>
              <a:off x="1513274" y="4905387"/>
              <a:ext cx="105074" cy="32981"/>
            </a:xfrm>
            <a:custGeom>
              <a:rect b="b" l="l" r="r" t="t"/>
              <a:pathLst>
                <a:path extrusionOk="0" h="651" w="2074">
                  <a:moveTo>
                    <a:pt x="154" y="134"/>
                  </a:moveTo>
                  <a:lnTo>
                    <a:pt x="1921" y="154"/>
                  </a:lnTo>
                  <a:lnTo>
                    <a:pt x="1938" y="496"/>
                  </a:lnTo>
                  <a:lnTo>
                    <a:pt x="180" y="516"/>
                  </a:lnTo>
                  <a:lnTo>
                    <a:pt x="180" y="261"/>
                  </a:lnTo>
                  <a:cubicBezTo>
                    <a:pt x="180" y="256"/>
                    <a:pt x="180" y="251"/>
                    <a:pt x="178" y="247"/>
                  </a:cubicBezTo>
                  <a:lnTo>
                    <a:pt x="154" y="134"/>
                  </a:lnTo>
                  <a:close/>
                  <a:moveTo>
                    <a:pt x="68" y="0"/>
                  </a:moveTo>
                  <a:cubicBezTo>
                    <a:pt x="50" y="0"/>
                    <a:pt x="31" y="11"/>
                    <a:pt x="19" y="25"/>
                  </a:cubicBezTo>
                  <a:cubicBezTo>
                    <a:pt x="6" y="41"/>
                    <a:pt x="1" y="62"/>
                    <a:pt x="6" y="81"/>
                  </a:cubicBezTo>
                  <a:lnTo>
                    <a:pt x="47" y="268"/>
                  </a:lnTo>
                  <a:lnTo>
                    <a:pt x="47" y="584"/>
                  </a:lnTo>
                  <a:cubicBezTo>
                    <a:pt x="47" y="602"/>
                    <a:pt x="54" y="618"/>
                    <a:pt x="67" y="630"/>
                  </a:cubicBezTo>
                  <a:cubicBezTo>
                    <a:pt x="79" y="643"/>
                    <a:pt x="96" y="650"/>
                    <a:pt x="113" y="650"/>
                  </a:cubicBezTo>
                  <a:lnTo>
                    <a:pt x="115" y="650"/>
                  </a:lnTo>
                  <a:lnTo>
                    <a:pt x="2008" y="629"/>
                  </a:lnTo>
                  <a:cubicBezTo>
                    <a:pt x="2025" y="628"/>
                    <a:pt x="2042" y="620"/>
                    <a:pt x="2055" y="607"/>
                  </a:cubicBezTo>
                  <a:cubicBezTo>
                    <a:pt x="2067" y="594"/>
                    <a:pt x="2074" y="577"/>
                    <a:pt x="2073" y="559"/>
                  </a:cubicBezTo>
                  <a:lnTo>
                    <a:pt x="2051" y="86"/>
                  </a:lnTo>
                  <a:cubicBezTo>
                    <a:pt x="2050" y="50"/>
                    <a:pt x="2021" y="23"/>
                    <a:pt x="1986" y="22"/>
                  </a:cubicBezTo>
                  <a:lnTo>
                    <a:pt x="71" y="1"/>
                  </a:lnTo>
                  <a:cubicBezTo>
                    <a:pt x="70" y="0"/>
                    <a:pt x="69"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g33adf7f9e96_1_396"/>
            <p:cNvSpPr/>
            <p:nvPr/>
          </p:nvSpPr>
          <p:spPr>
            <a:xfrm>
              <a:off x="1471528" y="4939736"/>
              <a:ext cx="286192" cy="200472"/>
            </a:xfrm>
            <a:custGeom>
              <a:rect b="b" l="l" r="r" t="t"/>
              <a:pathLst>
                <a:path extrusionOk="0" h="3957" w="5649">
                  <a:moveTo>
                    <a:pt x="2584" y="1"/>
                  </a:moveTo>
                  <a:cubicBezTo>
                    <a:pt x="2573" y="1"/>
                    <a:pt x="2562" y="1"/>
                    <a:pt x="2550" y="2"/>
                  </a:cubicBezTo>
                  <a:cubicBezTo>
                    <a:pt x="2197" y="22"/>
                    <a:pt x="1962" y="943"/>
                    <a:pt x="1962" y="943"/>
                  </a:cubicBezTo>
                  <a:cubicBezTo>
                    <a:pt x="1962" y="943"/>
                    <a:pt x="1786" y="923"/>
                    <a:pt x="1491" y="825"/>
                  </a:cubicBezTo>
                  <a:cubicBezTo>
                    <a:pt x="1205" y="731"/>
                    <a:pt x="752" y="394"/>
                    <a:pt x="457" y="394"/>
                  </a:cubicBezTo>
                  <a:cubicBezTo>
                    <a:pt x="449" y="394"/>
                    <a:pt x="440" y="394"/>
                    <a:pt x="432" y="394"/>
                  </a:cubicBezTo>
                  <a:cubicBezTo>
                    <a:pt x="138" y="413"/>
                    <a:pt x="569" y="786"/>
                    <a:pt x="608" y="964"/>
                  </a:cubicBezTo>
                  <a:cubicBezTo>
                    <a:pt x="647" y="1140"/>
                    <a:pt x="412" y="1531"/>
                    <a:pt x="295" y="1845"/>
                  </a:cubicBezTo>
                  <a:cubicBezTo>
                    <a:pt x="177" y="2160"/>
                    <a:pt x="373" y="2728"/>
                    <a:pt x="373" y="2728"/>
                  </a:cubicBezTo>
                  <a:cubicBezTo>
                    <a:pt x="373" y="2728"/>
                    <a:pt x="197" y="2983"/>
                    <a:pt x="99" y="3219"/>
                  </a:cubicBezTo>
                  <a:cubicBezTo>
                    <a:pt x="0" y="3454"/>
                    <a:pt x="148" y="3797"/>
                    <a:pt x="256" y="3905"/>
                  </a:cubicBezTo>
                  <a:cubicBezTo>
                    <a:pt x="281" y="3930"/>
                    <a:pt x="406" y="3939"/>
                    <a:pt x="590" y="3939"/>
                  </a:cubicBezTo>
                  <a:cubicBezTo>
                    <a:pt x="1041" y="3939"/>
                    <a:pt x="1850" y="3885"/>
                    <a:pt x="2443" y="3885"/>
                  </a:cubicBezTo>
                  <a:cubicBezTo>
                    <a:pt x="2631" y="3885"/>
                    <a:pt x="2797" y="3890"/>
                    <a:pt x="2923" y="3905"/>
                  </a:cubicBezTo>
                  <a:cubicBezTo>
                    <a:pt x="3242" y="3941"/>
                    <a:pt x="3664" y="3956"/>
                    <a:pt x="4050" y="3956"/>
                  </a:cubicBezTo>
                  <a:cubicBezTo>
                    <a:pt x="4491" y="3956"/>
                    <a:pt x="4885" y="3936"/>
                    <a:pt x="5021" y="3905"/>
                  </a:cubicBezTo>
                  <a:cubicBezTo>
                    <a:pt x="5276" y="3846"/>
                    <a:pt x="5649" y="3591"/>
                    <a:pt x="5550" y="2963"/>
                  </a:cubicBezTo>
                  <a:cubicBezTo>
                    <a:pt x="5452" y="2336"/>
                    <a:pt x="4805" y="2061"/>
                    <a:pt x="4512" y="1845"/>
                  </a:cubicBezTo>
                  <a:cubicBezTo>
                    <a:pt x="4217" y="1630"/>
                    <a:pt x="3354" y="767"/>
                    <a:pt x="3217" y="512"/>
                  </a:cubicBezTo>
                  <a:cubicBezTo>
                    <a:pt x="3084" y="266"/>
                    <a:pt x="2914" y="1"/>
                    <a:pt x="25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g33adf7f9e96_1_396"/>
            <p:cNvSpPr/>
            <p:nvPr/>
          </p:nvSpPr>
          <p:spPr>
            <a:xfrm>
              <a:off x="1467729" y="4936392"/>
              <a:ext cx="293336" cy="207108"/>
            </a:xfrm>
            <a:custGeom>
              <a:rect b="b" l="l" r="r" t="t"/>
              <a:pathLst>
                <a:path extrusionOk="0" h="4088" w="5790">
                  <a:moveTo>
                    <a:pt x="2657" y="133"/>
                  </a:moveTo>
                  <a:cubicBezTo>
                    <a:pt x="2953" y="133"/>
                    <a:pt x="3102" y="367"/>
                    <a:pt x="3233" y="610"/>
                  </a:cubicBezTo>
                  <a:cubicBezTo>
                    <a:pt x="3380" y="880"/>
                    <a:pt x="4252" y="1749"/>
                    <a:pt x="4546" y="1965"/>
                  </a:cubicBezTo>
                  <a:cubicBezTo>
                    <a:pt x="4603" y="2007"/>
                    <a:pt x="4673" y="2051"/>
                    <a:pt x="4750" y="2099"/>
                  </a:cubicBezTo>
                  <a:cubicBezTo>
                    <a:pt x="5060" y="2293"/>
                    <a:pt x="5485" y="2560"/>
                    <a:pt x="5560" y="3040"/>
                  </a:cubicBezTo>
                  <a:cubicBezTo>
                    <a:pt x="5644" y="3578"/>
                    <a:pt x="5354" y="3843"/>
                    <a:pt x="5081" y="3906"/>
                  </a:cubicBezTo>
                  <a:cubicBezTo>
                    <a:pt x="4950" y="3936"/>
                    <a:pt x="4561" y="3956"/>
                    <a:pt x="4122" y="3956"/>
                  </a:cubicBezTo>
                  <a:cubicBezTo>
                    <a:pt x="3742" y="3956"/>
                    <a:pt x="3325" y="3941"/>
                    <a:pt x="3005" y="3905"/>
                  </a:cubicBezTo>
                  <a:cubicBezTo>
                    <a:pt x="2877" y="3890"/>
                    <a:pt x="2708" y="3884"/>
                    <a:pt x="2516" y="3884"/>
                  </a:cubicBezTo>
                  <a:cubicBezTo>
                    <a:pt x="2197" y="3884"/>
                    <a:pt x="1817" y="3900"/>
                    <a:pt x="1465" y="3914"/>
                  </a:cubicBezTo>
                  <a:cubicBezTo>
                    <a:pt x="1176" y="3926"/>
                    <a:pt x="842" y="3940"/>
                    <a:pt x="620" y="3940"/>
                  </a:cubicBezTo>
                  <a:cubicBezTo>
                    <a:pt x="493" y="3940"/>
                    <a:pt x="402" y="3935"/>
                    <a:pt x="377" y="3923"/>
                  </a:cubicBezTo>
                  <a:cubicBezTo>
                    <a:pt x="280" y="3828"/>
                    <a:pt x="150" y="3513"/>
                    <a:pt x="235" y="3309"/>
                  </a:cubicBezTo>
                  <a:cubicBezTo>
                    <a:pt x="329" y="3083"/>
                    <a:pt x="501" y="2834"/>
                    <a:pt x="502" y="2831"/>
                  </a:cubicBezTo>
                  <a:cubicBezTo>
                    <a:pt x="514" y="2814"/>
                    <a:pt x="518" y="2792"/>
                    <a:pt x="511" y="2772"/>
                  </a:cubicBezTo>
                  <a:cubicBezTo>
                    <a:pt x="508" y="2766"/>
                    <a:pt x="324" y="2222"/>
                    <a:pt x="431" y="1935"/>
                  </a:cubicBezTo>
                  <a:cubicBezTo>
                    <a:pt x="468" y="1838"/>
                    <a:pt x="517" y="1730"/>
                    <a:pt x="565" y="1626"/>
                  </a:cubicBezTo>
                  <a:cubicBezTo>
                    <a:pt x="680" y="1374"/>
                    <a:pt x="779" y="1156"/>
                    <a:pt x="749" y="1014"/>
                  </a:cubicBezTo>
                  <a:cubicBezTo>
                    <a:pt x="732" y="940"/>
                    <a:pt x="668" y="852"/>
                    <a:pt x="601" y="759"/>
                  </a:cubicBezTo>
                  <a:cubicBezTo>
                    <a:pt x="553" y="691"/>
                    <a:pt x="465" y="567"/>
                    <a:pt x="468" y="536"/>
                  </a:cubicBezTo>
                  <a:cubicBezTo>
                    <a:pt x="468" y="536"/>
                    <a:pt x="478" y="529"/>
                    <a:pt x="511" y="527"/>
                  </a:cubicBezTo>
                  <a:cubicBezTo>
                    <a:pt x="516" y="526"/>
                    <a:pt x="522" y="526"/>
                    <a:pt x="528" y="526"/>
                  </a:cubicBezTo>
                  <a:cubicBezTo>
                    <a:pt x="696" y="526"/>
                    <a:pt x="941" y="655"/>
                    <a:pt x="1158" y="770"/>
                  </a:cubicBezTo>
                  <a:cubicBezTo>
                    <a:pt x="1299" y="846"/>
                    <a:pt x="1432" y="917"/>
                    <a:pt x="1545" y="955"/>
                  </a:cubicBezTo>
                  <a:cubicBezTo>
                    <a:pt x="1842" y="1053"/>
                    <a:pt x="2022" y="1074"/>
                    <a:pt x="2030" y="1076"/>
                  </a:cubicBezTo>
                  <a:cubicBezTo>
                    <a:pt x="2032" y="1076"/>
                    <a:pt x="2035" y="1076"/>
                    <a:pt x="2037" y="1076"/>
                  </a:cubicBezTo>
                  <a:cubicBezTo>
                    <a:pt x="2067" y="1076"/>
                    <a:pt x="2093" y="1056"/>
                    <a:pt x="2101" y="1026"/>
                  </a:cubicBezTo>
                  <a:cubicBezTo>
                    <a:pt x="2187" y="688"/>
                    <a:pt x="2407" y="147"/>
                    <a:pt x="2628" y="134"/>
                  </a:cubicBezTo>
                  <a:cubicBezTo>
                    <a:pt x="2638" y="133"/>
                    <a:pt x="2647" y="133"/>
                    <a:pt x="2657" y="133"/>
                  </a:cubicBezTo>
                  <a:close/>
                  <a:moveTo>
                    <a:pt x="2662" y="0"/>
                  </a:moveTo>
                  <a:cubicBezTo>
                    <a:pt x="2648" y="0"/>
                    <a:pt x="2635" y="1"/>
                    <a:pt x="2621" y="1"/>
                  </a:cubicBezTo>
                  <a:cubicBezTo>
                    <a:pt x="2274" y="22"/>
                    <a:pt x="2051" y="712"/>
                    <a:pt x="1988" y="935"/>
                  </a:cubicBezTo>
                  <a:cubicBezTo>
                    <a:pt x="1915" y="922"/>
                    <a:pt x="1775" y="891"/>
                    <a:pt x="1587" y="828"/>
                  </a:cubicBezTo>
                  <a:cubicBezTo>
                    <a:pt x="1484" y="794"/>
                    <a:pt x="1357" y="727"/>
                    <a:pt x="1221" y="653"/>
                  </a:cubicBezTo>
                  <a:cubicBezTo>
                    <a:pt x="980" y="526"/>
                    <a:pt x="733" y="393"/>
                    <a:pt x="532" y="393"/>
                  </a:cubicBezTo>
                  <a:cubicBezTo>
                    <a:pt x="522" y="393"/>
                    <a:pt x="512" y="394"/>
                    <a:pt x="502" y="394"/>
                  </a:cubicBezTo>
                  <a:cubicBezTo>
                    <a:pt x="426" y="399"/>
                    <a:pt x="373" y="427"/>
                    <a:pt x="351" y="476"/>
                  </a:cubicBezTo>
                  <a:cubicBezTo>
                    <a:pt x="305" y="573"/>
                    <a:pt x="392" y="695"/>
                    <a:pt x="493" y="835"/>
                  </a:cubicBezTo>
                  <a:cubicBezTo>
                    <a:pt x="547" y="910"/>
                    <a:pt x="608" y="995"/>
                    <a:pt x="618" y="1044"/>
                  </a:cubicBezTo>
                  <a:cubicBezTo>
                    <a:pt x="641" y="1142"/>
                    <a:pt x="537" y="1370"/>
                    <a:pt x="444" y="1570"/>
                  </a:cubicBezTo>
                  <a:cubicBezTo>
                    <a:pt x="396" y="1677"/>
                    <a:pt x="345" y="1787"/>
                    <a:pt x="307" y="1888"/>
                  </a:cubicBezTo>
                  <a:cubicBezTo>
                    <a:pt x="198" y="2180"/>
                    <a:pt x="334" y="2655"/>
                    <a:pt x="375" y="2784"/>
                  </a:cubicBezTo>
                  <a:cubicBezTo>
                    <a:pt x="326" y="2856"/>
                    <a:pt x="195" y="3062"/>
                    <a:pt x="112" y="3259"/>
                  </a:cubicBezTo>
                  <a:cubicBezTo>
                    <a:pt x="1" y="3527"/>
                    <a:pt x="166" y="3901"/>
                    <a:pt x="284" y="4018"/>
                  </a:cubicBezTo>
                  <a:cubicBezTo>
                    <a:pt x="321" y="4055"/>
                    <a:pt x="418" y="4071"/>
                    <a:pt x="657" y="4071"/>
                  </a:cubicBezTo>
                  <a:cubicBezTo>
                    <a:pt x="836" y="4071"/>
                    <a:pt x="1096" y="4062"/>
                    <a:pt x="1471" y="4046"/>
                  </a:cubicBezTo>
                  <a:cubicBezTo>
                    <a:pt x="1820" y="4032"/>
                    <a:pt x="2197" y="4017"/>
                    <a:pt x="2512" y="4017"/>
                  </a:cubicBezTo>
                  <a:cubicBezTo>
                    <a:pt x="2700" y="4017"/>
                    <a:pt x="2866" y="4022"/>
                    <a:pt x="2991" y="4037"/>
                  </a:cubicBezTo>
                  <a:cubicBezTo>
                    <a:pt x="3311" y="4074"/>
                    <a:pt x="3729" y="4088"/>
                    <a:pt x="4112" y="4088"/>
                  </a:cubicBezTo>
                  <a:cubicBezTo>
                    <a:pt x="4566" y="4088"/>
                    <a:pt x="4973" y="4067"/>
                    <a:pt x="5111" y="4036"/>
                  </a:cubicBezTo>
                  <a:cubicBezTo>
                    <a:pt x="5440" y="3959"/>
                    <a:pt x="5790" y="3648"/>
                    <a:pt x="5692" y="3020"/>
                  </a:cubicBezTo>
                  <a:cubicBezTo>
                    <a:pt x="5608" y="2480"/>
                    <a:pt x="5152" y="2195"/>
                    <a:pt x="4821" y="1987"/>
                  </a:cubicBezTo>
                  <a:cubicBezTo>
                    <a:pt x="4747" y="1939"/>
                    <a:pt x="4680" y="1898"/>
                    <a:pt x="4626" y="1858"/>
                  </a:cubicBezTo>
                  <a:cubicBezTo>
                    <a:pt x="4318" y="1633"/>
                    <a:pt x="3478" y="785"/>
                    <a:pt x="3350" y="547"/>
                  </a:cubicBezTo>
                  <a:cubicBezTo>
                    <a:pt x="3247" y="354"/>
                    <a:pt x="3060" y="0"/>
                    <a:pt x="26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g33adf7f9e96_1_396"/>
            <p:cNvSpPr/>
            <p:nvPr/>
          </p:nvSpPr>
          <p:spPr>
            <a:xfrm>
              <a:off x="1471528" y="5068469"/>
              <a:ext cx="283862" cy="71738"/>
            </a:xfrm>
            <a:custGeom>
              <a:rect b="b" l="l" r="r" t="t"/>
              <a:pathLst>
                <a:path extrusionOk="0" h="1416" w="5603">
                  <a:moveTo>
                    <a:pt x="5212" y="1"/>
                  </a:moveTo>
                  <a:cubicBezTo>
                    <a:pt x="5176" y="1"/>
                    <a:pt x="5138" y="21"/>
                    <a:pt x="5100" y="69"/>
                  </a:cubicBezTo>
                  <a:cubicBezTo>
                    <a:pt x="4864" y="364"/>
                    <a:pt x="4590" y="835"/>
                    <a:pt x="4276" y="991"/>
                  </a:cubicBezTo>
                  <a:cubicBezTo>
                    <a:pt x="4129" y="1065"/>
                    <a:pt x="3922" y="1100"/>
                    <a:pt x="3675" y="1100"/>
                  </a:cubicBezTo>
                  <a:cubicBezTo>
                    <a:pt x="3394" y="1100"/>
                    <a:pt x="3062" y="1055"/>
                    <a:pt x="2707" y="971"/>
                  </a:cubicBezTo>
                  <a:cubicBezTo>
                    <a:pt x="2040" y="815"/>
                    <a:pt x="981" y="305"/>
                    <a:pt x="707" y="266"/>
                  </a:cubicBezTo>
                  <a:cubicBezTo>
                    <a:pt x="469" y="231"/>
                    <a:pt x="481" y="183"/>
                    <a:pt x="412" y="183"/>
                  </a:cubicBezTo>
                  <a:cubicBezTo>
                    <a:pt x="402" y="183"/>
                    <a:pt x="389" y="184"/>
                    <a:pt x="373" y="187"/>
                  </a:cubicBezTo>
                  <a:cubicBezTo>
                    <a:pt x="373" y="187"/>
                    <a:pt x="197" y="442"/>
                    <a:pt x="99" y="678"/>
                  </a:cubicBezTo>
                  <a:cubicBezTo>
                    <a:pt x="0" y="913"/>
                    <a:pt x="147" y="1256"/>
                    <a:pt x="256" y="1364"/>
                  </a:cubicBezTo>
                  <a:cubicBezTo>
                    <a:pt x="281" y="1389"/>
                    <a:pt x="406" y="1398"/>
                    <a:pt x="590" y="1398"/>
                  </a:cubicBezTo>
                  <a:cubicBezTo>
                    <a:pt x="1041" y="1398"/>
                    <a:pt x="1850" y="1344"/>
                    <a:pt x="2443" y="1344"/>
                  </a:cubicBezTo>
                  <a:cubicBezTo>
                    <a:pt x="2631" y="1344"/>
                    <a:pt x="2797" y="1349"/>
                    <a:pt x="2923" y="1364"/>
                  </a:cubicBezTo>
                  <a:cubicBezTo>
                    <a:pt x="3242" y="1400"/>
                    <a:pt x="3664" y="1415"/>
                    <a:pt x="4050" y="1415"/>
                  </a:cubicBezTo>
                  <a:cubicBezTo>
                    <a:pt x="4491" y="1415"/>
                    <a:pt x="4884" y="1395"/>
                    <a:pt x="5020" y="1364"/>
                  </a:cubicBezTo>
                  <a:cubicBezTo>
                    <a:pt x="5260" y="1308"/>
                    <a:pt x="5602" y="1081"/>
                    <a:pt x="5563" y="534"/>
                  </a:cubicBezTo>
                  <a:lnTo>
                    <a:pt x="5531" y="520"/>
                  </a:lnTo>
                  <a:cubicBezTo>
                    <a:pt x="5531" y="520"/>
                    <a:pt x="5394" y="1"/>
                    <a:pt x="52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g33adf7f9e96_1_396"/>
            <p:cNvSpPr/>
            <p:nvPr/>
          </p:nvSpPr>
          <p:spPr>
            <a:xfrm>
              <a:off x="1467729" y="5065125"/>
              <a:ext cx="291056" cy="78375"/>
            </a:xfrm>
            <a:custGeom>
              <a:rect b="b" l="l" r="r" t="t"/>
              <a:pathLst>
                <a:path extrusionOk="0" h="1547" w="5745">
                  <a:moveTo>
                    <a:pt x="5287" y="132"/>
                  </a:moveTo>
                  <a:cubicBezTo>
                    <a:pt x="5289" y="132"/>
                    <a:pt x="5292" y="133"/>
                    <a:pt x="5294" y="133"/>
                  </a:cubicBezTo>
                  <a:cubicBezTo>
                    <a:pt x="5375" y="151"/>
                    <a:pt x="5486" y="391"/>
                    <a:pt x="5541" y="603"/>
                  </a:cubicBezTo>
                  <a:cubicBezTo>
                    <a:pt x="5546" y="621"/>
                    <a:pt x="5558" y="636"/>
                    <a:pt x="5574" y="645"/>
                  </a:cubicBezTo>
                  <a:cubicBezTo>
                    <a:pt x="5596" y="1217"/>
                    <a:pt x="5169" y="1345"/>
                    <a:pt x="5081" y="1365"/>
                  </a:cubicBezTo>
                  <a:cubicBezTo>
                    <a:pt x="4950" y="1395"/>
                    <a:pt x="4561" y="1415"/>
                    <a:pt x="4122" y="1415"/>
                  </a:cubicBezTo>
                  <a:cubicBezTo>
                    <a:pt x="3742" y="1415"/>
                    <a:pt x="3325" y="1400"/>
                    <a:pt x="3005" y="1364"/>
                  </a:cubicBezTo>
                  <a:cubicBezTo>
                    <a:pt x="2877" y="1349"/>
                    <a:pt x="2708" y="1343"/>
                    <a:pt x="2516" y="1343"/>
                  </a:cubicBezTo>
                  <a:cubicBezTo>
                    <a:pt x="2197" y="1343"/>
                    <a:pt x="1817" y="1359"/>
                    <a:pt x="1467" y="1373"/>
                  </a:cubicBezTo>
                  <a:cubicBezTo>
                    <a:pt x="1177" y="1385"/>
                    <a:pt x="843" y="1399"/>
                    <a:pt x="620" y="1399"/>
                  </a:cubicBezTo>
                  <a:cubicBezTo>
                    <a:pt x="493" y="1399"/>
                    <a:pt x="402" y="1394"/>
                    <a:pt x="377" y="1382"/>
                  </a:cubicBezTo>
                  <a:cubicBezTo>
                    <a:pt x="281" y="1287"/>
                    <a:pt x="150" y="972"/>
                    <a:pt x="235" y="768"/>
                  </a:cubicBezTo>
                  <a:cubicBezTo>
                    <a:pt x="312" y="584"/>
                    <a:pt x="441" y="384"/>
                    <a:pt x="486" y="315"/>
                  </a:cubicBezTo>
                  <a:lnTo>
                    <a:pt x="487" y="315"/>
                  </a:lnTo>
                  <a:cubicBezTo>
                    <a:pt x="498" y="315"/>
                    <a:pt x="505" y="319"/>
                    <a:pt x="520" y="326"/>
                  </a:cubicBezTo>
                  <a:cubicBezTo>
                    <a:pt x="559" y="346"/>
                    <a:pt x="616" y="374"/>
                    <a:pt x="772" y="397"/>
                  </a:cubicBezTo>
                  <a:cubicBezTo>
                    <a:pt x="887" y="413"/>
                    <a:pt x="1165" y="525"/>
                    <a:pt x="1487" y="652"/>
                  </a:cubicBezTo>
                  <a:cubicBezTo>
                    <a:pt x="1890" y="813"/>
                    <a:pt x="2392" y="1013"/>
                    <a:pt x="2767" y="1102"/>
                  </a:cubicBezTo>
                  <a:cubicBezTo>
                    <a:pt x="3133" y="1188"/>
                    <a:pt x="3466" y="1231"/>
                    <a:pt x="3747" y="1231"/>
                  </a:cubicBezTo>
                  <a:cubicBezTo>
                    <a:pt x="4011" y="1231"/>
                    <a:pt x="4228" y="1193"/>
                    <a:pt x="4381" y="1116"/>
                  </a:cubicBezTo>
                  <a:cubicBezTo>
                    <a:pt x="4630" y="991"/>
                    <a:pt x="4850" y="688"/>
                    <a:pt x="5044" y="419"/>
                  </a:cubicBezTo>
                  <a:cubicBezTo>
                    <a:pt x="5107" y="333"/>
                    <a:pt x="5169" y="249"/>
                    <a:pt x="5227" y="177"/>
                  </a:cubicBezTo>
                  <a:cubicBezTo>
                    <a:pt x="5243" y="156"/>
                    <a:pt x="5265" y="132"/>
                    <a:pt x="5287" y="132"/>
                  </a:cubicBezTo>
                  <a:close/>
                  <a:moveTo>
                    <a:pt x="5286" y="0"/>
                  </a:moveTo>
                  <a:cubicBezTo>
                    <a:pt x="5240" y="0"/>
                    <a:pt x="5181" y="20"/>
                    <a:pt x="5123" y="94"/>
                  </a:cubicBezTo>
                  <a:cubicBezTo>
                    <a:pt x="5063" y="167"/>
                    <a:pt x="5002" y="254"/>
                    <a:pt x="4937" y="342"/>
                  </a:cubicBezTo>
                  <a:cubicBezTo>
                    <a:pt x="4752" y="598"/>
                    <a:pt x="4542" y="887"/>
                    <a:pt x="4322" y="998"/>
                  </a:cubicBezTo>
                  <a:cubicBezTo>
                    <a:pt x="4185" y="1066"/>
                    <a:pt x="3990" y="1100"/>
                    <a:pt x="3750" y="1100"/>
                  </a:cubicBezTo>
                  <a:cubicBezTo>
                    <a:pt x="3481" y="1100"/>
                    <a:pt x="3157" y="1057"/>
                    <a:pt x="2798" y="973"/>
                  </a:cubicBezTo>
                  <a:cubicBezTo>
                    <a:pt x="2432" y="887"/>
                    <a:pt x="1935" y="688"/>
                    <a:pt x="1535" y="529"/>
                  </a:cubicBezTo>
                  <a:cubicBezTo>
                    <a:pt x="1192" y="392"/>
                    <a:pt x="921" y="285"/>
                    <a:pt x="791" y="266"/>
                  </a:cubicBezTo>
                  <a:cubicBezTo>
                    <a:pt x="657" y="247"/>
                    <a:pt x="611" y="223"/>
                    <a:pt x="581" y="208"/>
                  </a:cubicBezTo>
                  <a:cubicBezTo>
                    <a:pt x="550" y="193"/>
                    <a:pt x="526" y="183"/>
                    <a:pt x="488" y="183"/>
                  </a:cubicBezTo>
                  <a:cubicBezTo>
                    <a:pt x="473" y="183"/>
                    <a:pt x="457" y="184"/>
                    <a:pt x="437" y="187"/>
                  </a:cubicBezTo>
                  <a:cubicBezTo>
                    <a:pt x="420" y="190"/>
                    <a:pt x="404" y="201"/>
                    <a:pt x="394" y="215"/>
                  </a:cubicBezTo>
                  <a:cubicBezTo>
                    <a:pt x="386" y="225"/>
                    <a:pt x="213" y="479"/>
                    <a:pt x="112" y="718"/>
                  </a:cubicBezTo>
                  <a:cubicBezTo>
                    <a:pt x="1" y="986"/>
                    <a:pt x="166" y="1360"/>
                    <a:pt x="284" y="1477"/>
                  </a:cubicBezTo>
                  <a:cubicBezTo>
                    <a:pt x="321" y="1514"/>
                    <a:pt x="418" y="1530"/>
                    <a:pt x="657" y="1530"/>
                  </a:cubicBezTo>
                  <a:cubicBezTo>
                    <a:pt x="836" y="1530"/>
                    <a:pt x="1096" y="1521"/>
                    <a:pt x="1471" y="1505"/>
                  </a:cubicBezTo>
                  <a:cubicBezTo>
                    <a:pt x="1820" y="1491"/>
                    <a:pt x="2197" y="1476"/>
                    <a:pt x="2512" y="1476"/>
                  </a:cubicBezTo>
                  <a:cubicBezTo>
                    <a:pt x="2700" y="1476"/>
                    <a:pt x="2866" y="1481"/>
                    <a:pt x="2991" y="1496"/>
                  </a:cubicBezTo>
                  <a:cubicBezTo>
                    <a:pt x="3311" y="1533"/>
                    <a:pt x="3729" y="1547"/>
                    <a:pt x="4112" y="1547"/>
                  </a:cubicBezTo>
                  <a:cubicBezTo>
                    <a:pt x="4566" y="1547"/>
                    <a:pt x="4973" y="1526"/>
                    <a:pt x="5111" y="1494"/>
                  </a:cubicBezTo>
                  <a:cubicBezTo>
                    <a:pt x="5410" y="1425"/>
                    <a:pt x="5745" y="1148"/>
                    <a:pt x="5705" y="596"/>
                  </a:cubicBezTo>
                  <a:cubicBezTo>
                    <a:pt x="5703" y="571"/>
                    <a:pt x="5688" y="550"/>
                    <a:pt x="5666" y="540"/>
                  </a:cubicBezTo>
                  <a:lnTo>
                    <a:pt x="5662" y="538"/>
                  </a:lnTo>
                  <a:cubicBezTo>
                    <a:pt x="5624" y="408"/>
                    <a:pt x="5505" y="42"/>
                    <a:pt x="5321" y="4"/>
                  </a:cubicBezTo>
                  <a:cubicBezTo>
                    <a:pt x="5311" y="2"/>
                    <a:pt x="5299" y="0"/>
                    <a:pt x="52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g33adf7f9e96_1_396"/>
            <p:cNvSpPr/>
            <p:nvPr/>
          </p:nvSpPr>
          <p:spPr>
            <a:xfrm>
              <a:off x="1591751" y="4993033"/>
              <a:ext cx="74575" cy="42253"/>
            </a:xfrm>
            <a:custGeom>
              <a:rect b="b" l="l" r="r" t="t"/>
              <a:pathLst>
                <a:path extrusionOk="0" h="834" w="1472">
                  <a:moveTo>
                    <a:pt x="1092" y="0"/>
                  </a:moveTo>
                  <a:cubicBezTo>
                    <a:pt x="905" y="0"/>
                    <a:pt x="490" y="63"/>
                    <a:pt x="1" y="539"/>
                  </a:cubicBezTo>
                  <a:lnTo>
                    <a:pt x="353" y="833"/>
                  </a:lnTo>
                  <a:cubicBezTo>
                    <a:pt x="353" y="833"/>
                    <a:pt x="1039" y="303"/>
                    <a:pt x="1471" y="303"/>
                  </a:cubicBezTo>
                  <a:lnTo>
                    <a:pt x="1197" y="9"/>
                  </a:lnTo>
                  <a:cubicBezTo>
                    <a:pt x="1197" y="9"/>
                    <a:pt x="1159" y="0"/>
                    <a:pt x="10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g33adf7f9e96_1_396"/>
            <p:cNvSpPr/>
            <p:nvPr/>
          </p:nvSpPr>
          <p:spPr>
            <a:xfrm>
              <a:off x="1588356" y="4989638"/>
              <a:ext cx="81567" cy="48991"/>
            </a:xfrm>
            <a:custGeom>
              <a:rect b="b" l="l" r="r" t="t"/>
              <a:pathLst>
                <a:path extrusionOk="0" h="967" w="1610">
                  <a:moveTo>
                    <a:pt x="1162" y="135"/>
                  </a:moveTo>
                  <a:cubicBezTo>
                    <a:pt x="1193" y="135"/>
                    <a:pt x="1216" y="137"/>
                    <a:pt x="1231" y="138"/>
                  </a:cubicBezTo>
                  <a:lnTo>
                    <a:pt x="1399" y="318"/>
                  </a:lnTo>
                  <a:cubicBezTo>
                    <a:pt x="1025" y="390"/>
                    <a:pt x="565" y="711"/>
                    <a:pt x="423" y="815"/>
                  </a:cubicBezTo>
                  <a:lnTo>
                    <a:pt x="167" y="602"/>
                  </a:lnTo>
                  <a:cubicBezTo>
                    <a:pt x="619" y="188"/>
                    <a:pt x="998" y="135"/>
                    <a:pt x="1162" y="135"/>
                  </a:cubicBezTo>
                  <a:close/>
                  <a:moveTo>
                    <a:pt x="1155" y="1"/>
                  </a:moveTo>
                  <a:cubicBezTo>
                    <a:pt x="953" y="1"/>
                    <a:pt x="523" y="70"/>
                    <a:pt x="22" y="558"/>
                  </a:cubicBezTo>
                  <a:cubicBezTo>
                    <a:pt x="7" y="571"/>
                    <a:pt x="0" y="589"/>
                    <a:pt x="1" y="608"/>
                  </a:cubicBezTo>
                  <a:cubicBezTo>
                    <a:pt x="1" y="627"/>
                    <a:pt x="11" y="645"/>
                    <a:pt x="25" y="656"/>
                  </a:cubicBezTo>
                  <a:lnTo>
                    <a:pt x="378" y="951"/>
                  </a:lnTo>
                  <a:cubicBezTo>
                    <a:pt x="391" y="961"/>
                    <a:pt x="405" y="966"/>
                    <a:pt x="420" y="966"/>
                  </a:cubicBezTo>
                  <a:cubicBezTo>
                    <a:pt x="434" y="966"/>
                    <a:pt x="449" y="962"/>
                    <a:pt x="462" y="952"/>
                  </a:cubicBezTo>
                  <a:cubicBezTo>
                    <a:pt x="468" y="947"/>
                    <a:pt x="1134" y="436"/>
                    <a:pt x="1538" y="436"/>
                  </a:cubicBezTo>
                  <a:cubicBezTo>
                    <a:pt x="1564" y="436"/>
                    <a:pt x="1589" y="421"/>
                    <a:pt x="1600" y="396"/>
                  </a:cubicBezTo>
                  <a:cubicBezTo>
                    <a:pt x="1609" y="373"/>
                    <a:pt x="1605" y="344"/>
                    <a:pt x="1587" y="325"/>
                  </a:cubicBezTo>
                  <a:lnTo>
                    <a:pt x="1312" y="31"/>
                  </a:lnTo>
                  <a:cubicBezTo>
                    <a:pt x="1303" y="21"/>
                    <a:pt x="1291" y="14"/>
                    <a:pt x="1278" y="12"/>
                  </a:cubicBezTo>
                  <a:cubicBezTo>
                    <a:pt x="1272" y="10"/>
                    <a:pt x="1229" y="1"/>
                    <a:pt x="11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g33adf7f9e96_1_396"/>
            <p:cNvSpPr/>
            <p:nvPr/>
          </p:nvSpPr>
          <p:spPr>
            <a:xfrm>
              <a:off x="1616575" y="5012892"/>
              <a:ext cx="74626" cy="42202"/>
            </a:xfrm>
            <a:custGeom>
              <a:rect b="b" l="l" r="r" t="t"/>
              <a:pathLst>
                <a:path extrusionOk="0" h="833" w="1473">
                  <a:moveTo>
                    <a:pt x="1090" y="1"/>
                  </a:moveTo>
                  <a:cubicBezTo>
                    <a:pt x="903" y="1"/>
                    <a:pt x="489" y="64"/>
                    <a:pt x="0" y="538"/>
                  </a:cubicBezTo>
                  <a:lnTo>
                    <a:pt x="354" y="833"/>
                  </a:lnTo>
                  <a:cubicBezTo>
                    <a:pt x="354" y="833"/>
                    <a:pt x="1040" y="304"/>
                    <a:pt x="1472" y="304"/>
                  </a:cubicBezTo>
                  <a:lnTo>
                    <a:pt x="1197" y="9"/>
                  </a:lnTo>
                  <a:cubicBezTo>
                    <a:pt x="1197" y="9"/>
                    <a:pt x="1159" y="1"/>
                    <a:pt x="10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g33adf7f9e96_1_396"/>
            <p:cNvSpPr/>
            <p:nvPr/>
          </p:nvSpPr>
          <p:spPr>
            <a:xfrm>
              <a:off x="1613232" y="5009549"/>
              <a:ext cx="81567" cy="48940"/>
            </a:xfrm>
            <a:custGeom>
              <a:rect b="b" l="l" r="r" t="t"/>
              <a:pathLst>
                <a:path extrusionOk="0" h="966" w="1610">
                  <a:moveTo>
                    <a:pt x="1162" y="133"/>
                  </a:moveTo>
                  <a:cubicBezTo>
                    <a:pt x="1192" y="133"/>
                    <a:pt x="1215" y="135"/>
                    <a:pt x="1229" y="137"/>
                  </a:cubicBezTo>
                  <a:lnTo>
                    <a:pt x="1397" y="318"/>
                  </a:lnTo>
                  <a:cubicBezTo>
                    <a:pt x="1024" y="389"/>
                    <a:pt x="563" y="711"/>
                    <a:pt x="421" y="815"/>
                  </a:cubicBezTo>
                  <a:lnTo>
                    <a:pt x="167" y="602"/>
                  </a:lnTo>
                  <a:cubicBezTo>
                    <a:pt x="619" y="186"/>
                    <a:pt x="999" y="133"/>
                    <a:pt x="1162" y="133"/>
                  </a:cubicBezTo>
                  <a:close/>
                  <a:moveTo>
                    <a:pt x="1155" y="0"/>
                  </a:moveTo>
                  <a:cubicBezTo>
                    <a:pt x="953" y="0"/>
                    <a:pt x="524" y="68"/>
                    <a:pt x="20" y="557"/>
                  </a:cubicBezTo>
                  <a:cubicBezTo>
                    <a:pt x="7" y="570"/>
                    <a:pt x="0" y="589"/>
                    <a:pt x="0" y="607"/>
                  </a:cubicBezTo>
                  <a:cubicBezTo>
                    <a:pt x="1" y="625"/>
                    <a:pt x="10" y="643"/>
                    <a:pt x="24" y="655"/>
                  </a:cubicBezTo>
                  <a:lnTo>
                    <a:pt x="378" y="950"/>
                  </a:lnTo>
                  <a:cubicBezTo>
                    <a:pt x="389" y="960"/>
                    <a:pt x="405" y="965"/>
                    <a:pt x="420" y="965"/>
                  </a:cubicBezTo>
                  <a:cubicBezTo>
                    <a:pt x="434" y="965"/>
                    <a:pt x="449" y="960"/>
                    <a:pt x="460" y="951"/>
                  </a:cubicBezTo>
                  <a:cubicBezTo>
                    <a:pt x="468" y="946"/>
                    <a:pt x="1134" y="435"/>
                    <a:pt x="1537" y="435"/>
                  </a:cubicBezTo>
                  <a:cubicBezTo>
                    <a:pt x="1564" y="435"/>
                    <a:pt x="1588" y="420"/>
                    <a:pt x="1599" y="396"/>
                  </a:cubicBezTo>
                  <a:cubicBezTo>
                    <a:pt x="1609" y="371"/>
                    <a:pt x="1605" y="343"/>
                    <a:pt x="1586" y="324"/>
                  </a:cubicBezTo>
                  <a:lnTo>
                    <a:pt x="1311" y="29"/>
                  </a:lnTo>
                  <a:cubicBezTo>
                    <a:pt x="1303" y="20"/>
                    <a:pt x="1291" y="13"/>
                    <a:pt x="1278" y="10"/>
                  </a:cubicBezTo>
                  <a:cubicBezTo>
                    <a:pt x="1272" y="9"/>
                    <a:pt x="1228" y="0"/>
                    <a:pt x="11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g33adf7f9e96_1_396"/>
            <p:cNvSpPr/>
            <p:nvPr/>
          </p:nvSpPr>
          <p:spPr>
            <a:xfrm>
              <a:off x="1567129" y="4984116"/>
              <a:ext cx="35413" cy="29638"/>
            </a:xfrm>
            <a:custGeom>
              <a:rect b="b" l="l" r="r" t="t"/>
              <a:pathLst>
                <a:path extrusionOk="0" h="585" w="699">
                  <a:moveTo>
                    <a:pt x="74" y="1"/>
                  </a:moveTo>
                  <a:cubicBezTo>
                    <a:pt x="55" y="1"/>
                    <a:pt x="36" y="9"/>
                    <a:pt x="23" y="25"/>
                  </a:cubicBezTo>
                  <a:cubicBezTo>
                    <a:pt x="0" y="53"/>
                    <a:pt x="4" y="96"/>
                    <a:pt x="32" y="118"/>
                  </a:cubicBezTo>
                  <a:lnTo>
                    <a:pt x="581" y="570"/>
                  </a:lnTo>
                  <a:cubicBezTo>
                    <a:pt x="594" y="580"/>
                    <a:pt x="609" y="584"/>
                    <a:pt x="624" y="584"/>
                  </a:cubicBezTo>
                  <a:cubicBezTo>
                    <a:pt x="643" y="584"/>
                    <a:pt x="662" y="576"/>
                    <a:pt x="675" y="561"/>
                  </a:cubicBezTo>
                  <a:cubicBezTo>
                    <a:pt x="698" y="532"/>
                    <a:pt x="694" y="491"/>
                    <a:pt x="665" y="467"/>
                  </a:cubicBezTo>
                  <a:lnTo>
                    <a:pt x="116" y="17"/>
                  </a:lnTo>
                  <a:cubicBezTo>
                    <a:pt x="104" y="6"/>
                    <a:pt x="89" y="1"/>
                    <a:pt x="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g33adf7f9e96_1_396"/>
            <p:cNvSpPr/>
            <p:nvPr/>
          </p:nvSpPr>
          <p:spPr>
            <a:xfrm>
              <a:off x="1627518" y="5028243"/>
              <a:ext cx="102186" cy="53449"/>
            </a:xfrm>
            <a:custGeom>
              <a:rect b="b" l="l" r="r" t="t"/>
              <a:pathLst>
                <a:path extrusionOk="0" h="1055" w="2017">
                  <a:moveTo>
                    <a:pt x="1256" y="1"/>
                  </a:moveTo>
                  <a:cubicBezTo>
                    <a:pt x="1256" y="1"/>
                    <a:pt x="667" y="118"/>
                    <a:pt x="138" y="530"/>
                  </a:cubicBezTo>
                  <a:cubicBezTo>
                    <a:pt x="138" y="530"/>
                    <a:pt x="1" y="824"/>
                    <a:pt x="236" y="1001"/>
                  </a:cubicBezTo>
                  <a:cubicBezTo>
                    <a:pt x="287" y="1038"/>
                    <a:pt x="397" y="1055"/>
                    <a:pt x="539" y="1055"/>
                  </a:cubicBezTo>
                  <a:cubicBezTo>
                    <a:pt x="1062" y="1055"/>
                    <a:pt x="2016" y="836"/>
                    <a:pt x="2000" y="667"/>
                  </a:cubicBezTo>
                  <a:cubicBezTo>
                    <a:pt x="1982" y="452"/>
                    <a:pt x="1256" y="1"/>
                    <a:pt x="12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g33adf7f9e96_1_396"/>
            <p:cNvSpPr/>
            <p:nvPr/>
          </p:nvSpPr>
          <p:spPr>
            <a:xfrm>
              <a:off x="1626303" y="5024849"/>
              <a:ext cx="106341" cy="60187"/>
            </a:xfrm>
            <a:custGeom>
              <a:rect b="b" l="l" r="r" t="t"/>
              <a:pathLst>
                <a:path extrusionOk="0" h="1188" w="2099">
                  <a:moveTo>
                    <a:pt x="1267" y="138"/>
                  </a:moveTo>
                  <a:cubicBezTo>
                    <a:pt x="1556" y="320"/>
                    <a:pt x="1948" y="617"/>
                    <a:pt x="1959" y="733"/>
                  </a:cubicBezTo>
                  <a:cubicBezTo>
                    <a:pt x="1950" y="754"/>
                    <a:pt x="1853" y="829"/>
                    <a:pt x="1523" y="916"/>
                  </a:cubicBezTo>
                  <a:cubicBezTo>
                    <a:pt x="1186" y="1004"/>
                    <a:pt x="806" y="1056"/>
                    <a:pt x="556" y="1056"/>
                  </a:cubicBezTo>
                  <a:cubicBezTo>
                    <a:pt x="430" y="1056"/>
                    <a:pt x="337" y="1043"/>
                    <a:pt x="299" y="1014"/>
                  </a:cubicBezTo>
                  <a:cubicBezTo>
                    <a:pt x="135" y="891"/>
                    <a:pt x="195" y="693"/>
                    <a:pt x="217" y="638"/>
                  </a:cubicBezTo>
                  <a:cubicBezTo>
                    <a:pt x="661" y="297"/>
                    <a:pt x="1152" y="166"/>
                    <a:pt x="1267" y="138"/>
                  </a:cubicBezTo>
                  <a:close/>
                  <a:moveTo>
                    <a:pt x="1279" y="0"/>
                  </a:moveTo>
                  <a:cubicBezTo>
                    <a:pt x="1275" y="0"/>
                    <a:pt x="1271" y="1"/>
                    <a:pt x="1267" y="2"/>
                  </a:cubicBezTo>
                  <a:cubicBezTo>
                    <a:pt x="1242" y="8"/>
                    <a:pt x="657" y="127"/>
                    <a:pt x="121" y="545"/>
                  </a:cubicBezTo>
                  <a:cubicBezTo>
                    <a:pt x="113" y="551"/>
                    <a:pt x="107" y="559"/>
                    <a:pt x="102" y="568"/>
                  </a:cubicBezTo>
                  <a:cubicBezTo>
                    <a:pt x="46" y="687"/>
                    <a:pt x="0" y="955"/>
                    <a:pt x="220" y="1121"/>
                  </a:cubicBezTo>
                  <a:cubicBezTo>
                    <a:pt x="283" y="1168"/>
                    <a:pt x="412" y="1187"/>
                    <a:pt x="574" y="1187"/>
                  </a:cubicBezTo>
                  <a:cubicBezTo>
                    <a:pt x="1016" y="1187"/>
                    <a:pt x="1705" y="1040"/>
                    <a:pt x="1959" y="898"/>
                  </a:cubicBezTo>
                  <a:cubicBezTo>
                    <a:pt x="1994" y="880"/>
                    <a:pt x="2099" y="820"/>
                    <a:pt x="2091" y="728"/>
                  </a:cubicBezTo>
                  <a:cubicBezTo>
                    <a:pt x="2069" y="491"/>
                    <a:pt x="1441" y="89"/>
                    <a:pt x="1315" y="11"/>
                  </a:cubicBezTo>
                  <a:cubicBezTo>
                    <a:pt x="1304" y="4"/>
                    <a:pt x="1291" y="0"/>
                    <a:pt x="12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g33adf7f9e96_1_396"/>
            <p:cNvSpPr/>
            <p:nvPr/>
          </p:nvSpPr>
          <p:spPr>
            <a:xfrm>
              <a:off x="962370" y="3735188"/>
              <a:ext cx="757911" cy="1180639"/>
            </a:xfrm>
            <a:custGeom>
              <a:rect b="b" l="l" r="r" t="t"/>
              <a:pathLst>
                <a:path extrusionOk="0" h="23304" w="14960">
                  <a:moveTo>
                    <a:pt x="9857" y="0"/>
                  </a:moveTo>
                  <a:lnTo>
                    <a:pt x="2422" y="131"/>
                  </a:lnTo>
                  <a:cubicBezTo>
                    <a:pt x="2422" y="131"/>
                    <a:pt x="1384" y="4367"/>
                    <a:pt x="995" y="7956"/>
                  </a:cubicBezTo>
                  <a:cubicBezTo>
                    <a:pt x="605" y="11544"/>
                    <a:pt x="1" y="23303"/>
                    <a:pt x="1" y="23303"/>
                  </a:cubicBezTo>
                  <a:lnTo>
                    <a:pt x="4756" y="23303"/>
                  </a:lnTo>
                  <a:cubicBezTo>
                    <a:pt x="4756" y="23303"/>
                    <a:pt x="6183" y="11371"/>
                    <a:pt x="6399" y="9252"/>
                  </a:cubicBezTo>
                  <a:cubicBezTo>
                    <a:pt x="6615" y="7135"/>
                    <a:pt x="6615" y="5794"/>
                    <a:pt x="6615" y="5794"/>
                  </a:cubicBezTo>
                  <a:lnTo>
                    <a:pt x="9295" y="23303"/>
                  </a:lnTo>
                  <a:lnTo>
                    <a:pt x="14959" y="23303"/>
                  </a:lnTo>
                  <a:cubicBezTo>
                    <a:pt x="14959" y="23303"/>
                    <a:pt x="12798" y="12193"/>
                    <a:pt x="11933" y="7091"/>
                  </a:cubicBezTo>
                  <a:cubicBezTo>
                    <a:pt x="11068" y="1989"/>
                    <a:pt x="9857" y="0"/>
                    <a:pt x="985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g33adf7f9e96_1_396"/>
            <p:cNvSpPr/>
            <p:nvPr/>
          </p:nvSpPr>
          <p:spPr>
            <a:xfrm>
              <a:off x="958975" y="3731844"/>
              <a:ext cx="764750" cy="1187326"/>
            </a:xfrm>
            <a:custGeom>
              <a:rect b="b" l="l" r="r" t="t"/>
              <a:pathLst>
                <a:path extrusionOk="0" h="23436" w="15095">
                  <a:moveTo>
                    <a:pt x="9887" y="134"/>
                  </a:moveTo>
                  <a:cubicBezTo>
                    <a:pt x="10043" y="412"/>
                    <a:pt x="11141" y="2487"/>
                    <a:pt x="11933" y="7168"/>
                  </a:cubicBezTo>
                  <a:cubicBezTo>
                    <a:pt x="12751" y="11986"/>
                    <a:pt x="14749" y="22293"/>
                    <a:pt x="14946" y="23303"/>
                  </a:cubicBezTo>
                  <a:lnTo>
                    <a:pt x="9419" y="23303"/>
                  </a:lnTo>
                  <a:lnTo>
                    <a:pt x="6748" y="5851"/>
                  </a:lnTo>
                  <a:cubicBezTo>
                    <a:pt x="6742" y="5818"/>
                    <a:pt x="6717" y="5793"/>
                    <a:pt x="6685" y="5793"/>
                  </a:cubicBezTo>
                  <a:cubicBezTo>
                    <a:pt x="6682" y="5793"/>
                    <a:pt x="6680" y="5794"/>
                    <a:pt x="6677" y="5794"/>
                  </a:cubicBezTo>
                  <a:cubicBezTo>
                    <a:pt x="6642" y="5796"/>
                    <a:pt x="6615" y="5825"/>
                    <a:pt x="6615" y="5860"/>
                  </a:cubicBezTo>
                  <a:cubicBezTo>
                    <a:pt x="6615" y="5873"/>
                    <a:pt x="6613" y="7222"/>
                    <a:pt x="6400" y="9311"/>
                  </a:cubicBezTo>
                  <a:cubicBezTo>
                    <a:pt x="6194" y="11330"/>
                    <a:pt x="4873" y="22393"/>
                    <a:pt x="4764" y="23303"/>
                  </a:cubicBezTo>
                  <a:lnTo>
                    <a:pt x="138" y="23303"/>
                  </a:lnTo>
                  <a:cubicBezTo>
                    <a:pt x="189" y="22322"/>
                    <a:pt x="759" y="11430"/>
                    <a:pt x="1128" y="8029"/>
                  </a:cubicBezTo>
                  <a:cubicBezTo>
                    <a:pt x="1489" y="4694"/>
                    <a:pt x="2423" y="749"/>
                    <a:pt x="2541" y="262"/>
                  </a:cubicBezTo>
                  <a:lnTo>
                    <a:pt x="9887" y="134"/>
                  </a:lnTo>
                  <a:close/>
                  <a:moveTo>
                    <a:pt x="9923" y="0"/>
                  </a:moveTo>
                  <a:lnTo>
                    <a:pt x="2487" y="130"/>
                  </a:lnTo>
                  <a:cubicBezTo>
                    <a:pt x="2458" y="130"/>
                    <a:pt x="2432" y="152"/>
                    <a:pt x="2425" y="181"/>
                  </a:cubicBezTo>
                  <a:cubicBezTo>
                    <a:pt x="2414" y="224"/>
                    <a:pt x="1381" y="4463"/>
                    <a:pt x="995" y="8015"/>
                  </a:cubicBezTo>
                  <a:cubicBezTo>
                    <a:pt x="611" y="11564"/>
                    <a:pt x="8" y="23249"/>
                    <a:pt x="2" y="23366"/>
                  </a:cubicBezTo>
                  <a:cubicBezTo>
                    <a:pt x="0" y="23383"/>
                    <a:pt x="6" y="23401"/>
                    <a:pt x="19" y="23414"/>
                  </a:cubicBezTo>
                  <a:cubicBezTo>
                    <a:pt x="32" y="23427"/>
                    <a:pt x="49" y="23435"/>
                    <a:pt x="68" y="23435"/>
                  </a:cubicBezTo>
                  <a:lnTo>
                    <a:pt x="4823" y="23435"/>
                  </a:lnTo>
                  <a:cubicBezTo>
                    <a:pt x="4857" y="23435"/>
                    <a:pt x="4886" y="23411"/>
                    <a:pt x="4889" y="23376"/>
                  </a:cubicBezTo>
                  <a:cubicBezTo>
                    <a:pt x="4903" y="23258"/>
                    <a:pt x="6318" y="11420"/>
                    <a:pt x="6532" y="9326"/>
                  </a:cubicBezTo>
                  <a:cubicBezTo>
                    <a:pt x="6652" y="8152"/>
                    <a:pt x="6705" y="7210"/>
                    <a:pt x="6729" y="6607"/>
                  </a:cubicBezTo>
                  <a:lnTo>
                    <a:pt x="9296" y="23379"/>
                  </a:lnTo>
                  <a:cubicBezTo>
                    <a:pt x="9302" y="23412"/>
                    <a:pt x="9329" y="23435"/>
                    <a:pt x="9362" y="23435"/>
                  </a:cubicBezTo>
                  <a:lnTo>
                    <a:pt x="15026" y="23435"/>
                  </a:lnTo>
                  <a:cubicBezTo>
                    <a:pt x="15045" y="23435"/>
                    <a:pt x="15064" y="23427"/>
                    <a:pt x="15077" y="23412"/>
                  </a:cubicBezTo>
                  <a:cubicBezTo>
                    <a:pt x="15090" y="23396"/>
                    <a:pt x="15095" y="23376"/>
                    <a:pt x="15091" y="23356"/>
                  </a:cubicBezTo>
                  <a:cubicBezTo>
                    <a:pt x="15070" y="23245"/>
                    <a:pt x="12920" y="12189"/>
                    <a:pt x="12065" y="7146"/>
                  </a:cubicBezTo>
                  <a:cubicBezTo>
                    <a:pt x="11208" y="2091"/>
                    <a:pt x="9993" y="52"/>
                    <a:pt x="9981" y="32"/>
                  </a:cubicBezTo>
                  <a:cubicBezTo>
                    <a:pt x="9969" y="12"/>
                    <a:pt x="9946" y="1"/>
                    <a:pt x="99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g33adf7f9e96_1_396"/>
            <p:cNvSpPr/>
            <p:nvPr/>
          </p:nvSpPr>
          <p:spPr>
            <a:xfrm>
              <a:off x="1231743" y="3747752"/>
              <a:ext cx="138055" cy="121235"/>
            </a:xfrm>
            <a:custGeom>
              <a:rect b="b" l="l" r="r" t="t"/>
              <a:pathLst>
                <a:path extrusionOk="0" h="2393" w="2725">
                  <a:moveTo>
                    <a:pt x="1315" y="0"/>
                  </a:moveTo>
                  <a:cubicBezTo>
                    <a:pt x="1267" y="0"/>
                    <a:pt x="1215" y="45"/>
                    <a:pt x="1169" y="185"/>
                  </a:cubicBezTo>
                  <a:cubicBezTo>
                    <a:pt x="1127" y="308"/>
                    <a:pt x="1" y="2002"/>
                    <a:pt x="346" y="2130"/>
                  </a:cubicBezTo>
                  <a:cubicBezTo>
                    <a:pt x="478" y="2180"/>
                    <a:pt x="653" y="2211"/>
                    <a:pt x="820" y="2211"/>
                  </a:cubicBezTo>
                  <a:cubicBezTo>
                    <a:pt x="1092" y="2211"/>
                    <a:pt x="1341" y="2129"/>
                    <a:pt x="1341" y="1914"/>
                  </a:cubicBezTo>
                  <a:lnTo>
                    <a:pt x="1341" y="531"/>
                  </a:lnTo>
                  <a:cubicBezTo>
                    <a:pt x="1341" y="531"/>
                    <a:pt x="1424" y="2392"/>
                    <a:pt x="1792" y="2392"/>
                  </a:cubicBezTo>
                  <a:cubicBezTo>
                    <a:pt x="1800" y="2392"/>
                    <a:pt x="1808" y="2392"/>
                    <a:pt x="1817" y="2390"/>
                  </a:cubicBezTo>
                  <a:cubicBezTo>
                    <a:pt x="2206" y="2303"/>
                    <a:pt x="2724" y="2390"/>
                    <a:pt x="2594" y="1958"/>
                  </a:cubicBezTo>
                  <a:cubicBezTo>
                    <a:pt x="2465" y="1526"/>
                    <a:pt x="1470" y="142"/>
                    <a:pt x="1470" y="142"/>
                  </a:cubicBezTo>
                  <a:cubicBezTo>
                    <a:pt x="1470" y="142"/>
                    <a:pt x="1400" y="0"/>
                    <a:pt x="13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g33adf7f9e96_1_396"/>
            <p:cNvSpPr/>
            <p:nvPr/>
          </p:nvSpPr>
          <p:spPr>
            <a:xfrm>
              <a:off x="1238633" y="3744409"/>
              <a:ext cx="129645" cy="127973"/>
            </a:xfrm>
            <a:custGeom>
              <a:rect b="b" l="l" r="r" t="t"/>
              <a:pathLst>
                <a:path extrusionOk="0" h="2526" w="2559">
                  <a:moveTo>
                    <a:pt x="1178" y="133"/>
                  </a:moveTo>
                  <a:cubicBezTo>
                    <a:pt x="1199" y="137"/>
                    <a:pt x="1248" y="183"/>
                    <a:pt x="1281" y="247"/>
                  </a:cubicBezTo>
                  <a:cubicBezTo>
                    <a:pt x="1290" y="261"/>
                    <a:pt x="2270" y="1626"/>
                    <a:pt x="2396" y="2043"/>
                  </a:cubicBezTo>
                  <a:cubicBezTo>
                    <a:pt x="2419" y="2124"/>
                    <a:pt x="2419" y="2183"/>
                    <a:pt x="2392" y="2224"/>
                  </a:cubicBezTo>
                  <a:cubicBezTo>
                    <a:pt x="2335" y="2309"/>
                    <a:pt x="2148" y="2329"/>
                    <a:pt x="1966" y="2348"/>
                  </a:cubicBezTo>
                  <a:cubicBezTo>
                    <a:pt x="1867" y="2359"/>
                    <a:pt x="1764" y="2369"/>
                    <a:pt x="1667" y="2392"/>
                  </a:cubicBezTo>
                  <a:cubicBezTo>
                    <a:pt x="1663" y="2392"/>
                    <a:pt x="1660" y="2393"/>
                    <a:pt x="1656" y="2393"/>
                  </a:cubicBezTo>
                  <a:cubicBezTo>
                    <a:pt x="1647" y="2393"/>
                    <a:pt x="1635" y="2390"/>
                    <a:pt x="1621" y="2378"/>
                  </a:cubicBezTo>
                  <a:cubicBezTo>
                    <a:pt x="1417" y="2223"/>
                    <a:pt x="1299" y="1201"/>
                    <a:pt x="1272" y="595"/>
                  </a:cubicBezTo>
                  <a:cubicBezTo>
                    <a:pt x="1270" y="559"/>
                    <a:pt x="1241" y="531"/>
                    <a:pt x="1205" y="531"/>
                  </a:cubicBezTo>
                  <a:lnTo>
                    <a:pt x="1203" y="531"/>
                  </a:lnTo>
                  <a:cubicBezTo>
                    <a:pt x="1167" y="532"/>
                    <a:pt x="1139" y="561"/>
                    <a:pt x="1139" y="597"/>
                  </a:cubicBezTo>
                  <a:lnTo>
                    <a:pt x="1139" y="1980"/>
                  </a:lnTo>
                  <a:cubicBezTo>
                    <a:pt x="1139" y="2040"/>
                    <a:pt x="1112" y="2088"/>
                    <a:pt x="1059" y="2126"/>
                  </a:cubicBezTo>
                  <a:cubicBezTo>
                    <a:pt x="973" y="2185"/>
                    <a:pt x="834" y="2211"/>
                    <a:pt x="685" y="2211"/>
                  </a:cubicBezTo>
                  <a:cubicBezTo>
                    <a:pt x="528" y="2211"/>
                    <a:pt x="361" y="2182"/>
                    <a:pt x="234" y="2135"/>
                  </a:cubicBezTo>
                  <a:cubicBezTo>
                    <a:pt x="228" y="2133"/>
                    <a:pt x="222" y="2129"/>
                    <a:pt x="217" y="2115"/>
                  </a:cubicBezTo>
                  <a:cubicBezTo>
                    <a:pt x="138" y="1891"/>
                    <a:pt x="718" y="920"/>
                    <a:pt x="936" y="554"/>
                  </a:cubicBezTo>
                  <a:cubicBezTo>
                    <a:pt x="1038" y="382"/>
                    <a:pt x="1085" y="305"/>
                    <a:pt x="1095" y="273"/>
                  </a:cubicBezTo>
                  <a:cubicBezTo>
                    <a:pt x="1132" y="160"/>
                    <a:pt x="1167" y="133"/>
                    <a:pt x="1178" y="133"/>
                  </a:cubicBezTo>
                  <a:close/>
                  <a:moveTo>
                    <a:pt x="1179" y="0"/>
                  </a:moveTo>
                  <a:cubicBezTo>
                    <a:pt x="1176" y="0"/>
                    <a:pt x="1172" y="0"/>
                    <a:pt x="1169" y="1"/>
                  </a:cubicBezTo>
                  <a:cubicBezTo>
                    <a:pt x="1043" y="9"/>
                    <a:pt x="988" y="176"/>
                    <a:pt x="970" y="230"/>
                  </a:cubicBezTo>
                  <a:cubicBezTo>
                    <a:pt x="960" y="254"/>
                    <a:pt x="893" y="366"/>
                    <a:pt x="822" y="487"/>
                  </a:cubicBezTo>
                  <a:cubicBezTo>
                    <a:pt x="421" y="1159"/>
                    <a:pt x="1" y="1898"/>
                    <a:pt x="92" y="2159"/>
                  </a:cubicBezTo>
                  <a:cubicBezTo>
                    <a:pt x="109" y="2207"/>
                    <a:pt x="142" y="2241"/>
                    <a:pt x="188" y="2259"/>
                  </a:cubicBezTo>
                  <a:cubicBezTo>
                    <a:pt x="328" y="2312"/>
                    <a:pt x="508" y="2344"/>
                    <a:pt x="680" y="2344"/>
                  </a:cubicBezTo>
                  <a:cubicBezTo>
                    <a:pt x="856" y="2344"/>
                    <a:pt x="1023" y="2311"/>
                    <a:pt x="1134" y="2234"/>
                  </a:cubicBezTo>
                  <a:cubicBezTo>
                    <a:pt x="1224" y="2172"/>
                    <a:pt x="1272" y="2084"/>
                    <a:pt x="1272" y="1980"/>
                  </a:cubicBezTo>
                  <a:lnTo>
                    <a:pt x="1272" y="1810"/>
                  </a:lnTo>
                  <a:cubicBezTo>
                    <a:pt x="1332" y="2118"/>
                    <a:pt x="1418" y="2391"/>
                    <a:pt x="1540" y="2484"/>
                  </a:cubicBezTo>
                  <a:cubicBezTo>
                    <a:pt x="1576" y="2511"/>
                    <a:pt x="1615" y="2525"/>
                    <a:pt x="1656" y="2525"/>
                  </a:cubicBezTo>
                  <a:cubicBezTo>
                    <a:pt x="1669" y="2525"/>
                    <a:pt x="1682" y="2524"/>
                    <a:pt x="1695" y="2521"/>
                  </a:cubicBezTo>
                  <a:cubicBezTo>
                    <a:pt x="1785" y="2501"/>
                    <a:pt x="1884" y="2490"/>
                    <a:pt x="1981" y="2480"/>
                  </a:cubicBezTo>
                  <a:cubicBezTo>
                    <a:pt x="2203" y="2457"/>
                    <a:pt x="2412" y="2434"/>
                    <a:pt x="2503" y="2297"/>
                  </a:cubicBezTo>
                  <a:cubicBezTo>
                    <a:pt x="2553" y="2223"/>
                    <a:pt x="2559" y="2127"/>
                    <a:pt x="2522" y="2005"/>
                  </a:cubicBezTo>
                  <a:cubicBezTo>
                    <a:pt x="2391" y="1567"/>
                    <a:pt x="1430" y="227"/>
                    <a:pt x="1395" y="178"/>
                  </a:cubicBezTo>
                  <a:cubicBezTo>
                    <a:pt x="1380" y="148"/>
                    <a:pt x="1298" y="0"/>
                    <a:pt x="11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g33adf7f9e96_1_396"/>
            <p:cNvSpPr/>
            <p:nvPr/>
          </p:nvSpPr>
          <p:spPr>
            <a:xfrm>
              <a:off x="1289194" y="3743193"/>
              <a:ext cx="64645" cy="109583"/>
            </a:xfrm>
            <a:custGeom>
              <a:rect b="b" l="l" r="r" t="t"/>
              <a:pathLst>
                <a:path extrusionOk="0" h="2163" w="1276">
                  <a:moveTo>
                    <a:pt x="434" y="858"/>
                  </a:moveTo>
                  <a:lnTo>
                    <a:pt x="434" y="858"/>
                  </a:lnTo>
                  <a:cubicBezTo>
                    <a:pt x="761" y="1345"/>
                    <a:pt x="1033" y="1799"/>
                    <a:pt x="1038" y="1905"/>
                  </a:cubicBezTo>
                  <a:cubicBezTo>
                    <a:pt x="949" y="2021"/>
                    <a:pt x="908" y="2029"/>
                    <a:pt x="895" y="2029"/>
                  </a:cubicBezTo>
                  <a:cubicBezTo>
                    <a:pt x="879" y="2028"/>
                    <a:pt x="859" y="2005"/>
                    <a:pt x="841" y="1970"/>
                  </a:cubicBezTo>
                  <a:cubicBezTo>
                    <a:pt x="785" y="1855"/>
                    <a:pt x="581" y="1280"/>
                    <a:pt x="434" y="858"/>
                  </a:cubicBezTo>
                  <a:close/>
                  <a:moveTo>
                    <a:pt x="0" y="1"/>
                  </a:moveTo>
                  <a:lnTo>
                    <a:pt x="149" y="439"/>
                  </a:lnTo>
                  <a:cubicBezTo>
                    <a:pt x="169" y="496"/>
                    <a:pt x="626" y="1837"/>
                    <a:pt x="722" y="2029"/>
                  </a:cubicBezTo>
                  <a:cubicBezTo>
                    <a:pt x="763" y="2112"/>
                    <a:pt x="818" y="2155"/>
                    <a:pt x="883" y="2161"/>
                  </a:cubicBezTo>
                  <a:cubicBezTo>
                    <a:pt x="888" y="2161"/>
                    <a:pt x="891" y="2163"/>
                    <a:pt x="896" y="2163"/>
                  </a:cubicBezTo>
                  <a:cubicBezTo>
                    <a:pt x="998" y="2163"/>
                    <a:pt x="1085" y="2063"/>
                    <a:pt x="1151" y="1976"/>
                  </a:cubicBezTo>
                  <a:cubicBezTo>
                    <a:pt x="1182" y="1934"/>
                    <a:pt x="1276" y="1810"/>
                    <a:pt x="266" y="378"/>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g33adf7f9e96_1_396"/>
            <p:cNvSpPr/>
            <p:nvPr/>
          </p:nvSpPr>
          <p:spPr>
            <a:xfrm>
              <a:off x="1257175" y="3733668"/>
              <a:ext cx="48079" cy="109634"/>
            </a:xfrm>
            <a:custGeom>
              <a:rect b="b" l="l" r="r" t="t"/>
              <a:pathLst>
                <a:path extrusionOk="0" h="2164" w="949">
                  <a:moveTo>
                    <a:pt x="671" y="914"/>
                  </a:moveTo>
                  <a:lnTo>
                    <a:pt x="671" y="914"/>
                  </a:lnTo>
                  <a:cubicBezTo>
                    <a:pt x="611" y="1286"/>
                    <a:pt x="532" y="1758"/>
                    <a:pt x="495" y="1884"/>
                  </a:cubicBezTo>
                  <a:cubicBezTo>
                    <a:pt x="476" y="1953"/>
                    <a:pt x="437" y="1998"/>
                    <a:pt x="381" y="2018"/>
                  </a:cubicBezTo>
                  <a:cubicBezTo>
                    <a:pt x="358" y="2027"/>
                    <a:pt x="334" y="2030"/>
                    <a:pt x="311" y="2030"/>
                  </a:cubicBezTo>
                  <a:cubicBezTo>
                    <a:pt x="284" y="2030"/>
                    <a:pt x="259" y="2025"/>
                    <a:pt x="238" y="2017"/>
                  </a:cubicBezTo>
                  <a:cubicBezTo>
                    <a:pt x="252" y="1894"/>
                    <a:pt x="443" y="1424"/>
                    <a:pt x="671" y="914"/>
                  </a:cubicBezTo>
                  <a:close/>
                  <a:moveTo>
                    <a:pt x="948" y="1"/>
                  </a:moveTo>
                  <a:lnTo>
                    <a:pt x="753" y="418"/>
                  </a:lnTo>
                  <a:cubicBezTo>
                    <a:pt x="0" y="2020"/>
                    <a:pt x="89" y="2081"/>
                    <a:pt x="142" y="2116"/>
                  </a:cubicBezTo>
                  <a:cubicBezTo>
                    <a:pt x="184" y="2143"/>
                    <a:pt x="245" y="2164"/>
                    <a:pt x="314" y="2164"/>
                  </a:cubicBezTo>
                  <a:cubicBezTo>
                    <a:pt x="351" y="2164"/>
                    <a:pt x="389" y="2158"/>
                    <a:pt x="428" y="2143"/>
                  </a:cubicBezTo>
                  <a:cubicBezTo>
                    <a:pt x="523" y="2108"/>
                    <a:pt x="592" y="2029"/>
                    <a:pt x="624" y="1921"/>
                  </a:cubicBezTo>
                  <a:cubicBezTo>
                    <a:pt x="687" y="1697"/>
                    <a:pt x="870" y="507"/>
                    <a:pt x="878" y="458"/>
                  </a:cubicBezTo>
                  <a:lnTo>
                    <a:pt x="94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g33adf7f9e96_1_396"/>
            <p:cNvSpPr/>
            <p:nvPr/>
          </p:nvSpPr>
          <p:spPr>
            <a:xfrm>
              <a:off x="1444373" y="3976746"/>
              <a:ext cx="12210" cy="37845"/>
            </a:xfrm>
            <a:custGeom>
              <a:rect b="b" l="l" r="r" t="t"/>
              <a:pathLst>
                <a:path extrusionOk="0" h="747" w="241">
                  <a:moveTo>
                    <a:pt x="70" y="1"/>
                  </a:moveTo>
                  <a:cubicBezTo>
                    <a:pt x="67" y="1"/>
                    <a:pt x="64" y="1"/>
                    <a:pt x="61" y="2"/>
                  </a:cubicBezTo>
                  <a:cubicBezTo>
                    <a:pt x="25" y="9"/>
                    <a:pt x="0" y="43"/>
                    <a:pt x="7" y="80"/>
                  </a:cubicBezTo>
                  <a:cubicBezTo>
                    <a:pt x="49" y="307"/>
                    <a:pt x="81" y="513"/>
                    <a:pt x="104" y="689"/>
                  </a:cubicBezTo>
                  <a:cubicBezTo>
                    <a:pt x="109" y="722"/>
                    <a:pt x="138" y="747"/>
                    <a:pt x="171" y="747"/>
                  </a:cubicBezTo>
                  <a:cubicBezTo>
                    <a:pt x="173" y="747"/>
                    <a:pt x="177" y="747"/>
                    <a:pt x="179" y="746"/>
                  </a:cubicBezTo>
                  <a:cubicBezTo>
                    <a:pt x="216" y="741"/>
                    <a:pt x="241" y="708"/>
                    <a:pt x="236" y="671"/>
                  </a:cubicBezTo>
                  <a:cubicBezTo>
                    <a:pt x="212" y="493"/>
                    <a:pt x="179" y="286"/>
                    <a:pt x="138" y="56"/>
                  </a:cubicBezTo>
                  <a:cubicBezTo>
                    <a:pt x="132" y="23"/>
                    <a:pt x="102" y="1"/>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g33adf7f9e96_1_396"/>
            <p:cNvSpPr/>
            <p:nvPr/>
          </p:nvSpPr>
          <p:spPr>
            <a:xfrm>
              <a:off x="1392292" y="3760317"/>
              <a:ext cx="52385" cy="187249"/>
            </a:xfrm>
            <a:custGeom>
              <a:rect b="b" l="l" r="r" t="t"/>
              <a:pathLst>
                <a:path extrusionOk="0" h="3696" w="1034">
                  <a:moveTo>
                    <a:pt x="74" y="0"/>
                  </a:moveTo>
                  <a:cubicBezTo>
                    <a:pt x="68" y="0"/>
                    <a:pt x="62" y="1"/>
                    <a:pt x="56" y="3"/>
                  </a:cubicBezTo>
                  <a:cubicBezTo>
                    <a:pt x="22" y="13"/>
                    <a:pt x="0" y="50"/>
                    <a:pt x="11" y="85"/>
                  </a:cubicBezTo>
                  <a:cubicBezTo>
                    <a:pt x="16" y="104"/>
                    <a:pt x="553" y="2028"/>
                    <a:pt x="895" y="3643"/>
                  </a:cubicBezTo>
                  <a:cubicBezTo>
                    <a:pt x="902" y="3674"/>
                    <a:pt x="929" y="3695"/>
                    <a:pt x="960" y="3695"/>
                  </a:cubicBezTo>
                  <a:cubicBezTo>
                    <a:pt x="964" y="3695"/>
                    <a:pt x="969" y="3695"/>
                    <a:pt x="974" y="3694"/>
                  </a:cubicBezTo>
                  <a:cubicBezTo>
                    <a:pt x="1009" y="3687"/>
                    <a:pt x="1033" y="3651"/>
                    <a:pt x="1025" y="3615"/>
                  </a:cubicBezTo>
                  <a:cubicBezTo>
                    <a:pt x="682" y="1996"/>
                    <a:pt x="143" y="69"/>
                    <a:pt x="139" y="49"/>
                  </a:cubicBezTo>
                  <a:cubicBezTo>
                    <a:pt x="130" y="19"/>
                    <a:pt x="103" y="0"/>
                    <a:pt x="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g33adf7f9e96_1_396"/>
            <p:cNvSpPr/>
            <p:nvPr/>
          </p:nvSpPr>
          <p:spPr>
            <a:xfrm>
              <a:off x="1372736" y="3760317"/>
              <a:ext cx="33640" cy="162272"/>
            </a:xfrm>
            <a:custGeom>
              <a:rect b="b" l="l" r="r" t="t"/>
              <a:pathLst>
                <a:path extrusionOk="0" h="3203" w="664">
                  <a:moveTo>
                    <a:pt x="71" y="1"/>
                  </a:moveTo>
                  <a:cubicBezTo>
                    <a:pt x="68" y="1"/>
                    <a:pt x="65" y="1"/>
                    <a:pt x="62" y="1"/>
                  </a:cubicBezTo>
                  <a:cubicBezTo>
                    <a:pt x="25" y="6"/>
                    <a:pt x="1" y="40"/>
                    <a:pt x="5" y="76"/>
                  </a:cubicBezTo>
                  <a:cubicBezTo>
                    <a:pt x="19" y="175"/>
                    <a:pt x="354" y="2508"/>
                    <a:pt x="526" y="3153"/>
                  </a:cubicBezTo>
                  <a:cubicBezTo>
                    <a:pt x="534" y="3183"/>
                    <a:pt x="560" y="3203"/>
                    <a:pt x="590" y="3203"/>
                  </a:cubicBezTo>
                  <a:cubicBezTo>
                    <a:pt x="596" y="3203"/>
                    <a:pt x="602" y="3202"/>
                    <a:pt x="607" y="3200"/>
                  </a:cubicBezTo>
                  <a:cubicBezTo>
                    <a:pt x="643" y="3191"/>
                    <a:pt x="663" y="3154"/>
                    <a:pt x="654" y="3119"/>
                  </a:cubicBezTo>
                  <a:cubicBezTo>
                    <a:pt x="484" y="2482"/>
                    <a:pt x="140" y="82"/>
                    <a:pt x="137" y="58"/>
                  </a:cubicBezTo>
                  <a:cubicBezTo>
                    <a:pt x="132" y="24"/>
                    <a:pt x="103"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g33adf7f9e96_1_396"/>
            <p:cNvSpPr/>
            <p:nvPr/>
          </p:nvSpPr>
          <p:spPr>
            <a:xfrm>
              <a:off x="1131836" y="3930137"/>
              <a:ext cx="9727" cy="29688"/>
            </a:xfrm>
            <a:custGeom>
              <a:rect b="b" l="l" r="r" t="t"/>
              <a:pathLst>
                <a:path extrusionOk="0" h="586" w="192">
                  <a:moveTo>
                    <a:pt x="120" y="1"/>
                  </a:moveTo>
                  <a:cubicBezTo>
                    <a:pt x="87" y="1"/>
                    <a:pt x="58" y="26"/>
                    <a:pt x="55" y="60"/>
                  </a:cubicBezTo>
                  <a:cubicBezTo>
                    <a:pt x="37" y="227"/>
                    <a:pt x="19" y="380"/>
                    <a:pt x="4" y="512"/>
                  </a:cubicBezTo>
                  <a:cubicBezTo>
                    <a:pt x="1" y="548"/>
                    <a:pt x="27" y="581"/>
                    <a:pt x="63" y="586"/>
                  </a:cubicBezTo>
                  <a:lnTo>
                    <a:pt x="70" y="586"/>
                  </a:lnTo>
                  <a:cubicBezTo>
                    <a:pt x="103" y="586"/>
                    <a:pt x="133" y="561"/>
                    <a:pt x="137" y="528"/>
                  </a:cubicBezTo>
                  <a:cubicBezTo>
                    <a:pt x="152" y="395"/>
                    <a:pt x="169" y="242"/>
                    <a:pt x="186" y="74"/>
                  </a:cubicBezTo>
                  <a:cubicBezTo>
                    <a:pt x="191" y="38"/>
                    <a:pt x="164" y="5"/>
                    <a:pt x="128" y="1"/>
                  </a:cubicBezTo>
                  <a:cubicBezTo>
                    <a:pt x="126" y="1"/>
                    <a:pt x="123"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g33adf7f9e96_1_396"/>
            <p:cNvSpPr/>
            <p:nvPr/>
          </p:nvSpPr>
          <p:spPr>
            <a:xfrm>
              <a:off x="1137915" y="3760317"/>
              <a:ext cx="20772" cy="143628"/>
            </a:xfrm>
            <a:custGeom>
              <a:rect b="b" l="l" r="r" t="t"/>
              <a:pathLst>
                <a:path extrusionOk="0" h="2835" w="410">
                  <a:moveTo>
                    <a:pt x="344" y="0"/>
                  </a:moveTo>
                  <a:cubicBezTo>
                    <a:pt x="309" y="0"/>
                    <a:pt x="277" y="25"/>
                    <a:pt x="273" y="60"/>
                  </a:cubicBezTo>
                  <a:cubicBezTo>
                    <a:pt x="272" y="75"/>
                    <a:pt x="129" y="1554"/>
                    <a:pt x="4" y="2762"/>
                  </a:cubicBezTo>
                  <a:cubicBezTo>
                    <a:pt x="0" y="2798"/>
                    <a:pt x="26" y="2830"/>
                    <a:pt x="63" y="2834"/>
                  </a:cubicBezTo>
                  <a:cubicBezTo>
                    <a:pt x="65" y="2835"/>
                    <a:pt x="68" y="2835"/>
                    <a:pt x="70" y="2835"/>
                  </a:cubicBezTo>
                  <a:cubicBezTo>
                    <a:pt x="103" y="2835"/>
                    <a:pt x="133" y="2809"/>
                    <a:pt x="136" y="2775"/>
                  </a:cubicBezTo>
                  <a:cubicBezTo>
                    <a:pt x="262" y="1567"/>
                    <a:pt x="405" y="88"/>
                    <a:pt x="406" y="74"/>
                  </a:cubicBezTo>
                  <a:cubicBezTo>
                    <a:pt x="409" y="37"/>
                    <a:pt x="383" y="5"/>
                    <a:pt x="347" y="0"/>
                  </a:cubicBezTo>
                  <a:cubicBezTo>
                    <a:pt x="346" y="0"/>
                    <a:pt x="345" y="0"/>
                    <a:pt x="3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g33adf7f9e96_1_396"/>
            <p:cNvSpPr/>
            <p:nvPr/>
          </p:nvSpPr>
          <p:spPr>
            <a:xfrm>
              <a:off x="1125300" y="3764674"/>
              <a:ext cx="15807" cy="111964"/>
            </a:xfrm>
            <a:custGeom>
              <a:rect b="b" l="l" r="r" t="t"/>
              <a:pathLst>
                <a:path extrusionOk="0" h="2210" w="312">
                  <a:moveTo>
                    <a:pt x="244" y="0"/>
                  </a:moveTo>
                  <a:cubicBezTo>
                    <a:pt x="209" y="0"/>
                    <a:pt x="180" y="27"/>
                    <a:pt x="177" y="62"/>
                  </a:cubicBezTo>
                  <a:lnTo>
                    <a:pt x="4" y="2137"/>
                  </a:lnTo>
                  <a:cubicBezTo>
                    <a:pt x="1" y="2174"/>
                    <a:pt x="28" y="2206"/>
                    <a:pt x="64" y="2208"/>
                  </a:cubicBezTo>
                  <a:cubicBezTo>
                    <a:pt x="67" y="2208"/>
                    <a:pt x="68" y="2209"/>
                    <a:pt x="70" y="2209"/>
                  </a:cubicBezTo>
                  <a:cubicBezTo>
                    <a:pt x="105" y="2209"/>
                    <a:pt x="133" y="2183"/>
                    <a:pt x="137" y="2148"/>
                  </a:cubicBezTo>
                  <a:lnTo>
                    <a:pt x="309" y="73"/>
                  </a:lnTo>
                  <a:cubicBezTo>
                    <a:pt x="312" y="36"/>
                    <a:pt x="285" y="4"/>
                    <a:pt x="249" y="1"/>
                  </a:cubicBezTo>
                  <a:cubicBezTo>
                    <a:pt x="248" y="0"/>
                    <a:pt x="246" y="0"/>
                    <a:pt x="2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g33adf7f9e96_1_396"/>
            <p:cNvSpPr/>
            <p:nvPr/>
          </p:nvSpPr>
          <p:spPr>
            <a:xfrm>
              <a:off x="1274755" y="2870027"/>
              <a:ext cx="97981" cy="100717"/>
            </a:xfrm>
            <a:custGeom>
              <a:rect b="b" l="l" r="r" t="t"/>
              <a:pathLst>
                <a:path extrusionOk="0" h="1988" w="1934">
                  <a:moveTo>
                    <a:pt x="322" y="0"/>
                  </a:moveTo>
                  <a:lnTo>
                    <a:pt x="0" y="994"/>
                  </a:lnTo>
                  <a:cubicBezTo>
                    <a:pt x="0" y="994"/>
                    <a:pt x="644" y="1988"/>
                    <a:pt x="725" y="1988"/>
                  </a:cubicBezTo>
                  <a:cubicBezTo>
                    <a:pt x="806" y="1988"/>
                    <a:pt x="1182" y="1826"/>
                    <a:pt x="1557" y="994"/>
                  </a:cubicBezTo>
                  <a:cubicBezTo>
                    <a:pt x="1933" y="161"/>
                    <a:pt x="322"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g33adf7f9e96_1_396"/>
            <p:cNvSpPr/>
            <p:nvPr/>
          </p:nvSpPr>
          <p:spPr>
            <a:xfrm>
              <a:off x="1271209" y="2866633"/>
              <a:ext cx="89875" cy="107506"/>
            </a:xfrm>
            <a:custGeom>
              <a:rect b="b" l="l" r="r" t="t"/>
              <a:pathLst>
                <a:path extrusionOk="0" h="2122" w="1774">
                  <a:moveTo>
                    <a:pt x="438" y="139"/>
                  </a:moveTo>
                  <a:cubicBezTo>
                    <a:pt x="642" y="167"/>
                    <a:pt x="1367" y="288"/>
                    <a:pt x="1568" y="636"/>
                  </a:cubicBezTo>
                  <a:cubicBezTo>
                    <a:pt x="1635" y="753"/>
                    <a:pt x="1635" y="882"/>
                    <a:pt x="1567" y="1034"/>
                  </a:cubicBezTo>
                  <a:cubicBezTo>
                    <a:pt x="1234" y="1771"/>
                    <a:pt x="901" y="1966"/>
                    <a:pt x="808" y="1986"/>
                  </a:cubicBezTo>
                  <a:cubicBezTo>
                    <a:pt x="726" y="1914"/>
                    <a:pt x="414" y="1469"/>
                    <a:pt x="142" y="1052"/>
                  </a:cubicBezTo>
                  <a:lnTo>
                    <a:pt x="438" y="139"/>
                  </a:lnTo>
                  <a:close/>
                  <a:moveTo>
                    <a:pt x="392" y="1"/>
                  </a:moveTo>
                  <a:cubicBezTo>
                    <a:pt x="364" y="1"/>
                    <a:pt x="338" y="19"/>
                    <a:pt x="329" y="46"/>
                  </a:cubicBezTo>
                  <a:lnTo>
                    <a:pt x="6" y="1040"/>
                  </a:lnTo>
                  <a:cubicBezTo>
                    <a:pt x="0" y="1060"/>
                    <a:pt x="3" y="1080"/>
                    <a:pt x="15" y="1097"/>
                  </a:cubicBezTo>
                  <a:cubicBezTo>
                    <a:pt x="678" y="2121"/>
                    <a:pt x="754" y="2121"/>
                    <a:pt x="795" y="2121"/>
                  </a:cubicBezTo>
                  <a:cubicBezTo>
                    <a:pt x="914" y="2121"/>
                    <a:pt x="1305" y="1935"/>
                    <a:pt x="1689" y="1088"/>
                  </a:cubicBezTo>
                  <a:cubicBezTo>
                    <a:pt x="1774" y="899"/>
                    <a:pt x="1773" y="724"/>
                    <a:pt x="1683" y="570"/>
                  </a:cubicBezTo>
                  <a:cubicBezTo>
                    <a:pt x="1417" y="107"/>
                    <a:pt x="440" y="5"/>
                    <a:pt x="399" y="1"/>
                  </a:cubicBezTo>
                  <a:cubicBezTo>
                    <a:pt x="397" y="1"/>
                    <a:pt x="394" y="1"/>
                    <a:pt x="3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g33adf7f9e96_1_396"/>
            <p:cNvSpPr/>
            <p:nvPr/>
          </p:nvSpPr>
          <p:spPr>
            <a:xfrm>
              <a:off x="911403" y="2895916"/>
              <a:ext cx="640982" cy="861414"/>
            </a:xfrm>
            <a:custGeom>
              <a:rect b="b" l="l" r="r" t="t"/>
              <a:pathLst>
                <a:path extrusionOk="0" h="17003" w="12652">
                  <a:moveTo>
                    <a:pt x="6071" y="1"/>
                  </a:moveTo>
                  <a:cubicBezTo>
                    <a:pt x="5331" y="1"/>
                    <a:pt x="4996" y="348"/>
                    <a:pt x="4996" y="348"/>
                  </a:cubicBezTo>
                  <a:cubicBezTo>
                    <a:pt x="4996" y="348"/>
                    <a:pt x="3438" y="1771"/>
                    <a:pt x="3895" y="3142"/>
                  </a:cubicBezTo>
                  <a:cubicBezTo>
                    <a:pt x="4352" y="4512"/>
                    <a:pt x="5130" y="4780"/>
                    <a:pt x="5130" y="4780"/>
                  </a:cubicBezTo>
                  <a:cubicBezTo>
                    <a:pt x="5130" y="4780"/>
                    <a:pt x="5399" y="6687"/>
                    <a:pt x="5077" y="7091"/>
                  </a:cubicBezTo>
                  <a:cubicBezTo>
                    <a:pt x="4754" y="7493"/>
                    <a:pt x="3760" y="7252"/>
                    <a:pt x="2927" y="7440"/>
                  </a:cubicBezTo>
                  <a:cubicBezTo>
                    <a:pt x="2095" y="7628"/>
                    <a:pt x="0" y="9723"/>
                    <a:pt x="0" y="9723"/>
                  </a:cubicBezTo>
                  <a:lnTo>
                    <a:pt x="1423" y="12195"/>
                  </a:lnTo>
                  <a:lnTo>
                    <a:pt x="2444" y="11389"/>
                  </a:lnTo>
                  <a:cubicBezTo>
                    <a:pt x="2444" y="11389"/>
                    <a:pt x="2793" y="12007"/>
                    <a:pt x="3009" y="12677"/>
                  </a:cubicBezTo>
                  <a:cubicBezTo>
                    <a:pt x="3223" y="13350"/>
                    <a:pt x="3142" y="17003"/>
                    <a:pt x="3142" y="17003"/>
                  </a:cubicBezTo>
                  <a:lnTo>
                    <a:pt x="11201" y="16815"/>
                  </a:lnTo>
                  <a:lnTo>
                    <a:pt x="10369" y="11684"/>
                  </a:lnTo>
                  <a:lnTo>
                    <a:pt x="10369" y="11684"/>
                  </a:lnTo>
                  <a:lnTo>
                    <a:pt x="11551" y="12302"/>
                  </a:lnTo>
                  <a:lnTo>
                    <a:pt x="12651" y="9294"/>
                  </a:lnTo>
                  <a:cubicBezTo>
                    <a:pt x="12651" y="9294"/>
                    <a:pt x="10583" y="7736"/>
                    <a:pt x="9965" y="7413"/>
                  </a:cubicBezTo>
                  <a:cubicBezTo>
                    <a:pt x="9734" y="7292"/>
                    <a:pt x="9525" y="7254"/>
                    <a:pt x="9343" y="7254"/>
                  </a:cubicBezTo>
                  <a:cubicBezTo>
                    <a:pt x="9040" y="7254"/>
                    <a:pt x="8811" y="7359"/>
                    <a:pt x="8676" y="7359"/>
                  </a:cubicBezTo>
                  <a:cubicBezTo>
                    <a:pt x="8461" y="7359"/>
                    <a:pt x="7897" y="7091"/>
                    <a:pt x="7709" y="6554"/>
                  </a:cubicBezTo>
                  <a:cubicBezTo>
                    <a:pt x="7521" y="6017"/>
                    <a:pt x="7735" y="5156"/>
                    <a:pt x="7735" y="5156"/>
                  </a:cubicBezTo>
                  <a:cubicBezTo>
                    <a:pt x="7735" y="5156"/>
                    <a:pt x="8011" y="5194"/>
                    <a:pt x="8295" y="5194"/>
                  </a:cubicBezTo>
                  <a:cubicBezTo>
                    <a:pt x="8551" y="5194"/>
                    <a:pt x="8814" y="5164"/>
                    <a:pt x="8891" y="5049"/>
                  </a:cubicBezTo>
                  <a:cubicBezTo>
                    <a:pt x="9052" y="4807"/>
                    <a:pt x="8917" y="2981"/>
                    <a:pt x="8917" y="2981"/>
                  </a:cubicBezTo>
                  <a:lnTo>
                    <a:pt x="9079" y="2712"/>
                  </a:lnTo>
                  <a:cubicBezTo>
                    <a:pt x="9235" y="2452"/>
                    <a:pt x="9063" y="2066"/>
                    <a:pt x="8930" y="2066"/>
                  </a:cubicBezTo>
                  <a:cubicBezTo>
                    <a:pt x="8926" y="2066"/>
                    <a:pt x="8921" y="2066"/>
                    <a:pt x="8917" y="2067"/>
                  </a:cubicBezTo>
                  <a:cubicBezTo>
                    <a:pt x="8909" y="2069"/>
                    <a:pt x="8900" y="2070"/>
                    <a:pt x="8889" y="2070"/>
                  </a:cubicBezTo>
                  <a:cubicBezTo>
                    <a:pt x="8726" y="2070"/>
                    <a:pt x="8288" y="1867"/>
                    <a:pt x="8112" y="1262"/>
                  </a:cubicBezTo>
                  <a:cubicBezTo>
                    <a:pt x="7923" y="617"/>
                    <a:pt x="7306" y="268"/>
                    <a:pt x="7306" y="268"/>
                  </a:cubicBezTo>
                  <a:cubicBezTo>
                    <a:pt x="6810" y="69"/>
                    <a:pt x="6401" y="1"/>
                    <a:pt x="60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g33adf7f9e96_1_396"/>
            <p:cNvSpPr/>
            <p:nvPr/>
          </p:nvSpPr>
          <p:spPr>
            <a:xfrm>
              <a:off x="907654" y="2892471"/>
              <a:ext cx="648429" cy="868254"/>
            </a:xfrm>
            <a:custGeom>
              <a:rect b="b" l="l" r="r" t="t"/>
              <a:pathLst>
                <a:path extrusionOk="0" h="17138" w="12799">
                  <a:moveTo>
                    <a:pt x="6150" y="137"/>
                  </a:moveTo>
                  <a:cubicBezTo>
                    <a:pt x="6470" y="137"/>
                    <a:pt x="6868" y="204"/>
                    <a:pt x="7350" y="396"/>
                  </a:cubicBezTo>
                  <a:cubicBezTo>
                    <a:pt x="7400" y="424"/>
                    <a:pt x="7951" y="763"/>
                    <a:pt x="8122" y="1348"/>
                  </a:cubicBezTo>
                  <a:cubicBezTo>
                    <a:pt x="8308" y="1985"/>
                    <a:pt x="8766" y="2204"/>
                    <a:pt x="8965" y="2204"/>
                  </a:cubicBezTo>
                  <a:cubicBezTo>
                    <a:pt x="8980" y="2204"/>
                    <a:pt x="8993" y="2203"/>
                    <a:pt x="9004" y="2200"/>
                  </a:cubicBezTo>
                  <a:cubicBezTo>
                    <a:pt x="9005" y="2200"/>
                    <a:pt x="9005" y="2200"/>
                    <a:pt x="9006" y="2200"/>
                  </a:cubicBezTo>
                  <a:cubicBezTo>
                    <a:pt x="9014" y="2200"/>
                    <a:pt x="9043" y="2219"/>
                    <a:pt x="9075" y="2270"/>
                  </a:cubicBezTo>
                  <a:cubicBezTo>
                    <a:pt x="9151" y="2392"/>
                    <a:pt x="9183" y="2600"/>
                    <a:pt x="9095" y="2746"/>
                  </a:cubicBezTo>
                  <a:lnTo>
                    <a:pt x="8934" y="3014"/>
                  </a:lnTo>
                  <a:cubicBezTo>
                    <a:pt x="8927" y="3026"/>
                    <a:pt x="8924" y="3039"/>
                    <a:pt x="8925" y="3053"/>
                  </a:cubicBezTo>
                  <a:cubicBezTo>
                    <a:pt x="8977" y="3751"/>
                    <a:pt x="9017" y="4918"/>
                    <a:pt x="8910" y="5080"/>
                  </a:cubicBezTo>
                  <a:cubicBezTo>
                    <a:pt x="8853" y="5165"/>
                    <a:pt x="8619" y="5196"/>
                    <a:pt x="8356" y="5196"/>
                  </a:cubicBezTo>
                  <a:cubicBezTo>
                    <a:pt x="8175" y="5196"/>
                    <a:pt x="7980" y="5181"/>
                    <a:pt x="7819" y="5159"/>
                  </a:cubicBezTo>
                  <a:cubicBezTo>
                    <a:pt x="7815" y="5159"/>
                    <a:pt x="7812" y="5158"/>
                    <a:pt x="7808" y="5158"/>
                  </a:cubicBezTo>
                  <a:cubicBezTo>
                    <a:pt x="7779" y="5158"/>
                    <a:pt x="7753" y="5179"/>
                    <a:pt x="7745" y="5209"/>
                  </a:cubicBezTo>
                  <a:cubicBezTo>
                    <a:pt x="7736" y="5244"/>
                    <a:pt x="7528" y="6094"/>
                    <a:pt x="7721" y="6643"/>
                  </a:cubicBezTo>
                  <a:cubicBezTo>
                    <a:pt x="7916" y="7201"/>
                    <a:pt x="8494" y="7494"/>
                    <a:pt x="8750" y="7494"/>
                  </a:cubicBezTo>
                  <a:cubicBezTo>
                    <a:pt x="8811" y="7494"/>
                    <a:pt x="8885" y="7476"/>
                    <a:pt x="8970" y="7455"/>
                  </a:cubicBezTo>
                  <a:cubicBezTo>
                    <a:pt x="9089" y="7426"/>
                    <a:pt x="9239" y="7390"/>
                    <a:pt x="9415" y="7390"/>
                  </a:cubicBezTo>
                  <a:cubicBezTo>
                    <a:pt x="9589" y="7390"/>
                    <a:pt x="9789" y="7425"/>
                    <a:pt x="10009" y="7540"/>
                  </a:cubicBezTo>
                  <a:cubicBezTo>
                    <a:pt x="10567" y="7832"/>
                    <a:pt x="12357" y="9169"/>
                    <a:pt x="12646" y="9385"/>
                  </a:cubicBezTo>
                  <a:lnTo>
                    <a:pt x="11588" y="12276"/>
                  </a:lnTo>
                  <a:lnTo>
                    <a:pt x="10472" y="11694"/>
                  </a:lnTo>
                  <a:cubicBezTo>
                    <a:pt x="10463" y="11689"/>
                    <a:pt x="10453" y="11686"/>
                    <a:pt x="10443" y="11686"/>
                  </a:cubicBezTo>
                  <a:cubicBezTo>
                    <a:pt x="10429" y="11686"/>
                    <a:pt x="10415" y="11690"/>
                    <a:pt x="10404" y="11698"/>
                  </a:cubicBezTo>
                  <a:cubicBezTo>
                    <a:pt x="10383" y="11713"/>
                    <a:pt x="10373" y="11737"/>
                    <a:pt x="10377" y="11764"/>
                  </a:cubicBezTo>
                  <a:lnTo>
                    <a:pt x="11197" y="16819"/>
                  </a:lnTo>
                  <a:lnTo>
                    <a:pt x="3284" y="17002"/>
                  </a:lnTo>
                  <a:cubicBezTo>
                    <a:pt x="3295" y="16479"/>
                    <a:pt x="3347" y="13357"/>
                    <a:pt x="3145" y="12725"/>
                  </a:cubicBezTo>
                  <a:cubicBezTo>
                    <a:pt x="2931" y="12056"/>
                    <a:pt x="2579" y="11430"/>
                    <a:pt x="2575" y="11424"/>
                  </a:cubicBezTo>
                  <a:cubicBezTo>
                    <a:pt x="2566" y="11407"/>
                    <a:pt x="2550" y="11396"/>
                    <a:pt x="2530" y="11392"/>
                  </a:cubicBezTo>
                  <a:cubicBezTo>
                    <a:pt x="2527" y="11391"/>
                    <a:pt x="2522" y="11391"/>
                    <a:pt x="2518" y="11391"/>
                  </a:cubicBezTo>
                  <a:cubicBezTo>
                    <a:pt x="2503" y="11391"/>
                    <a:pt x="2489" y="11396"/>
                    <a:pt x="2477" y="11405"/>
                  </a:cubicBezTo>
                  <a:lnTo>
                    <a:pt x="1516" y="12163"/>
                  </a:lnTo>
                  <a:lnTo>
                    <a:pt x="157" y="9802"/>
                  </a:lnTo>
                  <a:cubicBezTo>
                    <a:pt x="437" y="9526"/>
                    <a:pt x="2270" y="7741"/>
                    <a:pt x="3015" y="7573"/>
                  </a:cubicBezTo>
                  <a:cubicBezTo>
                    <a:pt x="3339" y="7500"/>
                    <a:pt x="3685" y="7492"/>
                    <a:pt x="4019" y="7487"/>
                  </a:cubicBezTo>
                  <a:cubicBezTo>
                    <a:pt x="4539" y="7476"/>
                    <a:pt x="4989" y="7468"/>
                    <a:pt x="5202" y="7200"/>
                  </a:cubicBezTo>
                  <a:cubicBezTo>
                    <a:pt x="5533" y="6787"/>
                    <a:pt x="5298" y="5037"/>
                    <a:pt x="5269" y="4840"/>
                  </a:cubicBezTo>
                  <a:cubicBezTo>
                    <a:pt x="5267" y="4815"/>
                    <a:pt x="5249" y="4794"/>
                    <a:pt x="5225" y="4785"/>
                  </a:cubicBezTo>
                  <a:cubicBezTo>
                    <a:pt x="5218" y="4783"/>
                    <a:pt x="4471" y="4506"/>
                    <a:pt x="4032" y="3189"/>
                  </a:cubicBezTo>
                  <a:cubicBezTo>
                    <a:pt x="3594" y="1876"/>
                    <a:pt x="5099" y="479"/>
                    <a:pt x="5118" y="462"/>
                  </a:cubicBezTo>
                  <a:cubicBezTo>
                    <a:pt x="5122" y="457"/>
                    <a:pt x="5447" y="137"/>
                    <a:pt x="6150" y="137"/>
                  </a:cubicBezTo>
                  <a:close/>
                  <a:moveTo>
                    <a:pt x="6140" y="0"/>
                  </a:moveTo>
                  <a:cubicBezTo>
                    <a:pt x="5391" y="0"/>
                    <a:pt x="5043" y="348"/>
                    <a:pt x="5025" y="368"/>
                  </a:cubicBezTo>
                  <a:cubicBezTo>
                    <a:pt x="4960" y="427"/>
                    <a:pt x="3441" y="1836"/>
                    <a:pt x="3906" y="3231"/>
                  </a:cubicBezTo>
                  <a:cubicBezTo>
                    <a:pt x="4314" y="4458"/>
                    <a:pt x="4976" y="4821"/>
                    <a:pt x="5144" y="4895"/>
                  </a:cubicBezTo>
                  <a:cubicBezTo>
                    <a:pt x="5218" y="5446"/>
                    <a:pt x="5342" y="6812"/>
                    <a:pt x="5099" y="7117"/>
                  </a:cubicBezTo>
                  <a:cubicBezTo>
                    <a:pt x="4924" y="7336"/>
                    <a:pt x="4504" y="7343"/>
                    <a:pt x="4016" y="7354"/>
                  </a:cubicBezTo>
                  <a:cubicBezTo>
                    <a:pt x="3692" y="7360"/>
                    <a:pt x="3324" y="7367"/>
                    <a:pt x="2987" y="7443"/>
                  </a:cubicBezTo>
                  <a:cubicBezTo>
                    <a:pt x="2146" y="7633"/>
                    <a:pt x="113" y="9658"/>
                    <a:pt x="27" y="9744"/>
                  </a:cubicBezTo>
                  <a:cubicBezTo>
                    <a:pt x="5" y="9765"/>
                    <a:pt x="1" y="9798"/>
                    <a:pt x="16" y="9824"/>
                  </a:cubicBezTo>
                  <a:lnTo>
                    <a:pt x="1439" y="12296"/>
                  </a:lnTo>
                  <a:cubicBezTo>
                    <a:pt x="1449" y="12312"/>
                    <a:pt x="1465" y="12324"/>
                    <a:pt x="1484" y="12328"/>
                  </a:cubicBezTo>
                  <a:cubicBezTo>
                    <a:pt x="1488" y="12329"/>
                    <a:pt x="1493" y="12329"/>
                    <a:pt x="1497" y="12329"/>
                  </a:cubicBezTo>
                  <a:cubicBezTo>
                    <a:pt x="1512" y="12329"/>
                    <a:pt x="1527" y="12324"/>
                    <a:pt x="1539" y="12315"/>
                  </a:cubicBezTo>
                  <a:lnTo>
                    <a:pt x="2497" y="11558"/>
                  </a:lnTo>
                  <a:cubicBezTo>
                    <a:pt x="2593" y="11735"/>
                    <a:pt x="2850" y="12237"/>
                    <a:pt x="3019" y="12767"/>
                  </a:cubicBezTo>
                  <a:cubicBezTo>
                    <a:pt x="3228" y="13420"/>
                    <a:pt x="3150" y="17033"/>
                    <a:pt x="3150" y="17070"/>
                  </a:cubicBezTo>
                  <a:cubicBezTo>
                    <a:pt x="3149" y="17088"/>
                    <a:pt x="3156" y="17105"/>
                    <a:pt x="3169" y="17118"/>
                  </a:cubicBezTo>
                  <a:cubicBezTo>
                    <a:pt x="3182" y="17130"/>
                    <a:pt x="3199" y="17137"/>
                    <a:pt x="3216" y="17137"/>
                  </a:cubicBezTo>
                  <a:lnTo>
                    <a:pt x="3218" y="17137"/>
                  </a:lnTo>
                  <a:lnTo>
                    <a:pt x="11277" y="16949"/>
                  </a:lnTo>
                  <a:cubicBezTo>
                    <a:pt x="11296" y="16949"/>
                    <a:pt x="11314" y="16940"/>
                    <a:pt x="11327" y="16925"/>
                  </a:cubicBezTo>
                  <a:cubicBezTo>
                    <a:pt x="11339" y="16910"/>
                    <a:pt x="11343" y="16891"/>
                    <a:pt x="11341" y="16872"/>
                  </a:cubicBezTo>
                  <a:lnTo>
                    <a:pt x="10529" y="11872"/>
                  </a:lnTo>
                  <a:lnTo>
                    <a:pt x="11594" y="12428"/>
                  </a:lnTo>
                  <a:cubicBezTo>
                    <a:pt x="11604" y="12434"/>
                    <a:pt x="11614" y="12437"/>
                    <a:pt x="11625" y="12437"/>
                  </a:cubicBezTo>
                  <a:cubicBezTo>
                    <a:pt x="11633" y="12437"/>
                    <a:pt x="11641" y="12435"/>
                    <a:pt x="11649" y="12432"/>
                  </a:cubicBezTo>
                  <a:cubicBezTo>
                    <a:pt x="11666" y="12425"/>
                    <a:pt x="11680" y="12411"/>
                    <a:pt x="11686" y="12393"/>
                  </a:cubicBezTo>
                  <a:lnTo>
                    <a:pt x="12788" y="9384"/>
                  </a:lnTo>
                  <a:cubicBezTo>
                    <a:pt x="12799" y="9357"/>
                    <a:pt x="12789" y="9326"/>
                    <a:pt x="12765" y="9309"/>
                  </a:cubicBezTo>
                  <a:cubicBezTo>
                    <a:pt x="12681" y="9245"/>
                    <a:pt x="10685" y="7743"/>
                    <a:pt x="10070" y="7423"/>
                  </a:cubicBezTo>
                  <a:cubicBezTo>
                    <a:pt x="9827" y="7295"/>
                    <a:pt x="9607" y="7255"/>
                    <a:pt x="9417" y="7255"/>
                  </a:cubicBezTo>
                  <a:cubicBezTo>
                    <a:pt x="9228" y="7255"/>
                    <a:pt x="9067" y="7294"/>
                    <a:pt x="8939" y="7326"/>
                  </a:cubicBezTo>
                  <a:cubicBezTo>
                    <a:pt x="8862" y="7345"/>
                    <a:pt x="8796" y="7361"/>
                    <a:pt x="8750" y="7361"/>
                  </a:cubicBezTo>
                  <a:cubicBezTo>
                    <a:pt x="8559" y="7361"/>
                    <a:pt x="8021" y="7102"/>
                    <a:pt x="7846" y="6599"/>
                  </a:cubicBezTo>
                  <a:cubicBezTo>
                    <a:pt x="7693" y="6165"/>
                    <a:pt x="7819" y="5497"/>
                    <a:pt x="7861" y="5298"/>
                  </a:cubicBezTo>
                  <a:cubicBezTo>
                    <a:pt x="7970" y="5311"/>
                    <a:pt x="8162" y="5329"/>
                    <a:pt x="8361" y="5329"/>
                  </a:cubicBezTo>
                  <a:cubicBezTo>
                    <a:pt x="8638" y="5329"/>
                    <a:pt x="8927" y="5293"/>
                    <a:pt x="9021" y="5153"/>
                  </a:cubicBezTo>
                  <a:cubicBezTo>
                    <a:pt x="9184" y="4908"/>
                    <a:pt x="9079" y="3333"/>
                    <a:pt x="9060" y="3065"/>
                  </a:cubicBezTo>
                  <a:lnTo>
                    <a:pt x="9210" y="2814"/>
                  </a:lnTo>
                  <a:cubicBezTo>
                    <a:pt x="9333" y="2608"/>
                    <a:pt x="9283" y="2333"/>
                    <a:pt x="9173" y="2177"/>
                  </a:cubicBezTo>
                  <a:cubicBezTo>
                    <a:pt x="9123" y="2106"/>
                    <a:pt x="9065" y="2067"/>
                    <a:pt x="9007" y="2067"/>
                  </a:cubicBezTo>
                  <a:cubicBezTo>
                    <a:pt x="8998" y="2067"/>
                    <a:pt x="8989" y="2068"/>
                    <a:pt x="8979" y="2070"/>
                  </a:cubicBezTo>
                  <a:cubicBezTo>
                    <a:pt x="8975" y="2071"/>
                    <a:pt x="8971" y="2071"/>
                    <a:pt x="8965" y="2071"/>
                  </a:cubicBezTo>
                  <a:cubicBezTo>
                    <a:pt x="8852" y="2071"/>
                    <a:pt x="8425" y="1914"/>
                    <a:pt x="8249" y="1311"/>
                  </a:cubicBezTo>
                  <a:cubicBezTo>
                    <a:pt x="8057" y="648"/>
                    <a:pt x="7439" y="292"/>
                    <a:pt x="7413" y="278"/>
                  </a:cubicBezTo>
                  <a:cubicBezTo>
                    <a:pt x="7411" y="277"/>
                    <a:pt x="7407" y="275"/>
                    <a:pt x="7405" y="274"/>
                  </a:cubicBezTo>
                  <a:cubicBezTo>
                    <a:pt x="6897" y="71"/>
                    <a:pt x="6478" y="0"/>
                    <a:pt x="61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g33adf7f9e96_1_396"/>
            <p:cNvSpPr/>
            <p:nvPr/>
          </p:nvSpPr>
          <p:spPr>
            <a:xfrm>
              <a:off x="1266548" y="3150899"/>
              <a:ext cx="36781" cy="34045"/>
            </a:xfrm>
            <a:custGeom>
              <a:rect b="b" l="l" r="r" t="t"/>
              <a:pathLst>
                <a:path extrusionOk="0" h="672" w="726">
                  <a:moveTo>
                    <a:pt x="0" y="0"/>
                  </a:moveTo>
                  <a:lnTo>
                    <a:pt x="583" y="671"/>
                  </a:lnTo>
                  <a:lnTo>
                    <a:pt x="725" y="123"/>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g33adf7f9e96_1_396"/>
            <p:cNvSpPr/>
            <p:nvPr/>
          </p:nvSpPr>
          <p:spPr>
            <a:xfrm>
              <a:off x="1262849" y="3147555"/>
              <a:ext cx="44026" cy="40733"/>
            </a:xfrm>
            <a:custGeom>
              <a:rect b="b" l="l" r="r" t="t"/>
              <a:pathLst>
                <a:path extrusionOk="0" h="804" w="869">
                  <a:moveTo>
                    <a:pt x="245" y="163"/>
                  </a:moveTo>
                  <a:lnTo>
                    <a:pt x="717" y="243"/>
                  </a:lnTo>
                  <a:lnTo>
                    <a:pt x="623" y="599"/>
                  </a:lnTo>
                  <a:lnTo>
                    <a:pt x="245" y="163"/>
                  </a:lnTo>
                  <a:close/>
                  <a:moveTo>
                    <a:pt x="72" y="0"/>
                  </a:moveTo>
                  <a:cubicBezTo>
                    <a:pt x="48" y="0"/>
                    <a:pt x="26" y="13"/>
                    <a:pt x="15" y="34"/>
                  </a:cubicBezTo>
                  <a:cubicBezTo>
                    <a:pt x="1" y="59"/>
                    <a:pt x="4" y="89"/>
                    <a:pt x="22" y="110"/>
                  </a:cubicBezTo>
                  <a:lnTo>
                    <a:pt x="605" y="781"/>
                  </a:lnTo>
                  <a:cubicBezTo>
                    <a:pt x="618" y="795"/>
                    <a:pt x="636" y="803"/>
                    <a:pt x="656" y="803"/>
                  </a:cubicBezTo>
                  <a:cubicBezTo>
                    <a:pt x="661" y="803"/>
                    <a:pt x="666" y="803"/>
                    <a:pt x="671" y="802"/>
                  </a:cubicBezTo>
                  <a:cubicBezTo>
                    <a:pt x="695" y="796"/>
                    <a:pt x="714" y="779"/>
                    <a:pt x="720" y="754"/>
                  </a:cubicBezTo>
                  <a:lnTo>
                    <a:pt x="863" y="206"/>
                  </a:lnTo>
                  <a:cubicBezTo>
                    <a:pt x="868" y="188"/>
                    <a:pt x="865" y="169"/>
                    <a:pt x="855" y="154"/>
                  </a:cubicBezTo>
                  <a:cubicBezTo>
                    <a:pt x="844" y="139"/>
                    <a:pt x="828" y="128"/>
                    <a:pt x="810" y="124"/>
                  </a:cubicBezTo>
                  <a:lnTo>
                    <a:pt x="84" y="1"/>
                  </a:lnTo>
                  <a:cubicBezTo>
                    <a:pt x="80" y="1"/>
                    <a:pt x="76"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g33adf7f9e96_1_396"/>
            <p:cNvSpPr/>
            <p:nvPr/>
          </p:nvSpPr>
          <p:spPr>
            <a:xfrm>
              <a:off x="1279315" y="2950580"/>
              <a:ext cx="36578" cy="39314"/>
            </a:xfrm>
            <a:custGeom>
              <a:rect b="b" l="l" r="r" t="t"/>
              <a:pathLst>
                <a:path extrusionOk="0" h="776" w="722">
                  <a:moveTo>
                    <a:pt x="589" y="0"/>
                  </a:moveTo>
                  <a:cubicBezTo>
                    <a:pt x="123" y="0"/>
                    <a:pt x="0" y="420"/>
                    <a:pt x="0" y="643"/>
                  </a:cubicBezTo>
                  <a:cubicBezTo>
                    <a:pt x="0" y="716"/>
                    <a:pt x="59" y="775"/>
                    <a:pt x="133" y="775"/>
                  </a:cubicBezTo>
                  <a:cubicBezTo>
                    <a:pt x="206" y="775"/>
                    <a:pt x="265" y="716"/>
                    <a:pt x="266" y="644"/>
                  </a:cubicBezTo>
                  <a:cubicBezTo>
                    <a:pt x="266" y="580"/>
                    <a:pt x="285" y="265"/>
                    <a:pt x="589" y="265"/>
                  </a:cubicBezTo>
                  <a:cubicBezTo>
                    <a:pt x="663" y="265"/>
                    <a:pt x="722" y="206"/>
                    <a:pt x="722" y="133"/>
                  </a:cubicBezTo>
                  <a:cubicBezTo>
                    <a:pt x="722" y="59"/>
                    <a:pt x="663" y="0"/>
                    <a:pt x="5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g33adf7f9e96_1_396"/>
            <p:cNvSpPr/>
            <p:nvPr/>
          </p:nvSpPr>
          <p:spPr>
            <a:xfrm>
              <a:off x="1295223" y="3053729"/>
              <a:ext cx="51676" cy="47673"/>
            </a:xfrm>
            <a:custGeom>
              <a:rect b="b" l="l" r="r" t="t"/>
              <a:pathLst>
                <a:path extrusionOk="0" h="941" w="1020">
                  <a:moveTo>
                    <a:pt x="79" y="0"/>
                  </a:moveTo>
                  <a:cubicBezTo>
                    <a:pt x="79" y="1"/>
                    <a:pt x="1" y="940"/>
                    <a:pt x="333" y="940"/>
                  </a:cubicBezTo>
                  <a:cubicBezTo>
                    <a:pt x="338" y="940"/>
                    <a:pt x="343" y="940"/>
                    <a:pt x="347" y="940"/>
                  </a:cubicBezTo>
                  <a:cubicBezTo>
                    <a:pt x="698" y="914"/>
                    <a:pt x="1019" y="457"/>
                    <a:pt x="1019" y="457"/>
                  </a:cubicBezTo>
                  <a:lnTo>
                    <a:pt x="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g33adf7f9e96_1_396"/>
            <p:cNvSpPr/>
            <p:nvPr/>
          </p:nvSpPr>
          <p:spPr>
            <a:xfrm>
              <a:off x="1293095" y="3050334"/>
              <a:ext cx="57299" cy="54462"/>
            </a:xfrm>
            <a:custGeom>
              <a:rect b="b" l="l" r="r" t="t"/>
              <a:pathLst>
                <a:path extrusionOk="0" h="1075" w="1131">
                  <a:moveTo>
                    <a:pt x="181" y="170"/>
                  </a:moveTo>
                  <a:lnTo>
                    <a:pt x="958" y="548"/>
                  </a:lnTo>
                  <a:cubicBezTo>
                    <a:pt x="860" y="669"/>
                    <a:pt x="625" y="923"/>
                    <a:pt x="385" y="942"/>
                  </a:cubicBezTo>
                  <a:cubicBezTo>
                    <a:pt x="354" y="942"/>
                    <a:pt x="329" y="934"/>
                    <a:pt x="305" y="910"/>
                  </a:cubicBezTo>
                  <a:cubicBezTo>
                    <a:pt x="184" y="788"/>
                    <a:pt x="173" y="396"/>
                    <a:pt x="181" y="170"/>
                  </a:cubicBezTo>
                  <a:close/>
                  <a:moveTo>
                    <a:pt x="122" y="1"/>
                  </a:moveTo>
                  <a:cubicBezTo>
                    <a:pt x="110" y="1"/>
                    <a:pt x="99" y="4"/>
                    <a:pt x="88" y="10"/>
                  </a:cubicBezTo>
                  <a:cubicBezTo>
                    <a:pt x="69" y="20"/>
                    <a:pt x="57" y="40"/>
                    <a:pt x="55" y="62"/>
                  </a:cubicBezTo>
                  <a:cubicBezTo>
                    <a:pt x="49" y="136"/>
                    <a:pt x="0" y="793"/>
                    <a:pt x="211" y="1003"/>
                  </a:cubicBezTo>
                  <a:cubicBezTo>
                    <a:pt x="257" y="1051"/>
                    <a:pt x="314" y="1074"/>
                    <a:pt x="376" y="1074"/>
                  </a:cubicBezTo>
                  <a:cubicBezTo>
                    <a:pt x="382" y="1074"/>
                    <a:pt x="388" y="1074"/>
                    <a:pt x="395" y="1073"/>
                  </a:cubicBezTo>
                  <a:cubicBezTo>
                    <a:pt x="770" y="1045"/>
                    <a:pt x="1102" y="582"/>
                    <a:pt x="1116" y="562"/>
                  </a:cubicBezTo>
                  <a:cubicBezTo>
                    <a:pt x="1126" y="547"/>
                    <a:pt x="1130" y="527"/>
                    <a:pt x="1125" y="508"/>
                  </a:cubicBezTo>
                  <a:cubicBezTo>
                    <a:pt x="1121" y="489"/>
                    <a:pt x="1108" y="472"/>
                    <a:pt x="1090" y="464"/>
                  </a:cubicBezTo>
                  <a:lnTo>
                    <a:pt x="150" y="7"/>
                  </a:lnTo>
                  <a:cubicBezTo>
                    <a:pt x="141" y="3"/>
                    <a:pt x="132" y="1"/>
                    <a:pt x="1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g33adf7f9e96_1_396"/>
            <p:cNvSpPr/>
            <p:nvPr/>
          </p:nvSpPr>
          <p:spPr>
            <a:xfrm>
              <a:off x="1296489" y="2996835"/>
              <a:ext cx="35666" cy="14996"/>
            </a:xfrm>
            <a:custGeom>
              <a:rect b="b" l="l" r="r" t="t"/>
              <a:pathLst>
                <a:path extrusionOk="0" h="296" w="704">
                  <a:moveTo>
                    <a:pt x="400" y="1"/>
                  </a:moveTo>
                  <a:cubicBezTo>
                    <a:pt x="197" y="1"/>
                    <a:pt x="33" y="176"/>
                    <a:pt x="25" y="184"/>
                  </a:cubicBezTo>
                  <a:cubicBezTo>
                    <a:pt x="1" y="210"/>
                    <a:pt x="2" y="253"/>
                    <a:pt x="29" y="278"/>
                  </a:cubicBezTo>
                  <a:cubicBezTo>
                    <a:pt x="42" y="289"/>
                    <a:pt x="57" y="295"/>
                    <a:pt x="74" y="295"/>
                  </a:cubicBezTo>
                  <a:cubicBezTo>
                    <a:pt x="92" y="295"/>
                    <a:pt x="109" y="288"/>
                    <a:pt x="122" y="274"/>
                  </a:cubicBezTo>
                  <a:cubicBezTo>
                    <a:pt x="124" y="272"/>
                    <a:pt x="256" y="133"/>
                    <a:pt x="400" y="133"/>
                  </a:cubicBezTo>
                  <a:cubicBezTo>
                    <a:pt x="467" y="133"/>
                    <a:pt x="525" y="163"/>
                    <a:pt x="580" y="223"/>
                  </a:cubicBezTo>
                  <a:cubicBezTo>
                    <a:pt x="593" y="237"/>
                    <a:pt x="611" y="244"/>
                    <a:pt x="628" y="244"/>
                  </a:cubicBezTo>
                  <a:cubicBezTo>
                    <a:pt x="645" y="244"/>
                    <a:pt x="661" y="239"/>
                    <a:pt x="674" y="227"/>
                  </a:cubicBezTo>
                  <a:cubicBezTo>
                    <a:pt x="701" y="203"/>
                    <a:pt x="703" y="160"/>
                    <a:pt x="679" y="133"/>
                  </a:cubicBezTo>
                  <a:cubicBezTo>
                    <a:pt x="598" y="46"/>
                    <a:pt x="505" y="1"/>
                    <a:pt x="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g33adf7f9e96_1_396"/>
            <p:cNvSpPr/>
            <p:nvPr/>
          </p:nvSpPr>
          <p:spPr>
            <a:xfrm>
              <a:off x="1298668" y="3053729"/>
              <a:ext cx="48231" cy="29486"/>
            </a:xfrm>
            <a:custGeom>
              <a:rect b="b" l="l" r="r" t="t"/>
              <a:pathLst>
                <a:path extrusionOk="0" h="582" w="952">
                  <a:moveTo>
                    <a:pt x="11" y="0"/>
                  </a:moveTo>
                  <a:cubicBezTo>
                    <a:pt x="11" y="0"/>
                    <a:pt x="0" y="138"/>
                    <a:pt x="4" y="307"/>
                  </a:cubicBezTo>
                  <a:lnTo>
                    <a:pt x="850" y="581"/>
                  </a:lnTo>
                  <a:cubicBezTo>
                    <a:pt x="914" y="510"/>
                    <a:pt x="951" y="457"/>
                    <a:pt x="951" y="457"/>
                  </a:cubicBez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g33adf7f9e96_1_396"/>
            <p:cNvSpPr/>
            <p:nvPr/>
          </p:nvSpPr>
          <p:spPr>
            <a:xfrm>
              <a:off x="1295223" y="3050334"/>
              <a:ext cx="55171" cy="36224"/>
            </a:xfrm>
            <a:custGeom>
              <a:rect b="b" l="l" r="r" t="t"/>
              <a:pathLst>
                <a:path extrusionOk="0" h="715" w="1089">
                  <a:moveTo>
                    <a:pt x="140" y="170"/>
                  </a:moveTo>
                  <a:lnTo>
                    <a:pt x="916" y="548"/>
                  </a:lnTo>
                  <a:cubicBezTo>
                    <a:pt x="911" y="555"/>
                    <a:pt x="903" y="563"/>
                    <a:pt x="896" y="572"/>
                  </a:cubicBezTo>
                  <a:lnTo>
                    <a:pt x="138" y="325"/>
                  </a:lnTo>
                  <a:cubicBezTo>
                    <a:pt x="137" y="266"/>
                    <a:pt x="138" y="213"/>
                    <a:pt x="140" y="170"/>
                  </a:cubicBezTo>
                  <a:close/>
                  <a:moveTo>
                    <a:pt x="78" y="0"/>
                  </a:moveTo>
                  <a:cubicBezTo>
                    <a:pt x="67" y="0"/>
                    <a:pt x="56" y="3"/>
                    <a:pt x="46" y="10"/>
                  </a:cubicBezTo>
                  <a:cubicBezTo>
                    <a:pt x="27" y="20"/>
                    <a:pt x="15" y="40"/>
                    <a:pt x="13" y="62"/>
                  </a:cubicBezTo>
                  <a:cubicBezTo>
                    <a:pt x="13" y="67"/>
                    <a:pt x="1" y="205"/>
                    <a:pt x="5" y="375"/>
                  </a:cubicBezTo>
                  <a:cubicBezTo>
                    <a:pt x="7" y="404"/>
                    <a:pt x="24" y="428"/>
                    <a:pt x="52" y="437"/>
                  </a:cubicBezTo>
                  <a:lnTo>
                    <a:pt x="898" y="712"/>
                  </a:lnTo>
                  <a:cubicBezTo>
                    <a:pt x="903" y="715"/>
                    <a:pt x="911" y="715"/>
                    <a:pt x="918" y="715"/>
                  </a:cubicBezTo>
                  <a:cubicBezTo>
                    <a:pt x="937" y="715"/>
                    <a:pt x="954" y="708"/>
                    <a:pt x="967" y="693"/>
                  </a:cubicBezTo>
                  <a:cubicBezTo>
                    <a:pt x="1032" y="620"/>
                    <a:pt x="1071" y="564"/>
                    <a:pt x="1074" y="562"/>
                  </a:cubicBezTo>
                  <a:cubicBezTo>
                    <a:pt x="1084" y="547"/>
                    <a:pt x="1088" y="527"/>
                    <a:pt x="1083" y="508"/>
                  </a:cubicBezTo>
                  <a:cubicBezTo>
                    <a:pt x="1079" y="489"/>
                    <a:pt x="1066" y="472"/>
                    <a:pt x="1048" y="464"/>
                  </a:cubicBezTo>
                  <a:lnTo>
                    <a:pt x="108" y="7"/>
                  </a:lnTo>
                  <a:cubicBezTo>
                    <a:pt x="99" y="3"/>
                    <a:pt x="89" y="0"/>
                    <a:pt x="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g33adf7f9e96_1_396"/>
            <p:cNvSpPr/>
            <p:nvPr/>
          </p:nvSpPr>
          <p:spPr>
            <a:xfrm>
              <a:off x="801111" y="2912989"/>
              <a:ext cx="269525" cy="339641"/>
            </a:xfrm>
            <a:custGeom>
              <a:rect b="b" l="l" r="r" t="t"/>
              <a:pathLst>
                <a:path extrusionOk="0" h="6704" w="5320">
                  <a:moveTo>
                    <a:pt x="3273" y="1"/>
                  </a:moveTo>
                  <a:cubicBezTo>
                    <a:pt x="3230" y="1"/>
                    <a:pt x="3187" y="4"/>
                    <a:pt x="3144" y="11"/>
                  </a:cubicBezTo>
                  <a:cubicBezTo>
                    <a:pt x="2311" y="146"/>
                    <a:pt x="1666" y="1059"/>
                    <a:pt x="1935" y="2348"/>
                  </a:cubicBezTo>
                  <a:cubicBezTo>
                    <a:pt x="1935" y="2348"/>
                    <a:pt x="2069" y="2698"/>
                    <a:pt x="2176" y="2993"/>
                  </a:cubicBezTo>
                  <a:cubicBezTo>
                    <a:pt x="2176" y="2993"/>
                    <a:pt x="1935" y="2919"/>
                    <a:pt x="1622" y="2919"/>
                  </a:cubicBezTo>
                  <a:cubicBezTo>
                    <a:pt x="1282" y="2919"/>
                    <a:pt x="858" y="3006"/>
                    <a:pt x="564" y="3369"/>
                  </a:cubicBezTo>
                  <a:cubicBezTo>
                    <a:pt x="0" y="4068"/>
                    <a:pt x="431" y="4793"/>
                    <a:pt x="1076" y="5142"/>
                  </a:cubicBezTo>
                  <a:cubicBezTo>
                    <a:pt x="1632" y="5444"/>
                    <a:pt x="1989" y="5465"/>
                    <a:pt x="2075" y="5465"/>
                  </a:cubicBezTo>
                  <a:cubicBezTo>
                    <a:pt x="2089" y="5465"/>
                    <a:pt x="2095" y="5464"/>
                    <a:pt x="2095" y="5464"/>
                  </a:cubicBezTo>
                  <a:lnTo>
                    <a:pt x="2095" y="5464"/>
                  </a:lnTo>
                  <a:cubicBezTo>
                    <a:pt x="2095" y="5464"/>
                    <a:pt x="672" y="5894"/>
                    <a:pt x="1182" y="6432"/>
                  </a:cubicBezTo>
                  <a:cubicBezTo>
                    <a:pt x="1366" y="6625"/>
                    <a:pt x="1685" y="6704"/>
                    <a:pt x="2004" y="6704"/>
                  </a:cubicBezTo>
                  <a:cubicBezTo>
                    <a:pt x="2571" y="6704"/>
                    <a:pt x="3135" y="6455"/>
                    <a:pt x="2928" y="6163"/>
                  </a:cubicBezTo>
                  <a:cubicBezTo>
                    <a:pt x="2667" y="5793"/>
                    <a:pt x="2459" y="5758"/>
                    <a:pt x="2389" y="5758"/>
                  </a:cubicBezTo>
                  <a:cubicBezTo>
                    <a:pt x="2373" y="5758"/>
                    <a:pt x="2364" y="5760"/>
                    <a:pt x="2364" y="5760"/>
                  </a:cubicBezTo>
                  <a:cubicBezTo>
                    <a:pt x="2364" y="5760"/>
                    <a:pt x="3654" y="5276"/>
                    <a:pt x="3520" y="4927"/>
                  </a:cubicBezTo>
                  <a:cubicBezTo>
                    <a:pt x="3385" y="4578"/>
                    <a:pt x="2740" y="4310"/>
                    <a:pt x="2740" y="4309"/>
                  </a:cubicBezTo>
                  <a:lnTo>
                    <a:pt x="2740" y="4309"/>
                  </a:lnTo>
                  <a:cubicBezTo>
                    <a:pt x="2740" y="4310"/>
                    <a:pt x="3314" y="4509"/>
                    <a:pt x="3891" y="4509"/>
                  </a:cubicBezTo>
                  <a:cubicBezTo>
                    <a:pt x="4162" y="4509"/>
                    <a:pt x="4433" y="4465"/>
                    <a:pt x="4647" y="4337"/>
                  </a:cubicBezTo>
                  <a:cubicBezTo>
                    <a:pt x="5319" y="3933"/>
                    <a:pt x="4728" y="2214"/>
                    <a:pt x="4728" y="2214"/>
                  </a:cubicBezTo>
                  <a:lnTo>
                    <a:pt x="4567" y="1085"/>
                  </a:lnTo>
                  <a:cubicBezTo>
                    <a:pt x="4567" y="1085"/>
                    <a:pt x="4037" y="1"/>
                    <a:pt x="32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g33adf7f9e96_1_396"/>
            <p:cNvSpPr/>
            <p:nvPr/>
          </p:nvSpPr>
          <p:spPr>
            <a:xfrm>
              <a:off x="810939" y="2909645"/>
              <a:ext cx="263344" cy="346380"/>
            </a:xfrm>
            <a:custGeom>
              <a:rect b="b" l="l" r="r" t="t"/>
              <a:pathLst>
                <a:path extrusionOk="0" h="6837" w="5198">
                  <a:moveTo>
                    <a:pt x="3076" y="133"/>
                  </a:moveTo>
                  <a:cubicBezTo>
                    <a:pt x="3755" y="133"/>
                    <a:pt x="4256" y="1070"/>
                    <a:pt x="4309" y="1172"/>
                  </a:cubicBezTo>
                  <a:lnTo>
                    <a:pt x="4472" y="2301"/>
                  </a:lnTo>
                  <a:cubicBezTo>
                    <a:pt x="4477" y="2318"/>
                    <a:pt x="5038" y="3974"/>
                    <a:pt x="4420" y="4345"/>
                  </a:cubicBezTo>
                  <a:cubicBezTo>
                    <a:pt x="4218" y="4466"/>
                    <a:pt x="3959" y="4507"/>
                    <a:pt x="3699" y="4507"/>
                  </a:cubicBezTo>
                  <a:cubicBezTo>
                    <a:pt x="3140" y="4507"/>
                    <a:pt x="2577" y="4315"/>
                    <a:pt x="2569" y="4313"/>
                  </a:cubicBezTo>
                  <a:cubicBezTo>
                    <a:pt x="2561" y="4310"/>
                    <a:pt x="2554" y="4309"/>
                    <a:pt x="2547" y="4309"/>
                  </a:cubicBezTo>
                  <a:cubicBezTo>
                    <a:pt x="2520" y="4309"/>
                    <a:pt x="2495" y="4326"/>
                    <a:pt x="2485" y="4352"/>
                  </a:cubicBezTo>
                  <a:cubicBezTo>
                    <a:pt x="2472" y="4385"/>
                    <a:pt x="2488" y="4423"/>
                    <a:pt x="2521" y="4437"/>
                  </a:cubicBezTo>
                  <a:cubicBezTo>
                    <a:pt x="2527" y="4439"/>
                    <a:pt x="3141" y="4698"/>
                    <a:pt x="3263" y="5017"/>
                  </a:cubicBezTo>
                  <a:cubicBezTo>
                    <a:pt x="3269" y="5032"/>
                    <a:pt x="3275" y="5056"/>
                    <a:pt x="3257" y="5096"/>
                  </a:cubicBezTo>
                  <a:cubicBezTo>
                    <a:pt x="3145" y="5344"/>
                    <a:pt x="2418" y="5662"/>
                    <a:pt x="2148" y="5763"/>
                  </a:cubicBezTo>
                  <a:cubicBezTo>
                    <a:pt x="2114" y="5776"/>
                    <a:pt x="2097" y="5812"/>
                    <a:pt x="2107" y="5845"/>
                  </a:cubicBezTo>
                  <a:cubicBezTo>
                    <a:pt x="2115" y="5874"/>
                    <a:pt x="2142" y="5892"/>
                    <a:pt x="2172" y="5892"/>
                  </a:cubicBezTo>
                  <a:cubicBezTo>
                    <a:pt x="2176" y="5892"/>
                    <a:pt x="2181" y="5892"/>
                    <a:pt x="2185" y="5891"/>
                  </a:cubicBezTo>
                  <a:cubicBezTo>
                    <a:pt x="2186" y="5891"/>
                    <a:pt x="2189" y="5890"/>
                    <a:pt x="2195" y="5890"/>
                  </a:cubicBezTo>
                  <a:cubicBezTo>
                    <a:pt x="2241" y="5890"/>
                    <a:pt x="2433" y="5916"/>
                    <a:pt x="2680" y="6267"/>
                  </a:cubicBezTo>
                  <a:cubicBezTo>
                    <a:pt x="2714" y="6315"/>
                    <a:pt x="2746" y="6390"/>
                    <a:pt x="2629" y="6486"/>
                  </a:cubicBezTo>
                  <a:cubicBezTo>
                    <a:pt x="2470" y="6617"/>
                    <a:pt x="2141" y="6701"/>
                    <a:pt x="1813" y="6701"/>
                  </a:cubicBezTo>
                  <a:cubicBezTo>
                    <a:pt x="1508" y="6701"/>
                    <a:pt x="1204" y="6628"/>
                    <a:pt x="1037" y="6452"/>
                  </a:cubicBezTo>
                  <a:cubicBezTo>
                    <a:pt x="958" y="6369"/>
                    <a:pt x="930" y="6289"/>
                    <a:pt x="951" y="6208"/>
                  </a:cubicBezTo>
                  <a:cubicBezTo>
                    <a:pt x="1027" y="5922"/>
                    <a:pt x="1677" y="5667"/>
                    <a:pt x="1922" y="5594"/>
                  </a:cubicBezTo>
                  <a:cubicBezTo>
                    <a:pt x="1953" y="5585"/>
                    <a:pt x="1974" y="5551"/>
                    <a:pt x="1968" y="5518"/>
                  </a:cubicBezTo>
                  <a:cubicBezTo>
                    <a:pt x="1962" y="5486"/>
                    <a:pt x="1933" y="5464"/>
                    <a:pt x="1901" y="5464"/>
                  </a:cubicBezTo>
                  <a:lnTo>
                    <a:pt x="1898" y="5464"/>
                  </a:lnTo>
                  <a:cubicBezTo>
                    <a:pt x="1897" y="5464"/>
                    <a:pt x="1893" y="5464"/>
                    <a:pt x="1885" y="5464"/>
                  </a:cubicBezTo>
                  <a:cubicBezTo>
                    <a:pt x="1816" y="5464"/>
                    <a:pt x="1466" y="5449"/>
                    <a:pt x="914" y="5149"/>
                  </a:cubicBezTo>
                  <a:cubicBezTo>
                    <a:pt x="529" y="4941"/>
                    <a:pt x="260" y="4617"/>
                    <a:pt x="193" y="4282"/>
                  </a:cubicBezTo>
                  <a:cubicBezTo>
                    <a:pt x="137" y="4005"/>
                    <a:pt x="214" y="3734"/>
                    <a:pt x="423" y="3476"/>
                  </a:cubicBezTo>
                  <a:cubicBezTo>
                    <a:pt x="699" y="3134"/>
                    <a:pt x="1104" y="3052"/>
                    <a:pt x="1430" y="3052"/>
                  </a:cubicBezTo>
                  <a:cubicBezTo>
                    <a:pt x="1728" y="3052"/>
                    <a:pt x="1958" y="3121"/>
                    <a:pt x="1963" y="3123"/>
                  </a:cubicBezTo>
                  <a:cubicBezTo>
                    <a:pt x="1969" y="3124"/>
                    <a:pt x="1976" y="3125"/>
                    <a:pt x="1982" y="3125"/>
                  </a:cubicBezTo>
                  <a:cubicBezTo>
                    <a:pt x="2001" y="3125"/>
                    <a:pt x="2018" y="3118"/>
                    <a:pt x="2030" y="3105"/>
                  </a:cubicBezTo>
                  <a:cubicBezTo>
                    <a:pt x="2048" y="3086"/>
                    <a:pt x="2054" y="3060"/>
                    <a:pt x="2045" y="3036"/>
                  </a:cubicBezTo>
                  <a:cubicBezTo>
                    <a:pt x="1939" y="2744"/>
                    <a:pt x="1807" y="2401"/>
                    <a:pt x="1806" y="2401"/>
                  </a:cubicBezTo>
                  <a:cubicBezTo>
                    <a:pt x="1672" y="1758"/>
                    <a:pt x="1763" y="1166"/>
                    <a:pt x="2062" y="730"/>
                  </a:cubicBezTo>
                  <a:cubicBezTo>
                    <a:pt x="2284" y="410"/>
                    <a:pt x="2602" y="200"/>
                    <a:pt x="2960" y="142"/>
                  </a:cubicBezTo>
                  <a:cubicBezTo>
                    <a:pt x="3000" y="136"/>
                    <a:pt x="3038" y="133"/>
                    <a:pt x="3076" y="133"/>
                  </a:cubicBezTo>
                  <a:close/>
                  <a:moveTo>
                    <a:pt x="3082" y="0"/>
                  </a:moveTo>
                  <a:cubicBezTo>
                    <a:pt x="3035" y="0"/>
                    <a:pt x="2988" y="4"/>
                    <a:pt x="2939" y="12"/>
                  </a:cubicBezTo>
                  <a:cubicBezTo>
                    <a:pt x="2545" y="75"/>
                    <a:pt x="2195" y="303"/>
                    <a:pt x="1952" y="655"/>
                  </a:cubicBezTo>
                  <a:cubicBezTo>
                    <a:pt x="1633" y="1120"/>
                    <a:pt x="1535" y="1750"/>
                    <a:pt x="1679" y="2439"/>
                  </a:cubicBezTo>
                  <a:cubicBezTo>
                    <a:pt x="1679" y="2439"/>
                    <a:pt x="1781" y="2701"/>
                    <a:pt x="1877" y="2964"/>
                  </a:cubicBezTo>
                  <a:cubicBezTo>
                    <a:pt x="1772" y="2942"/>
                    <a:pt x="1611" y="2916"/>
                    <a:pt x="1425" y="2916"/>
                  </a:cubicBezTo>
                  <a:cubicBezTo>
                    <a:pt x="1072" y="2916"/>
                    <a:pt x="630" y="3009"/>
                    <a:pt x="320" y="3393"/>
                  </a:cubicBezTo>
                  <a:cubicBezTo>
                    <a:pt x="89" y="3679"/>
                    <a:pt x="0" y="3994"/>
                    <a:pt x="62" y="4308"/>
                  </a:cubicBezTo>
                  <a:cubicBezTo>
                    <a:pt x="137" y="4682"/>
                    <a:pt x="431" y="5039"/>
                    <a:pt x="850" y="5266"/>
                  </a:cubicBezTo>
                  <a:cubicBezTo>
                    <a:pt x="1173" y="5441"/>
                    <a:pt x="1431" y="5524"/>
                    <a:pt x="1610" y="5563"/>
                  </a:cubicBezTo>
                  <a:cubicBezTo>
                    <a:pt x="1319" y="5680"/>
                    <a:pt x="897" y="5895"/>
                    <a:pt x="824" y="6174"/>
                  </a:cubicBezTo>
                  <a:cubicBezTo>
                    <a:pt x="789" y="6302"/>
                    <a:pt x="830" y="6426"/>
                    <a:pt x="941" y="6543"/>
                  </a:cubicBezTo>
                  <a:cubicBezTo>
                    <a:pt x="1137" y="6750"/>
                    <a:pt x="1477" y="6836"/>
                    <a:pt x="1815" y="6836"/>
                  </a:cubicBezTo>
                  <a:cubicBezTo>
                    <a:pt x="2174" y="6836"/>
                    <a:pt x="2530" y="6739"/>
                    <a:pt x="2713" y="6589"/>
                  </a:cubicBezTo>
                  <a:cubicBezTo>
                    <a:pt x="2856" y="6471"/>
                    <a:pt x="2885" y="6325"/>
                    <a:pt x="2789" y="6190"/>
                  </a:cubicBezTo>
                  <a:cubicBezTo>
                    <a:pt x="2636" y="5974"/>
                    <a:pt x="2498" y="5864"/>
                    <a:pt x="2390" y="5809"/>
                  </a:cubicBezTo>
                  <a:cubicBezTo>
                    <a:pt x="2699" y="5678"/>
                    <a:pt x="3261" y="5411"/>
                    <a:pt x="3378" y="5150"/>
                  </a:cubicBezTo>
                  <a:cubicBezTo>
                    <a:pt x="3406" y="5087"/>
                    <a:pt x="3410" y="5026"/>
                    <a:pt x="3387" y="4969"/>
                  </a:cubicBezTo>
                  <a:cubicBezTo>
                    <a:pt x="3328" y="4816"/>
                    <a:pt x="3184" y="4680"/>
                    <a:pt x="3032" y="4571"/>
                  </a:cubicBezTo>
                  <a:lnTo>
                    <a:pt x="3032" y="4571"/>
                  </a:lnTo>
                  <a:cubicBezTo>
                    <a:pt x="3228" y="4609"/>
                    <a:pt x="3460" y="4641"/>
                    <a:pt x="3694" y="4641"/>
                  </a:cubicBezTo>
                  <a:cubicBezTo>
                    <a:pt x="3976" y="4641"/>
                    <a:pt x="4260" y="4595"/>
                    <a:pt x="4488" y="4458"/>
                  </a:cubicBezTo>
                  <a:cubicBezTo>
                    <a:pt x="5198" y="4034"/>
                    <a:pt x="4623" y="2331"/>
                    <a:pt x="4600" y="2271"/>
                  </a:cubicBezTo>
                  <a:lnTo>
                    <a:pt x="4439" y="1142"/>
                  </a:lnTo>
                  <a:cubicBezTo>
                    <a:pt x="4438" y="1136"/>
                    <a:pt x="4436" y="1129"/>
                    <a:pt x="4433" y="1123"/>
                  </a:cubicBezTo>
                  <a:cubicBezTo>
                    <a:pt x="4410" y="1074"/>
                    <a:pt x="3876" y="0"/>
                    <a:pt x="30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g33adf7f9e96_1_396"/>
            <p:cNvSpPr/>
            <p:nvPr/>
          </p:nvSpPr>
          <p:spPr>
            <a:xfrm>
              <a:off x="1012070" y="2830511"/>
              <a:ext cx="304836" cy="427541"/>
            </a:xfrm>
            <a:custGeom>
              <a:rect b="b" l="l" r="r" t="t"/>
              <a:pathLst>
                <a:path extrusionOk="0" h="8439" w="6017">
                  <a:moveTo>
                    <a:pt x="5538" y="1"/>
                  </a:moveTo>
                  <a:cubicBezTo>
                    <a:pt x="5333" y="1"/>
                    <a:pt x="5025" y="85"/>
                    <a:pt x="4674" y="161"/>
                  </a:cubicBezTo>
                  <a:cubicBezTo>
                    <a:pt x="4056" y="296"/>
                    <a:pt x="3170" y="269"/>
                    <a:pt x="2525" y="538"/>
                  </a:cubicBezTo>
                  <a:cubicBezTo>
                    <a:pt x="1881" y="806"/>
                    <a:pt x="806" y="1237"/>
                    <a:pt x="403" y="2713"/>
                  </a:cubicBezTo>
                  <a:cubicBezTo>
                    <a:pt x="1" y="4191"/>
                    <a:pt x="940" y="5481"/>
                    <a:pt x="1585" y="5857"/>
                  </a:cubicBezTo>
                  <a:cubicBezTo>
                    <a:pt x="2230" y="6233"/>
                    <a:pt x="3600" y="6367"/>
                    <a:pt x="3600" y="6367"/>
                  </a:cubicBezTo>
                  <a:cubicBezTo>
                    <a:pt x="3600" y="6367"/>
                    <a:pt x="3707" y="7227"/>
                    <a:pt x="3707" y="7710"/>
                  </a:cubicBezTo>
                  <a:cubicBezTo>
                    <a:pt x="3707" y="8194"/>
                    <a:pt x="3841" y="8409"/>
                    <a:pt x="4191" y="8435"/>
                  </a:cubicBezTo>
                  <a:cubicBezTo>
                    <a:pt x="4224" y="8438"/>
                    <a:pt x="4257" y="8439"/>
                    <a:pt x="4291" y="8439"/>
                  </a:cubicBezTo>
                  <a:cubicBezTo>
                    <a:pt x="4624" y="8439"/>
                    <a:pt x="5003" y="8307"/>
                    <a:pt x="4809" y="7845"/>
                  </a:cubicBezTo>
                  <a:cubicBezTo>
                    <a:pt x="4594" y="7335"/>
                    <a:pt x="4245" y="5803"/>
                    <a:pt x="4352" y="4567"/>
                  </a:cubicBezTo>
                  <a:cubicBezTo>
                    <a:pt x="4460" y="3331"/>
                    <a:pt x="5266" y="2231"/>
                    <a:pt x="5642" y="1586"/>
                  </a:cubicBezTo>
                  <a:cubicBezTo>
                    <a:pt x="6017" y="941"/>
                    <a:pt x="5803" y="189"/>
                    <a:pt x="5803" y="189"/>
                  </a:cubicBezTo>
                  <a:cubicBezTo>
                    <a:pt x="5791" y="50"/>
                    <a:pt x="5694" y="1"/>
                    <a:pt x="55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g33adf7f9e96_1_396"/>
            <p:cNvSpPr/>
            <p:nvPr/>
          </p:nvSpPr>
          <p:spPr>
            <a:xfrm>
              <a:off x="1008067" y="2827116"/>
              <a:ext cx="311574" cy="434279"/>
            </a:xfrm>
            <a:custGeom>
              <a:rect b="b" l="l" r="r" t="t"/>
              <a:pathLst>
                <a:path extrusionOk="0" h="8572" w="6150">
                  <a:moveTo>
                    <a:pt x="5619" y="134"/>
                  </a:moveTo>
                  <a:cubicBezTo>
                    <a:pt x="5687" y="134"/>
                    <a:pt x="5739" y="144"/>
                    <a:pt x="5772" y="168"/>
                  </a:cubicBezTo>
                  <a:cubicBezTo>
                    <a:pt x="5788" y="180"/>
                    <a:pt x="5811" y="202"/>
                    <a:pt x="5815" y="262"/>
                  </a:cubicBezTo>
                  <a:cubicBezTo>
                    <a:pt x="5815" y="265"/>
                    <a:pt x="5817" y="270"/>
                    <a:pt x="5818" y="273"/>
                  </a:cubicBezTo>
                  <a:cubicBezTo>
                    <a:pt x="5820" y="281"/>
                    <a:pt x="6020" y="1007"/>
                    <a:pt x="5663" y="1619"/>
                  </a:cubicBezTo>
                  <a:cubicBezTo>
                    <a:pt x="5604" y="1720"/>
                    <a:pt x="5534" y="1834"/>
                    <a:pt x="5457" y="1957"/>
                  </a:cubicBezTo>
                  <a:cubicBezTo>
                    <a:pt x="5059" y="2601"/>
                    <a:pt x="4457" y="3573"/>
                    <a:pt x="4365" y="4628"/>
                  </a:cubicBezTo>
                  <a:cubicBezTo>
                    <a:pt x="4254" y="5909"/>
                    <a:pt x="4617" y="7440"/>
                    <a:pt x="4826" y="7938"/>
                  </a:cubicBezTo>
                  <a:cubicBezTo>
                    <a:pt x="4888" y="8084"/>
                    <a:pt x="4890" y="8200"/>
                    <a:pt x="4831" y="8282"/>
                  </a:cubicBezTo>
                  <a:cubicBezTo>
                    <a:pt x="4748" y="8398"/>
                    <a:pt x="4553" y="8440"/>
                    <a:pt x="4372" y="8440"/>
                  </a:cubicBezTo>
                  <a:cubicBezTo>
                    <a:pt x="4339" y="8440"/>
                    <a:pt x="4306" y="8438"/>
                    <a:pt x="4275" y="8436"/>
                  </a:cubicBezTo>
                  <a:cubicBezTo>
                    <a:pt x="4015" y="8416"/>
                    <a:pt x="3853" y="8299"/>
                    <a:pt x="3853" y="7777"/>
                  </a:cubicBezTo>
                  <a:cubicBezTo>
                    <a:pt x="3853" y="7295"/>
                    <a:pt x="3750" y="6461"/>
                    <a:pt x="3745" y="6426"/>
                  </a:cubicBezTo>
                  <a:cubicBezTo>
                    <a:pt x="3741" y="6395"/>
                    <a:pt x="3717" y="6371"/>
                    <a:pt x="3686" y="6368"/>
                  </a:cubicBezTo>
                  <a:cubicBezTo>
                    <a:pt x="3672" y="6366"/>
                    <a:pt x="2322" y="6230"/>
                    <a:pt x="1697" y="5866"/>
                  </a:cubicBezTo>
                  <a:cubicBezTo>
                    <a:pt x="1100" y="5517"/>
                    <a:pt x="148" y="4259"/>
                    <a:pt x="546" y="2798"/>
                  </a:cubicBezTo>
                  <a:cubicBezTo>
                    <a:pt x="935" y="1371"/>
                    <a:pt x="1980" y="937"/>
                    <a:pt x="2604" y="677"/>
                  </a:cubicBezTo>
                  <a:lnTo>
                    <a:pt x="2629" y="666"/>
                  </a:lnTo>
                  <a:cubicBezTo>
                    <a:pt x="3027" y="501"/>
                    <a:pt x="3515" y="451"/>
                    <a:pt x="3988" y="401"/>
                  </a:cubicBezTo>
                  <a:cubicBezTo>
                    <a:pt x="4269" y="372"/>
                    <a:pt x="4534" y="344"/>
                    <a:pt x="4767" y="294"/>
                  </a:cubicBezTo>
                  <a:cubicBezTo>
                    <a:pt x="4849" y="276"/>
                    <a:pt x="4928" y="258"/>
                    <a:pt x="5005" y="240"/>
                  </a:cubicBezTo>
                  <a:cubicBezTo>
                    <a:pt x="5240" y="186"/>
                    <a:pt x="5468" y="134"/>
                    <a:pt x="5619" y="134"/>
                  </a:cubicBezTo>
                  <a:close/>
                  <a:moveTo>
                    <a:pt x="5618" y="1"/>
                  </a:moveTo>
                  <a:cubicBezTo>
                    <a:pt x="5454" y="1"/>
                    <a:pt x="5238" y="51"/>
                    <a:pt x="4975" y="110"/>
                  </a:cubicBezTo>
                  <a:cubicBezTo>
                    <a:pt x="4900" y="128"/>
                    <a:pt x="4820" y="147"/>
                    <a:pt x="4739" y="165"/>
                  </a:cubicBezTo>
                  <a:cubicBezTo>
                    <a:pt x="4514" y="213"/>
                    <a:pt x="4251" y="240"/>
                    <a:pt x="3975" y="269"/>
                  </a:cubicBezTo>
                  <a:cubicBezTo>
                    <a:pt x="3492" y="320"/>
                    <a:pt x="2994" y="370"/>
                    <a:pt x="2578" y="543"/>
                  </a:cubicBezTo>
                  <a:lnTo>
                    <a:pt x="2554" y="554"/>
                  </a:lnTo>
                  <a:cubicBezTo>
                    <a:pt x="1906" y="824"/>
                    <a:pt x="824" y="1274"/>
                    <a:pt x="418" y="2764"/>
                  </a:cubicBezTo>
                  <a:cubicBezTo>
                    <a:pt x="0" y="4294"/>
                    <a:pt x="1001" y="5614"/>
                    <a:pt x="1631" y="5981"/>
                  </a:cubicBezTo>
                  <a:cubicBezTo>
                    <a:pt x="2215" y="6323"/>
                    <a:pt x="3356" y="6466"/>
                    <a:pt x="3620" y="6494"/>
                  </a:cubicBezTo>
                  <a:cubicBezTo>
                    <a:pt x="3642" y="6688"/>
                    <a:pt x="3720" y="7371"/>
                    <a:pt x="3720" y="7777"/>
                  </a:cubicBezTo>
                  <a:cubicBezTo>
                    <a:pt x="3720" y="8302"/>
                    <a:pt x="3882" y="8540"/>
                    <a:pt x="4264" y="8568"/>
                  </a:cubicBezTo>
                  <a:cubicBezTo>
                    <a:pt x="4288" y="8571"/>
                    <a:pt x="4324" y="8572"/>
                    <a:pt x="4365" y="8572"/>
                  </a:cubicBezTo>
                  <a:cubicBezTo>
                    <a:pt x="4531" y="8572"/>
                    <a:pt x="4807" y="8542"/>
                    <a:pt x="4939" y="8360"/>
                  </a:cubicBezTo>
                  <a:cubicBezTo>
                    <a:pt x="5026" y="8238"/>
                    <a:pt x="5030" y="8078"/>
                    <a:pt x="4948" y="7886"/>
                  </a:cubicBezTo>
                  <a:cubicBezTo>
                    <a:pt x="4731" y="7367"/>
                    <a:pt x="4392" y="5839"/>
                    <a:pt x="4496" y="4640"/>
                  </a:cubicBezTo>
                  <a:cubicBezTo>
                    <a:pt x="4586" y="3616"/>
                    <a:pt x="5155" y="2698"/>
                    <a:pt x="5571" y="2027"/>
                  </a:cubicBezTo>
                  <a:cubicBezTo>
                    <a:pt x="5647" y="1903"/>
                    <a:pt x="5717" y="1789"/>
                    <a:pt x="5778" y="1686"/>
                  </a:cubicBezTo>
                  <a:cubicBezTo>
                    <a:pt x="6149" y="1048"/>
                    <a:pt x="5968" y="323"/>
                    <a:pt x="5947" y="244"/>
                  </a:cubicBezTo>
                  <a:cubicBezTo>
                    <a:pt x="5939" y="163"/>
                    <a:pt x="5907" y="102"/>
                    <a:pt x="5850" y="60"/>
                  </a:cubicBezTo>
                  <a:cubicBezTo>
                    <a:pt x="5792" y="18"/>
                    <a:pt x="5714" y="1"/>
                    <a:pt x="56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g33adf7f9e96_1_396"/>
            <p:cNvSpPr/>
            <p:nvPr/>
          </p:nvSpPr>
          <p:spPr>
            <a:xfrm>
              <a:off x="1582885" y="3104746"/>
              <a:ext cx="24673" cy="8207"/>
            </a:xfrm>
            <a:custGeom>
              <a:rect b="b" l="l" r="r" t="t"/>
              <a:pathLst>
                <a:path extrusionOk="0" h="162" w="487">
                  <a:moveTo>
                    <a:pt x="422" y="1"/>
                  </a:moveTo>
                  <a:cubicBezTo>
                    <a:pt x="419" y="1"/>
                    <a:pt x="416" y="1"/>
                    <a:pt x="413" y="2"/>
                  </a:cubicBezTo>
                  <a:lnTo>
                    <a:pt x="64" y="29"/>
                  </a:lnTo>
                  <a:cubicBezTo>
                    <a:pt x="28" y="31"/>
                    <a:pt x="1" y="63"/>
                    <a:pt x="3" y="100"/>
                  </a:cubicBezTo>
                  <a:cubicBezTo>
                    <a:pt x="5" y="134"/>
                    <a:pt x="35" y="161"/>
                    <a:pt x="69" y="161"/>
                  </a:cubicBezTo>
                  <a:cubicBezTo>
                    <a:pt x="70" y="161"/>
                    <a:pt x="73" y="161"/>
                    <a:pt x="74" y="160"/>
                  </a:cubicBezTo>
                  <a:lnTo>
                    <a:pt x="423" y="134"/>
                  </a:lnTo>
                  <a:cubicBezTo>
                    <a:pt x="460" y="130"/>
                    <a:pt x="487" y="99"/>
                    <a:pt x="484" y="62"/>
                  </a:cubicBezTo>
                  <a:cubicBezTo>
                    <a:pt x="482" y="28"/>
                    <a:pt x="452" y="1"/>
                    <a:pt x="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g33adf7f9e96_1_396"/>
            <p:cNvSpPr/>
            <p:nvPr/>
          </p:nvSpPr>
          <p:spPr>
            <a:xfrm>
              <a:off x="1462764" y="2796769"/>
              <a:ext cx="467666" cy="335588"/>
            </a:xfrm>
            <a:custGeom>
              <a:rect b="b" l="l" r="r" t="t"/>
              <a:pathLst>
                <a:path extrusionOk="0" h="6624" w="9231">
                  <a:moveTo>
                    <a:pt x="8013" y="0"/>
                  </a:moveTo>
                  <a:lnTo>
                    <a:pt x="1" y="3857"/>
                  </a:lnTo>
                  <a:lnTo>
                    <a:pt x="277" y="5371"/>
                  </a:lnTo>
                  <a:lnTo>
                    <a:pt x="9230" y="6624"/>
                  </a:lnTo>
                  <a:lnTo>
                    <a:pt x="80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g33adf7f9e96_1_396"/>
            <p:cNvSpPr/>
            <p:nvPr/>
          </p:nvSpPr>
          <p:spPr>
            <a:xfrm>
              <a:off x="1459167" y="2793375"/>
              <a:ext cx="474708" cy="342327"/>
            </a:xfrm>
            <a:custGeom>
              <a:rect b="b" l="l" r="r" t="t"/>
              <a:pathLst>
                <a:path extrusionOk="0" h="6757" w="9370">
                  <a:moveTo>
                    <a:pt x="8034" y="164"/>
                  </a:moveTo>
                  <a:lnTo>
                    <a:pt x="9218" y="6611"/>
                  </a:lnTo>
                  <a:lnTo>
                    <a:pt x="9218" y="6611"/>
                  </a:lnTo>
                  <a:lnTo>
                    <a:pt x="405" y="5378"/>
                  </a:lnTo>
                  <a:lnTo>
                    <a:pt x="146" y="3962"/>
                  </a:lnTo>
                  <a:lnTo>
                    <a:pt x="8034" y="164"/>
                  </a:lnTo>
                  <a:close/>
                  <a:moveTo>
                    <a:pt x="8083" y="1"/>
                  </a:moveTo>
                  <a:cubicBezTo>
                    <a:pt x="8074" y="1"/>
                    <a:pt x="8064" y="3"/>
                    <a:pt x="8055" y="7"/>
                  </a:cubicBezTo>
                  <a:lnTo>
                    <a:pt x="42" y="3865"/>
                  </a:lnTo>
                  <a:cubicBezTo>
                    <a:pt x="16" y="3878"/>
                    <a:pt x="1" y="3907"/>
                    <a:pt x="5" y="3936"/>
                  </a:cubicBezTo>
                  <a:lnTo>
                    <a:pt x="282" y="5449"/>
                  </a:lnTo>
                  <a:cubicBezTo>
                    <a:pt x="288" y="5478"/>
                    <a:pt x="311" y="5499"/>
                    <a:pt x="339" y="5504"/>
                  </a:cubicBezTo>
                  <a:lnTo>
                    <a:pt x="9292" y="6756"/>
                  </a:lnTo>
                  <a:cubicBezTo>
                    <a:pt x="9294" y="6756"/>
                    <a:pt x="9298" y="6757"/>
                    <a:pt x="9301" y="6757"/>
                  </a:cubicBezTo>
                  <a:cubicBezTo>
                    <a:pt x="9319" y="6757"/>
                    <a:pt x="9335" y="6750"/>
                    <a:pt x="9348" y="6736"/>
                  </a:cubicBezTo>
                  <a:cubicBezTo>
                    <a:pt x="9364" y="6720"/>
                    <a:pt x="9370" y="6699"/>
                    <a:pt x="9366" y="6678"/>
                  </a:cubicBezTo>
                  <a:lnTo>
                    <a:pt x="8150" y="54"/>
                  </a:lnTo>
                  <a:cubicBezTo>
                    <a:pt x="8145" y="34"/>
                    <a:pt x="8132" y="17"/>
                    <a:pt x="8114" y="8"/>
                  </a:cubicBezTo>
                  <a:cubicBezTo>
                    <a:pt x="8104" y="3"/>
                    <a:pt x="8094" y="1"/>
                    <a:pt x="80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g33adf7f9e96_1_396"/>
            <p:cNvSpPr/>
            <p:nvPr/>
          </p:nvSpPr>
          <p:spPr>
            <a:xfrm>
              <a:off x="1395180" y="2992478"/>
              <a:ext cx="81415" cy="88609"/>
            </a:xfrm>
            <a:custGeom>
              <a:rect b="b" l="l" r="r" t="t"/>
              <a:pathLst>
                <a:path extrusionOk="0" h="1749" w="1607">
                  <a:moveTo>
                    <a:pt x="1331" y="0"/>
                  </a:moveTo>
                  <a:lnTo>
                    <a:pt x="0" y="243"/>
                  </a:lnTo>
                  <a:lnTo>
                    <a:pt x="276" y="1749"/>
                  </a:lnTo>
                  <a:lnTo>
                    <a:pt x="1607" y="1506"/>
                  </a:lnTo>
                  <a:lnTo>
                    <a:pt x="133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g33adf7f9e96_1_396"/>
            <p:cNvSpPr/>
            <p:nvPr/>
          </p:nvSpPr>
          <p:spPr>
            <a:xfrm>
              <a:off x="1391684" y="2988830"/>
              <a:ext cx="88710" cy="95397"/>
            </a:xfrm>
            <a:custGeom>
              <a:rect b="b" l="l" r="r" t="t"/>
              <a:pathLst>
                <a:path extrusionOk="0" h="1883" w="1751">
                  <a:moveTo>
                    <a:pt x="1350" y="145"/>
                  </a:moveTo>
                  <a:lnTo>
                    <a:pt x="1601" y="1519"/>
                  </a:lnTo>
                  <a:lnTo>
                    <a:pt x="401" y="1739"/>
                  </a:lnTo>
                  <a:lnTo>
                    <a:pt x="149" y="363"/>
                  </a:lnTo>
                  <a:lnTo>
                    <a:pt x="1350" y="145"/>
                  </a:lnTo>
                  <a:close/>
                  <a:moveTo>
                    <a:pt x="1403" y="1"/>
                  </a:moveTo>
                  <a:cubicBezTo>
                    <a:pt x="1399" y="1"/>
                    <a:pt x="1396" y="1"/>
                    <a:pt x="1392" y="1"/>
                  </a:cubicBezTo>
                  <a:lnTo>
                    <a:pt x="61" y="245"/>
                  </a:lnTo>
                  <a:cubicBezTo>
                    <a:pt x="25" y="251"/>
                    <a:pt x="0" y="286"/>
                    <a:pt x="7" y="322"/>
                  </a:cubicBezTo>
                  <a:lnTo>
                    <a:pt x="283" y="1828"/>
                  </a:lnTo>
                  <a:cubicBezTo>
                    <a:pt x="286" y="1846"/>
                    <a:pt x="296" y="1860"/>
                    <a:pt x="310" y="1871"/>
                  </a:cubicBezTo>
                  <a:cubicBezTo>
                    <a:pt x="321" y="1878"/>
                    <a:pt x="335" y="1883"/>
                    <a:pt x="348" y="1883"/>
                  </a:cubicBezTo>
                  <a:cubicBezTo>
                    <a:pt x="352" y="1883"/>
                    <a:pt x="357" y="1883"/>
                    <a:pt x="360" y="1881"/>
                  </a:cubicBezTo>
                  <a:lnTo>
                    <a:pt x="1691" y="1638"/>
                  </a:lnTo>
                  <a:cubicBezTo>
                    <a:pt x="1727" y="1632"/>
                    <a:pt x="1750" y="1596"/>
                    <a:pt x="1744" y="1561"/>
                  </a:cubicBezTo>
                  <a:lnTo>
                    <a:pt x="1469" y="55"/>
                  </a:lnTo>
                  <a:cubicBezTo>
                    <a:pt x="1465" y="37"/>
                    <a:pt x="1456" y="23"/>
                    <a:pt x="1441" y="12"/>
                  </a:cubicBezTo>
                  <a:cubicBezTo>
                    <a:pt x="1431" y="4"/>
                    <a:pt x="1417" y="1"/>
                    <a:pt x="14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g33adf7f9e96_1_396"/>
            <p:cNvSpPr/>
            <p:nvPr/>
          </p:nvSpPr>
          <p:spPr>
            <a:xfrm>
              <a:off x="911302" y="3263420"/>
              <a:ext cx="641083" cy="493909"/>
            </a:xfrm>
            <a:custGeom>
              <a:rect b="b" l="l" r="r" t="t"/>
              <a:pathLst>
                <a:path extrusionOk="0" h="9749" w="12654">
                  <a:moveTo>
                    <a:pt x="9344" y="0"/>
                  </a:moveTo>
                  <a:cubicBezTo>
                    <a:pt x="9048" y="0"/>
                    <a:pt x="8823" y="100"/>
                    <a:pt x="8687" y="104"/>
                  </a:cubicBezTo>
                  <a:cubicBezTo>
                    <a:pt x="8352" y="586"/>
                    <a:pt x="7575" y="1395"/>
                    <a:pt x="6148" y="1395"/>
                  </a:cubicBezTo>
                  <a:cubicBezTo>
                    <a:pt x="6132" y="1395"/>
                    <a:pt x="6115" y="1395"/>
                    <a:pt x="6099" y="1395"/>
                  </a:cubicBezTo>
                  <a:cubicBezTo>
                    <a:pt x="4332" y="1371"/>
                    <a:pt x="3840" y="389"/>
                    <a:pt x="3734" y="103"/>
                  </a:cubicBezTo>
                  <a:cubicBezTo>
                    <a:pt x="3466" y="110"/>
                    <a:pt x="3191" y="127"/>
                    <a:pt x="2929" y="186"/>
                  </a:cubicBezTo>
                  <a:cubicBezTo>
                    <a:pt x="2096" y="374"/>
                    <a:pt x="1" y="2469"/>
                    <a:pt x="1" y="2469"/>
                  </a:cubicBezTo>
                  <a:lnTo>
                    <a:pt x="1425" y="4941"/>
                  </a:lnTo>
                  <a:lnTo>
                    <a:pt x="2446" y="4135"/>
                  </a:lnTo>
                  <a:cubicBezTo>
                    <a:pt x="2446" y="4135"/>
                    <a:pt x="2795" y="4753"/>
                    <a:pt x="3010" y="5425"/>
                  </a:cubicBezTo>
                  <a:cubicBezTo>
                    <a:pt x="3225" y="6096"/>
                    <a:pt x="3144" y="9749"/>
                    <a:pt x="3144" y="9749"/>
                  </a:cubicBezTo>
                  <a:lnTo>
                    <a:pt x="11203" y="9561"/>
                  </a:lnTo>
                  <a:lnTo>
                    <a:pt x="10370" y="4430"/>
                  </a:lnTo>
                  <a:lnTo>
                    <a:pt x="10370" y="4430"/>
                  </a:lnTo>
                  <a:lnTo>
                    <a:pt x="11552" y="5048"/>
                  </a:lnTo>
                  <a:lnTo>
                    <a:pt x="12653" y="2040"/>
                  </a:lnTo>
                  <a:cubicBezTo>
                    <a:pt x="12653" y="2040"/>
                    <a:pt x="10585" y="482"/>
                    <a:pt x="9967" y="159"/>
                  </a:cubicBezTo>
                  <a:cubicBezTo>
                    <a:pt x="9735" y="38"/>
                    <a:pt x="9526" y="0"/>
                    <a:pt x="93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g33adf7f9e96_1_396"/>
            <p:cNvSpPr/>
            <p:nvPr/>
          </p:nvSpPr>
          <p:spPr>
            <a:xfrm>
              <a:off x="907654" y="3260026"/>
              <a:ext cx="648429" cy="500697"/>
            </a:xfrm>
            <a:custGeom>
              <a:rect b="b" l="l" r="r" t="t"/>
              <a:pathLst>
                <a:path extrusionOk="0" h="9883" w="12799">
                  <a:moveTo>
                    <a:pt x="9415" y="134"/>
                  </a:moveTo>
                  <a:cubicBezTo>
                    <a:pt x="9589" y="134"/>
                    <a:pt x="9789" y="170"/>
                    <a:pt x="10009" y="285"/>
                  </a:cubicBezTo>
                  <a:cubicBezTo>
                    <a:pt x="10567" y="577"/>
                    <a:pt x="12357" y="1914"/>
                    <a:pt x="12646" y="2130"/>
                  </a:cubicBezTo>
                  <a:lnTo>
                    <a:pt x="11588" y="5021"/>
                  </a:lnTo>
                  <a:lnTo>
                    <a:pt x="10472" y="4439"/>
                  </a:lnTo>
                  <a:cubicBezTo>
                    <a:pt x="10463" y="4434"/>
                    <a:pt x="10453" y="4431"/>
                    <a:pt x="10443" y="4431"/>
                  </a:cubicBezTo>
                  <a:cubicBezTo>
                    <a:pt x="10429" y="4431"/>
                    <a:pt x="10415" y="4435"/>
                    <a:pt x="10404" y="4443"/>
                  </a:cubicBezTo>
                  <a:cubicBezTo>
                    <a:pt x="10383" y="4458"/>
                    <a:pt x="10373" y="4482"/>
                    <a:pt x="10377" y="4509"/>
                  </a:cubicBezTo>
                  <a:lnTo>
                    <a:pt x="11197" y="9564"/>
                  </a:lnTo>
                  <a:lnTo>
                    <a:pt x="3284" y="9747"/>
                  </a:lnTo>
                  <a:cubicBezTo>
                    <a:pt x="3295" y="9224"/>
                    <a:pt x="3347" y="6102"/>
                    <a:pt x="3145" y="5470"/>
                  </a:cubicBezTo>
                  <a:cubicBezTo>
                    <a:pt x="2931" y="4801"/>
                    <a:pt x="2579" y="4175"/>
                    <a:pt x="2575" y="4169"/>
                  </a:cubicBezTo>
                  <a:cubicBezTo>
                    <a:pt x="2566" y="4152"/>
                    <a:pt x="2550" y="4141"/>
                    <a:pt x="2530" y="4137"/>
                  </a:cubicBezTo>
                  <a:cubicBezTo>
                    <a:pt x="2527" y="4136"/>
                    <a:pt x="2522" y="4136"/>
                    <a:pt x="2518" y="4136"/>
                  </a:cubicBezTo>
                  <a:cubicBezTo>
                    <a:pt x="2503" y="4136"/>
                    <a:pt x="2489" y="4141"/>
                    <a:pt x="2477" y="4150"/>
                  </a:cubicBezTo>
                  <a:lnTo>
                    <a:pt x="1516" y="4908"/>
                  </a:lnTo>
                  <a:lnTo>
                    <a:pt x="157" y="2547"/>
                  </a:lnTo>
                  <a:cubicBezTo>
                    <a:pt x="437" y="2271"/>
                    <a:pt x="2270" y="486"/>
                    <a:pt x="3015" y="318"/>
                  </a:cubicBezTo>
                  <a:cubicBezTo>
                    <a:pt x="3263" y="262"/>
                    <a:pt x="3528" y="246"/>
                    <a:pt x="3761" y="237"/>
                  </a:cubicBezTo>
                  <a:cubicBezTo>
                    <a:pt x="3905" y="588"/>
                    <a:pt x="4449" y="1506"/>
                    <a:pt x="6169" y="1528"/>
                  </a:cubicBezTo>
                  <a:cubicBezTo>
                    <a:pt x="6187" y="1528"/>
                    <a:pt x="6205" y="1529"/>
                    <a:pt x="6223" y="1529"/>
                  </a:cubicBezTo>
                  <a:cubicBezTo>
                    <a:pt x="7650" y="1529"/>
                    <a:pt x="8441" y="733"/>
                    <a:pt x="8796" y="235"/>
                  </a:cubicBezTo>
                  <a:cubicBezTo>
                    <a:pt x="8847" y="230"/>
                    <a:pt x="8905" y="216"/>
                    <a:pt x="8971" y="200"/>
                  </a:cubicBezTo>
                  <a:cubicBezTo>
                    <a:pt x="9090" y="170"/>
                    <a:pt x="9240" y="134"/>
                    <a:pt x="9415" y="134"/>
                  </a:cubicBezTo>
                  <a:close/>
                  <a:moveTo>
                    <a:pt x="9417" y="0"/>
                  </a:moveTo>
                  <a:cubicBezTo>
                    <a:pt x="9228" y="0"/>
                    <a:pt x="9067" y="39"/>
                    <a:pt x="8939" y="71"/>
                  </a:cubicBezTo>
                  <a:cubicBezTo>
                    <a:pt x="8866" y="88"/>
                    <a:pt x="8803" y="104"/>
                    <a:pt x="8757" y="105"/>
                  </a:cubicBezTo>
                  <a:cubicBezTo>
                    <a:pt x="8737" y="106"/>
                    <a:pt x="8717" y="117"/>
                    <a:pt x="8705" y="133"/>
                  </a:cubicBezTo>
                  <a:cubicBezTo>
                    <a:pt x="8375" y="608"/>
                    <a:pt x="7615" y="1396"/>
                    <a:pt x="6220" y="1396"/>
                  </a:cubicBezTo>
                  <a:lnTo>
                    <a:pt x="6172" y="1396"/>
                  </a:lnTo>
                  <a:cubicBezTo>
                    <a:pt x="4456" y="1373"/>
                    <a:pt x="3975" y="434"/>
                    <a:pt x="3868" y="146"/>
                  </a:cubicBezTo>
                  <a:cubicBezTo>
                    <a:pt x="3859" y="120"/>
                    <a:pt x="3832" y="105"/>
                    <a:pt x="3804" y="103"/>
                  </a:cubicBezTo>
                  <a:cubicBezTo>
                    <a:pt x="3555" y="111"/>
                    <a:pt x="3261" y="126"/>
                    <a:pt x="2987" y="188"/>
                  </a:cubicBezTo>
                  <a:cubicBezTo>
                    <a:pt x="2146" y="378"/>
                    <a:pt x="113" y="2403"/>
                    <a:pt x="27" y="2489"/>
                  </a:cubicBezTo>
                  <a:cubicBezTo>
                    <a:pt x="5" y="2510"/>
                    <a:pt x="1" y="2543"/>
                    <a:pt x="16" y="2569"/>
                  </a:cubicBezTo>
                  <a:lnTo>
                    <a:pt x="1439" y="5041"/>
                  </a:lnTo>
                  <a:cubicBezTo>
                    <a:pt x="1449" y="5057"/>
                    <a:pt x="1465" y="5069"/>
                    <a:pt x="1484" y="5073"/>
                  </a:cubicBezTo>
                  <a:cubicBezTo>
                    <a:pt x="1488" y="5074"/>
                    <a:pt x="1493" y="5074"/>
                    <a:pt x="1497" y="5074"/>
                  </a:cubicBezTo>
                  <a:cubicBezTo>
                    <a:pt x="1512" y="5074"/>
                    <a:pt x="1527" y="5069"/>
                    <a:pt x="1539" y="5060"/>
                  </a:cubicBezTo>
                  <a:lnTo>
                    <a:pt x="2497" y="4303"/>
                  </a:lnTo>
                  <a:cubicBezTo>
                    <a:pt x="2593" y="4480"/>
                    <a:pt x="2850" y="4982"/>
                    <a:pt x="3019" y="5512"/>
                  </a:cubicBezTo>
                  <a:cubicBezTo>
                    <a:pt x="3228" y="6165"/>
                    <a:pt x="3150" y="9778"/>
                    <a:pt x="3150" y="9815"/>
                  </a:cubicBezTo>
                  <a:cubicBezTo>
                    <a:pt x="3149" y="9833"/>
                    <a:pt x="3156" y="9850"/>
                    <a:pt x="3169" y="9863"/>
                  </a:cubicBezTo>
                  <a:cubicBezTo>
                    <a:pt x="3182" y="9875"/>
                    <a:pt x="3199" y="9882"/>
                    <a:pt x="3216" y="9882"/>
                  </a:cubicBezTo>
                  <a:lnTo>
                    <a:pt x="3218" y="9882"/>
                  </a:lnTo>
                  <a:lnTo>
                    <a:pt x="11277" y="9694"/>
                  </a:lnTo>
                  <a:cubicBezTo>
                    <a:pt x="11296" y="9694"/>
                    <a:pt x="11314" y="9685"/>
                    <a:pt x="11327" y="9670"/>
                  </a:cubicBezTo>
                  <a:cubicBezTo>
                    <a:pt x="11339" y="9655"/>
                    <a:pt x="11343" y="9636"/>
                    <a:pt x="11341" y="9617"/>
                  </a:cubicBezTo>
                  <a:lnTo>
                    <a:pt x="10529" y="4617"/>
                  </a:lnTo>
                  <a:lnTo>
                    <a:pt x="11594" y="5173"/>
                  </a:lnTo>
                  <a:cubicBezTo>
                    <a:pt x="11604" y="5179"/>
                    <a:pt x="11614" y="5182"/>
                    <a:pt x="11625" y="5182"/>
                  </a:cubicBezTo>
                  <a:cubicBezTo>
                    <a:pt x="11633" y="5182"/>
                    <a:pt x="11641" y="5180"/>
                    <a:pt x="11649" y="5177"/>
                  </a:cubicBezTo>
                  <a:cubicBezTo>
                    <a:pt x="11666" y="5170"/>
                    <a:pt x="11680" y="5156"/>
                    <a:pt x="11688" y="5138"/>
                  </a:cubicBezTo>
                  <a:lnTo>
                    <a:pt x="12788" y="2129"/>
                  </a:lnTo>
                  <a:cubicBezTo>
                    <a:pt x="12799" y="2102"/>
                    <a:pt x="12789" y="2071"/>
                    <a:pt x="12765" y="2054"/>
                  </a:cubicBezTo>
                  <a:cubicBezTo>
                    <a:pt x="12681" y="1990"/>
                    <a:pt x="10687" y="488"/>
                    <a:pt x="10070" y="168"/>
                  </a:cubicBezTo>
                  <a:cubicBezTo>
                    <a:pt x="9826" y="40"/>
                    <a:pt x="9607" y="0"/>
                    <a:pt x="94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g33adf7f9e96_1_40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Active Listening – Core Principles</a:t>
            </a:r>
            <a:endParaRPr/>
          </a:p>
        </p:txBody>
      </p:sp>
      <p:sp>
        <p:nvSpPr>
          <p:cNvPr id="1412" name="Google Shape;1412;g33adf7f9e96_1_401"/>
          <p:cNvSpPr txBox="1"/>
          <p:nvPr>
            <p:ph idx="1" type="body"/>
          </p:nvPr>
        </p:nvSpPr>
        <p:spPr>
          <a:xfrm>
            <a:off x="311700" y="1655400"/>
            <a:ext cx="8520600" cy="24855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rgbClr val="000000"/>
              </a:buClr>
              <a:buSzPts val="1400"/>
              <a:buChar char="-"/>
            </a:pPr>
            <a:r>
              <a:rPr b="1" lang="en">
                <a:solidFill>
                  <a:srgbClr val="000000"/>
                </a:solidFill>
              </a:rPr>
              <a:t>Giving Them Space: </a:t>
            </a:r>
            <a:r>
              <a:rPr lang="en">
                <a:solidFill>
                  <a:srgbClr val="000000"/>
                </a:solidFill>
              </a:rPr>
              <a:t>Allow the speaker to finish without interruption.</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Showing Interest: </a:t>
            </a:r>
            <a:r>
              <a:rPr lang="en">
                <a:solidFill>
                  <a:srgbClr val="000000"/>
                </a:solidFill>
              </a:rPr>
              <a:t>Use verbal and nonverbal cues (e.g., nodding, eye contact).</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Clarifying &amp; Reflecting: </a:t>
            </a:r>
            <a:r>
              <a:rPr lang="en">
                <a:solidFill>
                  <a:srgbClr val="000000"/>
                </a:solidFill>
              </a:rPr>
              <a:t>Paraphrase to ensure understanding.</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Avoiding Judgement: </a:t>
            </a:r>
            <a:r>
              <a:rPr lang="en">
                <a:solidFill>
                  <a:srgbClr val="000000"/>
                </a:solidFill>
              </a:rPr>
              <a:t>Listen to understand, not to immediately offer solutions or criticisms.</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t/>
            </a:r>
            <a:endParaRPr>
              <a:solidFill>
                <a:srgbClr val="000000"/>
              </a:solidFill>
            </a:endParaRPr>
          </a:p>
          <a:p>
            <a:pPr indent="0" lvl="0" marL="457200" rtl="0" algn="l">
              <a:lnSpc>
                <a:spcPct val="100000"/>
              </a:lnSpc>
              <a:spcBef>
                <a:spcPts val="0"/>
              </a:spcBef>
              <a:spcAft>
                <a:spcPts val="0"/>
              </a:spcAft>
              <a:buClr>
                <a:schemeClr val="dk1"/>
              </a:buClr>
              <a:buSzPts val="1100"/>
              <a:buFont typeface="Arial"/>
              <a:buNone/>
            </a:pPr>
            <a:r>
              <a:rPr b="1" lang="en" sz="1500">
                <a:solidFill>
                  <a:srgbClr val="000000"/>
                </a:solidFill>
              </a:rPr>
              <a:t>Why It Works</a:t>
            </a:r>
            <a:endParaRPr b="1" sz="1500">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Builds trust and rapport.</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Encourages open dialogue and better problem-solving</a:t>
            </a:r>
            <a:endParaRPr>
              <a:solidFill>
                <a:srgbClr val="000000"/>
              </a:solidFill>
            </a:endParaRPr>
          </a:p>
          <a:p>
            <a:pPr indent="0" lvl="0" marL="0" rtl="0" algn="l">
              <a:lnSpc>
                <a:spcPct val="100000"/>
              </a:lnSpc>
              <a:spcBef>
                <a:spcPts val="0"/>
              </a:spcBef>
              <a:spcAft>
                <a:spcPts val="0"/>
              </a:spcAft>
              <a:buNone/>
            </a:pPr>
            <a:r>
              <a:t/>
            </a:r>
            <a:endParaRPr b="1">
              <a:solidFill>
                <a:srgbClr val="000000"/>
              </a:solidFill>
            </a:endParaRPr>
          </a:p>
        </p:txBody>
      </p:sp>
      <p:grpSp>
        <p:nvGrpSpPr>
          <p:cNvPr id="1413" name="Google Shape;1413;g33adf7f9e96_1_401"/>
          <p:cNvGrpSpPr/>
          <p:nvPr/>
        </p:nvGrpSpPr>
        <p:grpSpPr>
          <a:xfrm>
            <a:off x="8548616" y="2625448"/>
            <a:ext cx="595388" cy="2518059"/>
            <a:chOff x="8686141" y="2625448"/>
            <a:chExt cx="595388" cy="2518059"/>
          </a:xfrm>
        </p:grpSpPr>
        <p:sp>
          <p:nvSpPr>
            <p:cNvPr id="1414" name="Google Shape;1414;g33adf7f9e96_1_401"/>
            <p:cNvSpPr/>
            <p:nvPr/>
          </p:nvSpPr>
          <p:spPr>
            <a:xfrm>
              <a:off x="8777004" y="3992087"/>
              <a:ext cx="403507" cy="1148513"/>
            </a:xfrm>
            <a:custGeom>
              <a:rect b="b" l="l" r="r" t="t"/>
              <a:pathLst>
                <a:path extrusionOk="0" h="26468" w="9299">
                  <a:moveTo>
                    <a:pt x="577" y="1"/>
                  </a:moveTo>
                  <a:lnTo>
                    <a:pt x="509" y="408"/>
                  </a:lnTo>
                  <a:cubicBezTo>
                    <a:pt x="509" y="408"/>
                    <a:pt x="1" y="4583"/>
                    <a:pt x="373" y="7298"/>
                  </a:cubicBezTo>
                  <a:cubicBezTo>
                    <a:pt x="747" y="10013"/>
                    <a:pt x="1290" y="12186"/>
                    <a:pt x="1290" y="12355"/>
                  </a:cubicBezTo>
                  <a:cubicBezTo>
                    <a:pt x="1290" y="12525"/>
                    <a:pt x="1604" y="15411"/>
                    <a:pt x="2003" y="17277"/>
                  </a:cubicBezTo>
                  <a:cubicBezTo>
                    <a:pt x="2175" y="18085"/>
                    <a:pt x="2818" y="23555"/>
                    <a:pt x="2818" y="23555"/>
                  </a:cubicBezTo>
                  <a:cubicBezTo>
                    <a:pt x="2818" y="23555"/>
                    <a:pt x="2444" y="24778"/>
                    <a:pt x="1969" y="25355"/>
                  </a:cubicBezTo>
                  <a:cubicBezTo>
                    <a:pt x="1494" y="25932"/>
                    <a:pt x="1189" y="26272"/>
                    <a:pt x="1426" y="26407"/>
                  </a:cubicBezTo>
                  <a:cubicBezTo>
                    <a:pt x="1505" y="26452"/>
                    <a:pt x="1848" y="26467"/>
                    <a:pt x="2270" y="26467"/>
                  </a:cubicBezTo>
                  <a:cubicBezTo>
                    <a:pt x="3115" y="26467"/>
                    <a:pt x="4277" y="26407"/>
                    <a:pt x="4277" y="26407"/>
                  </a:cubicBezTo>
                  <a:cubicBezTo>
                    <a:pt x="4277" y="26407"/>
                    <a:pt x="4413" y="26136"/>
                    <a:pt x="4413" y="25457"/>
                  </a:cubicBezTo>
                  <a:cubicBezTo>
                    <a:pt x="4413" y="24778"/>
                    <a:pt x="4243" y="23793"/>
                    <a:pt x="4243" y="23250"/>
                  </a:cubicBezTo>
                  <a:cubicBezTo>
                    <a:pt x="4243" y="22707"/>
                    <a:pt x="4514" y="12966"/>
                    <a:pt x="4514" y="12966"/>
                  </a:cubicBezTo>
                  <a:lnTo>
                    <a:pt x="4582" y="4617"/>
                  </a:lnTo>
                  <a:lnTo>
                    <a:pt x="4582" y="4302"/>
                  </a:lnTo>
                  <a:lnTo>
                    <a:pt x="4717" y="4617"/>
                  </a:lnTo>
                  <a:lnTo>
                    <a:pt x="4785" y="12966"/>
                  </a:lnTo>
                  <a:cubicBezTo>
                    <a:pt x="4785" y="12966"/>
                    <a:pt x="5056" y="22707"/>
                    <a:pt x="5056" y="23250"/>
                  </a:cubicBezTo>
                  <a:cubicBezTo>
                    <a:pt x="5056" y="23793"/>
                    <a:pt x="4887" y="24778"/>
                    <a:pt x="4887" y="25457"/>
                  </a:cubicBezTo>
                  <a:cubicBezTo>
                    <a:pt x="4887" y="26136"/>
                    <a:pt x="5022" y="26407"/>
                    <a:pt x="5022" y="26407"/>
                  </a:cubicBezTo>
                  <a:cubicBezTo>
                    <a:pt x="5022" y="26407"/>
                    <a:pt x="6183" y="26467"/>
                    <a:pt x="7028" y="26467"/>
                  </a:cubicBezTo>
                  <a:cubicBezTo>
                    <a:pt x="7451" y="26467"/>
                    <a:pt x="7794" y="26452"/>
                    <a:pt x="7873" y="26407"/>
                  </a:cubicBezTo>
                  <a:cubicBezTo>
                    <a:pt x="8111" y="26272"/>
                    <a:pt x="7806" y="25932"/>
                    <a:pt x="7330" y="25355"/>
                  </a:cubicBezTo>
                  <a:cubicBezTo>
                    <a:pt x="6856" y="24778"/>
                    <a:pt x="6482" y="23555"/>
                    <a:pt x="6482" y="23555"/>
                  </a:cubicBezTo>
                  <a:cubicBezTo>
                    <a:pt x="6482" y="23555"/>
                    <a:pt x="7153" y="18091"/>
                    <a:pt x="7296" y="17277"/>
                  </a:cubicBezTo>
                  <a:cubicBezTo>
                    <a:pt x="7670" y="15162"/>
                    <a:pt x="8009" y="12525"/>
                    <a:pt x="8009" y="12355"/>
                  </a:cubicBezTo>
                  <a:cubicBezTo>
                    <a:pt x="8009" y="12186"/>
                    <a:pt x="8552" y="10013"/>
                    <a:pt x="8926" y="7298"/>
                  </a:cubicBezTo>
                  <a:cubicBezTo>
                    <a:pt x="9299" y="4583"/>
                    <a:pt x="8790" y="408"/>
                    <a:pt x="8790" y="408"/>
                  </a:cubicBezTo>
                  <a:lnTo>
                    <a:pt x="872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g33adf7f9e96_1_401"/>
            <p:cNvSpPr/>
            <p:nvPr/>
          </p:nvSpPr>
          <p:spPr>
            <a:xfrm>
              <a:off x="8774227" y="3989223"/>
              <a:ext cx="409018" cy="1154284"/>
            </a:xfrm>
            <a:custGeom>
              <a:rect b="b" l="l" r="r" t="t"/>
              <a:pathLst>
                <a:path extrusionOk="0" h="26601" w="9426">
                  <a:moveTo>
                    <a:pt x="8730" y="133"/>
                  </a:moveTo>
                  <a:lnTo>
                    <a:pt x="8788" y="483"/>
                  </a:lnTo>
                  <a:cubicBezTo>
                    <a:pt x="8800" y="579"/>
                    <a:pt x="9290" y="4697"/>
                    <a:pt x="8924" y="7355"/>
                  </a:cubicBezTo>
                  <a:cubicBezTo>
                    <a:pt x="8662" y="9259"/>
                    <a:pt x="8318" y="10889"/>
                    <a:pt x="8134" y="11763"/>
                  </a:cubicBezTo>
                  <a:cubicBezTo>
                    <a:pt x="8044" y="12190"/>
                    <a:pt x="8007" y="12366"/>
                    <a:pt x="8007" y="12421"/>
                  </a:cubicBezTo>
                  <a:cubicBezTo>
                    <a:pt x="8007" y="12584"/>
                    <a:pt x="7670" y="15212"/>
                    <a:pt x="7295" y="17331"/>
                  </a:cubicBezTo>
                  <a:cubicBezTo>
                    <a:pt x="7153" y="18138"/>
                    <a:pt x="6487" y="23559"/>
                    <a:pt x="6480" y="23614"/>
                  </a:cubicBezTo>
                  <a:cubicBezTo>
                    <a:pt x="6478" y="23623"/>
                    <a:pt x="6480" y="23632"/>
                    <a:pt x="6482" y="23642"/>
                  </a:cubicBezTo>
                  <a:cubicBezTo>
                    <a:pt x="6497" y="23691"/>
                    <a:pt x="6865" y="24883"/>
                    <a:pt x="7343" y="25464"/>
                  </a:cubicBezTo>
                  <a:lnTo>
                    <a:pt x="7436" y="25575"/>
                  </a:lnTo>
                  <a:cubicBezTo>
                    <a:pt x="7737" y="25940"/>
                    <a:pt x="7976" y="26228"/>
                    <a:pt x="7953" y="26358"/>
                  </a:cubicBezTo>
                  <a:cubicBezTo>
                    <a:pt x="7949" y="26373"/>
                    <a:pt x="7941" y="26395"/>
                    <a:pt x="7905" y="26416"/>
                  </a:cubicBezTo>
                  <a:cubicBezTo>
                    <a:pt x="7839" y="26453"/>
                    <a:pt x="7527" y="26467"/>
                    <a:pt x="7112" y="26467"/>
                  </a:cubicBezTo>
                  <a:cubicBezTo>
                    <a:pt x="6522" y="26467"/>
                    <a:pt x="5723" y="26439"/>
                    <a:pt x="5132" y="26409"/>
                  </a:cubicBezTo>
                  <a:cubicBezTo>
                    <a:pt x="5099" y="26318"/>
                    <a:pt x="5017" y="26042"/>
                    <a:pt x="5017" y="25523"/>
                  </a:cubicBezTo>
                  <a:cubicBezTo>
                    <a:pt x="5017" y="25168"/>
                    <a:pt x="5065" y="24731"/>
                    <a:pt x="5110" y="24309"/>
                  </a:cubicBezTo>
                  <a:cubicBezTo>
                    <a:pt x="5150" y="23933"/>
                    <a:pt x="5188" y="23576"/>
                    <a:pt x="5188" y="23316"/>
                  </a:cubicBezTo>
                  <a:cubicBezTo>
                    <a:pt x="5188" y="22779"/>
                    <a:pt x="4918" y="13128"/>
                    <a:pt x="4916" y="13032"/>
                  </a:cubicBezTo>
                  <a:lnTo>
                    <a:pt x="4848" y="4682"/>
                  </a:lnTo>
                  <a:cubicBezTo>
                    <a:pt x="4848" y="4674"/>
                    <a:pt x="4846" y="4664"/>
                    <a:pt x="4842" y="4657"/>
                  </a:cubicBezTo>
                  <a:lnTo>
                    <a:pt x="4707" y="4342"/>
                  </a:lnTo>
                  <a:cubicBezTo>
                    <a:pt x="4697" y="4318"/>
                    <a:pt x="4673" y="4302"/>
                    <a:pt x="4646" y="4302"/>
                  </a:cubicBezTo>
                  <a:cubicBezTo>
                    <a:pt x="4641" y="4302"/>
                    <a:pt x="4637" y="4303"/>
                    <a:pt x="4633" y="4303"/>
                  </a:cubicBezTo>
                  <a:cubicBezTo>
                    <a:pt x="4602" y="4309"/>
                    <a:pt x="4580" y="4337"/>
                    <a:pt x="4580" y="4368"/>
                  </a:cubicBezTo>
                  <a:lnTo>
                    <a:pt x="4580" y="4682"/>
                  </a:lnTo>
                  <a:lnTo>
                    <a:pt x="4512" y="13030"/>
                  </a:lnTo>
                  <a:cubicBezTo>
                    <a:pt x="4510" y="13128"/>
                    <a:pt x="4241" y="22779"/>
                    <a:pt x="4241" y="23316"/>
                  </a:cubicBezTo>
                  <a:cubicBezTo>
                    <a:pt x="4241" y="23576"/>
                    <a:pt x="4279" y="23933"/>
                    <a:pt x="4319" y="24309"/>
                  </a:cubicBezTo>
                  <a:cubicBezTo>
                    <a:pt x="4364" y="24731"/>
                    <a:pt x="4410" y="25168"/>
                    <a:pt x="4410" y="25523"/>
                  </a:cubicBezTo>
                  <a:cubicBezTo>
                    <a:pt x="4410" y="26042"/>
                    <a:pt x="4329" y="26318"/>
                    <a:pt x="4296" y="26409"/>
                  </a:cubicBezTo>
                  <a:cubicBezTo>
                    <a:pt x="3707" y="26439"/>
                    <a:pt x="2913" y="26467"/>
                    <a:pt x="2323" y="26467"/>
                  </a:cubicBezTo>
                  <a:cubicBezTo>
                    <a:pt x="1904" y="26467"/>
                    <a:pt x="1588" y="26453"/>
                    <a:pt x="1522" y="26415"/>
                  </a:cubicBezTo>
                  <a:cubicBezTo>
                    <a:pt x="1487" y="26395"/>
                    <a:pt x="1479" y="26373"/>
                    <a:pt x="1475" y="26358"/>
                  </a:cubicBezTo>
                  <a:cubicBezTo>
                    <a:pt x="1451" y="26228"/>
                    <a:pt x="1690" y="25940"/>
                    <a:pt x="1992" y="25575"/>
                  </a:cubicBezTo>
                  <a:lnTo>
                    <a:pt x="2084" y="25464"/>
                  </a:lnTo>
                  <a:cubicBezTo>
                    <a:pt x="2562" y="24883"/>
                    <a:pt x="2929" y="23691"/>
                    <a:pt x="2946" y="23642"/>
                  </a:cubicBezTo>
                  <a:cubicBezTo>
                    <a:pt x="2948" y="23632"/>
                    <a:pt x="2949" y="23624"/>
                    <a:pt x="2948" y="23614"/>
                  </a:cubicBezTo>
                  <a:cubicBezTo>
                    <a:pt x="2921" y="23391"/>
                    <a:pt x="2303" y="18131"/>
                    <a:pt x="2132" y="17328"/>
                  </a:cubicBezTo>
                  <a:cubicBezTo>
                    <a:pt x="1738" y="15483"/>
                    <a:pt x="1421" y="12598"/>
                    <a:pt x="1421" y="12421"/>
                  </a:cubicBezTo>
                  <a:cubicBezTo>
                    <a:pt x="1421" y="12366"/>
                    <a:pt x="1384" y="12190"/>
                    <a:pt x="1294" y="11763"/>
                  </a:cubicBezTo>
                  <a:cubicBezTo>
                    <a:pt x="1109" y="10889"/>
                    <a:pt x="765" y="9261"/>
                    <a:pt x="504" y="7355"/>
                  </a:cubicBezTo>
                  <a:cubicBezTo>
                    <a:pt x="136" y="4680"/>
                    <a:pt x="635" y="523"/>
                    <a:pt x="640" y="484"/>
                  </a:cubicBezTo>
                  <a:lnTo>
                    <a:pt x="698" y="133"/>
                  </a:lnTo>
                  <a:close/>
                  <a:moveTo>
                    <a:pt x="641" y="0"/>
                  </a:moveTo>
                  <a:cubicBezTo>
                    <a:pt x="609" y="0"/>
                    <a:pt x="581" y="24"/>
                    <a:pt x="576" y="56"/>
                  </a:cubicBezTo>
                  <a:lnTo>
                    <a:pt x="507" y="467"/>
                  </a:lnTo>
                  <a:cubicBezTo>
                    <a:pt x="502" y="508"/>
                    <a:pt x="1" y="4681"/>
                    <a:pt x="371" y="7374"/>
                  </a:cubicBezTo>
                  <a:cubicBezTo>
                    <a:pt x="634" y="9283"/>
                    <a:pt x="978" y="10915"/>
                    <a:pt x="1164" y="11790"/>
                  </a:cubicBezTo>
                  <a:cubicBezTo>
                    <a:pt x="1232" y="12119"/>
                    <a:pt x="1288" y="12378"/>
                    <a:pt x="1288" y="12422"/>
                  </a:cubicBezTo>
                  <a:cubicBezTo>
                    <a:pt x="1288" y="12601"/>
                    <a:pt x="1605" y="15504"/>
                    <a:pt x="2001" y="17357"/>
                  </a:cubicBezTo>
                  <a:cubicBezTo>
                    <a:pt x="2167" y="18133"/>
                    <a:pt x="2778" y="23307"/>
                    <a:pt x="2813" y="23616"/>
                  </a:cubicBezTo>
                  <a:cubicBezTo>
                    <a:pt x="2772" y="23749"/>
                    <a:pt x="2417" y="24851"/>
                    <a:pt x="1981" y="25378"/>
                  </a:cubicBezTo>
                  <a:lnTo>
                    <a:pt x="1889" y="25491"/>
                  </a:lnTo>
                  <a:cubicBezTo>
                    <a:pt x="1528" y="25927"/>
                    <a:pt x="1309" y="26191"/>
                    <a:pt x="1345" y="26382"/>
                  </a:cubicBezTo>
                  <a:cubicBezTo>
                    <a:pt x="1357" y="26444"/>
                    <a:pt x="1393" y="26495"/>
                    <a:pt x="1457" y="26531"/>
                  </a:cubicBezTo>
                  <a:cubicBezTo>
                    <a:pt x="1549" y="26583"/>
                    <a:pt x="1922" y="26600"/>
                    <a:pt x="2374" y="26600"/>
                  </a:cubicBezTo>
                  <a:cubicBezTo>
                    <a:pt x="3116" y="26600"/>
                    <a:pt x="4071" y="26554"/>
                    <a:pt x="4344" y="26539"/>
                  </a:cubicBezTo>
                  <a:cubicBezTo>
                    <a:pt x="4368" y="26538"/>
                    <a:pt x="4389" y="26525"/>
                    <a:pt x="4401" y="26502"/>
                  </a:cubicBezTo>
                  <a:cubicBezTo>
                    <a:pt x="4407" y="26492"/>
                    <a:pt x="4543" y="26209"/>
                    <a:pt x="4543" y="25523"/>
                  </a:cubicBezTo>
                  <a:cubicBezTo>
                    <a:pt x="4543" y="25161"/>
                    <a:pt x="4495" y="24721"/>
                    <a:pt x="4451" y="24296"/>
                  </a:cubicBezTo>
                  <a:cubicBezTo>
                    <a:pt x="4411" y="23922"/>
                    <a:pt x="4374" y="23569"/>
                    <a:pt x="4374" y="23316"/>
                  </a:cubicBezTo>
                  <a:cubicBezTo>
                    <a:pt x="4374" y="22780"/>
                    <a:pt x="4642" y="13132"/>
                    <a:pt x="4645" y="13032"/>
                  </a:cubicBezTo>
                  <a:lnTo>
                    <a:pt x="4713" y="4691"/>
                  </a:lnTo>
                  <a:lnTo>
                    <a:pt x="4714" y="4696"/>
                  </a:lnTo>
                  <a:lnTo>
                    <a:pt x="4783" y="13034"/>
                  </a:lnTo>
                  <a:cubicBezTo>
                    <a:pt x="4785" y="13132"/>
                    <a:pt x="5054" y="22780"/>
                    <a:pt x="5054" y="23316"/>
                  </a:cubicBezTo>
                  <a:cubicBezTo>
                    <a:pt x="5054" y="23569"/>
                    <a:pt x="5016" y="23922"/>
                    <a:pt x="4977" y="24295"/>
                  </a:cubicBezTo>
                  <a:cubicBezTo>
                    <a:pt x="4931" y="24721"/>
                    <a:pt x="4885" y="25161"/>
                    <a:pt x="4885" y="25523"/>
                  </a:cubicBezTo>
                  <a:cubicBezTo>
                    <a:pt x="4885" y="26209"/>
                    <a:pt x="5021" y="26492"/>
                    <a:pt x="5027" y="26502"/>
                  </a:cubicBezTo>
                  <a:cubicBezTo>
                    <a:pt x="5037" y="26524"/>
                    <a:pt x="5059" y="26538"/>
                    <a:pt x="5084" y="26539"/>
                  </a:cubicBezTo>
                  <a:cubicBezTo>
                    <a:pt x="5357" y="26553"/>
                    <a:pt x="6313" y="26601"/>
                    <a:pt x="7056" y="26601"/>
                  </a:cubicBezTo>
                  <a:cubicBezTo>
                    <a:pt x="7507" y="26601"/>
                    <a:pt x="7879" y="26583"/>
                    <a:pt x="7970" y="26531"/>
                  </a:cubicBezTo>
                  <a:cubicBezTo>
                    <a:pt x="8033" y="26495"/>
                    <a:pt x="8071" y="26444"/>
                    <a:pt x="8083" y="26382"/>
                  </a:cubicBezTo>
                  <a:cubicBezTo>
                    <a:pt x="8117" y="26191"/>
                    <a:pt x="7899" y="25927"/>
                    <a:pt x="7537" y="25491"/>
                  </a:cubicBezTo>
                  <a:lnTo>
                    <a:pt x="7446" y="25380"/>
                  </a:lnTo>
                  <a:cubicBezTo>
                    <a:pt x="7011" y="24851"/>
                    <a:pt x="6656" y="23750"/>
                    <a:pt x="6613" y="23617"/>
                  </a:cubicBezTo>
                  <a:cubicBezTo>
                    <a:pt x="6652" y="23306"/>
                    <a:pt x="7288" y="18138"/>
                    <a:pt x="7426" y="17354"/>
                  </a:cubicBezTo>
                  <a:cubicBezTo>
                    <a:pt x="7801" y="15230"/>
                    <a:pt x="8140" y="12586"/>
                    <a:pt x="8140" y="12422"/>
                  </a:cubicBezTo>
                  <a:cubicBezTo>
                    <a:pt x="8140" y="12378"/>
                    <a:pt x="8194" y="12119"/>
                    <a:pt x="8264" y="11790"/>
                  </a:cubicBezTo>
                  <a:cubicBezTo>
                    <a:pt x="8448" y="10915"/>
                    <a:pt x="8793" y="9283"/>
                    <a:pt x="9055" y="7374"/>
                  </a:cubicBezTo>
                  <a:cubicBezTo>
                    <a:pt x="9426" y="4681"/>
                    <a:pt x="8925" y="508"/>
                    <a:pt x="8920" y="467"/>
                  </a:cubicBezTo>
                  <a:cubicBezTo>
                    <a:pt x="8919" y="465"/>
                    <a:pt x="8919" y="464"/>
                    <a:pt x="8919" y="463"/>
                  </a:cubicBezTo>
                  <a:lnTo>
                    <a:pt x="8852" y="56"/>
                  </a:lnTo>
                  <a:cubicBezTo>
                    <a:pt x="8846" y="24"/>
                    <a:pt x="8819" y="0"/>
                    <a:pt x="8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g33adf7f9e96_1_401"/>
            <p:cNvSpPr/>
            <p:nvPr/>
          </p:nvSpPr>
          <p:spPr>
            <a:xfrm>
              <a:off x="8777004" y="3992087"/>
              <a:ext cx="403507" cy="887333"/>
            </a:xfrm>
            <a:custGeom>
              <a:rect b="b" l="l" r="r" t="t"/>
              <a:pathLst>
                <a:path extrusionOk="0" h="20449" w="9299">
                  <a:moveTo>
                    <a:pt x="577" y="1"/>
                  </a:moveTo>
                  <a:lnTo>
                    <a:pt x="509" y="408"/>
                  </a:lnTo>
                  <a:cubicBezTo>
                    <a:pt x="509" y="408"/>
                    <a:pt x="1" y="4583"/>
                    <a:pt x="373" y="7298"/>
                  </a:cubicBezTo>
                  <a:cubicBezTo>
                    <a:pt x="747" y="10013"/>
                    <a:pt x="1290" y="12186"/>
                    <a:pt x="1290" y="12355"/>
                  </a:cubicBezTo>
                  <a:cubicBezTo>
                    <a:pt x="1290" y="12525"/>
                    <a:pt x="1604" y="15411"/>
                    <a:pt x="2003" y="17277"/>
                  </a:cubicBezTo>
                  <a:cubicBezTo>
                    <a:pt x="2084" y="17656"/>
                    <a:pt x="2269" y="19063"/>
                    <a:pt x="2441" y="20449"/>
                  </a:cubicBezTo>
                  <a:lnTo>
                    <a:pt x="4311" y="20449"/>
                  </a:lnTo>
                  <a:cubicBezTo>
                    <a:pt x="4391" y="17397"/>
                    <a:pt x="4514" y="12966"/>
                    <a:pt x="4514" y="12966"/>
                  </a:cubicBezTo>
                  <a:lnTo>
                    <a:pt x="4583" y="4617"/>
                  </a:lnTo>
                  <a:lnTo>
                    <a:pt x="4583" y="4302"/>
                  </a:lnTo>
                  <a:lnTo>
                    <a:pt x="4717" y="4617"/>
                  </a:lnTo>
                  <a:lnTo>
                    <a:pt x="4785" y="12966"/>
                  </a:lnTo>
                  <a:cubicBezTo>
                    <a:pt x="4785" y="12966"/>
                    <a:pt x="4908" y="17397"/>
                    <a:pt x="4989" y="20449"/>
                  </a:cubicBezTo>
                  <a:lnTo>
                    <a:pt x="6870" y="20449"/>
                  </a:lnTo>
                  <a:cubicBezTo>
                    <a:pt x="7046" y="19064"/>
                    <a:pt x="7230" y="17659"/>
                    <a:pt x="7297" y="17277"/>
                  </a:cubicBezTo>
                  <a:cubicBezTo>
                    <a:pt x="7671" y="15162"/>
                    <a:pt x="8009" y="12525"/>
                    <a:pt x="8009" y="12355"/>
                  </a:cubicBezTo>
                  <a:cubicBezTo>
                    <a:pt x="8009" y="12186"/>
                    <a:pt x="8552" y="10013"/>
                    <a:pt x="8926" y="7298"/>
                  </a:cubicBezTo>
                  <a:cubicBezTo>
                    <a:pt x="9299" y="4583"/>
                    <a:pt x="8790" y="408"/>
                    <a:pt x="8790" y="408"/>
                  </a:cubicBezTo>
                  <a:lnTo>
                    <a:pt x="872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g33adf7f9e96_1_401"/>
            <p:cNvSpPr/>
            <p:nvPr/>
          </p:nvSpPr>
          <p:spPr>
            <a:xfrm>
              <a:off x="8774227" y="3989223"/>
              <a:ext cx="409018" cy="893061"/>
            </a:xfrm>
            <a:custGeom>
              <a:rect b="b" l="l" r="r" t="t"/>
              <a:pathLst>
                <a:path extrusionOk="0" h="20581" w="9426">
                  <a:moveTo>
                    <a:pt x="8730" y="133"/>
                  </a:moveTo>
                  <a:lnTo>
                    <a:pt x="8788" y="482"/>
                  </a:lnTo>
                  <a:cubicBezTo>
                    <a:pt x="8793" y="523"/>
                    <a:pt x="9292" y="4680"/>
                    <a:pt x="8924" y="7355"/>
                  </a:cubicBezTo>
                  <a:cubicBezTo>
                    <a:pt x="8661" y="9259"/>
                    <a:pt x="8318" y="10889"/>
                    <a:pt x="8134" y="11763"/>
                  </a:cubicBezTo>
                  <a:cubicBezTo>
                    <a:pt x="8044" y="12190"/>
                    <a:pt x="8007" y="12366"/>
                    <a:pt x="8007" y="12421"/>
                  </a:cubicBezTo>
                  <a:cubicBezTo>
                    <a:pt x="8007" y="12584"/>
                    <a:pt x="7670" y="15212"/>
                    <a:pt x="7295" y="17331"/>
                  </a:cubicBezTo>
                  <a:cubicBezTo>
                    <a:pt x="7239" y="17648"/>
                    <a:pt x="7098" y="18696"/>
                    <a:pt x="6876" y="20448"/>
                  </a:cubicBezTo>
                  <a:lnTo>
                    <a:pt x="5118" y="20448"/>
                  </a:lnTo>
                  <a:cubicBezTo>
                    <a:pt x="5037" y="17399"/>
                    <a:pt x="4916" y="13031"/>
                    <a:pt x="4916" y="13031"/>
                  </a:cubicBezTo>
                  <a:lnTo>
                    <a:pt x="4848" y="4682"/>
                  </a:lnTo>
                  <a:cubicBezTo>
                    <a:pt x="4847" y="4674"/>
                    <a:pt x="4846" y="4664"/>
                    <a:pt x="4842" y="4656"/>
                  </a:cubicBezTo>
                  <a:lnTo>
                    <a:pt x="4707" y="4342"/>
                  </a:lnTo>
                  <a:cubicBezTo>
                    <a:pt x="4696" y="4317"/>
                    <a:pt x="4673" y="4302"/>
                    <a:pt x="4646" y="4302"/>
                  </a:cubicBezTo>
                  <a:cubicBezTo>
                    <a:pt x="4642" y="4302"/>
                    <a:pt x="4637" y="4303"/>
                    <a:pt x="4633" y="4303"/>
                  </a:cubicBezTo>
                  <a:cubicBezTo>
                    <a:pt x="4602" y="4309"/>
                    <a:pt x="4580" y="4337"/>
                    <a:pt x="4580" y="4368"/>
                  </a:cubicBezTo>
                  <a:lnTo>
                    <a:pt x="4580" y="4682"/>
                  </a:lnTo>
                  <a:lnTo>
                    <a:pt x="4512" y="13030"/>
                  </a:lnTo>
                  <a:cubicBezTo>
                    <a:pt x="4512" y="13030"/>
                    <a:pt x="4390" y="17398"/>
                    <a:pt x="4310" y="20448"/>
                  </a:cubicBezTo>
                  <a:lnTo>
                    <a:pt x="2563" y="20448"/>
                  </a:lnTo>
                  <a:cubicBezTo>
                    <a:pt x="2345" y="18695"/>
                    <a:pt x="2199" y="17645"/>
                    <a:pt x="2132" y="17328"/>
                  </a:cubicBezTo>
                  <a:cubicBezTo>
                    <a:pt x="1738" y="15483"/>
                    <a:pt x="1421" y="12598"/>
                    <a:pt x="1421" y="12421"/>
                  </a:cubicBezTo>
                  <a:cubicBezTo>
                    <a:pt x="1421" y="12366"/>
                    <a:pt x="1384" y="12190"/>
                    <a:pt x="1294" y="11763"/>
                  </a:cubicBezTo>
                  <a:cubicBezTo>
                    <a:pt x="1109" y="10889"/>
                    <a:pt x="765" y="9259"/>
                    <a:pt x="504" y="7355"/>
                  </a:cubicBezTo>
                  <a:cubicBezTo>
                    <a:pt x="136" y="4680"/>
                    <a:pt x="634" y="523"/>
                    <a:pt x="639" y="484"/>
                  </a:cubicBezTo>
                  <a:lnTo>
                    <a:pt x="698" y="133"/>
                  </a:lnTo>
                  <a:close/>
                  <a:moveTo>
                    <a:pt x="641" y="0"/>
                  </a:moveTo>
                  <a:cubicBezTo>
                    <a:pt x="609" y="0"/>
                    <a:pt x="581" y="24"/>
                    <a:pt x="576" y="56"/>
                  </a:cubicBezTo>
                  <a:lnTo>
                    <a:pt x="507" y="467"/>
                  </a:lnTo>
                  <a:cubicBezTo>
                    <a:pt x="502" y="508"/>
                    <a:pt x="1" y="4681"/>
                    <a:pt x="371" y="7374"/>
                  </a:cubicBezTo>
                  <a:cubicBezTo>
                    <a:pt x="634" y="9283"/>
                    <a:pt x="978" y="10915"/>
                    <a:pt x="1164" y="11790"/>
                  </a:cubicBezTo>
                  <a:cubicBezTo>
                    <a:pt x="1232" y="12119"/>
                    <a:pt x="1287" y="12378"/>
                    <a:pt x="1287" y="12422"/>
                  </a:cubicBezTo>
                  <a:cubicBezTo>
                    <a:pt x="1287" y="12601"/>
                    <a:pt x="1605" y="15504"/>
                    <a:pt x="2001" y="17357"/>
                  </a:cubicBezTo>
                  <a:cubicBezTo>
                    <a:pt x="2069" y="17669"/>
                    <a:pt x="2219" y="18764"/>
                    <a:pt x="2439" y="20523"/>
                  </a:cubicBezTo>
                  <a:cubicBezTo>
                    <a:pt x="2443" y="20556"/>
                    <a:pt x="2471" y="20581"/>
                    <a:pt x="2505" y="20581"/>
                  </a:cubicBezTo>
                  <a:lnTo>
                    <a:pt x="4375" y="20581"/>
                  </a:lnTo>
                  <a:cubicBezTo>
                    <a:pt x="4410" y="20581"/>
                    <a:pt x="4440" y="20552"/>
                    <a:pt x="4441" y="20516"/>
                  </a:cubicBezTo>
                  <a:cubicBezTo>
                    <a:pt x="4522" y="17464"/>
                    <a:pt x="4645" y="13034"/>
                    <a:pt x="4645" y="13032"/>
                  </a:cubicBezTo>
                  <a:lnTo>
                    <a:pt x="4712" y="4691"/>
                  </a:lnTo>
                  <a:lnTo>
                    <a:pt x="4714" y="4696"/>
                  </a:lnTo>
                  <a:lnTo>
                    <a:pt x="4783" y="13034"/>
                  </a:lnTo>
                  <a:cubicBezTo>
                    <a:pt x="4783" y="13034"/>
                    <a:pt x="4906" y="17464"/>
                    <a:pt x="4986" y="20516"/>
                  </a:cubicBezTo>
                  <a:cubicBezTo>
                    <a:pt x="4988" y="20552"/>
                    <a:pt x="5017" y="20581"/>
                    <a:pt x="5053" y="20581"/>
                  </a:cubicBezTo>
                  <a:lnTo>
                    <a:pt x="6934" y="20581"/>
                  </a:lnTo>
                  <a:cubicBezTo>
                    <a:pt x="6967" y="20581"/>
                    <a:pt x="6995" y="20556"/>
                    <a:pt x="6999" y="20523"/>
                  </a:cubicBezTo>
                  <a:cubicBezTo>
                    <a:pt x="7226" y="18739"/>
                    <a:pt x="7369" y="17673"/>
                    <a:pt x="7425" y="17354"/>
                  </a:cubicBezTo>
                  <a:cubicBezTo>
                    <a:pt x="7801" y="15230"/>
                    <a:pt x="8140" y="12586"/>
                    <a:pt x="8140" y="12422"/>
                  </a:cubicBezTo>
                  <a:cubicBezTo>
                    <a:pt x="8140" y="12378"/>
                    <a:pt x="8194" y="12119"/>
                    <a:pt x="8264" y="11790"/>
                  </a:cubicBezTo>
                  <a:cubicBezTo>
                    <a:pt x="8448" y="10915"/>
                    <a:pt x="8793" y="9283"/>
                    <a:pt x="9055" y="7374"/>
                  </a:cubicBezTo>
                  <a:cubicBezTo>
                    <a:pt x="9426" y="4681"/>
                    <a:pt x="8925" y="508"/>
                    <a:pt x="8919" y="463"/>
                  </a:cubicBezTo>
                  <a:lnTo>
                    <a:pt x="8852" y="56"/>
                  </a:lnTo>
                  <a:cubicBezTo>
                    <a:pt x="8846" y="24"/>
                    <a:pt x="8819" y="0"/>
                    <a:pt x="8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g33adf7f9e96_1_401"/>
            <p:cNvSpPr/>
            <p:nvPr/>
          </p:nvSpPr>
          <p:spPr>
            <a:xfrm>
              <a:off x="8828554" y="5049469"/>
              <a:ext cx="139941" cy="91124"/>
            </a:xfrm>
            <a:custGeom>
              <a:rect b="b" l="l" r="r" t="t"/>
              <a:pathLst>
                <a:path extrusionOk="0" h="2100" w="3225">
                  <a:moveTo>
                    <a:pt x="3146" y="0"/>
                  </a:moveTo>
                  <a:lnTo>
                    <a:pt x="2686" y="987"/>
                  </a:lnTo>
                  <a:lnTo>
                    <a:pt x="781" y="987"/>
                  </a:lnTo>
                  <a:cubicBezTo>
                    <a:pt x="306" y="1564"/>
                    <a:pt x="1" y="1903"/>
                    <a:pt x="238" y="2039"/>
                  </a:cubicBezTo>
                  <a:cubicBezTo>
                    <a:pt x="317" y="2084"/>
                    <a:pt x="660" y="2099"/>
                    <a:pt x="1082" y="2099"/>
                  </a:cubicBezTo>
                  <a:cubicBezTo>
                    <a:pt x="1927" y="2099"/>
                    <a:pt x="3089" y="2039"/>
                    <a:pt x="3089" y="2039"/>
                  </a:cubicBezTo>
                  <a:cubicBezTo>
                    <a:pt x="3089" y="2039"/>
                    <a:pt x="3225" y="1768"/>
                    <a:pt x="3225" y="1089"/>
                  </a:cubicBezTo>
                  <a:cubicBezTo>
                    <a:pt x="3225" y="768"/>
                    <a:pt x="3187" y="379"/>
                    <a:pt x="31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g33adf7f9e96_1_401"/>
            <p:cNvSpPr/>
            <p:nvPr/>
          </p:nvSpPr>
          <p:spPr>
            <a:xfrm>
              <a:off x="8831028" y="5046605"/>
              <a:ext cx="140331" cy="96895"/>
            </a:xfrm>
            <a:custGeom>
              <a:rect b="b" l="l" r="r" t="t"/>
              <a:pathLst>
                <a:path extrusionOk="0" h="2233" w="3234">
                  <a:moveTo>
                    <a:pt x="3048" y="312"/>
                  </a:moveTo>
                  <a:cubicBezTo>
                    <a:pt x="3078" y="608"/>
                    <a:pt x="3101" y="903"/>
                    <a:pt x="3101" y="1155"/>
                  </a:cubicBezTo>
                  <a:cubicBezTo>
                    <a:pt x="3101" y="1674"/>
                    <a:pt x="3020" y="1950"/>
                    <a:pt x="2987" y="2041"/>
                  </a:cubicBezTo>
                  <a:cubicBezTo>
                    <a:pt x="2398" y="2071"/>
                    <a:pt x="1603" y="2099"/>
                    <a:pt x="1013" y="2099"/>
                  </a:cubicBezTo>
                  <a:cubicBezTo>
                    <a:pt x="595" y="2099"/>
                    <a:pt x="279" y="2085"/>
                    <a:pt x="213" y="2047"/>
                  </a:cubicBezTo>
                  <a:cubicBezTo>
                    <a:pt x="177" y="2027"/>
                    <a:pt x="170" y="2005"/>
                    <a:pt x="166" y="1990"/>
                  </a:cubicBezTo>
                  <a:cubicBezTo>
                    <a:pt x="142" y="1860"/>
                    <a:pt x="381" y="1571"/>
                    <a:pt x="683" y="1207"/>
                  </a:cubicBezTo>
                  <a:lnTo>
                    <a:pt x="755" y="1119"/>
                  </a:lnTo>
                  <a:lnTo>
                    <a:pt x="2629" y="1119"/>
                  </a:lnTo>
                  <a:cubicBezTo>
                    <a:pt x="2655" y="1119"/>
                    <a:pt x="2679" y="1105"/>
                    <a:pt x="2690" y="1081"/>
                  </a:cubicBezTo>
                  <a:lnTo>
                    <a:pt x="3048" y="312"/>
                  </a:lnTo>
                  <a:close/>
                  <a:moveTo>
                    <a:pt x="3089" y="0"/>
                  </a:moveTo>
                  <a:cubicBezTo>
                    <a:pt x="3064" y="0"/>
                    <a:pt x="3040" y="14"/>
                    <a:pt x="3029" y="38"/>
                  </a:cubicBezTo>
                  <a:lnTo>
                    <a:pt x="2587" y="987"/>
                  </a:lnTo>
                  <a:lnTo>
                    <a:pt x="723" y="987"/>
                  </a:lnTo>
                  <a:cubicBezTo>
                    <a:pt x="704" y="987"/>
                    <a:pt x="685" y="995"/>
                    <a:pt x="672" y="1010"/>
                  </a:cubicBezTo>
                  <a:lnTo>
                    <a:pt x="580" y="1123"/>
                  </a:lnTo>
                  <a:cubicBezTo>
                    <a:pt x="219" y="1559"/>
                    <a:pt x="0" y="1823"/>
                    <a:pt x="36" y="2014"/>
                  </a:cubicBezTo>
                  <a:cubicBezTo>
                    <a:pt x="46" y="2076"/>
                    <a:pt x="84" y="2126"/>
                    <a:pt x="148" y="2163"/>
                  </a:cubicBezTo>
                  <a:cubicBezTo>
                    <a:pt x="239" y="2215"/>
                    <a:pt x="612" y="2233"/>
                    <a:pt x="1063" y="2233"/>
                  </a:cubicBezTo>
                  <a:cubicBezTo>
                    <a:pt x="1806" y="2233"/>
                    <a:pt x="2762" y="2185"/>
                    <a:pt x="3035" y="2171"/>
                  </a:cubicBezTo>
                  <a:cubicBezTo>
                    <a:pt x="3059" y="2170"/>
                    <a:pt x="3080" y="2157"/>
                    <a:pt x="3091" y="2134"/>
                  </a:cubicBezTo>
                  <a:cubicBezTo>
                    <a:pt x="3097" y="2124"/>
                    <a:pt x="3234" y="1841"/>
                    <a:pt x="3234" y="1155"/>
                  </a:cubicBezTo>
                  <a:cubicBezTo>
                    <a:pt x="3234" y="828"/>
                    <a:pt x="3195" y="435"/>
                    <a:pt x="3156" y="59"/>
                  </a:cubicBezTo>
                  <a:cubicBezTo>
                    <a:pt x="3152" y="30"/>
                    <a:pt x="3130" y="6"/>
                    <a:pt x="3100" y="1"/>
                  </a:cubicBezTo>
                  <a:cubicBezTo>
                    <a:pt x="3097" y="1"/>
                    <a:pt x="3093" y="0"/>
                    <a:pt x="30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g33adf7f9e96_1_401"/>
            <p:cNvSpPr/>
            <p:nvPr/>
          </p:nvSpPr>
          <p:spPr>
            <a:xfrm>
              <a:off x="8989452" y="5049469"/>
              <a:ext cx="139941" cy="91124"/>
            </a:xfrm>
            <a:custGeom>
              <a:rect b="b" l="l" r="r" t="t"/>
              <a:pathLst>
                <a:path extrusionOk="0" h="2100" w="3225">
                  <a:moveTo>
                    <a:pt x="79" y="0"/>
                  </a:moveTo>
                  <a:cubicBezTo>
                    <a:pt x="38" y="379"/>
                    <a:pt x="0" y="768"/>
                    <a:pt x="0" y="1089"/>
                  </a:cubicBezTo>
                  <a:cubicBezTo>
                    <a:pt x="0" y="1768"/>
                    <a:pt x="137" y="2039"/>
                    <a:pt x="137" y="2039"/>
                  </a:cubicBezTo>
                  <a:cubicBezTo>
                    <a:pt x="137" y="2039"/>
                    <a:pt x="1298" y="2099"/>
                    <a:pt x="2143" y="2099"/>
                  </a:cubicBezTo>
                  <a:cubicBezTo>
                    <a:pt x="2565" y="2099"/>
                    <a:pt x="2908" y="2084"/>
                    <a:pt x="2987" y="2039"/>
                  </a:cubicBezTo>
                  <a:cubicBezTo>
                    <a:pt x="3224" y="1903"/>
                    <a:pt x="2919" y="1564"/>
                    <a:pt x="2444" y="987"/>
                  </a:cubicBezTo>
                  <a:lnTo>
                    <a:pt x="539" y="987"/>
                  </a:lnTo>
                  <a:lnTo>
                    <a:pt x="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g33adf7f9e96_1_401"/>
            <p:cNvSpPr/>
            <p:nvPr/>
          </p:nvSpPr>
          <p:spPr>
            <a:xfrm>
              <a:off x="8986588" y="5046562"/>
              <a:ext cx="140288" cy="96939"/>
            </a:xfrm>
            <a:custGeom>
              <a:rect b="b" l="l" r="r" t="t"/>
              <a:pathLst>
                <a:path extrusionOk="0" h="2234" w="3233">
                  <a:moveTo>
                    <a:pt x="186" y="313"/>
                  </a:moveTo>
                  <a:lnTo>
                    <a:pt x="544" y="1082"/>
                  </a:lnTo>
                  <a:cubicBezTo>
                    <a:pt x="555" y="1106"/>
                    <a:pt x="579" y="1120"/>
                    <a:pt x="605" y="1120"/>
                  </a:cubicBezTo>
                  <a:lnTo>
                    <a:pt x="2479" y="1120"/>
                  </a:lnTo>
                  <a:lnTo>
                    <a:pt x="2551" y="1208"/>
                  </a:lnTo>
                  <a:cubicBezTo>
                    <a:pt x="2853" y="1573"/>
                    <a:pt x="3092" y="1861"/>
                    <a:pt x="3068" y="1991"/>
                  </a:cubicBezTo>
                  <a:cubicBezTo>
                    <a:pt x="3064" y="2006"/>
                    <a:pt x="3056" y="2028"/>
                    <a:pt x="3021" y="2049"/>
                  </a:cubicBezTo>
                  <a:cubicBezTo>
                    <a:pt x="2955" y="2086"/>
                    <a:pt x="2643" y="2100"/>
                    <a:pt x="2228" y="2100"/>
                  </a:cubicBezTo>
                  <a:cubicBezTo>
                    <a:pt x="1638" y="2100"/>
                    <a:pt x="839" y="2072"/>
                    <a:pt x="247" y="2042"/>
                  </a:cubicBezTo>
                  <a:cubicBezTo>
                    <a:pt x="214" y="1951"/>
                    <a:pt x="133" y="1675"/>
                    <a:pt x="133" y="1156"/>
                  </a:cubicBezTo>
                  <a:cubicBezTo>
                    <a:pt x="133" y="904"/>
                    <a:pt x="156" y="609"/>
                    <a:pt x="186" y="313"/>
                  </a:cubicBezTo>
                  <a:close/>
                  <a:moveTo>
                    <a:pt x="144" y="0"/>
                  </a:moveTo>
                  <a:cubicBezTo>
                    <a:pt x="141" y="0"/>
                    <a:pt x="137" y="0"/>
                    <a:pt x="134" y="1"/>
                  </a:cubicBezTo>
                  <a:cubicBezTo>
                    <a:pt x="104" y="7"/>
                    <a:pt x="82" y="31"/>
                    <a:pt x="78" y="60"/>
                  </a:cubicBezTo>
                  <a:cubicBezTo>
                    <a:pt x="38" y="436"/>
                    <a:pt x="0" y="829"/>
                    <a:pt x="0" y="1156"/>
                  </a:cubicBezTo>
                  <a:cubicBezTo>
                    <a:pt x="0" y="1842"/>
                    <a:pt x="137" y="2125"/>
                    <a:pt x="143" y="2135"/>
                  </a:cubicBezTo>
                  <a:cubicBezTo>
                    <a:pt x="154" y="2157"/>
                    <a:pt x="175" y="2171"/>
                    <a:pt x="199" y="2172"/>
                  </a:cubicBezTo>
                  <a:cubicBezTo>
                    <a:pt x="472" y="2186"/>
                    <a:pt x="1429" y="2234"/>
                    <a:pt x="2171" y="2234"/>
                  </a:cubicBezTo>
                  <a:cubicBezTo>
                    <a:pt x="2622" y="2234"/>
                    <a:pt x="2995" y="2216"/>
                    <a:pt x="3086" y="2164"/>
                  </a:cubicBezTo>
                  <a:cubicBezTo>
                    <a:pt x="3148" y="2127"/>
                    <a:pt x="3186" y="2077"/>
                    <a:pt x="3198" y="2015"/>
                  </a:cubicBezTo>
                  <a:cubicBezTo>
                    <a:pt x="3232" y="1824"/>
                    <a:pt x="3015" y="1560"/>
                    <a:pt x="2653" y="1123"/>
                  </a:cubicBezTo>
                  <a:lnTo>
                    <a:pt x="2562" y="1011"/>
                  </a:lnTo>
                  <a:cubicBezTo>
                    <a:pt x="2549" y="996"/>
                    <a:pt x="2530" y="988"/>
                    <a:pt x="2510" y="988"/>
                  </a:cubicBezTo>
                  <a:lnTo>
                    <a:pt x="647" y="988"/>
                  </a:lnTo>
                  <a:lnTo>
                    <a:pt x="205" y="39"/>
                  </a:lnTo>
                  <a:cubicBezTo>
                    <a:pt x="193" y="15"/>
                    <a:pt x="169"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g33adf7f9e96_1_401"/>
            <p:cNvSpPr/>
            <p:nvPr/>
          </p:nvSpPr>
          <p:spPr>
            <a:xfrm>
              <a:off x="8843958" y="3111224"/>
              <a:ext cx="328915" cy="341803"/>
            </a:xfrm>
            <a:custGeom>
              <a:rect b="b" l="l" r="r" t="t"/>
              <a:pathLst>
                <a:path extrusionOk="0" h="7877" w="7580">
                  <a:moveTo>
                    <a:pt x="3744" y="1"/>
                  </a:moveTo>
                  <a:cubicBezTo>
                    <a:pt x="3470" y="1"/>
                    <a:pt x="3188" y="80"/>
                    <a:pt x="2933" y="303"/>
                  </a:cubicBezTo>
                  <a:cubicBezTo>
                    <a:pt x="2933" y="303"/>
                    <a:pt x="385" y="1941"/>
                    <a:pt x="351" y="2369"/>
                  </a:cubicBezTo>
                  <a:cubicBezTo>
                    <a:pt x="316" y="2796"/>
                    <a:pt x="910" y="3730"/>
                    <a:pt x="910" y="3730"/>
                  </a:cubicBezTo>
                  <a:lnTo>
                    <a:pt x="1" y="6720"/>
                  </a:lnTo>
                  <a:cubicBezTo>
                    <a:pt x="1" y="6720"/>
                    <a:pt x="1606" y="7279"/>
                    <a:pt x="2613" y="7551"/>
                  </a:cubicBezTo>
                  <a:cubicBezTo>
                    <a:pt x="3490" y="7788"/>
                    <a:pt x="4542" y="7876"/>
                    <a:pt x="5148" y="7876"/>
                  </a:cubicBezTo>
                  <a:cubicBezTo>
                    <a:pt x="5238" y="7876"/>
                    <a:pt x="5318" y="7874"/>
                    <a:pt x="5386" y="7871"/>
                  </a:cubicBezTo>
                  <a:cubicBezTo>
                    <a:pt x="5915" y="7841"/>
                    <a:pt x="7580" y="7377"/>
                    <a:pt x="7580" y="7377"/>
                  </a:cubicBezTo>
                  <a:cubicBezTo>
                    <a:pt x="7580" y="7377"/>
                    <a:pt x="6911" y="4978"/>
                    <a:pt x="6841" y="4662"/>
                  </a:cubicBezTo>
                  <a:cubicBezTo>
                    <a:pt x="6770" y="4345"/>
                    <a:pt x="6838" y="2317"/>
                    <a:pt x="6742" y="1735"/>
                  </a:cubicBezTo>
                  <a:cubicBezTo>
                    <a:pt x="6645" y="1153"/>
                    <a:pt x="5278" y="589"/>
                    <a:pt x="5073" y="476"/>
                  </a:cubicBezTo>
                  <a:cubicBezTo>
                    <a:pt x="4930" y="399"/>
                    <a:pt x="4356" y="1"/>
                    <a:pt x="37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g33adf7f9e96_1_401"/>
            <p:cNvSpPr/>
            <p:nvPr/>
          </p:nvSpPr>
          <p:spPr>
            <a:xfrm>
              <a:off x="8840704" y="3108273"/>
              <a:ext cx="335337" cy="347617"/>
            </a:xfrm>
            <a:custGeom>
              <a:rect b="b" l="l" r="r" t="t"/>
              <a:pathLst>
                <a:path extrusionOk="0" h="8011" w="7728">
                  <a:moveTo>
                    <a:pt x="3820" y="137"/>
                  </a:moveTo>
                  <a:cubicBezTo>
                    <a:pt x="4337" y="137"/>
                    <a:pt x="4830" y="432"/>
                    <a:pt x="5039" y="557"/>
                  </a:cubicBezTo>
                  <a:cubicBezTo>
                    <a:pt x="5071" y="577"/>
                    <a:pt x="5097" y="593"/>
                    <a:pt x="5116" y="603"/>
                  </a:cubicBezTo>
                  <a:cubicBezTo>
                    <a:pt x="5145" y="619"/>
                    <a:pt x="5197" y="644"/>
                    <a:pt x="5265" y="677"/>
                  </a:cubicBezTo>
                  <a:cubicBezTo>
                    <a:pt x="5650" y="860"/>
                    <a:pt x="6673" y="1348"/>
                    <a:pt x="6751" y="1814"/>
                  </a:cubicBezTo>
                  <a:cubicBezTo>
                    <a:pt x="6803" y="2123"/>
                    <a:pt x="6806" y="2860"/>
                    <a:pt x="6811" y="3510"/>
                  </a:cubicBezTo>
                  <a:cubicBezTo>
                    <a:pt x="6815" y="4090"/>
                    <a:pt x="6817" y="4592"/>
                    <a:pt x="6851" y="4744"/>
                  </a:cubicBezTo>
                  <a:cubicBezTo>
                    <a:pt x="6915" y="5034"/>
                    <a:pt x="7463" y="7008"/>
                    <a:pt x="7573" y="7399"/>
                  </a:cubicBezTo>
                  <a:cubicBezTo>
                    <a:pt x="7263" y="7483"/>
                    <a:pt x="5915" y="7846"/>
                    <a:pt x="5458" y="7872"/>
                  </a:cubicBezTo>
                  <a:cubicBezTo>
                    <a:pt x="5391" y="7876"/>
                    <a:pt x="5313" y="7878"/>
                    <a:pt x="5225" y="7878"/>
                  </a:cubicBezTo>
                  <a:cubicBezTo>
                    <a:pt x="4619" y="7878"/>
                    <a:pt x="3563" y="7788"/>
                    <a:pt x="2706" y="7555"/>
                  </a:cubicBezTo>
                  <a:cubicBezTo>
                    <a:pt x="1822" y="7316"/>
                    <a:pt x="459" y="6849"/>
                    <a:pt x="157" y="6745"/>
                  </a:cubicBezTo>
                  <a:lnTo>
                    <a:pt x="1049" y="3818"/>
                  </a:lnTo>
                  <a:cubicBezTo>
                    <a:pt x="1055" y="3799"/>
                    <a:pt x="1052" y="3779"/>
                    <a:pt x="1041" y="3762"/>
                  </a:cubicBezTo>
                  <a:cubicBezTo>
                    <a:pt x="1036" y="3753"/>
                    <a:pt x="459" y="2843"/>
                    <a:pt x="491" y="2442"/>
                  </a:cubicBezTo>
                  <a:cubicBezTo>
                    <a:pt x="514" y="2154"/>
                    <a:pt x="2069" y="1054"/>
                    <a:pt x="3044" y="428"/>
                  </a:cubicBezTo>
                  <a:cubicBezTo>
                    <a:pt x="3046" y="426"/>
                    <a:pt x="3049" y="425"/>
                    <a:pt x="3052" y="422"/>
                  </a:cubicBezTo>
                  <a:cubicBezTo>
                    <a:pt x="3292" y="212"/>
                    <a:pt x="3559" y="137"/>
                    <a:pt x="3820" y="137"/>
                  </a:cubicBezTo>
                  <a:close/>
                  <a:moveTo>
                    <a:pt x="3818" y="1"/>
                  </a:moveTo>
                  <a:cubicBezTo>
                    <a:pt x="3532" y="1"/>
                    <a:pt x="3237" y="84"/>
                    <a:pt x="2968" y="318"/>
                  </a:cubicBezTo>
                  <a:cubicBezTo>
                    <a:pt x="2528" y="601"/>
                    <a:pt x="394" y="1995"/>
                    <a:pt x="359" y="2431"/>
                  </a:cubicBezTo>
                  <a:cubicBezTo>
                    <a:pt x="326" y="2841"/>
                    <a:pt x="815" y="3649"/>
                    <a:pt x="913" y="3807"/>
                  </a:cubicBezTo>
                  <a:lnTo>
                    <a:pt x="12" y="6767"/>
                  </a:lnTo>
                  <a:cubicBezTo>
                    <a:pt x="1" y="6802"/>
                    <a:pt x="20" y="6838"/>
                    <a:pt x="53" y="6850"/>
                  </a:cubicBezTo>
                  <a:cubicBezTo>
                    <a:pt x="70" y="6855"/>
                    <a:pt x="1673" y="7413"/>
                    <a:pt x="2670" y="7683"/>
                  </a:cubicBezTo>
                  <a:cubicBezTo>
                    <a:pt x="3543" y="7920"/>
                    <a:pt x="4588" y="8011"/>
                    <a:pt x="5210" y="8011"/>
                  </a:cubicBezTo>
                  <a:cubicBezTo>
                    <a:pt x="5306" y="8011"/>
                    <a:pt x="5391" y="8009"/>
                    <a:pt x="5465" y="8005"/>
                  </a:cubicBezTo>
                  <a:cubicBezTo>
                    <a:pt x="5995" y="7975"/>
                    <a:pt x="7604" y="7528"/>
                    <a:pt x="7672" y="7509"/>
                  </a:cubicBezTo>
                  <a:cubicBezTo>
                    <a:pt x="7708" y="7499"/>
                    <a:pt x="7728" y="7463"/>
                    <a:pt x="7718" y="7428"/>
                  </a:cubicBezTo>
                  <a:cubicBezTo>
                    <a:pt x="7711" y="7403"/>
                    <a:pt x="7050" y="5027"/>
                    <a:pt x="6980" y="4716"/>
                  </a:cubicBezTo>
                  <a:cubicBezTo>
                    <a:pt x="6949" y="4576"/>
                    <a:pt x="6947" y="4058"/>
                    <a:pt x="6944" y="3509"/>
                  </a:cubicBezTo>
                  <a:cubicBezTo>
                    <a:pt x="6940" y="2854"/>
                    <a:pt x="6935" y="2111"/>
                    <a:pt x="6882" y="1792"/>
                  </a:cubicBezTo>
                  <a:cubicBezTo>
                    <a:pt x="6793" y="1256"/>
                    <a:pt x="5763" y="765"/>
                    <a:pt x="5323" y="556"/>
                  </a:cubicBezTo>
                  <a:cubicBezTo>
                    <a:pt x="5256" y="525"/>
                    <a:pt x="5207" y="502"/>
                    <a:pt x="5179" y="486"/>
                  </a:cubicBezTo>
                  <a:cubicBezTo>
                    <a:pt x="5162" y="477"/>
                    <a:pt x="5137" y="461"/>
                    <a:pt x="5107" y="444"/>
                  </a:cubicBezTo>
                  <a:cubicBezTo>
                    <a:pt x="4887" y="311"/>
                    <a:pt x="4370" y="1"/>
                    <a:pt x="38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g33adf7f9e96_1_401"/>
            <p:cNvSpPr/>
            <p:nvPr/>
          </p:nvSpPr>
          <p:spPr>
            <a:xfrm>
              <a:off x="8882708" y="3389846"/>
              <a:ext cx="211148" cy="622986"/>
            </a:xfrm>
            <a:custGeom>
              <a:rect b="b" l="l" r="r" t="t"/>
              <a:pathLst>
                <a:path extrusionOk="0" h="14357" w="4866">
                  <a:moveTo>
                    <a:pt x="954" y="0"/>
                  </a:moveTo>
                  <a:lnTo>
                    <a:pt x="931" y="2195"/>
                  </a:lnTo>
                  <a:lnTo>
                    <a:pt x="1" y="2481"/>
                  </a:lnTo>
                  <a:lnTo>
                    <a:pt x="1" y="14356"/>
                  </a:lnTo>
                  <a:lnTo>
                    <a:pt x="4866" y="14356"/>
                  </a:lnTo>
                  <a:lnTo>
                    <a:pt x="4460" y="2386"/>
                  </a:lnTo>
                  <a:lnTo>
                    <a:pt x="3530" y="2076"/>
                  </a:lnTo>
                  <a:lnTo>
                    <a:pt x="3459" y="24"/>
                  </a:lnTo>
                  <a:lnTo>
                    <a:pt x="95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g33adf7f9e96_1_401"/>
            <p:cNvSpPr/>
            <p:nvPr/>
          </p:nvSpPr>
          <p:spPr>
            <a:xfrm>
              <a:off x="8879844" y="3386982"/>
              <a:ext cx="216876" cy="628757"/>
            </a:xfrm>
            <a:custGeom>
              <a:rect b="b" l="l" r="r" t="t"/>
              <a:pathLst>
                <a:path extrusionOk="0" h="14490" w="4998">
                  <a:moveTo>
                    <a:pt x="1087" y="134"/>
                  </a:moveTo>
                  <a:lnTo>
                    <a:pt x="3460" y="156"/>
                  </a:lnTo>
                  <a:lnTo>
                    <a:pt x="3530" y="2144"/>
                  </a:lnTo>
                  <a:cubicBezTo>
                    <a:pt x="3531" y="2171"/>
                    <a:pt x="3549" y="2195"/>
                    <a:pt x="3575" y="2204"/>
                  </a:cubicBezTo>
                  <a:lnTo>
                    <a:pt x="4461" y="2500"/>
                  </a:lnTo>
                  <a:lnTo>
                    <a:pt x="4863" y="14356"/>
                  </a:lnTo>
                  <a:lnTo>
                    <a:pt x="133" y="14356"/>
                  </a:lnTo>
                  <a:lnTo>
                    <a:pt x="133" y="2596"/>
                  </a:lnTo>
                  <a:lnTo>
                    <a:pt x="1017" y="2324"/>
                  </a:lnTo>
                  <a:cubicBezTo>
                    <a:pt x="1044" y="2316"/>
                    <a:pt x="1063" y="2291"/>
                    <a:pt x="1063" y="2261"/>
                  </a:cubicBezTo>
                  <a:lnTo>
                    <a:pt x="1087" y="134"/>
                  </a:lnTo>
                  <a:close/>
                  <a:moveTo>
                    <a:pt x="1020" y="0"/>
                  </a:moveTo>
                  <a:cubicBezTo>
                    <a:pt x="985" y="0"/>
                    <a:pt x="954" y="30"/>
                    <a:pt x="954" y="66"/>
                  </a:cubicBezTo>
                  <a:lnTo>
                    <a:pt x="930" y="2211"/>
                  </a:lnTo>
                  <a:lnTo>
                    <a:pt x="47" y="2484"/>
                  </a:lnTo>
                  <a:cubicBezTo>
                    <a:pt x="19" y="2492"/>
                    <a:pt x="1" y="2518"/>
                    <a:pt x="1" y="2547"/>
                  </a:cubicBezTo>
                  <a:lnTo>
                    <a:pt x="1" y="14424"/>
                  </a:lnTo>
                  <a:cubicBezTo>
                    <a:pt x="1" y="14460"/>
                    <a:pt x="30" y="14490"/>
                    <a:pt x="67" y="14490"/>
                  </a:cubicBezTo>
                  <a:lnTo>
                    <a:pt x="4932" y="14490"/>
                  </a:lnTo>
                  <a:cubicBezTo>
                    <a:pt x="4949" y="14490"/>
                    <a:pt x="4967" y="14482"/>
                    <a:pt x="4979" y="14470"/>
                  </a:cubicBezTo>
                  <a:cubicBezTo>
                    <a:pt x="4992" y="14457"/>
                    <a:pt x="4998" y="14439"/>
                    <a:pt x="4998" y="14421"/>
                  </a:cubicBezTo>
                  <a:lnTo>
                    <a:pt x="4592" y="2449"/>
                  </a:lnTo>
                  <a:cubicBezTo>
                    <a:pt x="4591" y="2422"/>
                    <a:pt x="4573" y="2397"/>
                    <a:pt x="4547" y="2389"/>
                  </a:cubicBezTo>
                  <a:lnTo>
                    <a:pt x="3661" y="2093"/>
                  </a:lnTo>
                  <a:lnTo>
                    <a:pt x="3591" y="89"/>
                  </a:lnTo>
                  <a:cubicBezTo>
                    <a:pt x="3590" y="53"/>
                    <a:pt x="3561" y="25"/>
                    <a:pt x="3525" y="24"/>
                  </a:cubicBezTo>
                  <a:lnTo>
                    <a:pt x="10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g33adf7f9e96_1_401"/>
            <p:cNvSpPr/>
            <p:nvPr/>
          </p:nvSpPr>
          <p:spPr>
            <a:xfrm>
              <a:off x="8904751" y="3389846"/>
              <a:ext cx="155866" cy="212189"/>
            </a:xfrm>
            <a:custGeom>
              <a:rect b="b" l="l" r="r" t="t"/>
              <a:pathLst>
                <a:path extrusionOk="0" h="4890" w="3592">
                  <a:moveTo>
                    <a:pt x="446" y="0"/>
                  </a:moveTo>
                  <a:lnTo>
                    <a:pt x="423" y="2195"/>
                  </a:lnTo>
                  <a:lnTo>
                    <a:pt x="0" y="2324"/>
                  </a:lnTo>
                  <a:lnTo>
                    <a:pt x="1543" y="4889"/>
                  </a:lnTo>
                  <a:lnTo>
                    <a:pt x="3591" y="2265"/>
                  </a:lnTo>
                  <a:lnTo>
                    <a:pt x="3022" y="2076"/>
                  </a:lnTo>
                  <a:lnTo>
                    <a:pt x="2951" y="24"/>
                  </a:lnTo>
                  <a:lnTo>
                    <a:pt x="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g33adf7f9e96_1_401"/>
            <p:cNvSpPr/>
            <p:nvPr/>
          </p:nvSpPr>
          <p:spPr>
            <a:xfrm>
              <a:off x="8901757" y="3386982"/>
              <a:ext cx="161941" cy="217917"/>
            </a:xfrm>
            <a:custGeom>
              <a:rect b="b" l="l" r="r" t="t"/>
              <a:pathLst>
                <a:path extrusionOk="0" h="5022" w="3732">
                  <a:moveTo>
                    <a:pt x="582" y="134"/>
                  </a:moveTo>
                  <a:lnTo>
                    <a:pt x="2955" y="156"/>
                  </a:lnTo>
                  <a:lnTo>
                    <a:pt x="3025" y="2144"/>
                  </a:lnTo>
                  <a:cubicBezTo>
                    <a:pt x="3026" y="2171"/>
                    <a:pt x="3044" y="2196"/>
                    <a:pt x="3070" y="2204"/>
                  </a:cubicBezTo>
                  <a:lnTo>
                    <a:pt x="3550" y="2364"/>
                  </a:lnTo>
                  <a:lnTo>
                    <a:pt x="1619" y="4838"/>
                  </a:lnTo>
                  <a:lnTo>
                    <a:pt x="170" y="2429"/>
                  </a:lnTo>
                  <a:lnTo>
                    <a:pt x="512" y="2324"/>
                  </a:lnTo>
                  <a:cubicBezTo>
                    <a:pt x="539" y="2316"/>
                    <a:pt x="558" y="2291"/>
                    <a:pt x="558" y="2261"/>
                  </a:cubicBezTo>
                  <a:lnTo>
                    <a:pt x="582" y="134"/>
                  </a:lnTo>
                  <a:close/>
                  <a:moveTo>
                    <a:pt x="515" y="0"/>
                  </a:moveTo>
                  <a:cubicBezTo>
                    <a:pt x="479" y="0"/>
                    <a:pt x="449" y="30"/>
                    <a:pt x="449" y="65"/>
                  </a:cubicBezTo>
                  <a:lnTo>
                    <a:pt x="425" y="2211"/>
                  </a:lnTo>
                  <a:lnTo>
                    <a:pt x="50" y="2327"/>
                  </a:lnTo>
                  <a:cubicBezTo>
                    <a:pt x="30" y="2333"/>
                    <a:pt x="15" y="2347"/>
                    <a:pt x="8" y="2366"/>
                  </a:cubicBezTo>
                  <a:cubicBezTo>
                    <a:pt x="1" y="2385"/>
                    <a:pt x="2" y="2408"/>
                    <a:pt x="13" y="2424"/>
                  </a:cubicBezTo>
                  <a:lnTo>
                    <a:pt x="1555" y="4989"/>
                  </a:lnTo>
                  <a:cubicBezTo>
                    <a:pt x="1567" y="5008"/>
                    <a:pt x="1587" y="5020"/>
                    <a:pt x="1609" y="5021"/>
                  </a:cubicBezTo>
                  <a:lnTo>
                    <a:pt x="1612" y="5021"/>
                  </a:lnTo>
                  <a:cubicBezTo>
                    <a:pt x="1633" y="5021"/>
                    <a:pt x="1652" y="5013"/>
                    <a:pt x="1665" y="4996"/>
                  </a:cubicBezTo>
                  <a:lnTo>
                    <a:pt x="3713" y="2372"/>
                  </a:lnTo>
                  <a:cubicBezTo>
                    <a:pt x="3726" y="2355"/>
                    <a:pt x="3731" y="2333"/>
                    <a:pt x="3724" y="2312"/>
                  </a:cubicBezTo>
                  <a:cubicBezTo>
                    <a:pt x="3718" y="2292"/>
                    <a:pt x="3703" y="2275"/>
                    <a:pt x="3681" y="2268"/>
                  </a:cubicBezTo>
                  <a:lnTo>
                    <a:pt x="3156" y="2093"/>
                  </a:lnTo>
                  <a:lnTo>
                    <a:pt x="3086" y="88"/>
                  </a:lnTo>
                  <a:cubicBezTo>
                    <a:pt x="3085" y="52"/>
                    <a:pt x="3056" y="24"/>
                    <a:pt x="3020" y="24"/>
                  </a:cubicBezTo>
                  <a:lnTo>
                    <a:pt x="51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g33adf7f9e96_1_401"/>
            <p:cNvSpPr/>
            <p:nvPr/>
          </p:nvSpPr>
          <p:spPr>
            <a:xfrm>
              <a:off x="8946928" y="3402169"/>
              <a:ext cx="113688" cy="87783"/>
            </a:xfrm>
            <a:custGeom>
              <a:rect b="b" l="l" r="r" t="t"/>
              <a:pathLst>
                <a:path extrusionOk="0" h="2023" w="2620">
                  <a:moveTo>
                    <a:pt x="1987" y="0"/>
                  </a:moveTo>
                  <a:lnTo>
                    <a:pt x="308" y="84"/>
                  </a:lnTo>
                  <a:lnTo>
                    <a:pt x="1" y="1139"/>
                  </a:lnTo>
                  <a:lnTo>
                    <a:pt x="1748" y="2022"/>
                  </a:lnTo>
                  <a:lnTo>
                    <a:pt x="2619" y="1981"/>
                  </a:lnTo>
                  <a:lnTo>
                    <a:pt x="2050" y="1792"/>
                  </a:lnTo>
                  <a:lnTo>
                    <a:pt x="198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g33adf7f9e96_1_401"/>
            <p:cNvSpPr/>
            <p:nvPr/>
          </p:nvSpPr>
          <p:spPr>
            <a:xfrm>
              <a:off x="8943804" y="3399262"/>
              <a:ext cx="119893" cy="93598"/>
            </a:xfrm>
            <a:custGeom>
              <a:rect b="b" l="l" r="r" t="t"/>
              <a:pathLst>
                <a:path extrusionOk="0" h="2157" w="2763">
                  <a:moveTo>
                    <a:pt x="1995" y="137"/>
                  </a:moveTo>
                  <a:lnTo>
                    <a:pt x="2056" y="1861"/>
                  </a:lnTo>
                  <a:cubicBezTo>
                    <a:pt x="2057" y="1888"/>
                    <a:pt x="2075" y="1913"/>
                    <a:pt x="2101" y="1921"/>
                  </a:cubicBezTo>
                  <a:lnTo>
                    <a:pt x="2334" y="1999"/>
                  </a:lnTo>
                  <a:lnTo>
                    <a:pt x="1835" y="2023"/>
                  </a:lnTo>
                  <a:lnTo>
                    <a:pt x="152" y="1171"/>
                  </a:lnTo>
                  <a:lnTo>
                    <a:pt x="431" y="215"/>
                  </a:lnTo>
                  <a:lnTo>
                    <a:pt x="1995" y="137"/>
                  </a:lnTo>
                  <a:close/>
                  <a:moveTo>
                    <a:pt x="2063" y="1"/>
                  </a:moveTo>
                  <a:cubicBezTo>
                    <a:pt x="2060" y="1"/>
                    <a:pt x="2058" y="1"/>
                    <a:pt x="2056" y="1"/>
                  </a:cubicBezTo>
                  <a:lnTo>
                    <a:pt x="377" y="84"/>
                  </a:lnTo>
                  <a:cubicBezTo>
                    <a:pt x="349" y="86"/>
                    <a:pt x="325" y="105"/>
                    <a:pt x="317" y="132"/>
                  </a:cubicBezTo>
                  <a:lnTo>
                    <a:pt x="9" y="1187"/>
                  </a:lnTo>
                  <a:cubicBezTo>
                    <a:pt x="1" y="1217"/>
                    <a:pt x="15" y="1250"/>
                    <a:pt x="43" y="1265"/>
                  </a:cubicBezTo>
                  <a:lnTo>
                    <a:pt x="1791" y="2150"/>
                  </a:lnTo>
                  <a:cubicBezTo>
                    <a:pt x="1800" y="2153"/>
                    <a:pt x="1811" y="2157"/>
                    <a:pt x="1820" y="2157"/>
                  </a:cubicBezTo>
                  <a:cubicBezTo>
                    <a:pt x="1821" y="2157"/>
                    <a:pt x="1823" y="2157"/>
                    <a:pt x="1824" y="2156"/>
                  </a:cubicBezTo>
                  <a:lnTo>
                    <a:pt x="2695" y="2114"/>
                  </a:lnTo>
                  <a:cubicBezTo>
                    <a:pt x="2727" y="2113"/>
                    <a:pt x="2753" y="2089"/>
                    <a:pt x="2757" y="2057"/>
                  </a:cubicBezTo>
                  <a:cubicBezTo>
                    <a:pt x="2762" y="2025"/>
                    <a:pt x="2743" y="1995"/>
                    <a:pt x="2712" y="1985"/>
                  </a:cubicBezTo>
                  <a:lnTo>
                    <a:pt x="2187" y="1810"/>
                  </a:lnTo>
                  <a:lnTo>
                    <a:pt x="2126" y="65"/>
                  </a:lnTo>
                  <a:cubicBezTo>
                    <a:pt x="2126" y="47"/>
                    <a:pt x="2117" y="31"/>
                    <a:pt x="2104" y="19"/>
                  </a:cubicBezTo>
                  <a:cubicBezTo>
                    <a:pt x="2093" y="8"/>
                    <a:pt x="2078" y="1"/>
                    <a:pt x="20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g33adf7f9e96_1_401"/>
            <p:cNvSpPr/>
            <p:nvPr/>
          </p:nvSpPr>
          <p:spPr>
            <a:xfrm>
              <a:off x="8889303" y="3188072"/>
              <a:ext cx="220174" cy="270032"/>
            </a:xfrm>
            <a:custGeom>
              <a:rect b="b" l="l" r="r" t="t"/>
              <a:pathLst>
                <a:path extrusionOk="0" h="6223" w="5074">
                  <a:moveTo>
                    <a:pt x="3182" y="1"/>
                  </a:moveTo>
                  <a:lnTo>
                    <a:pt x="277" y="1609"/>
                  </a:lnTo>
                  <a:cubicBezTo>
                    <a:pt x="277" y="1609"/>
                    <a:pt x="0" y="3860"/>
                    <a:pt x="102" y="4084"/>
                  </a:cubicBezTo>
                  <a:cubicBezTo>
                    <a:pt x="203" y="4306"/>
                    <a:pt x="1099" y="5958"/>
                    <a:pt x="1329" y="6073"/>
                  </a:cubicBezTo>
                  <a:cubicBezTo>
                    <a:pt x="1514" y="6164"/>
                    <a:pt x="1858" y="6223"/>
                    <a:pt x="2061" y="6223"/>
                  </a:cubicBezTo>
                  <a:cubicBezTo>
                    <a:pt x="2110" y="6223"/>
                    <a:pt x="2150" y="6219"/>
                    <a:pt x="2178" y="6212"/>
                  </a:cubicBezTo>
                  <a:cubicBezTo>
                    <a:pt x="2325" y="6177"/>
                    <a:pt x="4007" y="4900"/>
                    <a:pt x="4007" y="4900"/>
                  </a:cubicBezTo>
                  <a:lnTo>
                    <a:pt x="4248" y="3987"/>
                  </a:lnTo>
                  <a:cubicBezTo>
                    <a:pt x="4248" y="3987"/>
                    <a:pt x="4264" y="3990"/>
                    <a:pt x="4292" y="3990"/>
                  </a:cubicBezTo>
                  <a:cubicBezTo>
                    <a:pt x="4394" y="3990"/>
                    <a:pt x="4652" y="3943"/>
                    <a:pt x="4837" y="3508"/>
                  </a:cubicBezTo>
                  <a:cubicBezTo>
                    <a:pt x="5073" y="2953"/>
                    <a:pt x="4902" y="2699"/>
                    <a:pt x="4808" y="2668"/>
                  </a:cubicBezTo>
                  <a:cubicBezTo>
                    <a:pt x="4716" y="2637"/>
                    <a:pt x="4446" y="2710"/>
                    <a:pt x="3913" y="2213"/>
                  </a:cubicBezTo>
                  <a:cubicBezTo>
                    <a:pt x="3378" y="1715"/>
                    <a:pt x="2993" y="560"/>
                    <a:pt x="31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g33adf7f9e96_1_401"/>
            <p:cNvSpPr/>
            <p:nvPr/>
          </p:nvSpPr>
          <p:spPr>
            <a:xfrm>
              <a:off x="8886526" y="3185208"/>
              <a:ext cx="223168" cy="275803"/>
            </a:xfrm>
            <a:custGeom>
              <a:rect b="b" l="l" r="r" t="t"/>
              <a:pathLst>
                <a:path extrusionOk="0" h="6356" w="5143">
                  <a:moveTo>
                    <a:pt x="3146" y="198"/>
                  </a:moveTo>
                  <a:cubicBezTo>
                    <a:pt x="3048" y="816"/>
                    <a:pt x="3415" y="1846"/>
                    <a:pt x="3932" y="2328"/>
                  </a:cubicBezTo>
                  <a:cubicBezTo>
                    <a:pt x="4384" y="2749"/>
                    <a:pt x="4663" y="2776"/>
                    <a:pt x="4797" y="2789"/>
                  </a:cubicBezTo>
                  <a:cubicBezTo>
                    <a:pt x="4820" y="2791"/>
                    <a:pt x="4842" y="2794"/>
                    <a:pt x="4852" y="2796"/>
                  </a:cubicBezTo>
                  <a:cubicBezTo>
                    <a:pt x="4862" y="2800"/>
                    <a:pt x="4893" y="2821"/>
                    <a:pt x="4919" y="2879"/>
                  </a:cubicBezTo>
                  <a:cubicBezTo>
                    <a:pt x="4958" y="2967"/>
                    <a:pt x="5000" y="3171"/>
                    <a:pt x="4839" y="3547"/>
                  </a:cubicBezTo>
                  <a:cubicBezTo>
                    <a:pt x="4668" y="3950"/>
                    <a:pt x="4442" y="3990"/>
                    <a:pt x="4358" y="3990"/>
                  </a:cubicBezTo>
                  <a:cubicBezTo>
                    <a:pt x="4339" y="3990"/>
                    <a:pt x="4328" y="3988"/>
                    <a:pt x="4326" y="3988"/>
                  </a:cubicBezTo>
                  <a:cubicBezTo>
                    <a:pt x="4321" y="3986"/>
                    <a:pt x="4316" y="3986"/>
                    <a:pt x="4311" y="3986"/>
                  </a:cubicBezTo>
                  <a:cubicBezTo>
                    <a:pt x="4282" y="3986"/>
                    <a:pt x="4256" y="4006"/>
                    <a:pt x="4248" y="4035"/>
                  </a:cubicBezTo>
                  <a:lnTo>
                    <a:pt x="4012" y="4927"/>
                  </a:lnTo>
                  <a:cubicBezTo>
                    <a:pt x="3373" y="5412"/>
                    <a:pt x="2338" y="6178"/>
                    <a:pt x="2227" y="6214"/>
                  </a:cubicBezTo>
                  <a:cubicBezTo>
                    <a:pt x="2203" y="6220"/>
                    <a:pt x="2169" y="6223"/>
                    <a:pt x="2127" y="6223"/>
                  </a:cubicBezTo>
                  <a:cubicBezTo>
                    <a:pt x="1940" y="6223"/>
                    <a:pt x="1604" y="6169"/>
                    <a:pt x="1422" y="6078"/>
                  </a:cubicBezTo>
                  <a:cubicBezTo>
                    <a:pt x="1230" y="5984"/>
                    <a:pt x="361" y="4419"/>
                    <a:pt x="226" y="4121"/>
                  </a:cubicBezTo>
                  <a:cubicBezTo>
                    <a:pt x="159" y="3973"/>
                    <a:pt x="297" y="2582"/>
                    <a:pt x="403" y="1717"/>
                  </a:cubicBezTo>
                  <a:lnTo>
                    <a:pt x="3146" y="198"/>
                  </a:lnTo>
                  <a:close/>
                  <a:moveTo>
                    <a:pt x="3246" y="1"/>
                  </a:moveTo>
                  <a:cubicBezTo>
                    <a:pt x="3235" y="1"/>
                    <a:pt x="3224" y="3"/>
                    <a:pt x="3214" y="9"/>
                  </a:cubicBezTo>
                  <a:lnTo>
                    <a:pt x="308" y="1617"/>
                  </a:lnTo>
                  <a:cubicBezTo>
                    <a:pt x="290" y="1627"/>
                    <a:pt x="277" y="1646"/>
                    <a:pt x="275" y="1668"/>
                  </a:cubicBezTo>
                  <a:cubicBezTo>
                    <a:pt x="229" y="2046"/>
                    <a:pt x="0" y="3947"/>
                    <a:pt x="104" y="4177"/>
                  </a:cubicBezTo>
                  <a:cubicBezTo>
                    <a:pt x="177" y="4334"/>
                    <a:pt x="1094" y="6064"/>
                    <a:pt x="1363" y="6198"/>
                  </a:cubicBezTo>
                  <a:cubicBezTo>
                    <a:pt x="1554" y="6292"/>
                    <a:pt x="1907" y="6355"/>
                    <a:pt x="2126" y="6355"/>
                  </a:cubicBezTo>
                  <a:cubicBezTo>
                    <a:pt x="2180" y="6355"/>
                    <a:pt x="2226" y="6351"/>
                    <a:pt x="2259" y="6343"/>
                  </a:cubicBezTo>
                  <a:cubicBezTo>
                    <a:pt x="2410" y="6305"/>
                    <a:pt x="3829" y="5233"/>
                    <a:pt x="4112" y="5019"/>
                  </a:cubicBezTo>
                  <a:cubicBezTo>
                    <a:pt x="4123" y="5010"/>
                    <a:pt x="4132" y="4998"/>
                    <a:pt x="4135" y="4984"/>
                  </a:cubicBezTo>
                  <a:lnTo>
                    <a:pt x="4362" y="4122"/>
                  </a:lnTo>
                  <a:cubicBezTo>
                    <a:pt x="4487" y="4121"/>
                    <a:pt x="4766" y="4061"/>
                    <a:pt x="4962" y="3600"/>
                  </a:cubicBezTo>
                  <a:cubicBezTo>
                    <a:pt x="5142" y="3177"/>
                    <a:pt x="5088" y="2932"/>
                    <a:pt x="5039" y="2825"/>
                  </a:cubicBezTo>
                  <a:cubicBezTo>
                    <a:pt x="5004" y="2747"/>
                    <a:pt x="4952" y="2691"/>
                    <a:pt x="4894" y="2671"/>
                  </a:cubicBezTo>
                  <a:cubicBezTo>
                    <a:pt x="4870" y="2663"/>
                    <a:pt x="4843" y="2660"/>
                    <a:pt x="4810" y="2657"/>
                  </a:cubicBezTo>
                  <a:cubicBezTo>
                    <a:pt x="4681" y="2645"/>
                    <a:pt x="4442" y="2621"/>
                    <a:pt x="4022" y="2231"/>
                  </a:cubicBezTo>
                  <a:cubicBezTo>
                    <a:pt x="3501" y="1746"/>
                    <a:pt x="3127" y="624"/>
                    <a:pt x="3308" y="88"/>
                  </a:cubicBezTo>
                  <a:cubicBezTo>
                    <a:pt x="3317" y="62"/>
                    <a:pt x="3308" y="34"/>
                    <a:pt x="3288" y="16"/>
                  </a:cubicBezTo>
                  <a:cubicBezTo>
                    <a:pt x="3276" y="6"/>
                    <a:pt x="3261" y="1"/>
                    <a:pt x="32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g33adf7f9e96_1_401"/>
            <p:cNvSpPr/>
            <p:nvPr/>
          </p:nvSpPr>
          <p:spPr>
            <a:xfrm>
              <a:off x="8909567" y="3263270"/>
              <a:ext cx="49077" cy="99456"/>
            </a:xfrm>
            <a:custGeom>
              <a:rect b="b" l="l" r="r" t="t"/>
              <a:pathLst>
                <a:path extrusionOk="0" h="2292" w="1131">
                  <a:moveTo>
                    <a:pt x="321" y="0"/>
                  </a:moveTo>
                  <a:cubicBezTo>
                    <a:pt x="150" y="0"/>
                    <a:pt x="33" y="107"/>
                    <a:pt x="29" y="112"/>
                  </a:cubicBezTo>
                  <a:cubicBezTo>
                    <a:pt x="2" y="137"/>
                    <a:pt x="1" y="178"/>
                    <a:pt x="25" y="206"/>
                  </a:cubicBezTo>
                  <a:cubicBezTo>
                    <a:pt x="39" y="219"/>
                    <a:pt x="56" y="227"/>
                    <a:pt x="74" y="227"/>
                  </a:cubicBezTo>
                  <a:cubicBezTo>
                    <a:pt x="90" y="227"/>
                    <a:pt x="106" y="221"/>
                    <a:pt x="119" y="209"/>
                  </a:cubicBezTo>
                  <a:cubicBezTo>
                    <a:pt x="120" y="208"/>
                    <a:pt x="200" y="133"/>
                    <a:pt x="318" y="133"/>
                  </a:cubicBezTo>
                  <a:cubicBezTo>
                    <a:pt x="325" y="133"/>
                    <a:pt x="332" y="133"/>
                    <a:pt x="339" y="134"/>
                  </a:cubicBezTo>
                  <a:cubicBezTo>
                    <a:pt x="431" y="139"/>
                    <a:pt x="521" y="193"/>
                    <a:pt x="607" y="292"/>
                  </a:cubicBezTo>
                  <a:lnTo>
                    <a:pt x="878" y="880"/>
                  </a:lnTo>
                  <a:lnTo>
                    <a:pt x="477" y="2067"/>
                  </a:lnTo>
                  <a:cubicBezTo>
                    <a:pt x="473" y="2084"/>
                    <a:pt x="474" y="2103"/>
                    <a:pt x="482" y="2120"/>
                  </a:cubicBezTo>
                  <a:cubicBezTo>
                    <a:pt x="492" y="2135"/>
                    <a:pt x="506" y="2147"/>
                    <a:pt x="523" y="2152"/>
                  </a:cubicBezTo>
                  <a:lnTo>
                    <a:pt x="1039" y="2289"/>
                  </a:lnTo>
                  <a:cubicBezTo>
                    <a:pt x="1045" y="2292"/>
                    <a:pt x="1050" y="2292"/>
                    <a:pt x="1056" y="2292"/>
                  </a:cubicBezTo>
                  <a:cubicBezTo>
                    <a:pt x="1085" y="2292"/>
                    <a:pt x="1113" y="2273"/>
                    <a:pt x="1121" y="2242"/>
                  </a:cubicBezTo>
                  <a:cubicBezTo>
                    <a:pt x="1130" y="2206"/>
                    <a:pt x="1109" y="2171"/>
                    <a:pt x="1074" y="2161"/>
                  </a:cubicBezTo>
                  <a:lnTo>
                    <a:pt x="626" y="2042"/>
                  </a:lnTo>
                  <a:lnTo>
                    <a:pt x="1012" y="898"/>
                  </a:lnTo>
                  <a:cubicBezTo>
                    <a:pt x="1018" y="881"/>
                    <a:pt x="1017" y="865"/>
                    <a:pt x="1010" y="849"/>
                  </a:cubicBezTo>
                  <a:lnTo>
                    <a:pt x="725" y="228"/>
                  </a:lnTo>
                  <a:cubicBezTo>
                    <a:pt x="722" y="222"/>
                    <a:pt x="719" y="218"/>
                    <a:pt x="715" y="213"/>
                  </a:cubicBezTo>
                  <a:cubicBezTo>
                    <a:pt x="602" y="80"/>
                    <a:pt x="477" y="9"/>
                    <a:pt x="345" y="1"/>
                  </a:cubicBezTo>
                  <a:cubicBezTo>
                    <a:pt x="337" y="1"/>
                    <a:pt x="329"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g33adf7f9e96_1_401"/>
            <p:cNvSpPr/>
            <p:nvPr/>
          </p:nvSpPr>
          <p:spPr>
            <a:xfrm>
              <a:off x="8970664" y="3267696"/>
              <a:ext cx="44130" cy="15448"/>
            </a:xfrm>
            <a:custGeom>
              <a:rect b="b" l="l" r="r" t="t"/>
              <a:pathLst>
                <a:path extrusionOk="0" h="356" w="1017">
                  <a:moveTo>
                    <a:pt x="351" y="1"/>
                  </a:moveTo>
                  <a:cubicBezTo>
                    <a:pt x="188" y="1"/>
                    <a:pt x="67" y="33"/>
                    <a:pt x="56" y="36"/>
                  </a:cubicBezTo>
                  <a:cubicBezTo>
                    <a:pt x="22" y="46"/>
                    <a:pt x="0" y="82"/>
                    <a:pt x="10" y="118"/>
                  </a:cubicBezTo>
                  <a:cubicBezTo>
                    <a:pt x="18" y="147"/>
                    <a:pt x="45" y="166"/>
                    <a:pt x="74" y="166"/>
                  </a:cubicBezTo>
                  <a:cubicBezTo>
                    <a:pt x="80" y="166"/>
                    <a:pt x="86" y="166"/>
                    <a:pt x="92" y="164"/>
                  </a:cubicBezTo>
                  <a:cubicBezTo>
                    <a:pt x="94" y="163"/>
                    <a:pt x="204" y="135"/>
                    <a:pt x="350" y="135"/>
                  </a:cubicBezTo>
                  <a:cubicBezTo>
                    <a:pt x="519" y="135"/>
                    <a:pt x="736" y="173"/>
                    <a:pt x="897" y="337"/>
                  </a:cubicBezTo>
                  <a:cubicBezTo>
                    <a:pt x="910" y="350"/>
                    <a:pt x="927" y="356"/>
                    <a:pt x="945" y="356"/>
                  </a:cubicBezTo>
                  <a:cubicBezTo>
                    <a:pt x="961" y="356"/>
                    <a:pt x="978" y="350"/>
                    <a:pt x="991" y="338"/>
                  </a:cubicBezTo>
                  <a:cubicBezTo>
                    <a:pt x="1017" y="312"/>
                    <a:pt x="1017" y="269"/>
                    <a:pt x="992" y="243"/>
                  </a:cubicBezTo>
                  <a:cubicBezTo>
                    <a:pt x="799" y="47"/>
                    <a:pt x="545"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g33adf7f9e96_1_401"/>
            <p:cNvSpPr/>
            <p:nvPr/>
          </p:nvSpPr>
          <p:spPr>
            <a:xfrm>
              <a:off x="8915339" y="3285617"/>
              <a:ext cx="15491" cy="22824"/>
            </a:xfrm>
            <a:custGeom>
              <a:rect b="b" l="l" r="r" t="t"/>
              <a:pathLst>
                <a:path extrusionOk="0" h="526" w="357">
                  <a:moveTo>
                    <a:pt x="191" y="0"/>
                  </a:moveTo>
                  <a:cubicBezTo>
                    <a:pt x="103" y="0"/>
                    <a:pt x="23" y="109"/>
                    <a:pt x="12" y="249"/>
                  </a:cubicBezTo>
                  <a:cubicBezTo>
                    <a:pt x="0" y="393"/>
                    <a:pt x="65" y="517"/>
                    <a:pt x="157" y="525"/>
                  </a:cubicBezTo>
                  <a:cubicBezTo>
                    <a:pt x="160" y="525"/>
                    <a:pt x="163" y="525"/>
                    <a:pt x="166" y="525"/>
                  </a:cubicBezTo>
                  <a:cubicBezTo>
                    <a:pt x="255" y="525"/>
                    <a:pt x="333" y="416"/>
                    <a:pt x="344" y="276"/>
                  </a:cubicBezTo>
                  <a:cubicBezTo>
                    <a:pt x="356" y="132"/>
                    <a:pt x="291" y="9"/>
                    <a:pt x="199" y="1"/>
                  </a:cubicBezTo>
                  <a:cubicBezTo>
                    <a:pt x="196" y="0"/>
                    <a:pt x="19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g33adf7f9e96_1_401"/>
            <p:cNvSpPr/>
            <p:nvPr/>
          </p:nvSpPr>
          <p:spPr>
            <a:xfrm>
              <a:off x="8980297" y="3290868"/>
              <a:ext cx="15491" cy="22781"/>
            </a:xfrm>
            <a:custGeom>
              <a:rect b="b" l="l" r="r" t="t"/>
              <a:pathLst>
                <a:path extrusionOk="0" h="525" w="357">
                  <a:moveTo>
                    <a:pt x="191" y="0"/>
                  </a:moveTo>
                  <a:cubicBezTo>
                    <a:pt x="104" y="0"/>
                    <a:pt x="24" y="109"/>
                    <a:pt x="13" y="249"/>
                  </a:cubicBezTo>
                  <a:cubicBezTo>
                    <a:pt x="1" y="393"/>
                    <a:pt x="66" y="516"/>
                    <a:pt x="158" y="524"/>
                  </a:cubicBezTo>
                  <a:cubicBezTo>
                    <a:pt x="161" y="525"/>
                    <a:pt x="164" y="525"/>
                    <a:pt x="166" y="525"/>
                  </a:cubicBezTo>
                  <a:cubicBezTo>
                    <a:pt x="254" y="525"/>
                    <a:pt x="334" y="416"/>
                    <a:pt x="345" y="276"/>
                  </a:cubicBezTo>
                  <a:cubicBezTo>
                    <a:pt x="357" y="132"/>
                    <a:pt x="292" y="9"/>
                    <a:pt x="200" y="0"/>
                  </a:cubicBezTo>
                  <a:cubicBezTo>
                    <a:pt x="197" y="0"/>
                    <a:pt x="194"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g33adf7f9e96_1_401"/>
            <p:cNvSpPr/>
            <p:nvPr/>
          </p:nvSpPr>
          <p:spPr>
            <a:xfrm>
              <a:off x="8934778" y="3380473"/>
              <a:ext cx="29811" cy="9763"/>
            </a:xfrm>
            <a:custGeom>
              <a:rect b="b" l="l" r="r" t="t"/>
              <a:pathLst>
                <a:path extrusionOk="0" h="225" w="687">
                  <a:moveTo>
                    <a:pt x="73" y="0"/>
                  </a:moveTo>
                  <a:cubicBezTo>
                    <a:pt x="42" y="0"/>
                    <a:pt x="13" y="23"/>
                    <a:pt x="8" y="56"/>
                  </a:cubicBezTo>
                  <a:cubicBezTo>
                    <a:pt x="0" y="91"/>
                    <a:pt x="25" y="125"/>
                    <a:pt x="62" y="131"/>
                  </a:cubicBezTo>
                  <a:lnTo>
                    <a:pt x="605" y="224"/>
                  </a:lnTo>
                  <a:cubicBezTo>
                    <a:pt x="609" y="224"/>
                    <a:pt x="612" y="225"/>
                    <a:pt x="616" y="225"/>
                  </a:cubicBezTo>
                  <a:cubicBezTo>
                    <a:pt x="648" y="225"/>
                    <a:pt x="676" y="201"/>
                    <a:pt x="681" y="169"/>
                  </a:cubicBezTo>
                  <a:cubicBezTo>
                    <a:pt x="687" y="132"/>
                    <a:pt x="663" y="98"/>
                    <a:pt x="626" y="92"/>
                  </a:cubicBezTo>
                  <a:lnTo>
                    <a:pt x="83" y="1"/>
                  </a:lnTo>
                  <a:cubicBezTo>
                    <a:pt x="80" y="0"/>
                    <a:pt x="76"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g33adf7f9e96_1_401"/>
            <p:cNvSpPr/>
            <p:nvPr/>
          </p:nvSpPr>
          <p:spPr>
            <a:xfrm>
              <a:off x="8689135" y="3527486"/>
              <a:ext cx="159034" cy="821246"/>
            </a:xfrm>
            <a:custGeom>
              <a:rect b="b" l="l" r="r" t="t"/>
              <a:pathLst>
                <a:path extrusionOk="0" h="18926" w="3665">
                  <a:moveTo>
                    <a:pt x="2100" y="0"/>
                  </a:moveTo>
                  <a:lnTo>
                    <a:pt x="1405" y="8178"/>
                  </a:lnTo>
                  <a:lnTo>
                    <a:pt x="374" y="14037"/>
                  </a:lnTo>
                  <a:cubicBezTo>
                    <a:pt x="374" y="14037"/>
                    <a:pt x="0" y="15725"/>
                    <a:pt x="23" y="15792"/>
                  </a:cubicBezTo>
                  <a:cubicBezTo>
                    <a:pt x="44" y="15858"/>
                    <a:pt x="154" y="17130"/>
                    <a:pt x="154" y="17130"/>
                  </a:cubicBezTo>
                  <a:cubicBezTo>
                    <a:pt x="154" y="17130"/>
                    <a:pt x="23" y="18226"/>
                    <a:pt x="110" y="18336"/>
                  </a:cubicBezTo>
                  <a:cubicBezTo>
                    <a:pt x="198" y="18446"/>
                    <a:pt x="483" y="18819"/>
                    <a:pt x="593" y="18885"/>
                  </a:cubicBezTo>
                  <a:cubicBezTo>
                    <a:pt x="635" y="18910"/>
                    <a:pt x="679" y="18925"/>
                    <a:pt x="718" y="18925"/>
                  </a:cubicBezTo>
                  <a:cubicBezTo>
                    <a:pt x="781" y="18925"/>
                    <a:pt x="826" y="18884"/>
                    <a:pt x="813" y="18775"/>
                  </a:cubicBezTo>
                  <a:cubicBezTo>
                    <a:pt x="791" y="18600"/>
                    <a:pt x="659" y="18226"/>
                    <a:pt x="593" y="18074"/>
                  </a:cubicBezTo>
                  <a:cubicBezTo>
                    <a:pt x="527" y="17920"/>
                    <a:pt x="681" y="17196"/>
                    <a:pt x="681" y="17065"/>
                  </a:cubicBezTo>
                  <a:cubicBezTo>
                    <a:pt x="681" y="16933"/>
                    <a:pt x="768" y="16582"/>
                    <a:pt x="768" y="16582"/>
                  </a:cubicBezTo>
                  <a:lnTo>
                    <a:pt x="988" y="17416"/>
                  </a:lnTo>
                  <a:cubicBezTo>
                    <a:pt x="988" y="17416"/>
                    <a:pt x="903" y="18052"/>
                    <a:pt x="1088" y="18052"/>
                  </a:cubicBezTo>
                  <a:cubicBezTo>
                    <a:pt x="1092" y="18052"/>
                    <a:pt x="1095" y="18052"/>
                    <a:pt x="1098" y="18051"/>
                  </a:cubicBezTo>
                  <a:cubicBezTo>
                    <a:pt x="1295" y="18030"/>
                    <a:pt x="1295" y="17810"/>
                    <a:pt x="1340" y="17657"/>
                  </a:cubicBezTo>
                  <a:cubicBezTo>
                    <a:pt x="1383" y="17503"/>
                    <a:pt x="1383" y="16494"/>
                    <a:pt x="1383" y="16407"/>
                  </a:cubicBezTo>
                  <a:cubicBezTo>
                    <a:pt x="1383" y="16318"/>
                    <a:pt x="901" y="14849"/>
                    <a:pt x="901" y="14849"/>
                  </a:cubicBezTo>
                  <a:lnTo>
                    <a:pt x="2172" y="11777"/>
                  </a:lnTo>
                  <a:lnTo>
                    <a:pt x="3664" y="8069"/>
                  </a:lnTo>
                  <a:lnTo>
                    <a:pt x="3555" y="5458"/>
                  </a:lnTo>
                  <a:lnTo>
                    <a:pt x="21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g33adf7f9e96_1_401"/>
            <p:cNvSpPr/>
            <p:nvPr/>
          </p:nvSpPr>
          <p:spPr>
            <a:xfrm>
              <a:off x="8686141" y="3524579"/>
              <a:ext cx="164935" cy="827018"/>
            </a:xfrm>
            <a:custGeom>
              <a:rect b="b" l="l" r="r" t="t"/>
              <a:pathLst>
                <a:path extrusionOk="0" h="19059" w="3801">
                  <a:moveTo>
                    <a:pt x="2204" y="453"/>
                  </a:moveTo>
                  <a:lnTo>
                    <a:pt x="3558" y="5535"/>
                  </a:lnTo>
                  <a:lnTo>
                    <a:pt x="3667" y="8124"/>
                  </a:lnTo>
                  <a:lnTo>
                    <a:pt x="2180" y="11818"/>
                  </a:lnTo>
                  <a:lnTo>
                    <a:pt x="908" y="14890"/>
                  </a:lnTo>
                  <a:cubicBezTo>
                    <a:pt x="902" y="14905"/>
                    <a:pt x="901" y="14920"/>
                    <a:pt x="906" y="14936"/>
                  </a:cubicBezTo>
                  <a:cubicBezTo>
                    <a:pt x="1087" y="15487"/>
                    <a:pt x="1378" y="16393"/>
                    <a:pt x="1385" y="16473"/>
                  </a:cubicBezTo>
                  <a:cubicBezTo>
                    <a:pt x="1385" y="17014"/>
                    <a:pt x="1373" y="17606"/>
                    <a:pt x="1345" y="17705"/>
                  </a:cubicBezTo>
                  <a:cubicBezTo>
                    <a:pt x="1335" y="17737"/>
                    <a:pt x="1328" y="17770"/>
                    <a:pt x="1321" y="17805"/>
                  </a:cubicBezTo>
                  <a:cubicBezTo>
                    <a:pt x="1287" y="17964"/>
                    <a:pt x="1259" y="18041"/>
                    <a:pt x="1151" y="18048"/>
                  </a:cubicBezTo>
                  <a:cubicBezTo>
                    <a:pt x="1095" y="17993"/>
                    <a:pt x="1093" y="17715"/>
                    <a:pt x="1123" y="17491"/>
                  </a:cubicBezTo>
                  <a:cubicBezTo>
                    <a:pt x="1123" y="17483"/>
                    <a:pt x="1123" y="17473"/>
                    <a:pt x="1121" y="17465"/>
                  </a:cubicBezTo>
                  <a:lnTo>
                    <a:pt x="902" y="16631"/>
                  </a:lnTo>
                  <a:cubicBezTo>
                    <a:pt x="894" y="16603"/>
                    <a:pt x="868" y="16583"/>
                    <a:pt x="837" y="16583"/>
                  </a:cubicBezTo>
                  <a:cubicBezTo>
                    <a:pt x="806" y="16583"/>
                    <a:pt x="780" y="16603"/>
                    <a:pt x="773" y="16632"/>
                  </a:cubicBezTo>
                  <a:cubicBezTo>
                    <a:pt x="770" y="16648"/>
                    <a:pt x="683" y="16993"/>
                    <a:pt x="683" y="17132"/>
                  </a:cubicBezTo>
                  <a:cubicBezTo>
                    <a:pt x="683" y="17168"/>
                    <a:pt x="667" y="17278"/>
                    <a:pt x="649" y="17394"/>
                  </a:cubicBezTo>
                  <a:cubicBezTo>
                    <a:pt x="592" y="17763"/>
                    <a:pt x="553" y="18054"/>
                    <a:pt x="600" y="18167"/>
                  </a:cubicBezTo>
                  <a:cubicBezTo>
                    <a:pt x="663" y="18310"/>
                    <a:pt x="794" y="18683"/>
                    <a:pt x="816" y="18851"/>
                  </a:cubicBezTo>
                  <a:cubicBezTo>
                    <a:pt x="820" y="18892"/>
                    <a:pt x="815" y="18917"/>
                    <a:pt x="806" y="18923"/>
                  </a:cubicBezTo>
                  <a:cubicBezTo>
                    <a:pt x="803" y="18925"/>
                    <a:pt x="796" y="18927"/>
                    <a:pt x="788" y="18927"/>
                  </a:cubicBezTo>
                  <a:cubicBezTo>
                    <a:pt x="768" y="18927"/>
                    <a:pt x="735" y="18918"/>
                    <a:pt x="696" y="18896"/>
                  </a:cubicBezTo>
                  <a:cubicBezTo>
                    <a:pt x="612" y="18845"/>
                    <a:pt x="377" y="18547"/>
                    <a:pt x="276" y="18420"/>
                  </a:cubicBezTo>
                  <a:lnTo>
                    <a:pt x="232" y="18364"/>
                  </a:lnTo>
                  <a:cubicBezTo>
                    <a:pt x="191" y="18286"/>
                    <a:pt x="229" y="17702"/>
                    <a:pt x="289" y="17205"/>
                  </a:cubicBezTo>
                  <a:cubicBezTo>
                    <a:pt x="290" y="17200"/>
                    <a:pt x="290" y="17195"/>
                    <a:pt x="289" y="17192"/>
                  </a:cubicBezTo>
                  <a:cubicBezTo>
                    <a:pt x="263" y="16891"/>
                    <a:pt x="177" y="15906"/>
                    <a:pt x="157" y="15849"/>
                  </a:cubicBezTo>
                  <a:cubicBezTo>
                    <a:pt x="154" y="15758"/>
                    <a:pt x="371" y="14738"/>
                    <a:pt x="508" y="14115"/>
                  </a:cubicBezTo>
                  <a:lnTo>
                    <a:pt x="1540" y="8251"/>
                  </a:lnTo>
                  <a:lnTo>
                    <a:pt x="2204" y="453"/>
                  </a:lnTo>
                  <a:close/>
                  <a:moveTo>
                    <a:pt x="2168" y="1"/>
                  </a:moveTo>
                  <a:cubicBezTo>
                    <a:pt x="2167" y="1"/>
                    <a:pt x="2165" y="1"/>
                    <a:pt x="2163" y="1"/>
                  </a:cubicBezTo>
                  <a:cubicBezTo>
                    <a:pt x="2131" y="5"/>
                    <a:pt x="2107" y="30"/>
                    <a:pt x="2103" y="61"/>
                  </a:cubicBezTo>
                  <a:lnTo>
                    <a:pt x="1409" y="8233"/>
                  </a:lnTo>
                  <a:lnTo>
                    <a:pt x="378" y="14090"/>
                  </a:lnTo>
                  <a:cubicBezTo>
                    <a:pt x="1" y="15797"/>
                    <a:pt x="22" y="15860"/>
                    <a:pt x="28" y="15877"/>
                  </a:cubicBezTo>
                  <a:cubicBezTo>
                    <a:pt x="44" y="15941"/>
                    <a:pt x="115" y="16716"/>
                    <a:pt x="157" y="17195"/>
                  </a:cubicBezTo>
                  <a:cubicBezTo>
                    <a:pt x="106" y="17617"/>
                    <a:pt x="36" y="18331"/>
                    <a:pt x="127" y="18445"/>
                  </a:cubicBezTo>
                  <a:lnTo>
                    <a:pt x="172" y="18502"/>
                  </a:lnTo>
                  <a:cubicBezTo>
                    <a:pt x="341" y="18717"/>
                    <a:pt x="531" y="18951"/>
                    <a:pt x="628" y="19009"/>
                  </a:cubicBezTo>
                  <a:cubicBezTo>
                    <a:pt x="683" y="19042"/>
                    <a:pt x="738" y="19059"/>
                    <a:pt x="786" y="19059"/>
                  </a:cubicBezTo>
                  <a:cubicBezTo>
                    <a:pt x="822" y="19059"/>
                    <a:pt x="852" y="19051"/>
                    <a:pt x="878" y="19034"/>
                  </a:cubicBezTo>
                  <a:cubicBezTo>
                    <a:pt x="918" y="19008"/>
                    <a:pt x="962" y="18952"/>
                    <a:pt x="947" y="18834"/>
                  </a:cubicBezTo>
                  <a:cubicBezTo>
                    <a:pt x="923" y="18648"/>
                    <a:pt x="791" y="18272"/>
                    <a:pt x="723" y="18115"/>
                  </a:cubicBezTo>
                  <a:cubicBezTo>
                    <a:pt x="686" y="18027"/>
                    <a:pt x="747" y="17628"/>
                    <a:pt x="780" y="17414"/>
                  </a:cubicBezTo>
                  <a:cubicBezTo>
                    <a:pt x="800" y="17277"/>
                    <a:pt x="816" y="17179"/>
                    <a:pt x="816" y="17132"/>
                  </a:cubicBezTo>
                  <a:cubicBezTo>
                    <a:pt x="816" y="17087"/>
                    <a:pt x="828" y="17011"/>
                    <a:pt x="843" y="16932"/>
                  </a:cubicBezTo>
                  <a:lnTo>
                    <a:pt x="990" y="17486"/>
                  </a:lnTo>
                  <a:cubicBezTo>
                    <a:pt x="975" y="17599"/>
                    <a:pt x="933" y="18015"/>
                    <a:pt x="1056" y="18142"/>
                  </a:cubicBezTo>
                  <a:cubicBezTo>
                    <a:pt x="1084" y="18171"/>
                    <a:pt x="1117" y="18185"/>
                    <a:pt x="1157" y="18185"/>
                  </a:cubicBezTo>
                  <a:cubicBezTo>
                    <a:pt x="1163" y="18185"/>
                    <a:pt x="1168" y="18185"/>
                    <a:pt x="1174" y="18185"/>
                  </a:cubicBezTo>
                  <a:cubicBezTo>
                    <a:pt x="1380" y="18162"/>
                    <a:pt x="1420" y="17972"/>
                    <a:pt x="1450" y="17833"/>
                  </a:cubicBezTo>
                  <a:cubicBezTo>
                    <a:pt x="1457" y="17801"/>
                    <a:pt x="1464" y="17770"/>
                    <a:pt x="1471" y="17742"/>
                  </a:cubicBezTo>
                  <a:cubicBezTo>
                    <a:pt x="1514" y="17595"/>
                    <a:pt x="1519" y="16806"/>
                    <a:pt x="1519" y="16473"/>
                  </a:cubicBezTo>
                  <a:cubicBezTo>
                    <a:pt x="1519" y="16386"/>
                    <a:pt x="1190" y="15375"/>
                    <a:pt x="1039" y="14918"/>
                  </a:cubicBezTo>
                  <a:lnTo>
                    <a:pt x="2303" y="11868"/>
                  </a:lnTo>
                  <a:lnTo>
                    <a:pt x="3795" y="8160"/>
                  </a:lnTo>
                  <a:cubicBezTo>
                    <a:pt x="3798" y="8152"/>
                    <a:pt x="3801" y="8142"/>
                    <a:pt x="3800" y="8133"/>
                  </a:cubicBezTo>
                  <a:lnTo>
                    <a:pt x="3690" y="5522"/>
                  </a:lnTo>
                  <a:cubicBezTo>
                    <a:pt x="3690" y="5517"/>
                    <a:pt x="3690" y="5512"/>
                    <a:pt x="3688" y="5507"/>
                  </a:cubicBezTo>
                  <a:lnTo>
                    <a:pt x="2234" y="51"/>
                  </a:lnTo>
                  <a:cubicBezTo>
                    <a:pt x="2225" y="21"/>
                    <a:pt x="2198" y="1"/>
                    <a:pt x="21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g33adf7f9e96_1_401"/>
            <p:cNvSpPr/>
            <p:nvPr/>
          </p:nvSpPr>
          <p:spPr>
            <a:xfrm>
              <a:off x="8740859" y="3527486"/>
              <a:ext cx="107310" cy="441041"/>
            </a:xfrm>
            <a:custGeom>
              <a:rect b="b" l="l" r="r" t="t"/>
              <a:pathLst>
                <a:path extrusionOk="0" h="10164" w="2473">
                  <a:moveTo>
                    <a:pt x="908" y="0"/>
                  </a:moveTo>
                  <a:lnTo>
                    <a:pt x="213" y="8178"/>
                  </a:lnTo>
                  <a:lnTo>
                    <a:pt x="1" y="9381"/>
                  </a:lnTo>
                  <a:lnTo>
                    <a:pt x="1630" y="10163"/>
                  </a:lnTo>
                  <a:lnTo>
                    <a:pt x="2472" y="8068"/>
                  </a:lnTo>
                  <a:lnTo>
                    <a:pt x="2363" y="5458"/>
                  </a:lnTo>
                  <a:lnTo>
                    <a:pt x="90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g33adf7f9e96_1_401"/>
            <p:cNvSpPr/>
            <p:nvPr/>
          </p:nvSpPr>
          <p:spPr>
            <a:xfrm>
              <a:off x="8737778" y="3524579"/>
              <a:ext cx="113298" cy="446813"/>
            </a:xfrm>
            <a:custGeom>
              <a:rect b="b" l="l" r="r" t="t"/>
              <a:pathLst>
                <a:path extrusionOk="0" h="10297" w="2611">
                  <a:moveTo>
                    <a:pt x="1014" y="453"/>
                  </a:moveTo>
                  <a:lnTo>
                    <a:pt x="2368" y="5535"/>
                  </a:lnTo>
                  <a:lnTo>
                    <a:pt x="2477" y="8124"/>
                  </a:lnTo>
                  <a:lnTo>
                    <a:pt x="1665" y="10140"/>
                  </a:lnTo>
                  <a:lnTo>
                    <a:pt x="146" y="9410"/>
                  </a:lnTo>
                  <a:lnTo>
                    <a:pt x="350" y="8251"/>
                  </a:lnTo>
                  <a:lnTo>
                    <a:pt x="1014" y="453"/>
                  </a:lnTo>
                  <a:close/>
                  <a:moveTo>
                    <a:pt x="978" y="1"/>
                  </a:moveTo>
                  <a:cubicBezTo>
                    <a:pt x="977" y="1"/>
                    <a:pt x="975" y="1"/>
                    <a:pt x="973" y="1"/>
                  </a:cubicBezTo>
                  <a:cubicBezTo>
                    <a:pt x="941" y="5"/>
                    <a:pt x="917" y="30"/>
                    <a:pt x="913" y="61"/>
                  </a:cubicBezTo>
                  <a:lnTo>
                    <a:pt x="219" y="8233"/>
                  </a:lnTo>
                  <a:lnTo>
                    <a:pt x="7" y="9438"/>
                  </a:lnTo>
                  <a:cubicBezTo>
                    <a:pt x="1" y="9466"/>
                    <a:pt x="16" y="9496"/>
                    <a:pt x="43" y="9509"/>
                  </a:cubicBezTo>
                  <a:lnTo>
                    <a:pt x="1671" y="10291"/>
                  </a:lnTo>
                  <a:cubicBezTo>
                    <a:pt x="1681" y="10294"/>
                    <a:pt x="1690" y="10297"/>
                    <a:pt x="1701" y="10297"/>
                  </a:cubicBezTo>
                  <a:cubicBezTo>
                    <a:pt x="1709" y="10297"/>
                    <a:pt x="1718" y="10295"/>
                    <a:pt x="1725" y="10292"/>
                  </a:cubicBezTo>
                  <a:cubicBezTo>
                    <a:pt x="1742" y="10286"/>
                    <a:pt x="1755" y="10272"/>
                    <a:pt x="1762" y="10255"/>
                  </a:cubicBezTo>
                  <a:lnTo>
                    <a:pt x="2605" y="8160"/>
                  </a:lnTo>
                  <a:cubicBezTo>
                    <a:pt x="2608" y="8152"/>
                    <a:pt x="2611" y="8142"/>
                    <a:pt x="2610" y="8133"/>
                  </a:cubicBezTo>
                  <a:lnTo>
                    <a:pt x="2501" y="5522"/>
                  </a:lnTo>
                  <a:cubicBezTo>
                    <a:pt x="2500" y="5517"/>
                    <a:pt x="2500" y="5512"/>
                    <a:pt x="2498" y="5507"/>
                  </a:cubicBezTo>
                  <a:lnTo>
                    <a:pt x="1044" y="51"/>
                  </a:lnTo>
                  <a:cubicBezTo>
                    <a:pt x="1036" y="21"/>
                    <a:pt x="1008" y="1"/>
                    <a:pt x="9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g33adf7f9e96_1_401"/>
            <p:cNvSpPr/>
            <p:nvPr/>
          </p:nvSpPr>
          <p:spPr>
            <a:xfrm>
              <a:off x="8780259" y="3485005"/>
              <a:ext cx="142848" cy="578552"/>
            </a:xfrm>
            <a:custGeom>
              <a:rect b="b" l="l" r="r" t="t"/>
              <a:pathLst>
                <a:path extrusionOk="0" h="13333" w="3292">
                  <a:moveTo>
                    <a:pt x="3279" y="0"/>
                  </a:moveTo>
                  <a:cubicBezTo>
                    <a:pt x="3027" y="0"/>
                    <a:pt x="0" y="979"/>
                    <a:pt x="0" y="979"/>
                  </a:cubicBezTo>
                  <a:cubicBezTo>
                    <a:pt x="0" y="979"/>
                    <a:pt x="1122" y="7871"/>
                    <a:pt x="1073" y="8157"/>
                  </a:cubicBezTo>
                  <a:cubicBezTo>
                    <a:pt x="1026" y="8444"/>
                    <a:pt x="96" y="13118"/>
                    <a:pt x="96" y="13118"/>
                  </a:cubicBezTo>
                  <a:cubicBezTo>
                    <a:pt x="96" y="13118"/>
                    <a:pt x="836" y="13332"/>
                    <a:pt x="1718" y="13332"/>
                  </a:cubicBezTo>
                  <a:cubicBezTo>
                    <a:pt x="2600" y="13332"/>
                    <a:pt x="3053" y="13261"/>
                    <a:pt x="3053" y="13261"/>
                  </a:cubicBezTo>
                  <a:lnTo>
                    <a:pt x="3292" y="2"/>
                  </a:lnTo>
                  <a:cubicBezTo>
                    <a:pt x="3289" y="1"/>
                    <a:pt x="3285" y="0"/>
                    <a:pt x="32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g33adf7f9e96_1_401"/>
            <p:cNvSpPr/>
            <p:nvPr/>
          </p:nvSpPr>
          <p:spPr>
            <a:xfrm>
              <a:off x="8777221" y="3482271"/>
              <a:ext cx="148836" cy="584150"/>
            </a:xfrm>
            <a:custGeom>
              <a:rect b="b" l="l" r="r" t="t"/>
              <a:pathLst>
                <a:path extrusionOk="0" h="13462" w="3430">
                  <a:moveTo>
                    <a:pt x="3294" y="136"/>
                  </a:moveTo>
                  <a:lnTo>
                    <a:pt x="3058" y="13266"/>
                  </a:lnTo>
                  <a:cubicBezTo>
                    <a:pt x="2912" y="13284"/>
                    <a:pt x="2483" y="13329"/>
                    <a:pt x="1788" y="13329"/>
                  </a:cubicBezTo>
                  <a:cubicBezTo>
                    <a:pt x="1066" y="13329"/>
                    <a:pt x="435" y="13182"/>
                    <a:pt x="243" y="13133"/>
                  </a:cubicBezTo>
                  <a:cubicBezTo>
                    <a:pt x="358" y="12559"/>
                    <a:pt x="1165" y="8501"/>
                    <a:pt x="1210" y="8231"/>
                  </a:cubicBezTo>
                  <a:cubicBezTo>
                    <a:pt x="1257" y="7949"/>
                    <a:pt x="296" y="2016"/>
                    <a:pt x="145" y="1089"/>
                  </a:cubicBezTo>
                  <a:cubicBezTo>
                    <a:pt x="1245" y="732"/>
                    <a:pt x="2942" y="202"/>
                    <a:pt x="3294" y="136"/>
                  </a:cubicBezTo>
                  <a:close/>
                  <a:moveTo>
                    <a:pt x="3365" y="1"/>
                  </a:moveTo>
                  <a:cubicBezTo>
                    <a:pt x="3128" y="1"/>
                    <a:pt x="1449" y="527"/>
                    <a:pt x="50" y="980"/>
                  </a:cubicBezTo>
                  <a:cubicBezTo>
                    <a:pt x="19" y="989"/>
                    <a:pt x="0" y="1021"/>
                    <a:pt x="5" y="1053"/>
                  </a:cubicBezTo>
                  <a:cubicBezTo>
                    <a:pt x="454" y="3812"/>
                    <a:pt x="1110" y="7996"/>
                    <a:pt x="1078" y="8210"/>
                  </a:cubicBezTo>
                  <a:cubicBezTo>
                    <a:pt x="1031" y="8491"/>
                    <a:pt x="110" y="13121"/>
                    <a:pt x="101" y="13168"/>
                  </a:cubicBezTo>
                  <a:cubicBezTo>
                    <a:pt x="94" y="13203"/>
                    <a:pt x="114" y="13236"/>
                    <a:pt x="147" y="13245"/>
                  </a:cubicBezTo>
                  <a:cubicBezTo>
                    <a:pt x="155" y="13247"/>
                    <a:pt x="907" y="13462"/>
                    <a:pt x="1788" y="13462"/>
                  </a:cubicBezTo>
                  <a:cubicBezTo>
                    <a:pt x="2665" y="13462"/>
                    <a:pt x="3114" y="13393"/>
                    <a:pt x="3133" y="13389"/>
                  </a:cubicBezTo>
                  <a:cubicBezTo>
                    <a:pt x="3165" y="13385"/>
                    <a:pt x="3189" y="13357"/>
                    <a:pt x="3190" y="13326"/>
                  </a:cubicBezTo>
                  <a:lnTo>
                    <a:pt x="3428" y="66"/>
                  </a:lnTo>
                  <a:cubicBezTo>
                    <a:pt x="3429" y="39"/>
                    <a:pt x="3413" y="13"/>
                    <a:pt x="3387" y="4"/>
                  </a:cubicBezTo>
                  <a:cubicBezTo>
                    <a:pt x="3382" y="2"/>
                    <a:pt x="3374" y="1"/>
                    <a:pt x="33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g33adf7f9e96_1_401"/>
            <p:cNvSpPr/>
            <p:nvPr/>
          </p:nvSpPr>
          <p:spPr>
            <a:xfrm>
              <a:off x="9036880" y="3481967"/>
              <a:ext cx="142892" cy="581590"/>
            </a:xfrm>
            <a:custGeom>
              <a:rect b="b" l="l" r="r" t="t"/>
              <a:pathLst>
                <a:path extrusionOk="0" h="13403" w="3293">
                  <a:moveTo>
                    <a:pt x="14" y="1"/>
                  </a:moveTo>
                  <a:cubicBezTo>
                    <a:pt x="8" y="1"/>
                    <a:pt x="3" y="1"/>
                    <a:pt x="1" y="2"/>
                  </a:cubicBezTo>
                  <a:lnTo>
                    <a:pt x="240" y="13330"/>
                  </a:lnTo>
                  <a:cubicBezTo>
                    <a:pt x="240" y="13330"/>
                    <a:pt x="693" y="13402"/>
                    <a:pt x="1575" y="13402"/>
                  </a:cubicBezTo>
                  <a:cubicBezTo>
                    <a:pt x="2457" y="13402"/>
                    <a:pt x="3196" y="13187"/>
                    <a:pt x="3196" y="13187"/>
                  </a:cubicBezTo>
                  <a:cubicBezTo>
                    <a:pt x="3196" y="13187"/>
                    <a:pt x="2266" y="8488"/>
                    <a:pt x="2219" y="8200"/>
                  </a:cubicBezTo>
                  <a:cubicBezTo>
                    <a:pt x="2171" y="7913"/>
                    <a:pt x="3292" y="984"/>
                    <a:pt x="3292" y="984"/>
                  </a:cubicBezTo>
                  <a:cubicBezTo>
                    <a:pt x="3292" y="984"/>
                    <a:pt x="264" y="1"/>
                    <a:pt x="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g33adf7f9e96_1_401"/>
            <p:cNvSpPr/>
            <p:nvPr/>
          </p:nvSpPr>
          <p:spPr>
            <a:xfrm>
              <a:off x="9034016" y="3479190"/>
              <a:ext cx="148836" cy="587231"/>
            </a:xfrm>
            <a:custGeom>
              <a:rect b="b" l="l" r="r" t="t"/>
              <a:pathLst>
                <a:path extrusionOk="0" h="13533" w="3430">
                  <a:moveTo>
                    <a:pt x="134" y="137"/>
                  </a:moveTo>
                  <a:cubicBezTo>
                    <a:pt x="487" y="205"/>
                    <a:pt x="2183" y="737"/>
                    <a:pt x="3284" y="1094"/>
                  </a:cubicBezTo>
                  <a:cubicBezTo>
                    <a:pt x="3132" y="2026"/>
                    <a:pt x="2173" y="7992"/>
                    <a:pt x="2219" y="8275"/>
                  </a:cubicBezTo>
                  <a:cubicBezTo>
                    <a:pt x="2264" y="8546"/>
                    <a:pt x="3072" y="12628"/>
                    <a:pt x="3185" y="13203"/>
                  </a:cubicBezTo>
                  <a:cubicBezTo>
                    <a:pt x="2995" y="13252"/>
                    <a:pt x="2363" y="13400"/>
                    <a:pt x="1641" y="13400"/>
                  </a:cubicBezTo>
                  <a:cubicBezTo>
                    <a:pt x="946" y="13400"/>
                    <a:pt x="516" y="13355"/>
                    <a:pt x="371" y="13336"/>
                  </a:cubicBezTo>
                  <a:lnTo>
                    <a:pt x="134" y="137"/>
                  </a:lnTo>
                  <a:close/>
                  <a:moveTo>
                    <a:pt x="64" y="1"/>
                  </a:moveTo>
                  <a:cubicBezTo>
                    <a:pt x="54" y="1"/>
                    <a:pt x="47" y="2"/>
                    <a:pt x="42" y="4"/>
                  </a:cubicBezTo>
                  <a:cubicBezTo>
                    <a:pt x="17" y="14"/>
                    <a:pt x="0" y="39"/>
                    <a:pt x="0" y="67"/>
                  </a:cubicBezTo>
                  <a:lnTo>
                    <a:pt x="239" y="13395"/>
                  </a:lnTo>
                  <a:cubicBezTo>
                    <a:pt x="239" y="13428"/>
                    <a:pt x="263" y="13456"/>
                    <a:pt x="295" y="13460"/>
                  </a:cubicBezTo>
                  <a:cubicBezTo>
                    <a:pt x="314" y="13463"/>
                    <a:pt x="764" y="13533"/>
                    <a:pt x="1641" y="13533"/>
                  </a:cubicBezTo>
                  <a:cubicBezTo>
                    <a:pt x="2523" y="13533"/>
                    <a:pt x="3274" y="13316"/>
                    <a:pt x="3281" y="13315"/>
                  </a:cubicBezTo>
                  <a:cubicBezTo>
                    <a:pt x="3314" y="13305"/>
                    <a:pt x="3334" y="13271"/>
                    <a:pt x="3327" y="13238"/>
                  </a:cubicBezTo>
                  <a:cubicBezTo>
                    <a:pt x="3318" y="13191"/>
                    <a:pt x="2397" y="8537"/>
                    <a:pt x="2350" y="8254"/>
                  </a:cubicBezTo>
                  <a:cubicBezTo>
                    <a:pt x="2318" y="8039"/>
                    <a:pt x="2975" y="3833"/>
                    <a:pt x="3423" y="1059"/>
                  </a:cubicBezTo>
                  <a:cubicBezTo>
                    <a:pt x="3429" y="1027"/>
                    <a:pt x="3410" y="995"/>
                    <a:pt x="3378" y="986"/>
                  </a:cubicBezTo>
                  <a:cubicBezTo>
                    <a:pt x="1980" y="531"/>
                    <a:pt x="300"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g33adf7f9e96_1_401"/>
            <p:cNvSpPr/>
            <p:nvPr/>
          </p:nvSpPr>
          <p:spPr>
            <a:xfrm>
              <a:off x="9146141" y="3524665"/>
              <a:ext cx="124753" cy="370355"/>
            </a:xfrm>
            <a:custGeom>
              <a:rect b="b" l="l" r="r" t="t"/>
              <a:pathLst>
                <a:path extrusionOk="0" h="8535" w="2875">
                  <a:moveTo>
                    <a:pt x="774" y="0"/>
                  </a:moveTo>
                  <a:lnTo>
                    <a:pt x="0" y="4908"/>
                  </a:lnTo>
                  <a:lnTo>
                    <a:pt x="242" y="6422"/>
                  </a:lnTo>
                  <a:cubicBezTo>
                    <a:pt x="242" y="6422"/>
                    <a:pt x="1492" y="8353"/>
                    <a:pt x="1952" y="8463"/>
                  </a:cubicBezTo>
                  <a:cubicBezTo>
                    <a:pt x="2130" y="8505"/>
                    <a:pt x="2307" y="8534"/>
                    <a:pt x="2458" y="8534"/>
                  </a:cubicBezTo>
                  <a:cubicBezTo>
                    <a:pt x="2700" y="8534"/>
                    <a:pt x="2874" y="8459"/>
                    <a:pt x="2874" y="8243"/>
                  </a:cubicBezTo>
                  <a:cubicBezTo>
                    <a:pt x="2874" y="7892"/>
                    <a:pt x="774" y="0"/>
                    <a:pt x="77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g33adf7f9e96_1_401"/>
            <p:cNvSpPr/>
            <p:nvPr/>
          </p:nvSpPr>
          <p:spPr>
            <a:xfrm>
              <a:off x="9143191" y="3521758"/>
              <a:ext cx="130568" cy="376170"/>
            </a:xfrm>
            <a:custGeom>
              <a:rect b="b" l="l" r="r" t="t"/>
              <a:pathLst>
                <a:path extrusionOk="0" h="8669" w="3009">
                  <a:moveTo>
                    <a:pt x="859" y="389"/>
                  </a:moveTo>
                  <a:cubicBezTo>
                    <a:pt x="1489" y="2765"/>
                    <a:pt x="2876" y="8042"/>
                    <a:pt x="2876" y="8310"/>
                  </a:cubicBezTo>
                  <a:cubicBezTo>
                    <a:pt x="2876" y="8380"/>
                    <a:pt x="2855" y="8431"/>
                    <a:pt x="2810" y="8466"/>
                  </a:cubicBezTo>
                  <a:cubicBezTo>
                    <a:pt x="2764" y="8503"/>
                    <a:pt x="2680" y="8535"/>
                    <a:pt x="2527" y="8535"/>
                  </a:cubicBezTo>
                  <a:cubicBezTo>
                    <a:pt x="2409" y="8535"/>
                    <a:pt x="2250" y="8516"/>
                    <a:pt x="2036" y="8465"/>
                  </a:cubicBezTo>
                  <a:cubicBezTo>
                    <a:pt x="1682" y="8381"/>
                    <a:pt x="723" y="7004"/>
                    <a:pt x="372" y="6464"/>
                  </a:cubicBezTo>
                  <a:lnTo>
                    <a:pt x="136" y="4975"/>
                  </a:lnTo>
                  <a:lnTo>
                    <a:pt x="859" y="389"/>
                  </a:lnTo>
                  <a:close/>
                  <a:moveTo>
                    <a:pt x="845" y="1"/>
                  </a:moveTo>
                  <a:cubicBezTo>
                    <a:pt x="843" y="1"/>
                    <a:pt x="841" y="1"/>
                    <a:pt x="839" y="1"/>
                  </a:cubicBezTo>
                  <a:cubicBezTo>
                    <a:pt x="807" y="2"/>
                    <a:pt x="781" y="26"/>
                    <a:pt x="776" y="57"/>
                  </a:cubicBezTo>
                  <a:lnTo>
                    <a:pt x="2" y="4965"/>
                  </a:lnTo>
                  <a:cubicBezTo>
                    <a:pt x="1" y="4971"/>
                    <a:pt x="1" y="4978"/>
                    <a:pt x="2" y="4986"/>
                  </a:cubicBezTo>
                  <a:lnTo>
                    <a:pt x="243" y="6500"/>
                  </a:lnTo>
                  <a:cubicBezTo>
                    <a:pt x="246" y="6509"/>
                    <a:pt x="248" y="6518"/>
                    <a:pt x="253" y="6525"/>
                  </a:cubicBezTo>
                  <a:cubicBezTo>
                    <a:pt x="383" y="6725"/>
                    <a:pt x="1532" y="8482"/>
                    <a:pt x="2005" y="8594"/>
                  </a:cubicBezTo>
                  <a:cubicBezTo>
                    <a:pt x="2212" y="8644"/>
                    <a:pt x="2385" y="8669"/>
                    <a:pt x="2527" y="8669"/>
                  </a:cubicBezTo>
                  <a:cubicBezTo>
                    <a:pt x="2689" y="8669"/>
                    <a:pt x="2810" y="8635"/>
                    <a:pt x="2891" y="8570"/>
                  </a:cubicBezTo>
                  <a:cubicBezTo>
                    <a:pt x="2969" y="8509"/>
                    <a:pt x="3008" y="8421"/>
                    <a:pt x="3008" y="8310"/>
                  </a:cubicBezTo>
                  <a:cubicBezTo>
                    <a:pt x="3008" y="7954"/>
                    <a:pt x="992" y="373"/>
                    <a:pt x="906" y="51"/>
                  </a:cubicBezTo>
                  <a:cubicBezTo>
                    <a:pt x="898" y="22"/>
                    <a:pt x="874"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g33adf7f9e96_1_401"/>
            <p:cNvSpPr/>
            <p:nvPr/>
          </p:nvSpPr>
          <p:spPr>
            <a:xfrm>
              <a:off x="8842006" y="3614921"/>
              <a:ext cx="435487" cy="306785"/>
            </a:xfrm>
            <a:custGeom>
              <a:rect b="b" l="l" r="r" t="t"/>
              <a:pathLst>
                <a:path extrusionOk="0" h="7070" w="10036">
                  <a:moveTo>
                    <a:pt x="2160" y="0"/>
                  </a:moveTo>
                  <a:cubicBezTo>
                    <a:pt x="2124" y="0"/>
                    <a:pt x="2089" y="18"/>
                    <a:pt x="2059" y="61"/>
                  </a:cubicBezTo>
                  <a:cubicBezTo>
                    <a:pt x="1940" y="227"/>
                    <a:pt x="2155" y="371"/>
                    <a:pt x="2179" y="465"/>
                  </a:cubicBezTo>
                  <a:cubicBezTo>
                    <a:pt x="2202" y="561"/>
                    <a:pt x="2345" y="1205"/>
                    <a:pt x="2345" y="1205"/>
                  </a:cubicBezTo>
                  <a:lnTo>
                    <a:pt x="920" y="180"/>
                  </a:lnTo>
                  <a:cubicBezTo>
                    <a:pt x="894" y="162"/>
                    <a:pt x="864" y="153"/>
                    <a:pt x="835" y="153"/>
                  </a:cubicBezTo>
                  <a:cubicBezTo>
                    <a:pt x="797" y="153"/>
                    <a:pt x="760" y="167"/>
                    <a:pt x="732" y="195"/>
                  </a:cubicBezTo>
                  <a:cubicBezTo>
                    <a:pt x="675" y="252"/>
                    <a:pt x="675" y="345"/>
                    <a:pt x="733" y="401"/>
                  </a:cubicBezTo>
                  <a:lnTo>
                    <a:pt x="1749" y="1395"/>
                  </a:lnTo>
                  <a:lnTo>
                    <a:pt x="200" y="578"/>
                  </a:lnTo>
                  <a:cubicBezTo>
                    <a:pt x="181" y="567"/>
                    <a:pt x="161" y="562"/>
                    <a:pt x="140" y="562"/>
                  </a:cubicBezTo>
                  <a:cubicBezTo>
                    <a:pt x="92" y="562"/>
                    <a:pt x="45" y="590"/>
                    <a:pt x="24" y="638"/>
                  </a:cubicBezTo>
                  <a:cubicBezTo>
                    <a:pt x="1" y="691"/>
                    <a:pt x="16" y="753"/>
                    <a:pt x="61" y="789"/>
                  </a:cubicBezTo>
                  <a:lnTo>
                    <a:pt x="1249" y="1754"/>
                  </a:lnTo>
                  <a:lnTo>
                    <a:pt x="254" y="1287"/>
                  </a:lnTo>
                  <a:cubicBezTo>
                    <a:pt x="235" y="1279"/>
                    <a:pt x="216" y="1275"/>
                    <a:pt x="197" y="1275"/>
                  </a:cubicBezTo>
                  <a:cubicBezTo>
                    <a:pt x="136" y="1275"/>
                    <a:pt x="80" y="1315"/>
                    <a:pt x="64" y="1379"/>
                  </a:cubicBezTo>
                  <a:cubicBezTo>
                    <a:pt x="53" y="1424"/>
                    <a:pt x="66" y="1472"/>
                    <a:pt x="98" y="1505"/>
                  </a:cubicBezTo>
                  <a:lnTo>
                    <a:pt x="706" y="1977"/>
                  </a:lnTo>
                  <a:cubicBezTo>
                    <a:pt x="706" y="1977"/>
                    <a:pt x="735" y="2012"/>
                    <a:pt x="781" y="2064"/>
                  </a:cubicBezTo>
                  <a:lnTo>
                    <a:pt x="364" y="1829"/>
                  </a:lnTo>
                  <a:cubicBezTo>
                    <a:pt x="346" y="1819"/>
                    <a:pt x="328" y="1815"/>
                    <a:pt x="310" y="1815"/>
                  </a:cubicBezTo>
                  <a:cubicBezTo>
                    <a:pt x="257" y="1815"/>
                    <a:pt x="208" y="1854"/>
                    <a:pt x="200" y="1912"/>
                  </a:cubicBezTo>
                  <a:cubicBezTo>
                    <a:pt x="196" y="1955"/>
                    <a:pt x="216" y="1996"/>
                    <a:pt x="253" y="2019"/>
                  </a:cubicBezTo>
                  <a:lnTo>
                    <a:pt x="1421" y="2740"/>
                  </a:lnTo>
                  <a:cubicBezTo>
                    <a:pt x="1494" y="2764"/>
                    <a:pt x="2775" y="3017"/>
                    <a:pt x="2775" y="3017"/>
                  </a:cubicBezTo>
                  <a:cubicBezTo>
                    <a:pt x="2775" y="3017"/>
                    <a:pt x="6852" y="5854"/>
                    <a:pt x="7305" y="6117"/>
                  </a:cubicBezTo>
                  <a:cubicBezTo>
                    <a:pt x="7692" y="6341"/>
                    <a:pt x="9228" y="7070"/>
                    <a:pt x="9772" y="7070"/>
                  </a:cubicBezTo>
                  <a:cubicBezTo>
                    <a:pt x="9865" y="7070"/>
                    <a:pt x="9929" y="7048"/>
                    <a:pt x="9953" y="7000"/>
                  </a:cubicBezTo>
                  <a:cubicBezTo>
                    <a:pt x="10036" y="6833"/>
                    <a:pt x="9887" y="6152"/>
                    <a:pt x="9718" y="5515"/>
                  </a:cubicBezTo>
                  <a:lnTo>
                    <a:pt x="8737" y="4114"/>
                  </a:lnTo>
                  <a:lnTo>
                    <a:pt x="3181" y="1801"/>
                  </a:lnTo>
                  <a:cubicBezTo>
                    <a:pt x="3181" y="1801"/>
                    <a:pt x="3013" y="1134"/>
                    <a:pt x="2965" y="1038"/>
                  </a:cubicBezTo>
                  <a:cubicBezTo>
                    <a:pt x="2918" y="942"/>
                    <a:pt x="2608" y="537"/>
                    <a:pt x="2489" y="322"/>
                  </a:cubicBezTo>
                  <a:cubicBezTo>
                    <a:pt x="2399" y="162"/>
                    <a:pt x="2270" y="0"/>
                    <a:pt x="21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g33adf7f9e96_1_401"/>
            <p:cNvSpPr/>
            <p:nvPr/>
          </p:nvSpPr>
          <p:spPr>
            <a:xfrm>
              <a:off x="8838882" y="3612014"/>
              <a:ext cx="442647" cy="312556"/>
            </a:xfrm>
            <a:custGeom>
              <a:rect b="b" l="l" r="r" t="t"/>
              <a:pathLst>
                <a:path extrusionOk="0" h="7203" w="10201">
                  <a:moveTo>
                    <a:pt x="2235" y="1"/>
                  </a:moveTo>
                  <a:cubicBezTo>
                    <a:pt x="2191" y="1"/>
                    <a:pt x="2129" y="15"/>
                    <a:pt x="2077" y="89"/>
                  </a:cubicBezTo>
                  <a:cubicBezTo>
                    <a:pt x="1966" y="244"/>
                    <a:pt x="2073" y="387"/>
                    <a:pt x="2137" y="472"/>
                  </a:cubicBezTo>
                  <a:cubicBezTo>
                    <a:pt x="2158" y="500"/>
                    <a:pt x="2182" y="532"/>
                    <a:pt x="2186" y="549"/>
                  </a:cubicBezTo>
                  <a:cubicBezTo>
                    <a:pt x="2201" y="611"/>
                    <a:pt x="2271" y="919"/>
                    <a:pt x="2315" y="1117"/>
                  </a:cubicBezTo>
                  <a:lnTo>
                    <a:pt x="1030" y="193"/>
                  </a:lnTo>
                  <a:cubicBezTo>
                    <a:pt x="992" y="166"/>
                    <a:pt x="949" y="153"/>
                    <a:pt x="906" y="153"/>
                  </a:cubicBezTo>
                  <a:cubicBezTo>
                    <a:pt x="852" y="153"/>
                    <a:pt x="798" y="174"/>
                    <a:pt x="756" y="215"/>
                  </a:cubicBezTo>
                  <a:cubicBezTo>
                    <a:pt x="716" y="255"/>
                    <a:pt x="695" y="309"/>
                    <a:pt x="695" y="365"/>
                  </a:cubicBezTo>
                  <a:cubicBezTo>
                    <a:pt x="695" y="422"/>
                    <a:pt x="717" y="475"/>
                    <a:pt x="759" y="516"/>
                  </a:cubicBezTo>
                  <a:lnTo>
                    <a:pt x="1447" y="1190"/>
                  </a:lnTo>
                  <a:lnTo>
                    <a:pt x="304" y="585"/>
                  </a:lnTo>
                  <a:cubicBezTo>
                    <a:pt x="275" y="571"/>
                    <a:pt x="244" y="563"/>
                    <a:pt x="212" y="563"/>
                  </a:cubicBezTo>
                  <a:cubicBezTo>
                    <a:pt x="191" y="563"/>
                    <a:pt x="169" y="566"/>
                    <a:pt x="149" y="574"/>
                  </a:cubicBezTo>
                  <a:cubicBezTo>
                    <a:pt x="99" y="591"/>
                    <a:pt x="57" y="629"/>
                    <a:pt x="36" y="678"/>
                  </a:cubicBezTo>
                  <a:cubicBezTo>
                    <a:pt x="0" y="758"/>
                    <a:pt x="23" y="853"/>
                    <a:pt x="90" y="908"/>
                  </a:cubicBezTo>
                  <a:lnTo>
                    <a:pt x="858" y="1531"/>
                  </a:lnTo>
                  <a:lnTo>
                    <a:pt x="354" y="1295"/>
                  </a:lnTo>
                  <a:cubicBezTo>
                    <a:pt x="326" y="1282"/>
                    <a:pt x="297" y="1276"/>
                    <a:pt x="267" y="1276"/>
                  </a:cubicBezTo>
                  <a:cubicBezTo>
                    <a:pt x="238" y="1276"/>
                    <a:pt x="208" y="1282"/>
                    <a:pt x="180" y="1295"/>
                  </a:cubicBezTo>
                  <a:cubicBezTo>
                    <a:pt x="126" y="1321"/>
                    <a:pt x="86" y="1371"/>
                    <a:pt x="71" y="1430"/>
                  </a:cubicBezTo>
                  <a:cubicBezTo>
                    <a:pt x="55" y="1498"/>
                    <a:pt x="74" y="1567"/>
                    <a:pt x="129" y="1624"/>
                  </a:cubicBezTo>
                  <a:lnTo>
                    <a:pt x="375" y="1816"/>
                  </a:lnTo>
                  <a:cubicBezTo>
                    <a:pt x="351" y="1817"/>
                    <a:pt x="325" y="1823"/>
                    <a:pt x="302" y="1835"/>
                  </a:cubicBezTo>
                  <a:cubicBezTo>
                    <a:pt x="249" y="1862"/>
                    <a:pt x="213" y="1914"/>
                    <a:pt x="207" y="1972"/>
                  </a:cubicBezTo>
                  <a:cubicBezTo>
                    <a:pt x="199" y="2039"/>
                    <a:pt x="232" y="2106"/>
                    <a:pt x="289" y="2142"/>
                  </a:cubicBezTo>
                  <a:lnTo>
                    <a:pt x="1459" y="2864"/>
                  </a:lnTo>
                  <a:cubicBezTo>
                    <a:pt x="1464" y="2866"/>
                    <a:pt x="1467" y="2869"/>
                    <a:pt x="1472" y="2871"/>
                  </a:cubicBezTo>
                  <a:cubicBezTo>
                    <a:pt x="1544" y="2895"/>
                    <a:pt x="2638" y="3110"/>
                    <a:pt x="2821" y="3147"/>
                  </a:cubicBezTo>
                  <a:cubicBezTo>
                    <a:pt x="3105" y="3344"/>
                    <a:pt x="6902" y="5985"/>
                    <a:pt x="7345" y="6242"/>
                  </a:cubicBezTo>
                  <a:cubicBezTo>
                    <a:pt x="7616" y="6399"/>
                    <a:pt x="9239" y="7203"/>
                    <a:pt x="9846" y="7203"/>
                  </a:cubicBezTo>
                  <a:cubicBezTo>
                    <a:pt x="9892" y="7203"/>
                    <a:pt x="9934" y="7198"/>
                    <a:pt x="9967" y="7187"/>
                  </a:cubicBezTo>
                  <a:cubicBezTo>
                    <a:pt x="10023" y="7171"/>
                    <a:pt x="10063" y="7140"/>
                    <a:pt x="10084" y="7096"/>
                  </a:cubicBezTo>
                  <a:cubicBezTo>
                    <a:pt x="10113" y="7039"/>
                    <a:pt x="10200" y="6865"/>
                    <a:pt x="9853" y="5565"/>
                  </a:cubicBezTo>
                  <a:cubicBezTo>
                    <a:pt x="9845" y="5535"/>
                    <a:pt x="9819" y="5516"/>
                    <a:pt x="9789" y="5516"/>
                  </a:cubicBezTo>
                  <a:cubicBezTo>
                    <a:pt x="9784" y="5516"/>
                    <a:pt x="9778" y="5516"/>
                    <a:pt x="9772" y="5518"/>
                  </a:cubicBezTo>
                  <a:cubicBezTo>
                    <a:pt x="9737" y="5527"/>
                    <a:pt x="9716" y="5564"/>
                    <a:pt x="9726" y="5600"/>
                  </a:cubicBezTo>
                  <a:cubicBezTo>
                    <a:pt x="10026" y="6728"/>
                    <a:pt x="9993" y="6981"/>
                    <a:pt x="9966" y="7037"/>
                  </a:cubicBezTo>
                  <a:cubicBezTo>
                    <a:pt x="9961" y="7046"/>
                    <a:pt x="9948" y="7055"/>
                    <a:pt x="9929" y="7061"/>
                  </a:cubicBezTo>
                  <a:cubicBezTo>
                    <a:pt x="9905" y="7068"/>
                    <a:pt x="9876" y="7071"/>
                    <a:pt x="9842" y="7071"/>
                  </a:cubicBezTo>
                  <a:cubicBezTo>
                    <a:pt x="9355" y="7071"/>
                    <a:pt x="7872" y="6394"/>
                    <a:pt x="7411" y="6127"/>
                  </a:cubicBezTo>
                  <a:cubicBezTo>
                    <a:pt x="6965" y="5869"/>
                    <a:pt x="2925" y="3058"/>
                    <a:pt x="2885" y="3030"/>
                  </a:cubicBezTo>
                  <a:cubicBezTo>
                    <a:pt x="2878" y="3024"/>
                    <a:pt x="2868" y="3020"/>
                    <a:pt x="2860" y="3019"/>
                  </a:cubicBezTo>
                  <a:cubicBezTo>
                    <a:pt x="2363" y="2921"/>
                    <a:pt x="1613" y="2771"/>
                    <a:pt x="1521" y="2747"/>
                  </a:cubicBezTo>
                  <a:lnTo>
                    <a:pt x="360" y="2029"/>
                  </a:lnTo>
                  <a:cubicBezTo>
                    <a:pt x="346" y="2021"/>
                    <a:pt x="338" y="2004"/>
                    <a:pt x="339" y="1987"/>
                  </a:cubicBezTo>
                  <a:cubicBezTo>
                    <a:pt x="341" y="1966"/>
                    <a:pt x="356" y="1957"/>
                    <a:pt x="362" y="1953"/>
                  </a:cubicBezTo>
                  <a:cubicBezTo>
                    <a:pt x="366" y="1951"/>
                    <a:pt x="373" y="1948"/>
                    <a:pt x="382" y="1948"/>
                  </a:cubicBezTo>
                  <a:cubicBezTo>
                    <a:pt x="389" y="1948"/>
                    <a:pt x="396" y="1950"/>
                    <a:pt x="404" y="1954"/>
                  </a:cubicBezTo>
                  <a:lnTo>
                    <a:pt x="821" y="2189"/>
                  </a:lnTo>
                  <a:cubicBezTo>
                    <a:pt x="832" y="2195"/>
                    <a:pt x="843" y="2198"/>
                    <a:pt x="854" y="2198"/>
                  </a:cubicBezTo>
                  <a:cubicBezTo>
                    <a:pt x="874" y="2198"/>
                    <a:pt x="893" y="2189"/>
                    <a:pt x="905" y="2173"/>
                  </a:cubicBezTo>
                  <a:cubicBezTo>
                    <a:pt x="926" y="2147"/>
                    <a:pt x="926" y="2112"/>
                    <a:pt x="904" y="2087"/>
                  </a:cubicBezTo>
                  <a:lnTo>
                    <a:pt x="819" y="1992"/>
                  </a:lnTo>
                  <a:lnTo>
                    <a:pt x="218" y="1527"/>
                  </a:lnTo>
                  <a:cubicBezTo>
                    <a:pt x="202" y="1509"/>
                    <a:pt x="194" y="1485"/>
                    <a:pt x="200" y="1462"/>
                  </a:cubicBezTo>
                  <a:cubicBezTo>
                    <a:pt x="205" y="1442"/>
                    <a:pt x="219" y="1424"/>
                    <a:pt x="238" y="1416"/>
                  </a:cubicBezTo>
                  <a:cubicBezTo>
                    <a:pt x="248" y="1411"/>
                    <a:pt x="258" y="1409"/>
                    <a:pt x="269" y="1409"/>
                  </a:cubicBezTo>
                  <a:cubicBezTo>
                    <a:pt x="278" y="1409"/>
                    <a:pt x="288" y="1411"/>
                    <a:pt x="297" y="1415"/>
                  </a:cubicBezTo>
                  <a:lnTo>
                    <a:pt x="1292" y="1881"/>
                  </a:lnTo>
                  <a:cubicBezTo>
                    <a:pt x="1302" y="1885"/>
                    <a:pt x="1311" y="1887"/>
                    <a:pt x="1321" y="1887"/>
                  </a:cubicBezTo>
                  <a:cubicBezTo>
                    <a:pt x="1343" y="1887"/>
                    <a:pt x="1364" y="1876"/>
                    <a:pt x="1376" y="1856"/>
                  </a:cubicBezTo>
                  <a:cubicBezTo>
                    <a:pt x="1395" y="1828"/>
                    <a:pt x="1388" y="1790"/>
                    <a:pt x="1362" y="1769"/>
                  </a:cubicBezTo>
                  <a:lnTo>
                    <a:pt x="174" y="805"/>
                  </a:lnTo>
                  <a:cubicBezTo>
                    <a:pt x="153" y="788"/>
                    <a:pt x="146" y="758"/>
                    <a:pt x="157" y="732"/>
                  </a:cubicBezTo>
                  <a:cubicBezTo>
                    <a:pt x="164" y="717"/>
                    <a:pt x="177" y="705"/>
                    <a:pt x="193" y="699"/>
                  </a:cubicBezTo>
                  <a:cubicBezTo>
                    <a:pt x="200" y="697"/>
                    <a:pt x="207" y="696"/>
                    <a:pt x="215" y="696"/>
                  </a:cubicBezTo>
                  <a:cubicBezTo>
                    <a:pt x="224" y="696"/>
                    <a:pt x="233" y="698"/>
                    <a:pt x="242" y="703"/>
                  </a:cubicBezTo>
                  <a:lnTo>
                    <a:pt x="1790" y="1521"/>
                  </a:lnTo>
                  <a:cubicBezTo>
                    <a:pt x="1800" y="1527"/>
                    <a:pt x="1811" y="1529"/>
                    <a:pt x="1822" y="1529"/>
                  </a:cubicBezTo>
                  <a:cubicBezTo>
                    <a:pt x="1842" y="1529"/>
                    <a:pt x="1862" y="1520"/>
                    <a:pt x="1876" y="1502"/>
                  </a:cubicBezTo>
                  <a:cubicBezTo>
                    <a:pt x="1895" y="1475"/>
                    <a:pt x="1891" y="1438"/>
                    <a:pt x="1867" y="1415"/>
                  </a:cubicBezTo>
                  <a:lnTo>
                    <a:pt x="852" y="421"/>
                  </a:lnTo>
                  <a:cubicBezTo>
                    <a:pt x="837" y="406"/>
                    <a:pt x="829" y="387"/>
                    <a:pt x="829" y="365"/>
                  </a:cubicBezTo>
                  <a:cubicBezTo>
                    <a:pt x="829" y="344"/>
                    <a:pt x="836" y="324"/>
                    <a:pt x="851" y="309"/>
                  </a:cubicBezTo>
                  <a:cubicBezTo>
                    <a:pt x="866" y="293"/>
                    <a:pt x="886" y="286"/>
                    <a:pt x="907" y="286"/>
                  </a:cubicBezTo>
                  <a:cubicBezTo>
                    <a:pt x="923" y="286"/>
                    <a:pt x="939" y="290"/>
                    <a:pt x="953" y="300"/>
                  </a:cubicBezTo>
                  <a:lnTo>
                    <a:pt x="2378" y="1326"/>
                  </a:lnTo>
                  <a:cubicBezTo>
                    <a:pt x="2390" y="1335"/>
                    <a:pt x="2403" y="1339"/>
                    <a:pt x="2417" y="1339"/>
                  </a:cubicBezTo>
                  <a:cubicBezTo>
                    <a:pt x="2430" y="1339"/>
                    <a:pt x="2443" y="1335"/>
                    <a:pt x="2454" y="1327"/>
                  </a:cubicBezTo>
                  <a:cubicBezTo>
                    <a:pt x="2477" y="1312"/>
                    <a:pt x="2488" y="1285"/>
                    <a:pt x="2483" y="1257"/>
                  </a:cubicBezTo>
                  <a:cubicBezTo>
                    <a:pt x="2477" y="1231"/>
                    <a:pt x="2338" y="611"/>
                    <a:pt x="2315" y="517"/>
                  </a:cubicBezTo>
                  <a:cubicBezTo>
                    <a:pt x="2304" y="474"/>
                    <a:pt x="2274" y="434"/>
                    <a:pt x="2244" y="393"/>
                  </a:cubicBezTo>
                  <a:cubicBezTo>
                    <a:pt x="2174" y="299"/>
                    <a:pt x="2135" y="236"/>
                    <a:pt x="2186" y="165"/>
                  </a:cubicBezTo>
                  <a:cubicBezTo>
                    <a:pt x="2209" y="132"/>
                    <a:pt x="2228" y="135"/>
                    <a:pt x="2234" y="133"/>
                  </a:cubicBezTo>
                  <a:cubicBezTo>
                    <a:pt x="2300" y="138"/>
                    <a:pt x="2410" y="257"/>
                    <a:pt x="2503" y="422"/>
                  </a:cubicBezTo>
                  <a:cubicBezTo>
                    <a:pt x="2571" y="545"/>
                    <a:pt x="2697" y="724"/>
                    <a:pt x="2807" y="881"/>
                  </a:cubicBezTo>
                  <a:cubicBezTo>
                    <a:pt x="2886" y="992"/>
                    <a:pt x="2959" y="1098"/>
                    <a:pt x="2978" y="1134"/>
                  </a:cubicBezTo>
                  <a:cubicBezTo>
                    <a:pt x="3010" y="1199"/>
                    <a:pt x="3124" y="1629"/>
                    <a:pt x="3188" y="1885"/>
                  </a:cubicBezTo>
                  <a:cubicBezTo>
                    <a:pt x="3192" y="1905"/>
                    <a:pt x="3207" y="1921"/>
                    <a:pt x="3227" y="1929"/>
                  </a:cubicBezTo>
                  <a:lnTo>
                    <a:pt x="8783" y="4242"/>
                  </a:lnTo>
                  <a:cubicBezTo>
                    <a:pt x="8791" y="4246"/>
                    <a:pt x="8799" y="4247"/>
                    <a:pt x="8808" y="4247"/>
                  </a:cubicBezTo>
                  <a:cubicBezTo>
                    <a:pt x="8834" y="4247"/>
                    <a:pt x="8859" y="4232"/>
                    <a:pt x="8870" y="4207"/>
                  </a:cubicBezTo>
                  <a:cubicBezTo>
                    <a:pt x="8884" y="4173"/>
                    <a:pt x="8868" y="4134"/>
                    <a:pt x="8834" y="4119"/>
                  </a:cubicBezTo>
                  <a:lnTo>
                    <a:pt x="3308" y="1819"/>
                  </a:lnTo>
                  <a:cubicBezTo>
                    <a:pt x="3272" y="1674"/>
                    <a:pt x="3142" y="1165"/>
                    <a:pt x="3097" y="1075"/>
                  </a:cubicBezTo>
                  <a:cubicBezTo>
                    <a:pt x="3073" y="1029"/>
                    <a:pt x="3004" y="930"/>
                    <a:pt x="2916" y="804"/>
                  </a:cubicBezTo>
                  <a:cubicBezTo>
                    <a:pt x="2813" y="658"/>
                    <a:pt x="2684" y="474"/>
                    <a:pt x="2619" y="357"/>
                  </a:cubicBezTo>
                  <a:cubicBezTo>
                    <a:pt x="2561" y="253"/>
                    <a:pt x="2408" y="10"/>
                    <a:pt x="2241" y="1"/>
                  </a:cubicBezTo>
                  <a:cubicBezTo>
                    <a:pt x="2239" y="1"/>
                    <a:pt x="2237" y="1"/>
                    <a:pt x="22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g33adf7f9e96_1_401"/>
            <p:cNvSpPr/>
            <p:nvPr/>
          </p:nvSpPr>
          <p:spPr>
            <a:xfrm>
              <a:off x="8842006" y="3614921"/>
              <a:ext cx="335554" cy="260181"/>
            </a:xfrm>
            <a:custGeom>
              <a:rect b="b" l="l" r="r" t="t"/>
              <a:pathLst>
                <a:path extrusionOk="0" h="5996" w="7733">
                  <a:moveTo>
                    <a:pt x="2160" y="0"/>
                  </a:moveTo>
                  <a:cubicBezTo>
                    <a:pt x="2124" y="0"/>
                    <a:pt x="2089" y="18"/>
                    <a:pt x="2059" y="61"/>
                  </a:cubicBezTo>
                  <a:cubicBezTo>
                    <a:pt x="1940" y="227"/>
                    <a:pt x="2155" y="371"/>
                    <a:pt x="2179" y="465"/>
                  </a:cubicBezTo>
                  <a:cubicBezTo>
                    <a:pt x="2202" y="561"/>
                    <a:pt x="2345" y="1205"/>
                    <a:pt x="2345" y="1205"/>
                  </a:cubicBezTo>
                  <a:lnTo>
                    <a:pt x="920" y="180"/>
                  </a:lnTo>
                  <a:cubicBezTo>
                    <a:pt x="894" y="162"/>
                    <a:pt x="864" y="153"/>
                    <a:pt x="835" y="153"/>
                  </a:cubicBezTo>
                  <a:cubicBezTo>
                    <a:pt x="797" y="153"/>
                    <a:pt x="760" y="167"/>
                    <a:pt x="732" y="195"/>
                  </a:cubicBezTo>
                  <a:cubicBezTo>
                    <a:pt x="675" y="252"/>
                    <a:pt x="675" y="345"/>
                    <a:pt x="733" y="401"/>
                  </a:cubicBezTo>
                  <a:lnTo>
                    <a:pt x="1749" y="1395"/>
                  </a:lnTo>
                  <a:lnTo>
                    <a:pt x="200" y="578"/>
                  </a:lnTo>
                  <a:cubicBezTo>
                    <a:pt x="181" y="567"/>
                    <a:pt x="161" y="562"/>
                    <a:pt x="140" y="562"/>
                  </a:cubicBezTo>
                  <a:cubicBezTo>
                    <a:pt x="92" y="562"/>
                    <a:pt x="45" y="590"/>
                    <a:pt x="24" y="638"/>
                  </a:cubicBezTo>
                  <a:cubicBezTo>
                    <a:pt x="1" y="691"/>
                    <a:pt x="16" y="753"/>
                    <a:pt x="61" y="789"/>
                  </a:cubicBezTo>
                  <a:lnTo>
                    <a:pt x="1249" y="1754"/>
                  </a:lnTo>
                  <a:lnTo>
                    <a:pt x="254" y="1287"/>
                  </a:lnTo>
                  <a:cubicBezTo>
                    <a:pt x="235" y="1279"/>
                    <a:pt x="216" y="1275"/>
                    <a:pt x="197" y="1275"/>
                  </a:cubicBezTo>
                  <a:cubicBezTo>
                    <a:pt x="136" y="1275"/>
                    <a:pt x="80" y="1315"/>
                    <a:pt x="64" y="1379"/>
                  </a:cubicBezTo>
                  <a:cubicBezTo>
                    <a:pt x="53" y="1424"/>
                    <a:pt x="66" y="1472"/>
                    <a:pt x="98" y="1505"/>
                  </a:cubicBezTo>
                  <a:lnTo>
                    <a:pt x="706" y="1977"/>
                  </a:lnTo>
                  <a:cubicBezTo>
                    <a:pt x="706" y="1977"/>
                    <a:pt x="735" y="2012"/>
                    <a:pt x="781" y="2064"/>
                  </a:cubicBezTo>
                  <a:lnTo>
                    <a:pt x="364" y="1829"/>
                  </a:lnTo>
                  <a:cubicBezTo>
                    <a:pt x="346" y="1819"/>
                    <a:pt x="328" y="1815"/>
                    <a:pt x="310" y="1815"/>
                  </a:cubicBezTo>
                  <a:cubicBezTo>
                    <a:pt x="257" y="1815"/>
                    <a:pt x="208" y="1854"/>
                    <a:pt x="200" y="1912"/>
                  </a:cubicBezTo>
                  <a:cubicBezTo>
                    <a:pt x="196" y="1955"/>
                    <a:pt x="216" y="1996"/>
                    <a:pt x="253" y="2019"/>
                  </a:cubicBezTo>
                  <a:lnTo>
                    <a:pt x="1421" y="2740"/>
                  </a:lnTo>
                  <a:cubicBezTo>
                    <a:pt x="1494" y="2764"/>
                    <a:pt x="2775" y="3017"/>
                    <a:pt x="2775" y="3017"/>
                  </a:cubicBezTo>
                  <a:cubicBezTo>
                    <a:pt x="2775" y="3017"/>
                    <a:pt x="6182" y="5388"/>
                    <a:pt x="7112" y="5995"/>
                  </a:cubicBezTo>
                  <a:lnTo>
                    <a:pt x="7732" y="3696"/>
                  </a:lnTo>
                  <a:lnTo>
                    <a:pt x="3181" y="1801"/>
                  </a:lnTo>
                  <a:cubicBezTo>
                    <a:pt x="3181" y="1801"/>
                    <a:pt x="3013" y="1134"/>
                    <a:pt x="2965" y="1038"/>
                  </a:cubicBezTo>
                  <a:cubicBezTo>
                    <a:pt x="2918" y="942"/>
                    <a:pt x="2608" y="537"/>
                    <a:pt x="2489" y="322"/>
                  </a:cubicBezTo>
                  <a:cubicBezTo>
                    <a:pt x="2399" y="162"/>
                    <a:pt x="2270" y="0"/>
                    <a:pt x="21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g33adf7f9e96_1_401"/>
            <p:cNvSpPr/>
            <p:nvPr/>
          </p:nvSpPr>
          <p:spPr>
            <a:xfrm>
              <a:off x="8838882" y="3612014"/>
              <a:ext cx="341803" cy="265996"/>
            </a:xfrm>
            <a:custGeom>
              <a:rect b="b" l="l" r="r" t="t"/>
              <a:pathLst>
                <a:path extrusionOk="0" h="6130" w="7877">
                  <a:moveTo>
                    <a:pt x="2235" y="133"/>
                  </a:moveTo>
                  <a:cubicBezTo>
                    <a:pt x="2300" y="138"/>
                    <a:pt x="2410" y="257"/>
                    <a:pt x="2503" y="422"/>
                  </a:cubicBezTo>
                  <a:cubicBezTo>
                    <a:pt x="2571" y="545"/>
                    <a:pt x="2697" y="724"/>
                    <a:pt x="2808" y="881"/>
                  </a:cubicBezTo>
                  <a:cubicBezTo>
                    <a:pt x="2886" y="992"/>
                    <a:pt x="2959" y="1098"/>
                    <a:pt x="2978" y="1134"/>
                  </a:cubicBezTo>
                  <a:cubicBezTo>
                    <a:pt x="3010" y="1199"/>
                    <a:pt x="3124" y="1629"/>
                    <a:pt x="3188" y="1885"/>
                  </a:cubicBezTo>
                  <a:cubicBezTo>
                    <a:pt x="3192" y="1905"/>
                    <a:pt x="3208" y="1921"/>
                    <a:pt x="3227" y="1929"/>
                  </a:cubicBezTo>
                  <a:lnTo>
                    <a:pt x="7725" y="3802"/>
                  </a:lnTo>
                  <a:lnTo>
                    <a:pt x="7145" y="5957"/>
                  </a:lnTo>
                  <a:cubicBezTo>
                    <a:pt x="6129" y="5287"/>
                    <a:pt x="2918" y="3053"/>
                    <a:pt x="2885" y="3030"/>
                  </a:cubicBezTo>
                  <a:cubicBezTo>
                    <a:pt x="2878" y="3025"/>
                    <a:pt x="2868" y="3020"/>
                    <a:pt x="2860" y="3019"/>
                  </a:cubicBezTo>
                  <a:cubicBezTo>
                    <a:pt x="2363" y="2921"/>
                    <a:pt x="1613" y="2771"/>
                    <a:pt x="1521" y="2747"/>
                  </a:cubicBezTo>
                  <a:lnTo>
                    <a:pt x="360" y="2029"/>
                  </a:lnTo>
                  <a:cubicBezTo>
                    <a:pt x="346" y="2021"/>
                    <a:pt x="338" y="2004"/>
                    <a:pt x="340" y="1987"/>
                  </a:cubicBezTo>
                  <a:cubicBezTo>
                    <a:pt x="342" y="1966"/>
                    <a:pt x="356" y="1957"/>
                    <a:pt x="362" y="1953"/>
                  </a:cubicBezTo>
                  <a:cubicBezTo>
                    <a:pt x="367" y="1951"/>
                    <a:pt x="374" y="1948"/>
                    <a:pt x="384" y="1948"/>
                  </a:cubicBezTo>
                  <a:cubicBezTo>
                    <a:pt x="390" y="1948"/>
                    <a:pt x="397" y="1949"/>
                    <a:pt x="404" y="1953"/>
                  </a:cubicBezTo>
                  <a:lnTo>
                    <a:pt x="821" y="2189"/>
                  </a:lnTo>
                  <a:cubicBezTo>
                    <a:pt x="832" y="2195"/>
                    <a:pt x="843" y="2198"/>
                    <a:pt x="854" y="2198"/>
                  </a:cubicBezTo>
                  <a:cubicBezTo>
                    <a:pt x="874" y="2198"/>
                    <a:pt x="893" y="2189"/>
                    <a:pt x="905" y="2173"/>
                  </a:cubicBezTo>
                  <a:cubicBezTo>
                    <a:pt x="927" y="2147"/>
                    <a:pt x="926" y="2112"/>
                    <a:pt x="904" y="2087"/>
                  </a:cubicBezTo>
                  <a:lnTo>
                    <a:pt x="819" y="1992"/>
                  </a:lnTo>
                  <a:lnTo>
                    <a:pt x="218" y="1526"/>
                  </a:lnTo>
                  <a:cubicBezTo>
                    <a:pt x="202" y="1509"/>
                    <a:pt x="196" y="1485"/>
                    <a:pt x="200" y="1462"/>
                  </a:cubicBezTo>
                  <a:cubicBezTo>
                    <a:pt x="206" y="1442"/>
                    <a:pt x="219" y="1424"/>
                    <a:pt x="238" y="1416"/>
                  </a:cubicBezTo>
                  <a:cubicBezTo>
                    <a:pt x="248" y="1411"/>
                    <a:pt x="259" y="1409"/>
                    <a:pt x="269" y="1409"/>
                  </a:cubicBezTo>
                  <a:cubicBezTo>
                    <a:pt x="279" y="1409"/>
                    <a:pt x="289" y="1411"/>
                    <a:pt x="299" y="1415"/>
                  </a:cubicBezTo>
                  <a:lnTo>
                    <a:pt x="1292" y="1881"/>
                  </a:lnTo>
                  <a:cubicBezTo>
                    <a:pt x="1302" y="1885"/>
                    <a:pt x="1311" y="1887"/>
                    <a:pt x="1321" y="1887"/>
                  </a:cubicBezTo>
                  <a:cubicBezTo>
                    <a:pt x="1343" y="1887"/>
                    <a:pt x="1365" y="1876"/>
                    <a:pt x="1378" y="1856"/>
                  </a:cubicBezTo>
                  <a:cubicBezTo>
                    <a:pt x="1395" y="1828"/>
                    <a:pt x="1388" y="1790"/>
                    <a:pt x="1363" y="1769"/>
                  </a:cubicBezTo>
                  <a:lnTo>
                    <a:pt x="174" y="805"/>
                  </a:lnTo>
                  <a:cubicBezTo>
                    <a:pt x="153" y="788"/>
                    <a:pt x="146" y="758"/>
                    <a:pt x="158" y="732"/>
                  </a:cubicBezTo>
                  <a:cubicBezTo>
                    <a:pt x="165" y="717"/>
                    <a:pt x="177" y="705"/>
                    <a:pt x="193" y="699"/>
                  </a:cubicBezTo>
                  <a:cubicBezTo>
                    <a:pt x="200" y="697"/>
                    <a:pt x="207" y="696"/>
                    <a:pt x="215" y="696"/>
                  </a:cubicBezTo>
                  <a:cubicBezTo>
                    <a:pt x="224" y="696"/>
                    <a:pt x="233" y="698"/>
                    <a:pt x="243" y="703"/>
                  </a:cubicBezTo>
                  <a:lnTo>
                    <a:pt x="1790" y="1521"/>
                  </a:lnTo>
                  <a:cubicBezTo>
                    <a:pt x="1800" y="1527"/>
                    <a:pt x="1811" y="1529"/>
                    <a:pt x="1822" y="1529"/>
                  </a:cubicBezTo>
                  <a:cubicBezTo>
                    <a:pt x="1842" y="1529"/>
                    <a:pt x="1862" y="1520"/>
                    <a:pt x="1876" y="1502"/>
                  </a:cubicBezTo>
                  <a:cubicBezTo>
                    <a:pt x="1895" y="1475"/>
                    <a:pt x="1892" y="1438"/>
                    <a:pt x="1869" y="1415"/>
                  </a:cubicBezTo>
                  <a:lnTo>
                    <a:pt x="852" y="421"/>
                  </a:lnTo>
                  <a:cubicBezTo>
                    <a:pt x="837" y="406"/>
                    <a:pt x="829" y="387"/>
                    <a:pt x="829" y="365"/>
                  </a:cubicBezTo>
                  <a:cubicBezTo>
                    <a:pt x="829" y="344"/>
                    <a:pt x="837" y="324"/>
                    <a:pt x="851" y="309"/>
                  </a:cubicBezTo>
                  <a:cubicBezTo>
                    <a:pt x="866" y="293"/>
                    <a:pt x="887" y="286"/>
                    <a:pt x="907" y="286"/>
                  </a:cubicBezTo>
                  <a:cubicBezTo>
                    <a:pt x="923" y="286"/>
                    <a:pt x="939" y="290"/>
                    <a:pt x="953" y="300"/>
                  </a:cubicBezTo>
                  <a:lnTo>
                    <a:pt x="2378" y="1326"/>
                  </a:lnTo>
                  <a:cubicBezTo>
                    <a:pt x="2390" y="1335"/>
                    <a:pt x="2403" y="1339"/>
                    <a:pt x="2417" y="1339"/>
                  </a:cubicBezTo>
                  <a:cubicBezTo>
                    <a:pt x="2430" y="1339"/>
                    <a:pt x="2443" y="1335"/>
                    <a:pt x="2454" y="1327"/>
                  </a:cubicBezTo>
                  <a:cubicBezTo>
                    <a:pt x="2478" y="1312"/>
                    <a:pt x="2488" y="1285"/>
                    <a:pt x="2483" y="1257"/>
                  </a:cubicBezTo>
                  <a:cubicBezTo>
                    <a:pt x="2477" y="1231"/>
                    <a:pt x="2339" y="611"/>
                    <a:pt x="2316" y="517"/>
                  </a:cubicBezTo>
                  <a:cubicBezTo>
                    <a:pt x="2305" y="474"/>
                    <a:pt x="2276" y="434"/>
                    <a:pt x="2244" y="393"/>
                  </a:cubicBezTo>
                  <a:cubicBezTo>
                    <a:pt x="2174" y="299"/>
                    <a:pt x="2135" y="236"/>
                    <a:pt x="2186" y="165"/>
                  </a:cubicBezTo>
                  <a:cubicBezTo>
                    <a:pt x="2209" y="132"/>
                    <a:pt x="2228" y="135"/>
                    <a:pt x="2235" y="133"/>
                  </a:cubicBezTo>
                  <a:close/>
                  <a:moveTo>
                    <a:pt x="2235" y="1"/>
                  </a:moveTo>
                  <a:cubicBezTo>
                    <a:pt x="2191" y="1"/>
                    <a:pt x="2129" y="15"/>
                    <a:pt x="2077" y="89"/>
                  </a:cubicBezTo>
                  <a:cubicBezTo>
                    <a:pt x="1966" y="244"/>
                    <a:pt x="2073" y="387"/>
                    <a:pt x="2137" y="472"/>
                  </a:cubicBezTo>
                  <a:cubicBezTo>
                    <a:pt x="2158" y="500"/>
                    <a:pt x="2182" y="532"/>
                    <a:pt x="2186" y="549"/>
                  </a:cubicBezTo>
                  <a:cubicBezTo>
                    <a:pt x="2201" y="611"/>
                    <a:pt x="2271" y="919"/>
                    <a:pt x="2315" y="1117"/>
                  </a:cubicBezTo>
                  <a:lnTo>
                    <a:pt x="1030" y="193"/>
                  </a:lnTo>
                  <a:cubicBezTo>
                    <a:pt x="992" y="166"/>
                    <a:pt x="949" y="153"/>
                    <a:pt x="906" y="153"/>
                  </a:cubicBezTo>
                  <a:cubicBezTo>
                    <a:pt x="851" y="153"/>
                    <a:pt x="797" y="174"/>
                    <a:pt x="756" y="215"/>
                  </a:cubicBezTo>
                  <a:cubicBezTo>
                    <a:pt x="716" y="255"/>
                    <a:pt x="695" y="309"/>
                    <a:pt x="695" y="365"/>
                  </a:cubicBezTo>
                  <a:cubicBezTo>
                    <a:pt x="695" y="422"/>
                    <a:pt x="717" y="475"/>
                    <a:pt x="759" y="516"/>
                  </a:cubicBezTo>
                  <a:lnTo>
                    <a:pt x="1447" y="1190"/>
                  </a:lnTo>
                  <a:lnTo>
                    <a:pt x="304" y="585"/>
                  </a:lnTo>
                  <a:cubicBezTo>
                    <a:pt x="275" y="571"/>
                    <a:pt x="244" y="563"/>
                    <a:pt x="213" y="563"/>
                  </a:cubicBezTo>
                  <a:cubicBezTo>
                    <a:pt x="191" y="563"/>
                    <a:pt x="170" y="566"/>
                    <a:pt x="149" y="574"/>
                  </a:cubicBezTo>
                  <a:cubicBezTo>
                    <a:pt x="99" y="591"/>
                    <a:pt x="57" y="629"/>
                    <a:pt x="36" y="679"/>
                  </a:cubicBezTo>
                  <a:cubicBezTo>
                    <a:pt x="0" y="758"/>
                    <a:pt x="23" y="853"/>
                    <a:pt x="90" y="908"/>
                  </a:cubicBezTo>
                  <a:lnTo>
                    <a:pt x="858" y="1531"/>
                  </a:lnTo>
                  <a:lnTo>
                    <a:pt x="354" y="1295"/>
                  </a:lnTo>
                  <a:cubicBezTo>
                    <a:pt x="326" y="1282"/>
                    <a:pt x="297" y="1276"/>
                    <a:pt x="267" y="1276"/>
                  </a:cubicBezTo>
                  <a:cubicBezTo>
                    <a:pt x="238" y="1276"/>
                    <a:pt x="209" y="1282"/>
                    <a:pt x="181" y="1295"/>
                  </a:cubicBezTo>
                  <a:cubicBezTo>
                    <a:pt x="126" y="1321"/>
                    <a:pt x="87" y="1371"/>
                    <a:pt x="71" y="1430"/>
                  </a:cubicBezTo>
                  <a:cubicBezTo>
                    <a:pt x="55" y="1498"/>
                    <a:pt x="74" y="1567"/>
                    <a:pt x="129" y="1625"/>
                  </a:cubicBezTo>
                  <a:lnTo>
                    <a:pt x="375" y="1816"/>
                  </a:lnTo>
                  <a:cubicBezTo>
                    <a:pt x="351" y="1817"/>
                    <a:pt x="326" y="1823"/>
                    <a:pt x="302" y="1835"/>
                  </a:cubicBezTo>
                  <a:cubicBezTo>
                    <a:pt x="249" y="1862"/>
                    <a:pt x="213" y="1914"/>
                    <a:pt x="207" y="1972"/>
                  </a:cubicBezTo>
                  <a:cubicBezTo>
                    <a:pt x="199" y="2039"/>
                    <a:pt x="232" y="2106"/>
                    <a:pt x="290" y="2142"/>
                  </a:cubicBezTo>
                  <a:lnTo>
                    <a:pt x="1459" y="2864"/>
                  </a:lnTo>
                  <a:cubicBezTo>
                    <a:pt x="1464" y="2868"/>
                    <a:pt x="1467" y="2869"/>
                    <a:pt x="1473" y="2871"/>
                  </a:cubicBezTo>
                  <a:cubicBezTo>
                    <a:pt x="1544" y="2895"/>
                    <a:pt x="2638" y="3110"/>
                    <a:pt x="2821" y="3147"/>
                  </a:cubicBezTo>
                  <a:cubicBezTo>
                    <a:pt x="3039" y="3298"/>
                    <a:pt x="6256" y="5536"/>
                    <a:pt x="7149" y="6119"/>
                  </a:cubicBezTo>
                  <a:cubicBezTo>
                    <a:pt x="7159" y="6126"/>
                    <a:pt x="7172" y="6130"/>
                    <a:pt x="7185" y="6130"/>
                  </a:cubicBezTo>
                  <a:cubicBezTo>
                    <a:pt x="7194" y="6130"/>
                    <a:pt x="7201" y="6128"/>
                    <a:pt x="7209" y="6125"/>
                  </a:cubicBezTo>
                  <a:cubicBezTo>
                    <a:pt x="7228" y="6118"/>
                    <a:pt x="7243" y="6101"/>
                    <a:pt x="7249" y="6080"/>
                  </a:cubicBezTo>
                  <a:lnTo>
                    <a:pt x="7867" y="3780"/>
                  </a:lnTo>
                  <a:cubicBezTo>
                    <a:pt x="7876" y="3748"/>
                    <a:pt x="7860" y="3715"/>
                    <a:pt x="7829" y="3702"/>
                  </a:cubicBezTo>
                  <a:lnTo>
                    <a:pt x="3308" y="1819"/>
                  </a:lnTo>
                  <a:cubicBezTo>
                    <a:pt x="3272" y="1674"/>
                    <a:pt x="3142" y="1165"/>
                    <a:pt x="3097" y="1075"/>
                  </a:cubicBezTo>
                  <a:cubicBezTo>
                    <a:pt x="3074" y="1029"/>
                    <a:pt x="3004" y="930"/>
                    <a:pt x="2916" y="804"/>
                  </a:cubicBezTo>
                  <a:cubicBezTo>
                    <a:pt x="2813" y="658"/>
                    <a:pt x="2684" y="474"/>
                    <a:pt x="2619" y="357"/>
                  </a:cubicBezTo>
                  <a:cubicBezTo>
                    <a:pt x="2561" y="253"/>
                    <a:pt x="2408" y="10"/>
                    <a:pt x="2241" y="1"/>
                  </a:cubicBezTo>
                  <a:cubicBezTo>
                    <a:pt x="2239" y="1"/>
                    <a:pt x="2237" y="1"/>
                    <a:pt x="22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g33adf7f9e96_1_401"/>
            <p:cNvSpPr/>
            <p:nvPr/>
          </p:nvSpPr>
          <p:spPr>
            <a:xfrm>
              <a:off x="8784902" y="2649704"/>
              <a:ext cx="462998" cy="355558"/>
            </a:xfrm>
            <a:custGeom>
              <a:rect b="b" l="l" r="r" t="t"/>
              <a:pathLst>
                <a:path extrusionOk="0" h="8194" w="10670">
                  <a:moveTo>
                    <a:pt x="1" y="0"/>
                  </a:moveTo>
                  <a:lnTo>
                    <a:pt x="1" y="6571"/>
                  </a:lnTo>
                  <a:lnTo>
                    <a:pt x="3990" y="6571"/>
                  </a:lnTo>
                  <a:lnTo>
                    <a:pt x="5207" y="8193"/>
                  </a:lnTo>
                  <a:lnTo>
                    <a:pt x="6288" y="6571"/>
                  </a:lnTo>
                  <a:lnTo>
                    <a:pt x="10669" y="6571"/>
                  </a:lnTo>
                  <a:lnTo>
                    <a:pt x="106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g33adf7f9e96_1_401"/>
            <p:cNvSpPr/>
            <p:nvPr/>
          </p:nvSpPr>
          <p:spPr>
            <a:xfrm>
              <a:off x="8763596" y="2628355"/>
              <a:ext cx="462998" cy="355602"/>
            </a:xfrm>
            <a:custGeom>
              <a:rect b="b" l="l" r="r" t="t"/>
              <a:pathLst>
                <a:path extrusionOk="0" h="8195" w="10670">
                  <a:moveTo>
                    <a:pt x="1" y="0"/>
                  </a:moveTo>
                  <a:lnTo>
                    <a:pt x="1" y="6572"/>
                  </a:lnTo>
                  <a:lnTo>
                    <a:pt x="3990" y="6572"/>
                  </a:lnTo>
                  <a:lnTo>
                    <a:pt x="5207" y="8194"/>
                  </a:lnTo>
                  <a:lnTo>
                    <a:pt x="6288" y="6572"/>
                  </a:lnTo>
                  <a:lnTo>
                    <a:pt x="10669" y="6572"/>
                  </a:lnTo>
                  <a:lnTo>
                    <a:pt x="1066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g33adf7f9e96_1_401"/>
            <p:cNvSpPr/>
            <p:nvPr/>
          </p:nvSpPr>
          <p:spPr>
            <a:xfrm>
              <a:off x="8760689" y="2625448"/>
              <a:ext cx="468769" cy="361373"/>
            </a:xfrm>
            <a:custGeom>
              <a:rect b="b" l="l" r="r" t="t"/>
              <a:pathLst>
                <a:path extrusionOk="0" h="8328" w="10803">
                  <a:moveTo>
                    <a:pt x="10670" y="135"/>
                  </a:moveTo>
                  <a:lnTo>
                    <a:pt x="10670" y="6573"/>
                  </a:lnTo>
                  <a:lnTo>
                    <a:pt x="6355" y="6573"/>
                  </a:lnTo>
                  <a:cubicBezTo>
                    <a:pt x="6333" y="6573"/>
                    <a:pt x="6311" y="6584"/>
                    <a:pt x="6299" y="6603"/>
                  </a:cubicBezTo>
                  <a:lnTo>
                    <a:pt x="5270" y="8147"/>
                  </a:lnTo>
                  <a:lnTo>
                    <a:pt x="4111" y="6599"/>
                  </a:lnTo>
                  <a:cubicBezTo>
                    <a:pt x="4098" y="6583"/>
                    <a:pt x="4079" y="6573"/>
                    <a:pt x="4057" y="6573"/>
                  </a:cubicBezTo>
                  <a:lnTo>
                    <a:pt x="134" y="6573"/>
                  </a:lnTo>
                  <a:lnTo>
                    <a:pt x="134" y="135"/>
                  </a:lnTo>
                  <a:close/>
                  <a:moveTo>
                    <a:pt x="68" y="1"/>
                  </a:moveTo>
                  <a:cubicBezTo>
                    <a:pt x="31" y="1"/>
                    <a:pt x="0" y="30"/>
                    <a:pt x="0" y="67"/>
                  </a:cubicBezTo>
                  <a:lnTo>
                    <a:pt x="0" y="6639"/>
                  </a:lnTo>
                  <a:cubicBezTo>
                    <a:pt x="0" y="6676"/>
                    <a:pt x="31" y="6706"/>
                    <a:pt x="68" y="6706"/>
                  </a:cubicBezTo>
                  <a:lnTo>
                    <a:pt x="4024" y="6706"/>
                  </a:lnTo>
                  <a:lnTo>
                    <a:pt x="5220" y="8301"/>
                  </a:lnTo>
                  <a:cubicBezTo>
                    <a:pt x="5233" y="8317"/>
                    <a:pt x="5252" y="8328"/>
                    <a:pt x="5274" y="8328"/>
                  </a:cubicBezTo>
                  <a:lnTo>
                    <a:pt x="5276" y="8328"/>
                  </a:lnTo>
                  <a:cubicBezTo>
                    <a:pt x="5297" y="8327"/>
                    <a:pt x="5317" y="8316"/>
                    <a:pt x="5329" y="8298"/>
                  </a:cubicBezTo>
                  <a:lnTo>
                    <a:pt x="6391" y="6706"/>
                  </a:lnTo>
                  <a:lnTo>
                    <a:pt x="10736" y="6706"/>
                  </a:lnTo>
                  <a:cubicBezTo>
                    <a:pt x="10773" y="6706"/>
                    <a:pt x="10802" y="6676"/>
                    <a:pt x="10802" y="6639"/>
                  </a:cubicBezTo>
                  <a:lnTo>
                    <a:pt x="10802" y="67"/>
                  </a:lnTo>
                  <a:cubicBezTo>
                    <a:pt x="10802" y="30"/>
                    <a:pt x="10773" y="1"/>
                    <a:pt x="107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g33adf7f9e96_1_401"/>
            <p:cNvSpPr/>
            <p:nvPr/>
          </p:nvSpPr>
          <p:spPr>
            <a:xfrm>
              <a:off x="8895552"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g33adf7f9e96_1_401"/>
            <p:cNvSpPr/>
            <p:nvPr/>
          </p:nvSpPr>
          <p:spPr>
            <a:xfrm>
              <a:off x="8977303" y="2746642"/>
              <a:ext cx="35538" cy="35538"/>
            </a:xfrm>
            <a:custGeom>
              <a:rect b="b" l="l" r="r" t="t"/>
              <a:pathLst>
                <a:path extrusionOk="0" h="819" w="819">
                  <a:moveTo>
                    <a:pt x="409" y="0"/>
                  </a:moveTo>
                  <a:cubicBezTo>
                    <a:pt x="183" y="0"/>
                    <a:pt x="0" y="183"/>
                    <a:pt x="0" y="409"/>
                  </a:cubicBezTo>
                  <a:cubicBezTo>
                    <a:pt x="0" y="635"/>
                    <a:pt x="183" y="819"/>
                    <a:pt x="409" y="819"/>
                  </a:cubicBezTo>
                  <a:cubicBezTo>
                    <a:pt x="635" y="819"/>
                    <a:pt x="819" y="635"/>
                    <a:pt x="819" y="409"/>
                  </a:cubicBezTo>
                  <a:cubicBezTo>
                    <a:pt x="819" y="183"/>
                    <a:pt x="635"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g33adf7f9e96_1_401"/>
            <p:cNvSpPr/>
            <p:nvPr/>
          </p:nvSpPr>
          <p:spPr>
            <a:xfrm>
              <a:off x="9059010"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g33adf7f9e96_1_466"/>
          <p:cNvSpPr/>
          <p:nvPr/>
        </p:nvSpPr>
        <p:spPr>
          <a:xfrm>
            <a:off x="2204825" y="802300"/>
            <a:ext cx="1251600" cy="939600"/>
          </a:xfrm>
          <a:prstGeom prst="wedgeRectCallout">
            <a:avLst>
              <a:gd fmla="val 63518" name="adj1"/>
              <a:gd fmla="val -2300"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1462" name="Google Shape;1462;g33adf7f9e96_1_466"/>
          <p:cNvSpPr txBox="1"/>
          <p:nvPr>
            <p:ph type="title"/>
          </p:nvPr>
        </p:nvSpPr>
        <p:spPr>
          <a:xfrm>
            <a:off x="0" y="1937175"/>
            <a:ext cx="6192900" cy="141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500"/>
              <a:t>Dismantling Hierarchies</a:t>
            </a:r>
            <a:endParaRPr sz="4500">
              <a:solidFill>
                <a:schemeClr val="accent1"/>
              </a:solidFill>
            </a:endParaRPr>
          </a:p>
        </p:txBody>
      </p:sp>
      <p:sp>
        <p:nvSpPr>
          <p:cNvPr id="1463" name="Google Shape;1463;g33adf7f9e96_1_466"/>
          <p:cNvSpPr txBox="1"/>
          <p:nvPr>
            <p:ph idx="2" type="title"/>
          </p:nvPr>
        </p:nvSpPr>
        <p:spPr>
          <a:xfrm>
            <a:off x="2297975" y="851200"/>
            <a:ext cx="1065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03</a:t>
            </a:r>
            <a:endParaRPr/>
          </a:p>
        </p:txBody>
      </p:sp>
      <p:grpSp>
        <p:nvGrpSpPr>
          <p:cNvPr id="1464" name="Google Shape;1464;g33adf7f9e96_1_466"/>
          <p:cNvGrpSpPr/>
          <p:nvPr/>
        </p:nvGrpSpPr>
        <p:grpSpPr>
          <a:xfrm>
            <a:off x="5884950" y="1469519"/>
            <a:ext cx="3259058" cy="3673987"/>
            <a:chOff x="8481850" y="3159525"/>
            <a:chExt cx="1449501" cy="1536654"/>
          </a:xfrm>
        </p:grpSpPr>
        <p:sp>
          <p:nvSpPr>
            <p:cNvPr id="1465" name="Google Shape;1465;g33adf7f9e96_1_466"/>
            <p:cNvSpPr/>
            <p:nvPr/>
          </p:nvSpPr>
          <p:spPr>
            <a:xfrm>
              <a:off x="9681549" y="3243699"/>
              <a:ext cx="249802" cy="284449"/>
            </a:xfrm>
            <a:custGeom>
              <a:rect b="b" l="l" r="r" t="t"/>
              <a:pathLst>
                <a:path extrusionOk="0" h="7627" w="6698">
                  <a:moveTo>
                    <a:pt x="1669" y="1"/>
                  </a:moveTo>
                  <a:cubicBezTo>
                    <a:pt x="1581" y="1"/>
                    <a:pt x="1482" y="25"/>
                    <a:pt x="1368" y="81"/>
                  </a:cubicBezTo>
                  <a:cubicBezTo>
                    <a:pt x="503" y="507"/>
                    <a:pt x="462" y="2006"/>
                    <a:pt x="462" y="2006"/>
                  </a:cubicBezTo>
                  <a:cubicBezTo>
                    <a:pt x="0" y="2773"/>
                    <a:pt x="496" y="5345"/>
                    <a:pt x="879" y="6255"/>
                  </a:cubicBezTo>
                  <a:cubicBezTo>
                    <a:pt x="1263" y="7165"/>
                    <a:pt x="1888" y="7451"/>
                    <a:pt x="2507" y="7561"/>
                  </a:cubicBezTo>
                  <a:cubicBezTo>
                    <a:pt x="2577" y="7573"/>
                    <a:pt x="2638" y="7579"/>
                    <a:pt x="2690" y="7579"/>
                  </a:cubicBezTo>
                  <a:cubicBezTo>
                    <a:pt x="3096" y="7579"/>
                    <a:pt x="2979" y="7237"/>
                    <a:pt x="2979" y="7237"/>
                  </a:cubicBezTo>
                  <a:lnTo>
                    <a:pt x="2979" y="7237"/>
                  </a:lnTo>
                  <a:cubicBezTo>
                    <a:pt x="2979" y="7237"/>
                    <a:pt x="3567" y="7627"/>
                    <a:pt x="4220" y="7627"/>
                  </a:cubicBezTo>
                  <a:cubicBezTo>
                    <a:pt x="4395" y="7627"/>
                    <a:pt x="4575" y="7599"/>
                    <a:pt x="4749" y="7528"/>
                  </a:cubicBezTo>
                  <a:cubicBezTo>
                    <a:pt x="5573" y="7191"/>
                    <a:pt x="5099" y="6239"/>
                    <a:pt x="5099" y="6239"/>
                  </a:cubicBezTo>
                  <a:cubicBezTo>
                    <a:pt x="5099" y="6239"/>
                    <a:pt x="5935" y="6211"/>
                    <a:pt x="6316" y="5802"/>
                  </a:cubicBezTo>
                  <a:cubicBezTo>
                    <a:pt x="6698" y="5392"/>
                    <a:pt x="5612" y="4507"/>
                    <a:pt x="5612" y="4507"/>
                  </a:cubicBezTo>
                  <a:cubicBezTo>
                    <a:pt x="5612" y="4507"/>
                    <a:pt x="6518" y="4035"/>
                    <a:pt x="6397" y="3072"/>
                  </a:cubicBezTo>
                  <a:cubicBezTo>
                    <a:pt x="6289" y="2218"/>
                    <a:pt x="4896" y="2170"/>
                    <a:pt x="4581" y="2170"/>
                  </a:cubicBezTo>
                  <a:cubicBezTo>
                    <a:pt x="4541" y="2170"/>
                    <a:pt x="4519" y="2171"/>
                    <a:pt x="4519" y="2171"/>
                  </a:cubicBezTo>
                  <a:cubicBezTo>
                    <a:pt x="4519" y="2171"/>
                    <a:pt x="5118" y="1710"/>
                    <a:pt x="4689" y="757"/>
                  </a:cubicBezTo>
                  <a:cubicBezTo>
                    <a:pt x="4571" y="495"/>
                    <a:pt x="4336" y="400"/>
                    <a:pt x="4058" y="400"/>
                  </a:cubicBezTo>
                  <a:cubicBezTo>
                    <a:pt x="3322" y="400"/>
                    <a:pt x="2281" y="1061"/>
                    <a:pt x="2281" y="1061"/>
                  </a:cubicBezTo>
                  <a:cubicBezTo>
                    <a:pt x="2281" y="1061"/>
                    <a:pt x="2245" y="1"/>
                    <a:pt x="16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g33adf7f9e96_1_466"/>
            <p:cNvSpPr/>
            <p:nvPr/>
          </p:nvSpPr>
          <p:spPr>
            <a:xfrm>
              <a:off x="9678379" y="3241238"/>
              <a:ext cx="248086" cy="289409"/>
            </a:xfrm>
            <a:custGeom>
              <a:rect b="b" l="l" r="r" t="t"/>
              <a:pathLst>
                <a:path extrusionOk="0" h="7760" w="6652">
                  <a:moveTo>
                    <a:pt x="1753" y="134"/>
                  </a:moveTo>
                  <a:cubicBezTo>
                    <a:pt x="1819" y="134"/>
                    <a:pt x="1880" y="150"/>
                    <a:pt x="1933" y="183"/>
                  </a:cubicBezTo>
                  <a:cubicBezTo>
                    <a:pt x="2269" y="383"/>
                    <a:pt x="2299" y="1122"/>
                    <a:pt x="2300" y="1129"/>
                  </a:cubicBezTo>
                  <a:cubicBezTo>
                    <a:pt x="2300" y="1153"/>
                    <a:pt x="2314" y="1175"/>
                    <a:pt x="2336" y="1186"/>
                  </a:cubicBezTo>
                  <a:cubicBezTo>
                    <a:pt x="2345" y="1191"/>
                    <a:pt x="2355" y="1193"/>
                    <a:pt x="2366" y="1193"/>
                  </a:cubicBezTo>
                  <a:cubicBezTo>
                    <a:pt x="2378" y="1193"/>
                    <a:pt x="2391" y="1190"/>
                    <a:pt x="2402" y="1184"/>
                  </a:cubicBezTo>
                  <a:cubicBezTo>
                    <a:pt x="2413" y="1176"/>
                    <a:pt x="3436" y="532"/>
                    <a:pt x="4140" y="532"/>
                  </a:cubicBezTo>
                  <a:cubicBezTo>
                    <a:pt x="4228" y="532"/>
                    <a:pt x="4311" y="542"/>
                    <a:pt x="4387" y="565"/>
                  </a:cubicBezTo>
                  <a:cubicBezTo>
                    <a:pt x="4541" y="611"/>
                    <a:pt x="4647" y="704"/>
                    <a:pt x="4714" y="850"/>
                  </a:cubicBezTo>
                  <a:cubicBezTo>
                    <a:pt x="5115" y="1741"/>
                    <a:pt x="4586" y="2166"/>
                    <a:pt x="4563" y="2183"/>
                  </a:cubicBezTo>
                  <a:cubicBezTo>
                    <a:pt x="4541" y="2201"/>
                    <a:pt x="4531" y="2232"/>
                    <a:pt x="4541" y="2259"/>
                  </a:cubicBezTo>
                  <a:cubicBezTo>
                    <a:pt x="4551" y="2285"/>
                    <a:pt x="4574" y="2303"/>
                    <a:pt x="4601" y="2303"/>
                  </a:cubicBezTo>
                  <a:cubicBezTo>
                    <a:pt x="4603" y="2303"/>
                    <a:pt x="4604" y="2303"/>
                    <a:pt x="4606" y="2303"/>
                  </a:cubicBezTo>
                  <a:cubicBezTo>
                    <a:pt x="4608" y="2303"/>
                    <a:pt x="4628" y="2302"/>
                    <a:pt x="4663" y="2302"/>
                  </a:cubicBezTo>
                  <a:cubicBezTo>
                    <a:pt x="4958" y="2302"/>
                    <a:pt x="6315" y="2348"/>
                    <a:pt x="6416" y="3146"/>
                  </a:cubicBezTo>
                  <a:cubicBezTo>
                    <a:pt x="6530" y="4051"/>
                    <a:pt x="5701" y="4495"/>
                    <a:pt x="5666" y="4514"/>
                  </a:cubicBezTo>
                  <a:cubicBezTo>
                    <a:pt x="5646" y="4525"/>
                    <a:pt x="5633" y="4544"/>
                    <a:pt x="5630" y="4566"/>
                  </a:cubicBezTo>
                  <a:cubicBezTo>
                    <a:pt x="5628" y="4589"/>
                    <a:pt x="5636" y="4610"/>
                    <a:pt x="5654" y="4624"/>
                  </a:cubicBezTo>
                  <a:cubicBezTo>
                    <a:pt x="5661" y="4630"/>
                    <a:pt x="6388" y="5226"/>
                    <a:pt x="6415" y="5634"/>
                  </a:cubicBezTo>
                  <a:cubicBezTo>
                    <a:pt x="6421" y="5710"/>
                    <a:pt x="6400" y="5772"/>
                    <a:pt x="6352" y="5823"/>
                  </a:cubicBezTo>
                  <a:cubicBezTo>
                    <a:pt x="5995" y="6206"/>
                    <a:pt x="5190" y="6239"/>
                    <a:pt x="5183" y="6239"/>
                  </a:cubicBezTo>
                  <a:cubicBezTo>
                    <a:pt x="5160" y="6240"/>
                    <a:pt x="5140" y="6252"/>
                    <a:pt x="5128" y="6272"/>
                  </a:cubicBezTo>
                  <a:cubicBezTo>
                    <a:pt x="5116" y="6291"/>
                    <a:pt x="5116" y="6315"/>
                    <a:pt x="5125" y="6335"/>
                  </a:cubicBezTo>
                  <a:cubicBezTo>
                    <a:pt x="5128" y="6340"/>
                    <a:pt x="5345" y="6788"/>
                    <a:pt x="5208" y="7152"/>
                  </a:cubicBezTo>
                  <a:cubicBezTo>
                    <a:pt x="5143" y="7322"/>
                    <a:pt x="5009" y="7449"/>
                    <a:pt x="4809" y="7532"/>
                  </a:cubicBezTo>
                  <a:cubicBezTo>
                    <a:pt x="4645" y="7599"/>
                    <a:pt x="4474" y="7626"/>
                    <a:pt x="4308" y="7626"/>
                  </a:cubicBezTo>
                  <a:cubicBezTo>
                    <a:pt x="3682" y="7626"/>
                    <a:pt x="3109" y="7253"/>
                    <a:pt x="3102" y="7247"/>
                  </a:cubicBezTo>
                  <a:cubicBezTo>
                    <a:pt x="3090" y="7240"/>
                    <a:pt x="3079" y="7236"/>
                    <a:pt x="3065" y="7236"/>
                  </a:cubicBezTo>
                  <a:cubicBezTo>
                    <a:pt x="3051" y="7236"/>
                    <a:pt x="3037" y="7241"/>
                    <a:pt x="3025" y="7251"/>
                  </a:cubicBezTo>
                  <a:cubicBezTo>
                    <a:pt x="3003" y="7267"/>
                    <a:pt x="2993" y="7297"/>
                    <a:pt x="3002" y="7324"/>
                  </a:cubicBezTo>
                  <a:cubicBezTo>
                    <a:pt x="3003" y="7325"/>
                    <a:pt x="3041" y="7443"/>
                    <a:pt x="2979" y="7514"/>
                  </a:cubicBezTo>
                  <a:cubicBezTo>
                    <a:pt x="2942" y="7557"/>
                    <a:pt x="2873" y="7579"/>
                    <a:pt x="2776" y="7579"/>
                  </a:cubicBezTo>
                  <a:cubicBezTo>
                    <a:pt x="2726" y="7579"/>
                    <a:pt x="2668" y="7573"/>
                    <a:pt x="2604" y="7562"/>
                  </a:cubicBezTo>
                  <a:cubicBezTo>
                    <a:pt x="2079" y="7468"/>
                    <a:pt x="1423" y="7240"/>
                    <a:pt x="1026" y="6295"/>
                  </a:cubicBezTo>
                  <a:cubicBezTo>
                    <a:pt x="615" y="5323"/>
                    <a:pt x="172" y="2825"/>
                    <a:pt x="603" y="2106"/>
                  </a:cubicBezTo>
                  <a:cubicBezTo>
                    <a:pt x="609" y="2097"/>
                    <a:pt x="613" y="2086"/>
                    <a:pt x="614" y="2074"/>
                  </a:cubicBezTo>
                  <a:cubicBezTo>
                    <a:pt x="614" y="2060"/>
                    <a:pt x="664" y="610"/>
                    <a:pt x="1481" y="207"/>
                  </a:cubicBezTo>
                  <a:cubicBezTo>
                    <a:pt x="1580" y="159"/>
                    <a:pt x="1671" y="134"/>
                    <a:pt x="1753" y="134"/>
                  </a:cubicBezTo>
                  <a:close/>
                  <a:moveTo>
                    <a:pt x="1754" y="0"/>
                  </a:moveTo>
                  <a:cubicBezTo>
                    <a:pt x="1652" y="0"/>
                    <a:pt x="1542" y="30"/>
                    <a:pt x="1423" y="88"/>
                  </a:cubicBezTo>
                  <a:cubicBezTo>
                    <a:pt x="574" y="507"/>
                    <a:pt x="489" y="1875"/>
                    <a:pt x="482" y="2053"/>
                  </a:cubicBezTo>
                  <a:cubicBezTo>
                    <a:pt x="0" y="2894"/>
                    <a:pt x="548" y="5504"/>
                    <a:pt x="903" y="6347"/>
                  </a:cubicBezTo>
                  <a:cubicBezTo>
                    <a:pt x="1331" y="7362"/>
                    <a:pt x="2066" y="7601"/>
                    <a:pt x="2582" y="7693"/>
                  </a:cubicBezTo>
                  <a:cubicBezTo>
                    <a:pt x="2652" y="7705"/>
                    <a:pt x="2716" y="7712"/>
                    <a:pt x="2773" y="7712"/>
                  </a:cubicBezTo>
                  <a:cubicBezTo>
                    <a:pt x="2914" y="7712"/>
                    <a:pt x="3017" y="7675"/>
                    <a:pt x="3080" y="7601"/>
                  </a:cubicBezTo>
                  <a:cubicBezTo>
                    <a:pt x="3126" y="7548"/>
                    <a:pt x="3142" y="7485"/>
                    <a:pt x="3146" y="7428"/>
                  </a:cubicBezTo>
                  <a:cubicBezTo>
                    <a:pt x="3353" y="7544"/>
                    <a:pt x="3806" y="7759"/>
                    <a:pt x="4302" y="7759"/>
                  </a:cubicBezTo>
                  <a:cubicBezTo>
                    <a:pt x="4485" y="7759"/>
                    <a:pt x="4675" y="7730"/>
                    <a:pt x="4859" y="7655"/>
                  </a:cubicBezTo>
                  <a:cubicBezTo>
                    <a:pt x="5096" y="7558"/>
                    <a:pt x="5254" y="7404"/>
                    <a:pt x="5332" y="7199"/>
                  </a:cubicBezTo>
                  <a:cubicBezTo>
                    <a:pt x="5452" y="6881"/>
                    <a:pt x="5347" y="6528"/>
                    <a:pt x="5284" y="6366"/>
                  </a:cubicBezTo>
                  <a:cubicBezTo>
                    <a:pt x="5519" y="6344"/>
                    <a:pt x="6129" y="6258"/>
                    <a:pt x="6450" y="5913"/>
                  </a:cubicBezTo>
                  <a:cubicBezTo>
                    <a:pt x="6523" y="5834"/>
                    <a:pt x="6556" y="5739"/>
                    <a:pt x="6547" y="5626"/>
                  </a:cubicBezTo>
                  <a:cubicBezTo>
                    <a:pt x="6521" y="5239"/>
                    <a:pt x="6003" y="4752"/>
                    <a:pt x="5809" y="4581"/>
                  </a:cubicBezTo>
                  <a:cubicBezTo>
                    <a:pt x="6037" y="4432"/>
                    <a:pt x="6652" y="3950"/>
                    <a:pt x="6549" y="3130"/>
                  </a:cubicBezTo>
                  <a:cubicBezTo>
                    <a:pt x="6441" y="2284"/>
                    <a:pt x="5205" y="2180"/>
                    <a:pt x="4759" y="2170"/>
                  </a:cubicBezTo>
                  <a:cubicBezTo>
                    <a:pt x="4918" y="1968"/>
                    <a:pt x="5156" y="1509"/>
                    <a:pt x="4835" y="796"/>
                  </a:cubicBezTo>
                  <a:cubicBezTo>
                    <a:pt x="4754" y="616"/>
                    <a:pt x="4615" y="495"/>
                    <a:pt x="4426" y="438"/>
                  </a:cubicBezTo>
                  <a:cubicBezTo>
                    <a:pt x="4338" y="412"/>
                    <a:pt x="4243" y="400"/>
                    <a:pt x="4142" y="400"/>
                  </a:cubicBezTo>
                  <a:cubicBezTo>
                    <a:pt x="3516" y="400"/>
                    <a:pt x="2700" y="850"/>
                    <a:pt x="2424" y="1013"/>
                  </a:cubicBezTo>
                  <a:cubicBezTo>
                    <a:pt x="2402" y="781"/>
                    <a:pt x="2315" y="256"/>
                    <a:pt x="2002" y="68"/>
                  </a:cubicBezTo>
                  <a:cubicBezTo>
                    <a:pt x="1926" y="23"/>
                    <a:pt x="1844" y="0"/>
                    <a:pt x="17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g33adf7f9e96_1_466"/>
            <p:cNvSpPr/>
            <p:nvPr/>
          </p:nvSpPr>
          <p:spPr>
            <a:xfrm>
              <a:off x="9333999" y="4398825"/>
              <a:ext cx="73881" cy="130868"/>
            </a:xfrm>
            <a:custGeom>
              <a:rect b="b" l="l" r="r" t="t"/>
              <a:pathLst>
                <a:path extrusionOk="0" h="3509" w="1981">
                  <a:moveTo>
                    <a:pt x="649" y="1"/>
                  </a:moveTo>
                  <a:cubicBezTo>
                    <a:pt x="649" y="1"/>
                    <a:pt x="156" y="1881"/>
                    <a:pt x="164" y="2090"/>
                  </a:cubicBezTo>
                  <a:cubicBezTo>
                    <a:pt x="171" y="2299"/>
                    <a:pt x="1" y="2772"/>
                    <a:pt x="145" y="2906"/>
                  </a:cubicBezTo>
                  <a:cubicBezTo>
                    <a:pt x="290" y="3041"/>
                    <a:pt x="934" y="3484"/>
                    <a:pt x="1005" y="3505"/>
                  </a:cubicBezTo>
                  <a:cubicBezTo>
                    <a:pt x="1014" y="3508"/>
                    <a:pt x="1023" y="3509"/>
                    <a:pt x="1035" y="3509"/>
                  </a:cubicBezTo>
                  <a:cubicBezTo>
                    <a:pt x="1121" y="3509"/>
                    <a:pt x="1290" y="3443"/>
                    <a:pt x="1351" y="3400"/>
                  </a:cubicBezTo>
                  <a:cubicBezTo>
                    <a:pt x="1418" y="3351"/>
                    <a:pt x="1461" y="3233"/>
                    <a:pt x="1459" y="3163"/>
                  </a:cubicBezTo>
                  <a:cubicBezTo>
                    <a:pt x="1456" y="3093"/>
                    <a:pt x="1260" y="2798"/>
                    <a:pt x="1234" y="2729"/>
                  </a:cubicBezTo>
                  <a:cubicBezTo>
                    <a:pt x="1209" y="2659"/>
                    <a:pt x="1596" y="1761"/>
                    <a:pt x="1744" y="1313"/>
                  </a:cubicBezTo>
                  <a:cubicBezTo>
                    <a:pt x="1892" y="866"/>
                    <a:pt x="1980" y="94"/>
                    <a:pt x="1980" y="94"/>
                  </a:cubicBezTo>
                  <a:lnTo>
                    <a:pt x="649" y="1"/>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g33adf7f9e96_1_466"/>
            <p:cNvSpPr/>
            <p:nvPr/>
          </p:nvSpPr>
          <p:spPr>
            <a:xfrm>
              <a:off x="9333179" y="4396177"/>
              <a:ext cx="77462" cy="135978"/>
            </a:xfrm>
            <a:custGeom>
              <a:rect b="b" l="l" r="r" t="t"/>
              <a:pathLst>
                <a:path extrusionOk="0" h="3646" w="2077">
                  <a:moveTo>
                    <a:pt x="722" y="141"/>
                  </a:moveTo>
                  <a:lnTo>
                    <a:pt x="1928" y="225"/>
                  </a:lnTo>
                  <a:cubicBezTo>
                    <a:pt x="1903" y="424"/>
                    <a:pt x="1820" y="1004"/>
                    <a:pt x="1703" y="1364"/>
                  </a:cubicBezTo>
                  <a:cubicBezTo>
                    <a:pt x="1641" y="1548"/>
                    <a:pt x="1540" y="1810"/>
                    <a:pt x="1442" y="2063"/>
                  </a:cubicBezTo>
                  <a:cubicBezTo>
                    <a:pt x="1208" y="2662"/>
                    <a:pt x="1173" y="2768"/>
                    <a:pt x="1194" y="2822"/>
                  </a:cubicBezTo>
                  <a:cubicBezTo>
                    <a:pt x="1205" y="2852"/>
                    <a:pt x="1234" y="2904"/>
                    <a:pt x="1283" y="2986"/>
                  </a:cubicBezTo>
                  <a:cubicBezTo>
                    <a:pt x="1327" y="3061"/>
                    <a:pt x="1410" y="3202"/>
                    <a:pt x="1414" y="3237"/>
                  </a:cubicBezTo>
                  <a:cubicBezTo>
                    <a:pt x="1417" y="3290"/>
                    <a:pt x="1380" y="3383"/>
                    <a:pt x="1334" y="3416"/>
                  </a:cubicBezTo>
                  <a:cubicBezTo>
                    <a:pt x="1275" y="3459"/>
                    <a:pt x="1116" y="3513"/>
                    <a:pt x="1060" y="3513"/>
                  </a:cubicBezTo>
                  <a:cubicBezTo>
                    <a:pt x="1055" y="3513"/>
                    <a:pt x="1051" y="3513"/>
                    <a:pt x="1048" y="3512"/>
                  </a:cubicBezTo>
                  <a:cubicBezTo>
                    <a:pt x="979" y="3487"/>
                    <a:pt x="360" y="3066"/>
                    <a:pt x="213" y="2928"/>
                  </a:cubicBezTo>
                  <a:cubicBezTo>
                    <a:pt x="144" y="2864"/>
                    <a:pt x="186" y="2626"/>
                    <a:pt x="217" y="2453"/>
                  </a:cubicBezTo>
                  <a:cubicBezTo>
                    <a:pt x="236" y="2342"/>
                    <a:pt x="255" y="2237"/>
                    <a:pt x="252" y="2159"/>
                  </a:cubicBezTo>
                  <a:cubicBezTo>
                    <a:pt x="247" y="2016"/>
                    <a:pt x="526" y="894"/>
                    <a:pt x="722" y="141"/>
                  </a:cubicBezTo>
                  <a:close/>
                  <a:moveTo>
                    <a:pt x="622" y="1"/>
                  </a:moveTo>
                  <a:lnTo>
                    <a:pt x="607" y="54"/>
                  </a:lnTo>
                  <a:cubicBezTo>
                    <a:pt x="557" y="248"/>
                    <a:pt x="112" y="1950"/>
                    <a:pt x="119" y="2163"/>
                  </a:cubicBezTo>
                  <a:cubicBezTo>
                    <a:pt x="121" y="2227"/>
                    <a:pt x="105" y="2326"/>
                    <a:pt x="86" y="2430"/>
                  </a:cubicBezTo>
                  <a:cubicBezTo>
                    <a:pt x="44" y="2667"/>
                    <a:pt x="0" y="2912"/>
                    <a:pt x="122" y="3026"/>
                  </a:cubicBezTo>
                  <a:cubicBezTo>
                    <a:pt x="252" y="3148"/>
                    <a:pt x="913" y="3612"/>
                    <a:pt x="1008" y="3640"/>
                  </a:cubicBezTo>
                  <a:cubicBezTo>
                    <a:pt x="1022" y="3644"/>
                    <a:pt x="1037" y="3646"/>
                    <a:pt x="1055" y="3646"/>
                  </a:cubicBezTo>
                  <a:cubicBezTo>
                    <a:pt x="1169" y="3646"/>
                    <a:pt x="1354" y="3567"/>
                    <a:pt x="1412" y="3524"/>
                  </a:cubicBezTo>
                  <a:cubicBezTo>
                    <a:pt x="1499" y="3461"/>
                    <a:pt x="1550" y="3323"/>
                    <a:pt x="1547" y="3232"/>
                  </a:cubicBezTo>
                  <a:cubicBezTo>
                    <a:pt x="1546" y="3180"/>
                    <a:pt x="1502" y="3097"/>
                    <a:pt x="1398" y="2918"/>
                  </a:cubicBezTo>
                  <a:cubicBezTo>
                    <a:pt x="1368" y="2867"/>
                    <a:pt x="1334" y="2811"/>
                    <a:pt x="1322" y="2783"/>
                  </a:cubicBezTo>
                  <a:cubicBezTo>
                    <a:pt x="1331" y="2711"/>
                    <a:pt x="1460" y="2380"/>
                    <a:pt x="1565" y="2111"/>
                  </a:cubicBezTo>
                  <a:cubicBezTo>
                    <a:pt x="1664" y="1857"/>
                    <a:pt x="1767" y="1593"/>
                    <a:pt x="1828" y="1405"/>
                  </a:cubicBezTo>
                  <a:cubicBezTo>
                    <a:pt x="1976" y="955"/>
                    <a:pt x="2065" y="204"/>
                    <a:pt x="2069" y="172"/>
                  </a:cubicBezTo>
                  <a:lnTo>
                    <a:pt x="2077" y="104"/>
                  </a:lnTo>
                  <a:lnTo>
                    <a:pt x="6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g33adf7f9e96_1_466"/>
            <p:cNvSpPr/>
            <p:nvPr/>
          </p:nvSpPr>
          <p:spPr>
            <a:xfrm>
              <a:off x="9351938" y="4447644"/>
              <a:ext cx="35244" cy="59709"/>
            </a:xfrm>
            <a:custGeom>
              <a:rect b="b" l="l" r="r" t="t"/>
              <a:pathLst>
                <a:path extrusionOk="0" h="1601" w="945">
                  <a:moveTo>
                    <a:pt x="703" y="0"/>
                  </a:moveTo>
                  <a:cubicBezTo>
                    <a:pt x="703" y="0"/>
                    <a:pt x="424" y="663"/>
                    <a:pt x="405" y="779"/>
                  </a:cubicBezTo>
                  <a:cubicBezTo>
                    <a:pt x="386" y="897"/>
                    <a:pt x="0" y="1213"/>
                    <a:pt x="56" y="1467"/>
                  </a:cubicBezTo>
                  <a:cubicBezTo>
                    <a:pt x="74" y="1552"/>
                    <a:pt x="148" y="1601"/>
                    <a:pt x="249" y="1601"/>
                  </a:cubicBezTo>
                  <a:cubicBezTo>
                    <a:pt x="451" y="1601"/>
                    <a:pt x="760" y="1404"/>
                    <a:pt x="944" y="901"/>
                  </a:cubicBezTo>
                  <a:lnTo>
                    <a:pt x="703" y="0"/>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g33adf7f9e96_1_466"/>
            <p:cNvSpPr/>
            <p:nvPr/>
          </p:nvSpPr>
          <p:spPr>
            <a:xfrm>
              <a:off x="9349999" y="4446674"/>
              <a:ext cx="39533" cy="63178"/>
            </a:xfrm>
            <a:custGeom>
              <a:rect b="b" l="l" r="r" t="t"/>
              <a:pathLst>
                <a:path extrusionOk="0" h="1694" w="1060">
                  <a:moveTo>
                    <a:pt x="695" y="0"/>
                  </a:moveTo>
                  <a:cubicBezTo>
                    <a:pt x="665" y="69"/>
                    <a:pt x="411" y="673"/>
                    <a:pt x="391" y="794"/>
                  </a:cubicBezTo>
                  <a:cubicBezTo>
                    <a:pt x="387" y="819"/>
                    <a:pt x="328" y="893"/>
                    <a:pt x="285" y="948"/>
                  </a:cubicBezTo>
                  <a:cubicBezTo>
                    <a:pt x="165" y="1100"/>
                    <a:pt x="0" y="1311"/>
                    <a:pt x="43" y="1506"/>
                  </a:cubicBezTo>
                  <a:cubicBezTo>
                    <a:pt x="66" y="1613"/>
                    <a:pt x="155" y="1684"/>
                    <a:pt x="277" y="1692"/>
                  </a:cubicBezTo>
                  <a:cubicBezTo>
                    <a:pt x="284" y="1693"/>
                    <a:pt x="292" y="1693"/>
                    <a:pt x="301" y="1693"/>
                  </a:cubicBezTo>
                  <a:cubicBezTo>
                    <a:pt x="540" y="1693"/>
                    <a:pt x="870" y="1465"/>
                    <a:pt x="1059" y="949"/>
                  </a:cubicBezTo>
                  <a:lnTo>
                    <a:pt x="934" y="903"/>
                  </a:lnTo>
                  <a:cubicBezTo>
                    <a:pt x="756" y="1388"/>
                    <a:pt x="462" y="1560"/>
                    <a:pt x="301" y="1560"/>
                  </a:cubicBezTo>
                  <a:cubicBezTo>
                    <a:pt x="296" y="1560"/>
                    <a:pt x="290" y="1560"/>
                    <a:pt x="285" y="1560"/>
                  </a:cubicBezTo>
                  <a:cubicBezTo>
                    <a:pt x="250" y="1557"/>
                    <a:pt x="187" y="1543"/>
                    <a:pt x="173" y="1478"/>
                  </a:cubicBezTo>
                  <a:cubicBezTo>
                    <a:pt x="143" y="1343"/>
                    <a:pt x="285" y="1162"/>
                    <a:pt x="389" y="1029"/>
                  </a:cubicBezTo>
                  <a:cubicBezTo>
                    <a:pt x="462" y="940"/>
                    <a:pt x="513" y="873"/>
                    <a:pt x="522" y="815"/>
                  </a:cubicBezTo>
                  <a:cubicBezTo>
                    <a:pt x="535" y="736"/>
                    <a:pt x="710" y="305"/>
                    <a:pt x="817" y="52"/>
                  </a:cubicBezTo>
                  <a:lnTo>
                    <a:pt x="69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g33adf7f9e96_1_466"/>
            <p:cNvSpPr/>
            <p:nvPr/>
          </p:nvSpPr>
          <p:spPr>
            <a:xfrm>
              <a:off x="9349514" y="4017749"/>
              <a:ext cx="122738" cy="397154"/>
            </a:xfrm>
            <a:custGeom>
              <a:rect b="b" l="l" r="r" t="t"/>
              <a:pathLst>
                <a:path extrusionOk="0" h="10649" w="3291">
                  <a:moveTo>
                    <a:pt x="2025" y="0"/>
                  </a:moveTo>
                  <a:cubicBezTo>
                    <a:pt x="2025" y="0"/>
                    <a:pt x="1789" y="3837"/>
                    <a:pt x="1699" y="4175"/>
                  </a:cubicBezTo>
                  <a:cubicBezTo>
                    <a:pt x="1610" y="4515"/>
                    <a:pt x="543" y="7608"/>
                    <a:pt x="308" y="8556"/>
                  </a:cubicBezTo>
                  <a:cubicBezTo>
                    <a:pt x="72" y="9505"/>
                    <a:pt x="0" y="10348"/>
                    <a:pt x="0" y="10348"/>
                  </a:cubicBezTo>
                  <a:lnTo>
                    <a:pt x="1434" y="10648"/>
                  </a:lnTo>
                  <a:lnTo>
                    <a:pt x="2239" y="7112"/>
                  </a:lnTo>
                  <a:cubicBezTo>
                    <a:pt x="2239" y="7112"/>
                    <a:pt x="3290" y="3895"/>
                    <a:pt x="3081" y="2380"/>
                  </a:cubicBezTo>
                  <a:cubicBezTo>
                    <a:pt x="2872" y="867"/>
                    <a:pt x="2025" y="0"/>
                    <a:pt x="202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g33adf7f9e96_1_466"/>
            <p:cNvSpPr/>
            <p:nvPr/>
          </p:nvSpPr>
          <p:spPr>
            <a:xfrm>
              <a:off x="9346866" y="4012005"/>
              <a:ext cx="127847" cy="405844"/>
            </a:xfrm>
            <a:custGeom>
              <a:rect b="b" l="l" r="r" t="t"/>
              <a:pathLst>
                <a:path extrusionOk="0" h="10882" w="3428">
                  <a:moveTo>
                    <a:pt x="2151" y="321"/>
                  </a:moveTo>
                  <a:cubicBezTo>
                    <a:pt x="2382" y="606"/>
                    <a:pt x="2926" y="1387"/>
                    <a:pt x="3086" y="2544"/>
                  </a:cubicBezTo>
                  <a:cubicBezTo>
                    <a:pt x="3292" y="4025"/>
                    <a:pt x="2256" y="7214"/>
                    <a:pt x="2245" y="7252"/>
                  </a:cubicBezTo>
                  <a:lnTo>
                    <a:pt x="1455" y="10724"/>
                  </a:lnTo>
                  <a:lnTo>
                    <a:pt x="143" y="10448"/>
                  </a:lnTo>
                  <a:cubicBezTo>
                    <a:pt x="165" y="10243"/>
                    <a:pt x="246" y="9517"/>
                    <a:pt x="443" y="8726"/>
                  </a:cubicBezTo>
                  <a:cubicBezTo>
                    <a:pt x="595" y="8114"/>
                    <a:pt x="1091" y="6615"/>
                    <a:pt x="1454" y="5521"/>
                  </a:cubicBezTo>
                  <a:cubicBezTo>
                    <a:pt x="1650" y="4933"/>
                    <a:pt x="1803" y="4468"/>
                    <a:pt x="1835" y="4346"/>
                  </a:cubicBezTo>
                  <a:cubicBezTo>
                    <a:pt x="1915" y="4042"/>
                    <a:pt x="2105" y="1065"/>
                    <a:pt x="2151" y="321"/>
                  </a:cubicBezTo>
                  <a:close/>
                  <a:moveTo>
                    <a:pt x="2038" y="0"/>
                  </a:moveTo>
                  <a:lnTo>
                    <a:pt x="2029" y="149"/>
                  </a:lnTo>
                  <a:cubicBezTo>
                    <a:pt x="1948" y="1474"/>
                    <a:pt x="1775" y="4049"/>
                    <a:pt x="1706" y="4313"/>
                  </a:cubicBezTo>
                  <a:cubicBezTo>
                    <a:pt x="1676" y="4430"/>
                    <a:pt x="1522" y="4892"/>
                    <a:pt x="1328" y="5479"/>
                  </a:cubicBezTo>
                  <a:cubicBezTo>
                    <a:pt x="964" y="6576"/>
                    <a:pt x="468" y="8077"/>
                    <a:pt x="314" y="8694"/>
                  </a:cubicBezTo>
                  <a:cubicBezTo>
                    <a:pt x="80" y="9637"/>
                    <a:pt x="6" y="10486"/>
                    <a:pt x="5" y="10496"/>
                  </a:cubicBezTo>
                  <a:lnTo>
                    <a:pt x="0" y="10554"/>
                  </a:lnTo>
                  <a:lnTo>
                    <a:pt x="1556" y="10881"/>
                  </a:lnTo>
                  <a:lnTo>
                    <a:pt x="2372" y="7287"/>
                  </a:lnTo>
                  <a:cubicBezTo>
                    <a:pt x="2416" y="7155"/>
                    <a:pt x="3428" y="4037"/>
                    <a:pt x="3218" y="2526"/>
                  </a:cubicBezTo>
                  <a:cubicBezTo>
                    <a:pt x="3008" y="1008"/>
                    <a:pt x="2178" y="143"/>
                    <a:pt x="2143" y="107"/>
                  </a:cubicBezTo>
                  <a:lnTo>
                    <a:pt x="203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g33adf7f9e96_1_466"/>
            <p:cNvSpPr/>
            <p:nvPr/>
          </p:nvSpPr>
          <p:spPr>
            <a:xfrm>
              <a:off x="9371033" y="4357726"/>
              <a:ext cx="397788" cy="335953"/>
            </a:xfrm>
            <a:custGeom>
              <a:rect b="b" l="l" r="r" t="t"/>
              <a:pathLst>
                <a:path extrusionOk="0" h="9008" w="10666">
                  <a:moveTo>
                    <a:pt x="10665" y="0"/>
                  </a:moveTo>
                  <a:lnTo>
                    <a:pt x="1910" y="305"/>
                  </a:lnTo>
                  <a:cubicBezTo>
                    <a:pt x="1910" y="305"/>
                    <a:pt x="899" y="4068"/>
                    <a:pt x="290" y="6843"/>
                  </a:cubicBezTo>
                  <a:cubicBezTo>
                    <a:pt x="87" y="7773"/>
                    <a:pt x="11" y="8479"/>
                    <a:pt x="1" y="9007"/>
                  </a:cubicBezTo>
                  <a:lnTo>
                    <a:pt x="8914" y="9007"/>
                  </a:lnTo>
                  <a:cubicBezTo>
                    <a:pt x="8931" y="8173"/>
                    <a:pt x="8966" y="7048"/>
                    <a:pt x="9041" y="6404"/>
                  </a:cubicBezTo>
                  <a:cubicBezTo>
                    <a:pt x="9170" y="5291"/>
                    <a:pt x="9650" y="4602"/>
                    <a:pt x="10139" y="3209"/>
                  </a:cubicBezTo>
                  <a:cubicBezTo>
                    <a:pt x="10627" y="1815"/>
                    <a:pt x="10665" y="0"/>
                    <a:pt x="106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g33adf7f9e96_1_466"/>
            <p:cNvSpPr/>
            <p:nvPr/>
          </p:nvSpPr>
          <p:spPr>
            <a:xfrm>
              <a:off x="9368571" y="4355153"/>
              <a:ext cx="402749" cy="338601"/>
            </a:xfrm>
            <a:custGeom>
              <a:rect b="b" l="l" r="r" t="t"/>
              <a:pathLst>
                <a:path extrusionOk="0" h="9079" w="10799">
                  <a:moveTo>
                    <a:pt x="10799" y="0"/>
                  </a:moveTo>
                  <a:lnTo>
                    <a:pt x="1925" y="309"/>
                  </a:lnTo>
                  <a:lnTo>
                    <a:pt x="1912" y="357"/>
                  </a:lnTo>
                  <a:cubicBezTo>
                    <a:pt x="1902" y="394"/>
                    <a:pt x="894" y="4153"/>
                    <a:pt x="291" y="6898"/>
                  </a:cubicBezTo>
                  <a:cubicBezTo>
                    <a:pt x="110" y="7724"/>
                    <a:pt x="13" y="8456"/>
                    <a:pt x="0" y="9075"/>
                  </a:cubicBezTo>
                  <a:lnTo>
                    <a:pt x="133" y="9078"/>
                  </a:lnTo>
                  <a:cubicBezTo>
                    <a:pt x="146" y="8468"/>
                    <a:pt x="243" y="7744"/>
                    <a:pt x="422" y="6926"/>
                  </a:cubicBezTo>
                  <a:cubicBezTo>
                    <a:pt x="986" y="4352"/>
                    <a:pt x="1909" y="883"/>
                    <a:pt x="2027" y="438"/>
                  </a:cubicBezTo>
                  <a:lnTo>
                    <a:pt x="10663" y="138"/>
                  </a:lnTo>
                  <a:lnTo>
                    <a:pt x="10663" y="138"/>
                  </a:lnTo>
                  <a:cubicBezTo>
                    <a:pt x="10650" y="484"/>
                    <a:pt x="10568" y="2041"/>
                    <a:pt x="10142" y="3255"/>
                  </a:cubicBezTo>
                  <a:cubicBezTo>
                    <a:pt x="9969" y="3746"/>
                    <a:pt x="9797" y="4156"/>
                    <a:pt x="9643" y="4516"/>
                  </a:cubicBezTo>
                  <a:cubicBezTo>
                    <a:pt x="9354" y="5198"/>
                    <a:pt x="9126" y="5736"/>
                    <a:pt x="9041" y="6465"/>
                  </a:cubicBezTo>
                  <a:cubicBezTo>
                    <a:pt x="8966" y="7111"/>
                    <a:pt x="8931" y="8241"/>
                    <a:pt x="8914" y="9075"/>
                  </a:cubicBezTo>
                  <a:lnTo>
                    <a:pt x="9046" y="9077"/>
                  </a:lnTo>
                  <a:cubicBezTo>
                    <a:pt x="9063" y="8247"/>
                    <a:pt x="9099" y="7122"/>
                    <a:pt x="9173" y="6480"/>
                  </a:cubicBezTo>
                  <a:cubicBezTo>
                    <a:pt x="9255" y="5770"/>
                    <a:pt x="9481" y="5239"/>
                    <a:pt x="9766" y="4567"/>
                  </a:cubicBezTo>
                  <a:cubicBezTo>
                    <a:pt x="9920" y="4205"/>
                    <a:pt x="10094" y="3795"/>
                    <a:pt x="10267" y="3299"/>
                  </a:cubicBezTo>
                  <a:cubicBezTo>
                    <a:pt x="10754" y="1911"/>
                    <a:pt x="10796" y="88"/>
                    <a:pt x="10797" y="70"/>
                  </a:cubicBezTo>
                  <a:lnTo>
                    <a:pt x="1079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g33adf7f9e96_1_466"/>
            <p:cNvSpPr/>
            <p:nvPr/>
          </p:nvSpPr>
          <p:spPr>
            <a:xfrm>
              <a:off x="9485416" y="4408522"/>
              <a:ext cx="277438" cy="21109"/>
            </a:xfrm>
            <a:custGeom>
              <a:rect b="b" l="l" r="r" t="t"/>
              <a:pathLst>
                <a:path extrusionOk="0" h="566" w="7439">
                  <a:moveTo>
                    <a:pt x="7439" y="1"/>
                  </a:moveTo>
                  <a:lnTo>
                    <a:pt x="0" y="361"/>
                  </a:lnTo>
                  <a:lnTo>
                    <a:pt x="7285" y="565"/>
                  </a:lnTo>
                  <a:lnTo>
                    <a:pt x="74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g33adf7f9e96_1_466"/>
            <p:cNvSpPr/>
            <p:nvPr/>
          </p:nvSpPr>
          <p:spPr>
            <a:xfrm>
              <a:off x="9482917" y="4406060"/>
              <a:ext cx="282547" cy="26032"/>
            </a:xfrm>
            <a:custGeom>
              <a:rect b="b" l="l" r="r" t="t"/>
              <a:pathLst>
                <a:path extrusionOk="0" h="698" w="7576">
                  <a:moveTo>
                    <a:pt x="7418" y="138"/>
                  </a:moveTo>
                  <a:lnTo>
                    <a:pt x="7302" y="564"/>
                  </a:lnTo>
                  <a:lnTo>
                    <a:pt x="1806" y="409"/>
                  </a:lnTo>
                  <a:lnTo>
                    <a:pt x="7418" y="138"/>
                  </a:lnTo>
                  <a:close/>
                  <a:moveTo>
                    <a:pt x="7509" y="0"/>
                  </a:moveTo>
                  <a:cubicBezTo>
                    <a:pt x="7507" y="0"/>
                    <a:pt x="7504" y="0"/>
                    <a:pt x="7502" y="1"/>
                  </a:cubicBezTo>
                  <a:lnTo>
                    <a:pt x="64" y="360"/>
                  </a:lnTo>
                  <a:cubicBezTo>
                    <a:pt x="28" y="362"/>
                    <a:pt x="1" y="391"/>
                    <a:pt x="1" y="427"/>
                  </a:cubicBezTo>
                  <a:cubicBezTo>
                    <a:pt x="1" y="462"/>
                    <a:pt x="31" y="492"/>
                    <a:pt x="66" y="493"/>
                  </a:cubicBezTo>
                  <a:lnTo>
                    <a:pt x="7351" y="698"/>
                  </a:lnTo>
                  <a:lnTo>
                    <a:pt x="7352" y="698"/>
                  </a:lnTo>
                  <a:cubicBezTo>
                    <a:pt x="7381" y="698"/>
                    <a:pt x="7409" y="679"/>
                    <a:pt x="7416" y="649"/>
                  </a:cubicBezTo>
                  <a:lnTo>
                    <a:pt x="7569" y="85"/>
                  </a:lnTo>
                  <a:cubicBezTo>
                    <a:pt x="7575" y="65"/>
                    <a:pt x="7571" y="42"/>
                    <a:pt x="7558" y="26"/>
                  </a:cubicBezTo>
                  <a:cubicBezTo>
                    <a:pt x="7546" y="11"/>
                    <a:pt x="7530" y="0"/>
                    <a:pt x="75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g33adf7f9e96_1_466"/>
            <p:cNvSpPr/>
            <p:nvPr/>
          </p:nvSpPr>
          <p:spPr>
            <a:xfrm>
              <a:off x="9466209" y="4426647"/>
              <a:ext cx="5557" cy="262072"/>
            </a:xfrm>
            <a:custGeom>
              <a:rect b="b" l="l" r="r" t="t"/>
              <a:pathLst>
                <a:path extrusionOk="0" h="7027" w="149">
                  <a:moveTo>
                    <a:pt x="1" y="0"/>
                  </a:moveTo>
                  <a:lnTo>
                    <a:pt x="1" y="0"/>
                  </a:lnTo>
                  <a:cubicBezTo>
                    <a:pt x="4" y="2472"/>
                    <a:pt x="148" y="7027"/>
                    <a:pt x="148" y="7027"/>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g33adf7f9e96_1_466"/>
            <p:cNvSpPr/>
            <p:nvPr/>
          </p:nvSpPr>
          <p:spPr>
            <a:xfrm>
              <a:off x="9463748" y="4426572"/>
              <a:ext cx="10480" cy="262184"/>
            </a:xfrm>
            <a:custGeom>
              <a:rect b="b" l="l" r="r" t="t"/>
              <a:pathLst>
                <a:path extrusionOk="0" h="7030" w="281">
                  <a:moveTo>
                    <a:pt x="133" y="1"/>
                  </a:moveTo>
                  <a:lnTo>
                    <a:pt x="0" y="2"/>
                  </a:lnTo>
                  <a:cubicBezTo>
                    <a:pt x="4" y="2446"/>
                    <a:pt x="146" y="6985"/>
                    <a:pt x="148" y="7030"/>
                  </a:cubicBezTo>
                  <a:lnTo>
                    <a:pt x="281" y="7026"/>
                  </a:lnTo>
                  <a:cubicBezTo>
                    <a:pt x="278" y="6980"/>
                    <a:pt x="136" y="2444"/>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g33adf7f9e96_1_466"/>
            <p:cNvSpPr/>
            <p:nvPr/>
          </p:nvSpPr>
          <p:spPr>
            <a:xfrm>
              <a:off x="9403032" y="3655543"/>
              <a:ext cx="416772" cy="773498"/>
            </a:xfrm>
            <a:custGeom>
              <a:rect b="b" l="l" r="r" t="t"/>
              <a:pathLst>
                <a:path extrusionOk="0" h="20740" w="11175">
                  <a:moveTo>
                    <a:pt x="6916" y="0"/>
                  </a:moveTo>
                  <a:cubicBezTo>
                    <a:pt x="6425" y="0"/>
                    <a:pt x="5602" y="170"/>
                    <a:pt x="4565" y="1021"/>
                  </a:cubicBezTo>
                  <a:cubicBezTo>
                    <a:pt x="2837" y="2437"/>
                    <a:pt x="2247" y="2973"/>
                    <a:pt x="1360" y="4360"/>
                  </a:cubicBezTo>
                  <a:cubicBezTo>
                    <a:pt x="474" y="5747"/>
                    <a:pt x="116" y="7585"/>
                    <a:pt x="294" y="8654"/>
                  </a:cubicBezTo>
                  <a:cubicBezTo>
                    <a:pt x="471" y="9724"/>
                    <a:pt x="1374" y="11470"/>
                    <a:pt x="1364" y="12547"/>
                  </a:cubicBezTo>
                  <a:cubicBezTo>
                    <a:pt x="1356" y="13623"/>
                    <a:pt x="661" y="16501"/>
                    <a:pt x="549" y="17347"/>
                  </a:cubicBezTo>
                  <a:cubicBezTo>
                    <a:pt x="439" y="18193"/>
                    <a:pt x="0" y="20360"/>
                    <a:pt x="0" y="20360"/>
                  </a:cubicBezTo>
                  <a:lnTo>
                    <a:pt x="708" y="20523"/>
                  </a:lnTo>
                  <a:lnTo>
                    <a:pt x="1047" y="19528"/>
                  </a:lnTo>
                  <a:lnTo>
                    <a:pt x="1182" y="20740"/>
                  </a:lnTo>
                  <a:cubicBezTo>
                    <a:pt x="1182" y="20740"/>
                    <a:pt x="1417" y="20732"/>
                    <a:pt x="1695" y="20676"/>
                  </a:cubicBezTo>
                  <a:cubicBezTo>
                    <a:pt x="1974" y="20619"/>
                    <a:pt x="4353" y="20443"/>
                    <a:pt x="7764" y="20323"/>
                  </a:cubicBezTo>
                  <a:cubicBezTo>
                    <a:pt x="11175" y="20205"/>
                    <a:pt x="10979" y="19931"/>
                    <a:pt x="10979" y="19931"/>
                  </a:cubicBezTo>
                  <a:cubicBezTo>
                    <a:pt x="10979" y="19931"/>
                    <a:pt x="10851" y="17596"/>
                    <a:pt x="10573" y="16342"/>
                  </a:cubicBezTo>
                  <a:cubicBezTo>
                    <a:pt x="10295" y="15089"/>
                    <a:pt x="9516" y="12871"/>
                    <a:pt x="9827" y="11082"/>
                  </a:cubicBezTo>
                  <a:cubicBezTo>
                    <a:pt x="10140" y="9294"/>
                    <a:pt x="10368" y="3766"/>
                    <a:pt x="10056" y="2840"/>
                  </a:cubicBezTo>
                  <a:cubicBezTo>
                    <a:pt x="9742" y="1916"/>
                    <a:pt x="8487" y="790"/>
                    <a:pt x="8487" y="790"/>
                  </a:cubicBezTo>
                  <a:lnTo>
                    <a:pt x="7424" y="76"/>
                  </a:lnTo>
                  <a:cubicBezTo>
                    <a:pt x="7424" y="76"/>
                    <a:pt x="7244" y="0"/>
                    <a:pt x="691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g33adf7f9e96_1_466"/>
            <p:cNvSpPr/>
            <p:nvPr/>
          </p:nvSpPr>
          <p:spPr>
            <a:xfrm>
              <a:off x="9400123" y="3652933"/>
              <a:ext cx="414981" cy="778682"/>
            </a:xfrm>
            <a:custGeom>
              <a:rect b="b" l="l" r="r" t="t"/>
              <a:pathLst>
                <a:path extrusionOk="0" h="20879" w="11127">
                  <a:moveTo>
                    <a:pt x="6999" y="139"/>
                  </a:moveTo>
                  <a:cubicBezTo>
                    <a:pt x="7275" y="139"/>
                    <a:pt x="7440" y="193"/>
                    <a:pt x="7472" y="205"/>
                  </a:cubicBezTo>
                  <a:lnTo>
                    <a:pt x="8520" y="910"/>
                  </a:lnTo>
                  <a:cubicBezTo>
                    <a:pt x="8533" y="920"/>
                    <a:pt x="9767" y="2035"/>
                    <a:pt x="10070" y="2932"/>
                  </a:cubicBezTo>
                  <a:cubicBezTo>
                    <a:pt x="10366" y="3804"/>
                    <a:pt x="10166" y="9273"/>
                    <a:pt x="9840" y="11141"/>
                  </a:cubicBezTo>
                  <a:cubicBezTo>
                    <a:pt x="9589" y="12581"/>
                    <a:pt x="10040" y="14303"/>
                    <a:pt x="10369" y="15559"/>
                  </a:cubicBezTo>
                  <a:cubicBezTo>
                    <a:pt x="10452" y="15875"/>
                    <a:pt x="10530" y="16174"/>
                    <a:pt x="10586" y="16428"/>
                  </a:cubicBezTo>
                  <a:cubicBezTo>
                    <a:pt x="10851" y="17624"/>
                    <a:pt x="10981" y="19843"/>
                    <a:pt x="10990" y="19996"/>
                  </a:cubicBezTo>
                  <a:cubicBezTo>
                    <a:pt x="10931" y="20041"/>
                    <a:pt x="10528" y="20234"/>
                    <a:pt x="7840" y="20327"/>
                  </a:cubicBezTo>
                  <a:cubicBezTo>
                    <a:pt x="4449" y="20446"/>
                    <a:pt x="2045" y="20623"/>
                    <a:pt x="1760" y="20681"/>
                  </a:cubicBezTo>
                  <a:cubicBezTo>
                    <a:pt x="1573" y="20719"/>
                    <a:pt x="1406" y="20734"/>
                    <a:pt x="1319" y="20740"/>
                  </a:cubicBezTo>
                  <a:lnTo>
                    <a:pt x="1157" y="19297"/>
                  </a:lnTo>
                  <a:lnTo>
                    <a:pt x="742" y="20515"/>
                  </a:lnTo>
                  <a:lnTo>
                    <a:pt x="155" y="20380"/>
                  </a:lnTo>
                  <a:cubicBezTo>
                    <a:pt x="229" y="20016"/>
                    <a:pt x="594" y="18183"/>
                    <a:pt x="694" y="17426"/>
                  </a:cubicBezTo>
                  <a:cubicBezTo>
                    <a:pt x="731" y="17133"/>
                    <a:pt x="841" y="16590"/>
                    <a:pt x="969" y="15961"/>
                  </a:cubicBezTo>
                  <a:cubicBezTo>
                    <a:pt x="1207" y="14787"/>
                    <a:pt x="1503" y="13324"/>
                    <a:pt x="1509" y="12618"/>
                  </a:cubicBezTo>
                  <a:cubicBezTo>
                    <a:pt x="1515" y="11980"/>
                    <a:pt x="1212" y="11126"/>
                    <a:pt x="918" y="10301"/>
                  </a:cubicBezTo>
                  <a:cubicBezTo>
                    <a:pt x="708" y="9712"/>
                    <a:pt x="510" y="9155"/>
                    <a:pt x="437" y="8714"/>
                  </a:cubicBezTo>
                  <a:cubicBezTo>
                    <a:pt x="271" y="7715"/>
                    <a:pt x="585" y="5887"/>
                    <a:pt x="1493" y="4466"/>
                  </a:cubicBezTo>
                  <a:cubicBezTo>
                    <a:pt x="2398" y="3050"/>
                    <a:pt x="3021" y="2507"/>
                    <a:pt x="4685" y="1142"/>
                  </a:cubicBezTo>
                  <a:cubicBezTo>
                    <a:pt x="5708" y="303"/>
                    <a:pt x="6520" y="139"/>
                    <a:pt x="6999" y="139"/>
                  </a:cubicBezTo>
                  <a:close/>
                  <a:moveTo>
                    <a:pt x="6990" y="1"/>
                  </a:moveTo>
                  <a:cubicBezTo>
                    <a:pt x="6485" y="1"/>
                    <a:pt x="5653" y="177"/>
                    <a:pt x="4601" y="1039"/>
                  </a:cubicBezTo>
                  <a:cubicBezTo>
                    <a:pt x="2925" y="2414"/>
                    <a:pt x="2298" y="2963"/>
                    <a:pt x="1382" y="4394"/>
                  </a:cubicBezTo>
                  <a:cubicBezTo>
                    <a:pt x="456" y="5843"/>
                    <a:pt x="136" y="7713"/>
                    <a:pt x="306" y="8735"/>
                  </a:cubicBezTo>
                  <a:cubicBezTo>
                    <a:pt x="381" y="9189"/>
                    <a:pt x="581" y="9751"/>
                    <a:pt x="793" y="10346"/>
                  </a:cubicBezTo>
                  <a:cubicBezTo>
                    <a:pt x="1082" y="11160"/>
                    <a:pt x="1382" y="12002"/>
                    <a:pt x="1376" y="12617"/>
                  </a:cubicBezTo>
                  <a:cubicBezTo>
                    <a:pt x="1370" y="13310"/>
                    <a:pt x="1076" y="14765"/>
                    <a:pt x="839" y="15935"/>
                  </a:cubicBezTo>
                  <a:cubicBezTo>
                    <a:pt x="711" y="16566"/>
                    <a:pt x="601" y="17110"/>
                    <a:pt x="562" y="17408"/>
                  </a:cubicBezTo>
                  <a:cubicBezTo>
                    <a:pt x="452" y="18243"/>
                    <a:pt x="17" y="20396"/>
                    <a:pt x="12" y="20417"/>
                  </a:cubicBezTo>
                  <a:lnTo>
                    <a:pt x="0" y="20481"/>
                  </a:lnTo>
                  <a:lnTo>
                    <a:pt x="828" y="20672"/>
                  </a:lnTo>
                  <a:lnTo>
                    <a:pt x="1092" y="19900"/>
                  </a:lnTo>
                  <a:lnTo>
                    <a:pt x="1201" y="20879"/>
                  </a:lnTo>
                  <a:lnTo>
                    <a:pt x="1263" y="20876"/>
                  </a:lnTo>
                  <a:cubicBezTo>
                    <a:pt x="1272" y="20876"/>
                    <a:pt x="1505" y="20867"/>
                    <a:pt x="1786" y="20810"/>
                  </a:cubicBezTo>
                  <a:cubicBezTo>
                    <a:pt x="2067" y="20753"/>
                    <a:pt x="4461" y="20578"/>
                    <a:pt x="7844" y="20460"/>
                  </a:cubicBezTo>
                  <a:cubicBezTo>
                    <a:pt x="9916" y="20388"/>
                    <a:pt x="11017" y="20250"/>
                    <a:pt x="11116" y="20050"/>
                  </a:cubicBezTo>
                  <a:cubicBezTo>
                    <a:pt x="11126" y="20028"/>
                    <a:pt x="11126" y="20005"/>
                    <a:pt x="11122" y="19988"/>
                  </a:cubicBezTo>
                  <a:cubicBezTo>
                    <a:pt x="11113" y="19823"/>
                    <a:pt x="10982" y="17602"/>
                    <a:pt x="10716" y="16398"/>
                  </a:cubicBezTo>
                  <a:cubicBezTo>
                    <a:pt x="10659" y="16143"/>
                    <a:pt x="10581" y="15843"/>
                    <a:pt x="10497" y="15526"/>
                  </a:cubicBezTo>
                  <a:cubicBezTo>
                    <a:pt x="10172" y="14280"/>
                    <a:pt x="9726" y="12575"/>
                    <a:pt x="9972" y="11164"/>
                  </a:cubicBezTo>
                  <a:cubicBezTo>
                    <a:pt x="10278" y="9407"/>
                    <a:pt x="10524" y="3859"/>
                    <a:pt x="10196" y="2889"/>
                  </a:cubicBezTo>
                  <a:cubicBezTo>
                    <a:pt x="9881" y="1959"/>
                    <a:pt x="8661" y="857"/>
                    <a:pt x="8602" y="805"/>
                  </a:cubicBezTo>
                  <a:lnTo>
                    <a:pt x="7539" y="90"/>
                  </a:lnTo>
                  <a:lnTo>
                    <a:pt x="7528" y="84"/>
                  </a:lnTo>
                  <a:cubicBezTo>
                    <a:pt x="7509" y="76"/>
                    <a:pt x="7320" y="1"/>
                    <a:pt x="69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g33adf7f9e96_1_466"/>
            <p:cNvSpPr/>
            <p:nvPr/>
          </p:nvSpPr>
          <p:spPr>
            <a:xfrm>
              <a:off x="9576378" y="4232715"/>
              <a:ext cx="136388" cy="47290"/>
            </a:xfrm>
            <a:custGeom>
              <a:rect b="b" l="l" r="r" t="t"/>
              <a:pathLst>
                <a:path extrusionOk="0" h="1268" w="3657">
                  <a:moveTo>
                    <a:pt x="1154" y="0"/>
                  </a:moveTo>
                  <a:lnTo>
                    <a:pt x="1143" y="132"/>
                  </a:lnTo>
                  <a:lnTo>
                    <a:pt x="3317" y="318"/>
                  </a:lnTo>
                  <a:lnTo>
                    <a:pt x="3487" y="1114"/>
                  </a:lnTo>
                  <a:lnTo>
                    <a:pt x="16" y="721"/>
                  </a:lnTo>
                  <a:lnTo>
                    <a:pt x="1" y="853"/>
                  </a:lnTo>
                  <a:lnTo>
                    <a:pt x="3657" y="1267"/>
                  </a:lnTo>
                  <a:lnTo>
                    <a:pt x="3426" y="195"/>
                  </a:lnTo>
                  <a:lnTo>
                    <a:pt x="1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g33adf7f9e96_1_466"/>
            <p:cNvSpPr/>
            <p:nvPr/>
          </p:nvSpPr>
          <p:spPr>
            <a:xfrm>
              <a:off x="9520249" y="4232528"/>
              <a:ext cx="36885" cy="29761"/>
            </a:xfrm>
            <a:custGeom>
              <a:rect b="b" l="l" r="r" t="t"/>
              <a:pathLst>
                <a:path extrusionOk="0" h="798" w="989">
                  <a:moveTo>
                    <a:pt x="203" y="0"/>
                  </a:moveTo>
                  <a:lnTo>
                    <a:pt x="1" y="688"/>
                  </a:lnTo>
                  <a:lnTo>
                    <a:pt x="973" y="798"/>
                  </a:lnTo>
                  <a:lnTo>
                    <a:pt x="989" y="665"/>
                  </a:lnTo>
                  <a:lnTo>
                    <a:pt x="174" y="573"/>
                  </a:lnTo>
                  <a:lnTo>
                    <a:pt x="331" y="38"/>
                  </a:lnTo>
                  <a:lnTo>
                    <a:pt x="20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g33adf7f9e96_1_466"/>
            <p:cNvSpPr/>
            <p:nvPr/>
          </p:nvSpPr>
          <p:spPr>
            <a:xfrm>
              <a:off x="9560938" y="3985153"/>
              <a:ext cx="20922" cy="22153"/>
            </a:xfrm>
            <a:custGeom>
              <a:rect b="b" l="l" r="r" t="t"/>
              <a:pathLst>
                <a:path extrusionOk="0" h="594" w="561">
                  <a:moveTo>
                    <a:pt x="108" y="1"/>
                  </a:moveTo>
                  <a:lnTo>
                    <a:pt x="1" y="78"/>
                  </a:lnTo>
                  <a:cubicBezTo>
                    <a:pt x="101" y="220"/>
                    <a:pt x="259" y="393"/>
                    <a:pt x="468" y="594"/>
                  </a:cubicBezTo>
                  <a:lnTo>
                    <a:pt x="560" y="498"/>
                  </a:lnTo>
                  <a:cubicBezTo>
                    <a:pt x="357" y="303"/>
                    <a:pt x="204" y="136"/>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g33adf7f9e96_1_466"/>
            <p:cNvSpPr/>
            <p:nvPr/>
          </p:nvSpPr>
          <p:spPr>
            <a:xfrm>
              <a:off x="9595324" y="4018830"/>
              <a:ext cx="32521" cy="27710"/>
            </a:xfrm>
            <a:custGeom>
              <a:rect b="b" l="l" r="r" t="t"/>
              <a:pathLst>
                <a:path extrusionOk="0" h="743" w="872">
                  <a:moveTo>
                    <a:pt x="87" y="1"/>
                  </a:moveTo>
                  <a:lnTo>
                    <a:pt x="0" y="101"/>
                  </a:lnTo>
                  <a:cubicBezTo>
                    <a:pt x="409" y="453"/>
                    <a:pt x="788" y="740"/>
                    <a:pt x="792" y="742"/>
                  </a:cubicBezTo>
                  <a:lnTo>
                    <a:pt x="871" y="636"/>
                  </a:lnTo>
                  <a:cubicBezTo>
                    <a:pt x="868" y="634"/>
                    <a:pt x="493" y="350"/>
                    <a:pt x="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g33adf7f9e96_1_466"/>
            <p:cNvSpPr/>
            <p:nvPr/>
          </p:nvSpPr>
          <p:spPr>
            <a:xfrm>
              <a:off x="9415078" y="3655543"/>
              <a:ext cx="304476" cy="394581"/>
            </a:xfrm>
            <a:custGeom>
              <a:rect b="b" l="l" r="r" t="t"/>
              <a:pathLst>
                <a:path extrusionOk="0" h="10580" w="8164">
                  <a:moveTo>
                    <a:pt x="6593" y="0"/>
                  </a:moveTo>
                  <a:cubicBezTo>
                    <a:pt x="6102" y="0"/>
                    <a:pt x="5279" y="170"/>
                    <a:pt x="4242" y="1021"/>
                  </a:cubicBezTo>
                  <a:cubicBezTo>
                    <a:pt x="2513" y="2437"/>
                    <a:pt x="1924" y="2973"/>
                    <a:pt x="1037" y="4361"/>
                  </a:cubicBezTo>
                  <a:cubicBezTo>
                    <a:pt x="488" y="5220"/>
                    <a:pt x="142" y="6250"/>
                    <a:pt x="0" y="7165"/>
                  </a:cubicBezTo>
                  <a:cubicBezTo>
                    <a:pt x="22" y="7269"/>
                    <a:pt x="44" y="7374"/>
                    <a:pt x="70" y="7482"/>
                  </a:cubicBezTo>
                  <a:cubicBezTo>
                    <a:pt x="564" y="9570"/>
                    <a:pt x="1114" y="10579"/>
                    <a:pt x="1114" y="10579"/>
                  </a:cubicBezTo>
                  <a:cubicBezTo>
                    <a:pt x="1114" y="10579"/>
                    <a:pt x="2071" y="5821"/>
                    <a:pt x="3734" y="3892"/>
                  </a:cubicBezTo>
                  <a:cubicBezTo>
                    <a:pt x="5398" y="1963"/>
                    <a:pt x="8164" y="790"/>
                    <a:pt x="8164" y="790"/>
                  </a:cubicBezTo>
                  <a:lnTo>
                    <a:pt x="7101" y="76"/>
                  </a:lnTo>
                  <a:cubicBezTo>
                    <a:pt x="7101" y="76"/>
                    <a:pt x="6921" y="0"/>
                    <a:pt x="6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g33adf7f9e96_1_466"/>
            <p:cNvSpPr/>
            <p:nvPr/>
          </p:nvSpPr>
          <p:spPr>
            <a:xfrm>
              <a:off x="9412542" y="3652933"/>
              <a:ext cx="312196" cy="404390"/>
            </a:xfrm>
            <a:custGeom>
              <a:rect b="b" l="l" r="r" t="t"/>
              <a:pathLst>
                <a:path extrusionOk="0" h="10843" w="8371">
                  <a:moveTo>
                    <a:pt x="6666" y="139"/>
                  </a:moveTo>
                  <a:cubicBezTo>
                    <a:pt x="6942" y="139"/>
                    <a:pt x="7107" y="193"/>
                    <a:pt x="7139" y="205"/>
                  </a:cubicBezTo>
                  <a:lnTo>
                    <a:pt x="8096" y="848"/>
                  </a:lnTo>
                  <a:cubicBezTo>
                    <a:pt x="7561" y="1091"/>
                    <a:pt x="5217" y="2218"/>
                    <a:pt x="3751" y="3918"/>
                  </a:cubicBezTo>
                  <a:cubicBezTo>
                    <a:pt x="2284" y="5620"/>
                    <a:pt x="1356" y="9544"/>
                    <a:pt x="1157" y="10448"/>
                  </a:cubicBezTo>
                  <a:cubicBezTo>
                    <a:pt x="985" y="10081"/>
                    <a:pt x="576" y="9114"/>
                    <a:pt x="202" y="7536"/>
                  </a:cubicBezTo>
                  <a:cubicBezTo>
                    <a:pt x="178" y="7434"/>
                    <a:pt x="156" y="7333"/>
                    <a:pt x="136" y="7234"/>
                  </a:cubicBezTo>
                  <a:cubicBezTo>
                    <a:pt x="290" y="6253"/>
                    <a:pt x="662" y="5245"/>
                    <a:pt x="1160" y="4466"/>
                  </a:cubicBezTo>
                  <a:cubicBezTo>
                    <a:pt x="2065" y="3050"/>
                    <a:pt x="2688" y="2507"/>
                    <a:pt x="4352" y="1142"/>
                  </a:cubicBezTo>
                  <a:cubicBezTo>
                    <a:pt x="5375" y="303"/>
                    <a:pt x="6187" y="139"/>
                    <a:pt x="6666" y="139"/>
                  </a:cubicBezTo>
                  <a:close/>
                  <a:moveTo>
                    <a:pt x="6658" y="0"/>
                  </a:moveTo>
                  <a:cubicBezTo>
                    <a:pt x="6153" y="0"/>
                    <a:pt x="5321" y="176"/>
                    <a:pt x="4268" y="1039"/>
                  </a:cubicBezTo>
                  <a:cubicBezTo>
                    <a:pt x="2592" y="2414"/>
                    <a:pt x="1965" y="2961"/>
                    <a:pt x="1049" y="4394"/>
                  </a:cubicBezTo>
                  <a:cubicBezTo>
                    <a:pt x="539" y="5192"/>
                    <a:pt x="158" y="6223"/>
                    <a:pt x="2" y="7224"/>
                  </a:cubicBezTo>
                  <a:lnTo>
                    <a:pt x="1" y="7237"/>
                  </a:lnTo>
                  <a:lnTo>
                    <a:pt x="3" y="7248"/>
                  </a:lnTo>
                  <a:cubicBezTo>
                    <a:pt x="25" y="7353"/>
                    <a:pt x="48" y="7458"/>
                    <a:pt x="73" y="7567"/>
                  </a:cubicBezTo>
                  <a:cubicBezTo>
                    <a:pt x="563" y="9639"/>
                    <a:pt x="1118" y="10671"/>
                    <a:pt x="1123" y="10681"/>
                  </a:cubicBezTo>
                  <a:lnTo>
                    <a:pt x="1210" y="10842"/>
                  </a:lnTo>
                  <a:lnTo>
                    <a:pt x="1247" y="10662"/>
                  </a:lnTo>
                  <a:cubicBezTo>
                    <a:pt x="1256" y="10615"/>
                    <a:pt x="2219" y="5899"/>
                    <a:pt x="3852" y="4005"/>
                  </a:cubicBezTo>
                  <a:cubicBezTo>
                    <a:pt x="5487" y="2111"/>
                    <a:pt x="8231" y="932"/>
                    <a:pt x="8258" y="922"/>
                  </a:cubicBezTo>
                  <a:lnTo>
                    <a:pt x="8370" y="873"/>
                  </a:lnTo>
                  <a:lnTo>
                    <a:pt x="7206" y="90"/>
                  </a:lnTo>
                  <a:lnTo>
                    <a:pt x="7195" y="83"/>
                  </a:lnTo>
                  <a:cubicBezTo>
                    <a:pt x="7176" y="75"/>
                    <a:pt x="6987" y="0"/>
                    <a:pt x="66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g33adf7f9e96_1_466"/>
            <p:cNvSpPr/>
            <p:nvPr/>
          </p:nvSpPr>
          <p:spPr>
            <a:xfrm>
              <a:off x="9427124" y="3289049"/>
              <a:ext cx="330956" cy="743327"/>
            </a:xfrm>
            <a:custGeom>
              <a:rect b="b" l="l" r="r" t="t"/>
              <a:pathLst>
                <a:path extrusionOk="0" h="19931" w="8874">
                  <a:moveTo>
                    <a:pt x="4623" y="1"/>
                  </a:moveTo>
                  <a:cubicBezTo>
                    <a:pt x="3831" y="1"/>
                    <a:pt x="3069" y="181"/>
                    <a:pt x="2624" y="621"/>
                  </a:cubicBezTo>
                  <a:cubicBezTo>
                    <a:pt x="2624" y="621"/>
                    <a:pt x="1377" y="1786"/>
                    <a:pt x="1285" y="2703"/>
                  </a:cubicBezTo>
                  <a:cubicBezTo>
                    <a:pt x="1192" y="3620"/>
                    <a:pt x="1095" y="4413"/>
                    <a:pt x="940" y="4710"/>
                  </a:cubicBezTo>
                  <a:cubicBezTo>
                    <a:pt x="784" y="5006"/>
                    <a:pt x="0" y="5200"/>
                    <a:pt x="265" y="5647"/>
                  </a:cubicBezTo>
                  <a:cubicBezTo>
                    <a:pt x="520" y="6077"/>
                    <a:pt x="760" y="6086"/>
                    <a:pt x="779" y="6086"/>
                  </a:cubicBezTo>
                  <a:cubicBezTo>
                    <a:pt x="780" y="6086"/>
                    <a:pt x="780" y="6086"/>
                    <a:pt x="780" y="6086"/>
                  </a:cubicBezTo>
                  <a:cubicBezTo>
                    <a:pt x="780" y="6086"/>
                    <a:pt x="1181" y="8066"/>
                    <a:pt x="1482" y="8347"/>
                  </a:cubicBezTo>
                  <a:cubicBezTo>
                    <a:pt x="1621" y="8477"/>
                    <a:pt x="1927" y="8512"/>
                    <a:pt x="2215" y="8512"/>
                  </a:cubicBezTo>
                  <a:cubicBezTo>
                    <a:pt x="2548" y="8512"/>
                    <a:pt x="2856" y="8465"/>
                    <a:pt x="2856" y="8465"/>
                  </a:cubicBezTo>
                  <a:lnTo>
                    <a:pt x="3188" y="10867"/>
                  </a:lnTo>
                  <a:cubicBezTo>
                    <a:pt x="3188" y="10867"/>
                    <a:pt x="959" y="12845"/>
                    <a:pt x="524" y="15600"/>
                  </a:cubicBezTo>
                  <a:cubicBezTo>
                    <a:pt x="89" y="18356"/>
                    <a:pt x="586" y="19931"/>
                    <a:pt x="586" y="19931"/>
                  </a:cubicBezTo>
                  <a:cubicBezTo>
                    <a:pt x="586" y="19931"/>
                    <a:pt x="877" y="15589"/>
                    <a:pt x="1881" y="13962"/>
                  </a:cubicBezTo>
                  <a:cubicBezTo>
                    <a:pt x="2886" y="12336"/>
                    <a:pt x="5219" y="10796"/>
                    <a:pt x="5562" y="10519"/>
                  </a:cubicBezTo>
                  <a:cubicBezTo>
                    <a:pt x="5906" y="10242"/>
                    <a:pt x="6778" y="9903"/>
                    <a:pt x="6778" y="9903"/>
                  </a:cubicBezTo>
                  <a:cubicBezTo>
                    <a:pt x="6778" y="9903"/>
                    <a:pt x="6364" y="8967"/>
                    <a:pt x="6309" y="8553"/>
                  </a:cubicBezTo>
                  <a:cubicBezTo>
                    <a:pt x="6252" y="8140"/>
                    <a:pt x="6272" y="7515"/>
                    <a:pt x="6349" y="7346"/>
                  </a:cubicBezTo>
                  <a:cubicBezTo>
                    <a:pt x="6427" y="7178"/>
                    <a:pt x="7822" y="6671"/>
                    <a:pt x="8347" y="5074"/>
                  </a:cubicBezTo>
                  <a:cubicBezTo>
                    <a:pt x="8874" y="3477"/>
                    <a:pt x="8101" y="1593"/>
                    <a:pt x="7285" y="790"/>
                  </a:cubicBezTo>
                  <a:cubicBezTo>
                    <a:pt x="6815" y="329"/>
                    <a:pt x="5692" y="1"/>
                    <a:pt x="4623"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g33adf7f9e96_1_466"/>
            <p:cNvSpPr/>
            <p:nvPr/>
          </p:nvSpPr>
          <p:spPr>
            <a:xfrm>
              <a:off x="9427311" y="3286364"/>
              <a:ext cx="334350" cy="759289"/>
            </a:xfrm>
            <a:custGeom>
              <a:rect b="b" l="l" r="r" t="t"/>
              <a:pathLst>
                <a:path extrusionOk="0" h="20359" w="8965">
                  <a:moveTo>
                    <a:pt x="4621" y="139"/>
                  </a:moveTo>
                  <a:cubicBezTo>
                    <a:pt x="5667" y="139"/>
                    <a:pt x="6770" y="456"/>
                    <a:pt x="7232" y="909"/>
                  </a:cubicBezTo>
                  <a:cubicBezTo>
                    <a:pt x="7974" y="1638"/>
                    <a:pt x="8820" y="3482"/>
                    <a:pt x="8280" y="5125"/>
                  </a:cubicBezTo>
                  <a:cubicBezTo>
                    <a:pt x="7884" y="6325"/>
                    <a:pt x="6985" y="6900"/>
                    <a:pt x="6553" y="7176"/>
                  </a:cubicBezTo>
                  <a:cubicBezTo>
                    <a:pt x="6381" y="7288"/>
                    <a:pt x="6310" y="7335"/>
                    <a:pt x="6284" y="7391"/>
                  </a:cubicBezTo>
                  <a:cubicBezTo>
                    <a:pt x="6195" y="7586"/>
                    <a:pt x="6184" y="8237"/>
                    <a:pt x="6237" y="8633"/>
                  </a:cubicBezTo>
                  <a:cubicBezTo>
                    <a:pt x="6286" y="8993"/>
                    <a:pt x="6590" y="9718"/>
                    <a:pt x="6685" y="9938"/>
                  </a:cubicBezTo>
                  <a:cubicBezTo>
                    <a:pt x="6475" y="10022"/>
                    <a:pt x="5813" y="10300"/>
                    <a:pt x="5516" y="10539"/>
                  </a:cubicBezTo>
                  <a:cubicBezTo>
                    <a:pt x="5465" y="10579"/>
                    <a:pt x="5371" y="10648"/>
                    <a:pt x="5245" y="10740"/>
                  </a:cubicBezTo>
                  <a:cubicBezTo>
                    <a:pt x="4478" y="11297"/>
                    <a:pt x="2682" y="12603"/>
                    <a:pt x="1820" y="13999"/>
                  </a:cubicBezTo>
                  <a:cubicBezTo>
                    <a:pt x="995" y="15334"/>
                    <a:pt x="652" y="18417"/>
                    <a:pt x="550" y="19564"/>
                  </a:cubicBezTo>
                  <a:cubicBezTo>
                    <a:pt x="433" y="18926"/>
                    <a:pt x="285" y="17582"/>
                    <a:pt x="585" y="15683"/>
                  </a:cubicBezTo>
                  <a:cubicBezTo>
                    <a:pt x="1009" y="12984"/>
                    <a:pt x="3204" y="11009"/>
                    <a:pt x="3226" y="10988"/>
                  </a:cubicBezTo>
                  <a:lnTo>
                    <a:pt x="3254" y="10965"/>
                  </a:lnTo>
                  <a:lnTo>
                    <a:pt x="2908" y="8461"/>
                  </a:lnTo>
                  <a:lnTo>
                    <a:pt x="2842" y="8471"/>
                  </a:lnTo>
                  <a:cubicBezTo>
                    <a:pt x="2706" y="8491"/>
                    <a:pt x="2459" y="8517"/>
                    <a:pt x="2212" y="8517"/>
                  </a:cubicBezTo>
                  <a:cubicBezTo>
                    <a:pt x="1928" y="8517"/>
                    <a:pt x="1643" y="8483"/>
                    <a:pt x="1522" y="8370"/>
                  </a:cubicBezTo>
                  <a:cubicBezTo>
                    <a:pt x="1287" y="8152"/>
                    <a:pt x="950" y="6690"/>
                    <a:pt x="839" y="6145"/>
                  </a:cubicBezTo>
                  <a:lnTo>
                    <a:pt x="827" y="6091"/>
                  </a:lnTo>
                  <a:lnTo>
                    <a:pt x="774" y="6091"/>
                  </a:lnTo>
                  <a:cubicBezTo>
                    <a:pt x="771" y="6091"/>
                    <a:pt x="555" y="6086"/>
                    <a:pt x="317" y="5685"/>
                  </a:cubicBezTo>
                  <a:cubicBezTo>
                    <a:pt x="187" y="5464"/>
                    <a:pt x="355" y="5327"/>
                    <a:pt x="645" y="5127"/>
                  </a:cubicBezTo>
                  <a:cubicBezTo>
                    <a:pt x="792" y="5027"/>
                    <a:pt x="930" y="4932"/>
                    <a:pt x="993" y="4813"/>
                  </a:cubicBezTo>
                  <a:cubicBezTo>
                    <a:pt x="1145" y="4523"/>
                    <a:pt x="1241" y="3821"/>
                    <a:pt x="1345" y="2781"/>
                  </a:cubicBezTo>
                  <a:cubicBezTo>
                    <a:pt x="1435" y="1900"/>
                    <a:pt x="2653" y="752"/>
                    <a:pt x="2666" y="741"/>
                  </a:cubicBezTo>
                  <a:lnTo>
                    <a:pt x="2667" y="739"/>
                  </a:lnTo>
                  <a:cubicBezTo>
                    <a:pt x="3096" y="314"/>
                    <a:pt x="3843" y="139"/>
                    <a:pt x="4621" y="139"/>
                  </a:cubicBezTo>
                  <a:close/>
                  <a:moveTo>
                    <a:pt x="4628" y="1"/>
                  </a:moveTo>
                  <a:cubicBezTo>
                    <a:pt x="3817" y="1"/>
                    <a:pt x="3034" y="189"/>
                    <a:pt x="2573" y="644"/>
                  </a:cubicBezTo>
                  <a:cubicBezTo>
                    <a:pt x="2512" y="702"/>
                    <a:pt x="1307" y="1841"/>
                    <a:pt x="1214" y="2768"/>
                  </a:cubicBezTo>
                  <a:cubicBezTo>
                    <a:pt x="1132" y="3570"/>
                    <a:pt x="1033" y="4451"/>
                    <a:pt x="876" y="4751"/>
                  </a:cubicBezTo>
                  <a:cubicBezTo>
                    <a:pt x="828" y="4841"/>
                    <a:pt x="697" y="4931"/>
                    <a:pt x="569" y="5018"/>
                  </a:cubicBezTo>
                  <a:cubicBezTo>
                    <a:pt x="316" y="5192"/>
                    <a:pt x="0" y="5410"/>
                    <a:pt x="204" y="5753"/>
                  </a:cubicBezTo>
                  <a:cubicBezTo>
                    <a:pt x="412" y="6106"/>
                    <a:pt x="620" y="6194"/>
                    <a:pt x="718" y="6217"/>
                  </a:cubicBezTo>
                  <a:cubicBezTo>
                    <a:pt x="790" y="6565"/>
                    <a:pt x="1141" y="8196"/>
                    <a:pt x="1430" y="8467"/>
                  </a:cubicBezTo>
                  <a:cubicBezTo>
                    <a:pt x="1587" y="8613"/>
                    <a:pt x="1912" y="8652"/>
                    <a:pt x="2214" y="8652"/>
                  </a:cubicBezTo>
                  <a:cubicBezTo>
                    <a:pt x="2455" y="8652"/>
                    <a:pt x="2681" y="8627"/>
                    <a:pt x="2795" y="8612"/>
                  </a:cubicBezTo>
                  <a:lnTo>
                    <a:pt x="3112" y="10914"/>
                  </a:lnTo>
                  <a:cubicBezTo>
                    <a:pt x="2857" y="11149"/>
                    <a:pt x="860" y="13078"/>
                    <a:pt x="453" y="15663"/>
                  </a:cubicBezTo>
                  <a:cubicBezTo>
                    <a:pt x="21" y="18402"/>
                    <a:pt x="514" y="20006"/>
                    <a:pt x="518" y="20023"/>
                  </a:cubicBezTo>
                  <a:lnTo>
                    <a:pt x="624" y="20359"/>
                  </a:lnTo>
                  <a:lnTo>
                    <a:pt x="647" y="20006"/>
                  </a:lnTo>
                  <a:cubicBezTo>
                    <a:pt x="651" y="19964"/>
                    <a:pt x="949" y="15663"/>
                    <a:pt x="1932" y="14069"/>
                  </a:cubicBezTo>
                  <a:cubicBezTo>
                    <a:pt x="2780" y="12695"/>
                    <a:pt x="4562" y="11400"/>
                    <a:pt x="5323" y="10848"/>
                  </a:cubicBezTo>
                  <a:cubicBezTo>
                    <a:pt x="5452" y="10753"/>
                    <a:pt x="5548" y="10684"/>
                    <a:pt x="5599" y="10643"/>
                  </a:cubicBezTo>
                  <a:cubicBezTo>
                    <a:pt x="5931" y="10374"/>
                    <a:pt x="6789" y="10040"/>
                    <a:pt x="6797" y="10036"/>
                  </a:cubicBezTo>
                  <a:lnTo>
                    <a:pt x="6862" y="10010"/>
                  </a:lnTo>
                  <a:lnTo>
                    <a:pt x="6834" y="9947"/>
                  </a:lnTo>
                  <a:cubicBezTo>
                    <a:pt x="6830" y="9938"/>
                    <a:pt x="6423" y="9015"/>
                    <a:pt x="6369" y="8615"/>
                  </a:cubicBezTo>
                  <a:cubicBezTo>
                    <a:pt x="6310" y="8182"/>
                    <a:pt x="6339" y="7588"/>
                    <a:pt x="6404" y="7446"/>
                  </a:cubicBezTo>
                  <a:cubicBezTo>
                    <a:pt x="6420" y="7420"/>
                    <a:pt x="6524" y="7354"/>
                    <a:pt x="6626" y="7289"/>
                  </a:cubicBezTo>
                  <a:cubicBezTo>
                    <a:pt x="7070" y="7004"/>
                    <a:pt x="7996" y="6411"/>
                    <a:pt x="8405" y="5167"/>
                  </a:cubicBezTo>
                  <a:cubicBezTo>
                    <a:pt x="8965" y="3470"/>
                    <a:pt x="8091" y="1567"/>
                    <a:pt x="7326" y="815"/>
                  </a:cubicBezTo>
                  <a:cubicBezTo>
                    <a:pt x="6835" y="333"/>
                    <a:pt x="5707" y="1"/>
                    <a:pt x="46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g33adf7f9e96_1_466"/>
            <p:cNvSpPr/>
            <p:nvPr/>
          </p:nvSpPr>
          <p:spPr>
            <a:xfrm>
              <a:off x="9518683" y="3289049"/>
              <a:ext cx="239397" cy="271657"/>
            </a:xfrm>
            <a:custGeom>
              <a:rect b="b" l="l" r="r" t="t"/>
              <a:pathLst>
                <a:path extrusionOk="0" h="7284" w="6419">
                  <a:moveTo>
                    <a:pt x="2168" y="1"/>
                  </a:moveTo>
                  <a:cubicBezTo>
                    <a:pt x="1376" y="1"/>
                    <a:pt x="614" y="181"/>
                    <a:pt x="169" y="621"/>
                  </a:cubicBezTo>
                  <a:cubicBezTo>
                    <a:pt x="169" y="621"/>
                    <a:pt x="103" y="684"/>
                    <a:pt x="0" y="790"/>
                  </a:cubicBezTo>
                  <a:cubicBezTo>
                    <a:pt x="142" y="752"/>
                    <a:pt x="376" y="706"/>
                    <a:pt x="683" y="706"/>
                  </a:cubicBezTo>
                  <a:cubicBezTo>
                    <a:pt x="841" y="706"/>
                    <a:pt x="1019" y="718"/>
                    <a:pt x="1213" y="750"/>
                  </a:cubicBezTo>
                  <a:cubicBezTo>
                    <a:pt x="2049" y="887"/>
                    <a:pt x="2031" y="1553"/>
                    <a:pt x="1803" y="2184"/>
                  </a:cubicBezTo>
                  <a:cubicBezTo>
                    <a:pt x="1576" y="2816"/>
                    <a:pt x="1747" y="2934"/>
                    <a:pt x="2173" y="3251"/>
                  </a:cubicBezTo>
                  <a:cubicBezTo>
                    <a:pt x="2600" y="3569"/>
                    <a:pt x="2163" y="4166"/>
                    <a:pt x="2462" y="4405"/>
                  </a:cubicBezTo>
                  <a:cubicBezTo>
                    <a:pt x="2488" y="4425"/>
                    <a:pt x="2514" y="4435"/>
                    <a:pt x="2540" y="4435"/>
                  </a:cubicBezTo>
                  <a:cubicBezTo>
                    <a:pt x="2728" y="4435"/>
                    <a:pt x="2910" y="3937"/>
                    <a:pt x="3210" y="3937"/>
                  </a:cubicBezTo>
                  <a:cubicBezTo>
                    <a:pt x="3337" y="3937"/>
                    <a:pt x="3485" y="4026"/>
                    <a:pt x="3663" y="4279"/>
                  </a:cubicBezTo>
                  <a:cubicBezTo>
                    <a:pt x="4319" y="5213"/>
                    <a:pt x="3876" y="5643"/>
                    <a:pt x="3470" y="5907"/>
                  </a:cubicBezTo>
                  <a:cubicBezTo>
                    <a:pt x="3063" y="6170"/>
                    <a:pt x="2735" y="6264"/>
                    <a:pt x="2735" y="6264"/>
                  </a:cubicBezTo>
                  <a:cubicBezTo>
                    <a:pt x="2735" y="6264"/>
                    <a:pt x="3351" y="6986"/>
                    <a:pt x="3957" y="7283"/>
                  </a:cubicBezTo>
                  <a:cubicBezTo>
                    <a:pt x="4247" y="7063"/>
                    <a:pt x="5420" y="6509"/>
                    <a:pt x="5892" y="5074"/>
                  </a:cubicBezTo>
                  <a:cubicBezTo>
                    <a:pt x="6419" y="3477"/>
                    <a:pt x="5646" y="1593"/>
                    <a:pt x="4830" y="790"/>
                  </a:cubicBezTo>
                  <a:cubicBezTo>
                    <a:pt x="4360" y="329"/>
                    <a:pt x="3237" y="1"/>
                    <a:pt x="21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g33adf7f9e96_1_466"/>
            <p:cNvSpPr/>
            <p:nvPr/>
          </p:nvSpPr>
          <p:spPr>
            <a:xfrm>
              <a:off x="9515923" y="3286364"/>
              <a:ext cx="245737" cy="276803"/>
            </a:xfrm>
            <a:custGeom>
              <a:rect b="b" l="l" r="r" t="t"/>
              <a:pathLst>
                <a:path extrusionOk="0" h="7422" w="6589">
                  <a:moveTo>
                    <a:pt x="2248" y="139"/>
                  </a:moveTo>
                  <a:cubicBezTo>
                    <a:pt x="3293" y="139"/>
                    <a:pt x="4395" y="456"/>
                    <a:pt x="4856" y="909"/>
                  </a:cubicBezTo>
                  <a:cubicBezTo>
                    <a:pt x="5598" y="1638"/>
                    <a:pt x="6445" y="3482"/>
                    <a:pt x="5904" y="5126"/>
                  </a:cubicBezTo>
                  <a:cubicBezTo>
                    <a:pt x="5508" y="6325"/>
                    <a:pt x="4610" y="6901"/>
                    <a:pt x="4179" y="7176"/>
                  </a:cubicBezTo>
                  <a:cubicBezTo>
                    <a:pt x="4117" y="7217"/>
                    <a:pt x="4065" y="7249"/>
                    <a:pt x="4025" y="7278"/>
                  </a:cubicBezTo>
                  <a:cubicBezTo>
                    <a:pt x="3562" y="7038"/>
                    <a:pt x="3094" y="6553"/>
                    <a:pt x="2926" y="6367"/>
                  </a:cubicBezTo>
                  <a:cubicBezTo>
                    <a:pt x="3055" y="6320"/>
                    <a:pt x="3298" y="6217"/>
                    <a:pt x="3580" y="6035"/>
                  </a:cubicBezTo>
                  <a:cubicBezTo>
                    <a:pt x="3799" y="5893"/>
                    <a:pt x="4058" y="5687"/>
                    <a:pt x="4123" y="5353"/>
                  </a:cubicBezTo>
                  <a:cubicBezTo>
                    <a:pt x="4181" y="5054"/>
                    <a:pt x="4072" y="4713"/>
                    <a:pt x="3790" y="4313"/>
                  </a:cubicBezTo>
                  <a:cubicBezTo>
                    <a:pt x="3621" y="4072"/>
                    <a:pt x="3460" y="3951"/>
                    <a:pt x="3299" y="3943"/>
                  </a:cubicBezTo>
                  <a:cubicBezTo>
                    <a:pt x="3295" y="3943"/>
                    <a:pt x="3290" y="3943"/>
                    <a:pt x="3286" y="3943"/>
                  </a:cubicBezTo>
                  <a:cubicBezTo>
                    <a:pt x="3083" y="3943"/>
                    <a:pt x="2939" y="4118"/>
                    <a:pt x="2820" y="4258"/>
                  </a:cubicBezTo>
                  <a:cubicBezTo>
                    <a:pt x="2714" y="4383"/>
                    <a:pt x="2658" y="4439"/>
                    <a:pt x="2614" y="4439"/>
                  </a:cubicBezTo>
                  <a:cubicBezTo>
                    <a:pt x="2601" y="4439"/>
                    <a:pt x="2589" y="4434"/>
                    <a:pt x="2578" y="4424"/>
                  </a:cubicBezTo>
                  <a:cubicBezTo>
                    <a:pt x="2469" y="4338"/>
                    <a:pt x="2483" y="4178"/>
                    <a:pt x="2501" y="3993"/>
                  </a:cubicBezTo>
                  <a:cubicBezTo>
                    <a:pt x="2522" y="3757"/>
                    <a:pt x="2548" y="3465"/>
                    <a:pt x="2287" y="3270"/>
                  </a:cubicBezTo>
                  <a:lnTo>
                    <a:pt x="2274" y="3260"/>
                  </a:lnTo>
                  <a:cubicBezTo>
                    <a:pt x="1857" y="2950"/>
                    <a:pt x="1732" y="2857"/>
                    <a:pt x="1940" y="2278"/>
                  </a:cubicBezTo>
                  <a:cubicBezTo>
                    <a:pt x="2114" y="1796"/>
                    <a:pt x="2123" y="1417"/>
                    <a:pt x="1968" y="1153"/>
                  </a:cubicBezTo>
                  <a:cubicBezTo>
                    <a:pt x="1845" y="943"/>
                    <a:pt x="1619" y="810"/>
                    <a:pt x="1298" y="757"/>
                  </a:cubicBezTo>
                  <a:cubicBezTo>
                    <a:pt x="1100" y="724"/>
                    <a:pt x="919" y="712"/>
                    <a:pt x="757" y="712"/>
                  </a:cubicBezTo>
                  <a:cubicBezTo>
                    <a:pt x="570" y="712"/>
                    <a:pt x="409" y="729"/>
                    <a:pt x="280" y="750"/>
                  </a:cubicBezTo>
                  <a:cubicBezTo>
                    <a:pt x="286" y="744"/>
                    <a:pt x="290" y="740"/>
                    <a:pt x="291" y="740"/>
                  </a:cubicBezTo>
                  <a:cubicBezTo>
                    <a:pt x="721" y="315"/>
                    <a:pt x="1469" y="139"/>
                    <a:pt x="2248" y="139"/>
                  </a:cubicBezTo>
                  <a:close/>
                  <a:moveTo>
                    <a:pt x="2250" y="0"/>
                  </a:moveTo>
                  <a:cubicBezTo>
                    <a:pt x="1440" y="0"/>
                    <a:pt x="658" y="188"/>
                    <a:pt x="199" y="643"/>
                  </a:cubicBezTo>
                  <a:cubicBezTo>
                    <a:pt x="199" y="643"/>
                    <a:pt x="131" y="707"/>
                    <a:pt x="26" y="816"/>
                  </a:cubicBezTo>
                  <a:cubicBezTo>
                    <a:pt x="6" y="837"/>
                    <a:pt x="1" y="869"/>
                    <a:pt x="16" y="895"/>
                  </a:cubicBezTo>
                  <a:cubicBezTo>
                    <a:pt x="29" y="916"/>
                    <a:pt x="51" y="928"/>
                    <a:pt x="74" y="928"/>
                  </a:cubicBezTo>
                  <a:cubicBezTo>
                    <a:pt x="80" y="928"/>
                    <a:pt x="85" y="927"/>
                    <a:pt x="91" y="926"/>
                  </a:cubicBezTo>
                  <a:cubicBezTo>
                    <a:pt x="224" y="890"/>
                    <a:pt x="453" y="845"/>
                    <a:pt x="755" y="845"/>
                  </a:cubicBezTo>
                  <a:cubicBezTo>
                    <a:pt x="911" y="845"/>
                    <a:pt x="1085" y="857"/>
                    <a:pt x="1276" y="888"/>
                  </a:cubicBezTo>
                  <a:cubicBezTo>
                    <a:pt x="1557" y="934"/>
                    <a:pt x="1752" y="1045"/>
                    <a:pt x="1854" y="1219"/>
                  </a:cubicBezTo>
                  <a:cubicBezTo>
                    <a:pt x="1987" y="1448"/>
                    <a:pt x="1974" y="1788"/>
                    <a:pt x="1815" y="2233"/>
                  </a:cubicBezTo>
                  <a:cubicBezTo>
                    <a:pt x="1573" y="2904"/>
                    <a:pt x="1767" y="3050"/>
                    <a:pt x="2194" y="3367"/>
                  </a:cubicBezTo>
                  <a:lnTo>
                    <a:pt x="2207" y="3376"/>
                  </a:lnTo>
                  <a:cubicBezTo>
                    <a:pt x="2410" y="3526"/>
                    <a:pt x="2390" y="3748"/>
                    <a:pt x="2368" y="3981"/>
                  </a:cubicBezTo>
                  <a:cubicBezTo>
                    <a:pt x="2349" y="4185"/>
                    <a:pt x="2331" y="4397"/>
                    <a:pt x="2495" y="4529"/>
                  </a:cubicBezTo>
                  <a:cubicBezTo>
                    <a:pt x="2536" y="4561"/>
                    <a:pt x="2575" y="4575"/>
                    <a:pt x="2613" y="4575"/>
                  </a:cubicBezTo>
                  <a:cubicBezTo>
                    <a:pt x="2726" y="4575"/>
                    <a:pt x="2828" y="4454"/>
                    <a:pt x="2921" y="4344"/>
                  </a:cubicBezTo>
                  <a:cubicBezTo>
                    <a:pt x="3027" y="4219"/>
                    <a:pt x="3141" y="4076"/>
                    <a:pt x="3282" y="4076"/>
                  </a:cubicBezTo>
                  <a:cubicBezTo>
                    <a:pt x="3286" y="4076"/>
                    <a:pt x="3290" y="4076"/>
                    <a:pt x="3294" y="4077"/>
                  </a:cubicBezTo>
                  <a:cubicBezTo>
                    <a:pt x="3410" y="4081"/>
                    <a:pt x="3540" y="4187"/>
                    <a:pt x="3683" y="4390"/>
                  </a:cubicBezTo>
                  <a:cubicBezTo>
                    <a:pt x="3938" y="4753"/>
                    <a:pt x="4042" y="5069"/>
                    <a:pt x="3993" y="5328"/>
                  </a:cubicBezTo>
                  <a:cubicBezTo>
                    <a:pt x="3937" y="5612"/>
                    <a:pt x="3704" y="5796"/>
                    <a:pt x="3508" y="5923"/>
                  </a:cubicBezTo>
                  <a:cubicBezTo>
                    <a:pt x="3116" y="6177"/>
                    <a:pt x="2793" y="6273"/>
                    <a:pt x="2791" y="6273"/>
                  </a:cubicBezTo>
                  <a:cubicBezTo>
                    <a:pt x="2768" y="6280"/>
                    <a:pt x="2752" y="6296"/>
                    <a:pt x="2746" y="6317"/>
                  </a:cubicBezTo>
                  <a:cubicBezTo>
                    <a:pt x="2739" y="6339"/>
                    <a:pt x="2743" y="6362"/>
                    <a:pt x="2759" y="6380"/>
                  </a:cubicBezTo>
                  <a:cubicBezTo>
                    <a:pt x="2784" y="6410"/>
                    <a:pt x="3391" y="7115"/>
                    <a:pt x="4001" y="7415"/>
                  </a:cubicBezTo>
                  <a:cubicBezTo>
                    <a:pt x="4011" y="7420"/>
                    <a:pt x="4021" y="7421"/>
                    <a:pt x="4031" y="7421"/>
                  </a:cubicBezTo>
                  <a:cubicBezTo>
                    <a:pt x="4045" y="7421"/>
                    <a:pt x="4059" y="7418"/>
                    <a:pt x="4071" y="7408"/>
                  </a:cubicBezTo>
                  <a:cubicBezTo>
                    <a:pt x="4112" y="7376"/>
                    <a:pt x="4173" y="7337"/>
                    <a:pt x="4250" y="7289"/>
                  </a:cubicBezTo>
                  <a:cubicBezTo>
                    <a:pt x="4694" y="7004"/>
                    <a:pt x="5621" y="6411"/>
                    <a:pt x="6030" y="5166"/>
                  </a:cubicBezTo>
                  <a:cubicBezTo>
                    <a:pt x="6589" y="3470"/>
                    <a:pt x="5715" y="1567"/>
                    <a:pt x="4950" y="815"/>
                  </a:cubicBezTo>
                  <a:cubicBezTo>
                    <a:pt x="4459" y="333"/>
                    <a:pt x="3329" y="0"/>
                    <a:pt x="22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g33adf7f9e96_1_466"/>
            <p:cNvSpPr/>
            <p:nvPr/>
          </p:nvSpPr>
          <p:spPr>
            <a:xfrm>
              <a:off x="9481202" y="3510132"/>
              <a:ext cx="49416" cy="21445"/>
            </a:xfrm>
            <a:custGeom>
              <a:rect b="b" l="l" r="r" t="t"/>
              <a:pathLst>
                <a:path extrusionOk="0" h="575" w="1325">
                  <a:moveTo>
                    <a:pt x="1232" y="0"/>
                  </a:moveTo>
                  <a:cubicBezTo>
                    <a:pt x="853" y="367"/>
                    <a:pt x="9" y="442"/>
                    <a:pt x="1" y="443"/>
                  </a:cubicBezTo>
                  <a:lnTo>
                    <a:pt x="11" y="574"/>
                  </a:lnTo>
                  <a:cubicBezTo>
                    <a:pt x="48" y="572"/>
                    <a:pt x="911" y="496"/>
                    <a:pt x="1325" y="96"/>
                  </a:cubicBezTo>
                  <a:lnTo>
                    <a:pt x="123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g33adf7f9e96_1_466"/>
            <p:cNvSpPr/>
            <p:nvPr/>
          </p:nvSpPr>
          <p:spPr>
            <a:xfrm>
              <a:off x="9487803" y="3438750"/>
              <a:ext cx="14508" cy="27897"/>
            </a:xfrm>
            <a:custGeom>
              <a:rect b="b" l="l" r="r" t="t"/>
              <a:pathLst>
                <a:path extrusionOk="0" h="748" w="389">
                  <a:moveTo>
                    <a:pt x="184" y="0"/>
                  </a:moveTo>
                  <a:cubicBezTo>
                    <a:pt x="183" y="0"/>
                    <a:pt x="182" y="0"/>
                    <a:pt x="181" y="0"/>
                  </a:cubicBezTo>
                  <a:cubicBezTo>
                    <a:pt x="78" y="4"/>
                    <a:pt x="0" y="174"/>
                    <a:pt x="7" y="380"/>
                  </a:cubicBezTo>
                  <a:cubicBezTo>
                    <a:pt x="14" y="585"/>
                    <a:pt x="102" y="748"/>
                    <a:pt x="204" y="748"/>
                  </a:cubicBezTo>
                  <a:cubicBezTo>
                    <a:pt x="205" y="748"/>
                    <a:pt x="206" y="748"/>
                    <a:pt x="207" y="748"/>
                  </a:cubicBezTo>
                  <a:cubicBezTo>
                    <a:pt x="310" y="744"/>
                    <a:pt x="388" y="574"/>
                    <a:pt x="381" y="367"/>
                  </a:cubicBezTo>
                  <a:cubicBezTo>
                    <a:pt x="374" y="163"/>
                    <a:pt x="286"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g33adf7f9e96_1_466"/>
            <p:cNvSpPr/>
            <p:nvPr/>
          </p:nvSpPr>
          <p:spPr>
            <a:xfrm>
              <a:off x="9486050" y="3412979"/>
              <a:ext cx="29277" cy="12307"/>
            </a:xfrm>
            <a:custGeom>
              <a:rect b="b" l="l" r="r" t="t"/>
              <a:pathLst>
                <a:path extrusionOk="0" h="330" w="785">
                  <a:moveTo>
                    <a:pt x="348" y="1"/>
                  </a:moveTo>
                  <a:cubicBezTo>
                    <a:pt x="341" y="1"/>
                    <a:pt x="335" y="1"/>
                    <a:pt x="329" y="1"/>
                  </a:cubicBezTo>
                  <a:cubicBezTo>
                    <a:pt x="126" y="11"/>
                    <a:pt x="6" y="171"/>
                    <a:pt x="1" y="176"/>
                  </a:cubicBezTo>
                  <a:lnTo>
                    <a:pt x="107" y="257"/>
                  </a:lnTo>
                  <a:cubicBezTo>
                    <a:pt x="107" y="256"/>
                    <a:pt x="197" y="140"/>
                    <a:pt x="336" y="134"/>
                  </a:cubicBezTo>
                  <a:cubicBezTo>
                    <a:pt x="338" y="134"/>
                    <a:pt x="340" y="134"/>
                    <a:pt x="342" y="134"/>
                  </a:cubicBezTo>
                  <a:cubicBezTo>
                    <a:pt x="448" y="134"/>
                    <a:pt x="567" y="198"/>
                    <a:pt x="686" y="329"/>
                  </a:cubicBezTo>
                  <a:lnTo>
                    <a:pt x="784" y="240"/>
                  </a:lnTo>
                  <a:cubicBezTo>
                    <a:pt x="641" y="81"/>
                    <a:pt x="497" y="1"/>
                    <a:pt x="3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g33adf7f9e96_1_466"/>
            <p:cNvSpPr/>
            <p:nvPr/>
          </p:nvSpPr>
          <p:spPr>
            <a:xfrm>
              <a:off x="9533638" y="3590166"/>
              <a:ext cx="38675" cy="48446"/>
            </a:xfrm>
            <a:custGeom>
              <a:rect b="b" l="l" r="r" t="t"/>
              <a:pathLst>
                <a:path extrusionOk="0" h="1299" w="1037">
                  <a:moveTo>
                    <a:pt x="1037" y="1"/>
                  </a:moveTo>
                  <a:lnTo>
                    <a:pt x="0" y="391"/>
                  </a:lnTo>
                  <a:lnTo>
                    <a:pt x="315" y="1298"/>
                  </a:lnTo>
                  <a:lnTo>
                    <a:pt x="10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g33adf7f9e96_1_466"/>
            <p:cNvSpPr/>
            <p:nvPr/>
          </p:nvSpPr>
          <p:spPr>
            <a:xfrm>
              <a:off x="9530505" y="3585429"/>
              <a:ext cx="47290" cy="59224"/>
            </a:xfrm>
            <a:custGeom>
              <a:rect b="b" l="l" r="r" t="t"/>
              <a:pathLst>
                <a:path extrusionOk="0" h="1588" w="1268">
                  <a:moveTo>
                    <a:pt x="975" y="253"/>
                  </a:moveTo>
                  <a:lnTo>
                    <a:pt x="413" y="1263"/>
                  </a:lnTo>
                  <a:lnTo>
                    <a:pt x="168" y="557"/>
                  </a:lnTo>
                  <a:lnTo>
                    <a:pt x="975" y="253"/>
                  </a:lnTo>
                  <a:close/>
                  <a:moveTo>
                    <a:pt x="1268" y="1"/>
                  </a:moveTo>
                  <a:lnTo>
                    <a:pt x="0" y="479"/>
                  </a:lnTo>
                  <a:lnTo>
                    <a:pt x="385" y="1588"/>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g33adf7f9e96_1_466"/>
            <p:cNvSpPr/>
            <p:nvPr/>
          </p:nvSpPr>
          <p:spPr>
            <a:xfrm>
              <a:off x="9371480" y="4315807"/>
              <a:ext cx="70599" cy="224292"/>
            </a:xfrm>
            <a:custGeom>
              <a:rect b="b" l="l" r="r" t="t"/>
              <a:pathLst>
                <a:path extrusionOk="0" h="6014" w="1893">
                  <a:moveTo>
                    <a:pt x="1361" y="0"/>
                  </a:moveTo>
                  <a:lnTo>
                    <a:pt x="0" y="5731"/>
                  </a:lnTo>
                  <a:lnTo>
                    <a:pt x="1221" y="6014"/>
                  </a:lnTo>
                  <a:lnTo>
                    <a:pt x="1892" y="1824"/>
                  </a:lnTo>
                  <a:lnTo>
                    <a:pt x="136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g33adf7f9e96_1_466"/>
            <p:cNvSpPr/>
            <p:nvPr/>
          </p:nvSpPr>
          <p:spPr>
            <a:xfrm>
              <a:off x="9368459" y="4306111"/>
              <a:ext cx="76156" cy="237047"/>
            </a:xfrm>
            <a:custGeom>
              <a:rect b="b" l="l" r="r" t="t"/>
              <a:pathLst>
                <a:path extrusionOk="0" h="6356" w="2042">
                  <a:moveTo>
                    <a:pt x="1448" y="520"/>
                  </a:moveTo>
                  <a:lnTo>
                    <a:pt x="1906" y="2089"/>
                  </a:lnTo>
                  <a:lnTo>
                    <a:pt x="1248" y="6193"/>
                  </a:lnTo>
                  <a:lnTo>
                    <a:pt x="161" y="5941"/>
                  </a:lnTo>
                  <a:lnTo>
                    <a:pt x="1448" y="520"/>
                  </a:lnTo>
                  <a:close/>
                  <a:moveTo>
                    <a:pt x="1435" y="1"/>
                  </a:moveTo>
                  <a:lnTo>
                    <a:pt x="1" y="6041"/>
                  </a:lnTo>
                  <a:lnTo>
                    <a:pt x="1357" y="6355"/>
                  </a:lnTo>
                  <a:lnTo>
                    <a:pt x="2039" y="2095"/>
                  </a:lnTo>
                  <a:lnTo>
                    <a:pt x="2042" y="2081"/>
                  </a:lnTo>
                  <a:lnTo>
                    <a:pt x="143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g33adf7f9e96_1_466"/>
            <p:cNvSpPr/>
            <p:nvPr/>
          </p:nvSpPr>
          <p:spPr>
            <a:xfrm>
              <a:off x="9430443" y="3804200"/>
              <a:ext cx="66124" cy="228171"/>
            </a:xfrm>
            <a:custGeom>
              <a:rect b="b" l="l" r="r" t="t"/>
              <a:pathLst>
                <a:path extrusionOk="0" h="6118" w="1773">
                  <a:moveTo>
                    <a:pt x="982" y="1"/>
                  </a:moveTo>
                  <a:cubicBezTo>
                    <a:pt x="736" y="544"/>
                    <a:pt x="536" y="1145"/>
                    <a:pt x="434" y="1787"/>
                  </a:cubicBezTo>
                  <a:cubicBezTo>
                    <a:pt x="0" y="4543"/>
                    <a:pt x="497" y="6118"/>
                    <a:pt x="497" y="6118"/>
                  </a:cubicBezTo>
                  <a:cubicBezTo>
                    <a:pt x="497" y="6118"/>
                    <a:pt x="784" y="1834"/>
                    <a:pt x="1772" y="183"/>
                  </a:cubicBezTo>
                  <a:cubicBezTo>
                    <a:pt x="1461" y="146"/>
                    <a:pt x="1199" y="80"/>
                    <a:pt x="9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g33adf7f9e96_1_466"/>
            <p:cNvSpPr/>
            <p:nvPr/>
          </p:nvSpPr>
          <p:spPr>
            <a:xfrm>
              <a:off x="9428094" y="3801142"/>
              <a:ext cx="72576" cy="244506"/>
            </a:xfrm>
            <a:custGeom>
              <a:rect b="b" l="l" r="r" t="t"/>
              <a:pathLst>
                <a:path extrusionOk="0" h="6556" w="1946">
                  <a:moveTo>
                    <a:pt x="1081" y="166"/>
                  </a:moveTo>
                  <a:cubicBezTo>
                    <a:pt x="1283" y="236"/>
                    <a:pt x="1501" y="286"/>
                    <a:pt x="1729" y="318"/>
                  </a:cubicBezTo>
                  <a:cubicBezTo>
                    <a:pt x="955" y="1711"/>
                    <a:pt x="629" y="4649"/>
                    <a:pt x="529" y="5761"/>
                  </a:cubicBezTo>
                  <a:cubicBezTo>
                    <a:pt x="412" y="5123"/>
                    <a:pt x="264" y="3780"/>
                    <a:pt x="564" y="1880"/>
                  </a:cubicBezTo>
                  <a:cubicBezTo>
                    <a:pt x="652" y="1316"/>
                    <a:pt x="826" y="740"/>
                    <a:pt x="1081" y="166"/>
                  </a:cubicBezTo>
                  <a:close/>
                  <a:moveTo>
                    <a:pt x="1010" y="0"/>
                  </a:moveTo>
                  <a:lnTo>
                    <a:pt x="985" y="56"/>
                  </a:lnTo>
                  <a:cubicBezTo>
                    <a:pt x="711" y="659"/>
                    <a:pt x="526" y="1266"/>
                    <a:pt x="432" y="1860"/>
                  </a:cubicBezTo>
                  <a:cubicBezTo>
                    <a:pt x="0" y="4599"/>
                    <a:pt x="493" y="6203"/>
                    <a:pt x="497" y="6220"/>
                  </a:cubicBezTo>
                  <a:lnTo>
                    <a:pt x="603" y="6556"/>
                  </a:lnTo>
                  <a:lnTo>
                    <a:pt x="626" y="6203"/>
                  </a:lnTo>
                  <a:cubicBezTo>
                    <a:pt x="630" y="6161"/>
                    <a:pt x="924" y="1918"/>
                    <a:pt x="1892" y="299"/>
                  </a:cubicBezTo>
                  <a:lnTo>
                    <a:pt x="1945" y="211"/>
                  </a:lnTo>
                  <a:lnTo>
                    <a:pt x="1844" y="199"/>
                  </a:lnTo>
                  <a:cubicBezTo>
                    <a:pt x="1567" y="167"/>
                    <a:pt x="1305" y="107"/>
                    <a:pt x="1068" y="21"/>
                  </a:cubicBez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g33adf7f9e96_1_466"/>
            <p:cNvSpPr/>
            <p:nvPr/>
          </p:nvSpPr>
          <p:spPr>
            <a:xfrm>
              <a:off x="9303007" y="3717266"/>
              <a:ext cx="492630" cy="473646"/>
            </a:xfrm>
            <a:custGeom>
              <a:rect b="b" l="l" r="r" t="t"/>
              <a:pathLst>
                <a:path extrusionOk="0" h="12700" w="13209">
                  <a:moveTo>
                    <a:pt x="11543" y="1"/>
                  </a:moveTo>
                  <a:cubicBezTo>
                    <a:pt x="11455" y="1"/>
                    <a:pt x="11364" y="8"/>
                    <a:pt x="11269" y="21"/>
                  </a:cubicBezTo>
                  <a:lnTo>
                    <a:pt x="8603" y="4121"/>
                  </a:lnTo>
                  <a:lnTo>
                    <a:pt x="8509" y="8983"/>
                  </a:lnTo>
                  <a:lnTo>
                    <a:pt x="0" y="10385"/>
                  </a:lnTo>
                  <a:lnTo>
                    <a:pt x="187" y="12676"/>
                  </a:lnTo>
                  <a:cubicBezTo>
                    <a:pt x="187" y="12676"/>
                    <a:pt x="1368" y="12699"/>
                    <a:pt x="2823" y="12699"/>
                  </a:cubicBezTo>
                  <a:cubicBezTo>
                    <a:pt x="4278" y="12699"/>
                    <a:pt x="6008" y="12676"/>
                    <a:pt x="7106" y="12582"/>
                  </a:cubicBezTo>
                  <a:cubicBezTo>
                    <a:pt x="9304" y="12396"/>
                    <a:pt x="11221" y="12256"/>
                    <a:pt x="11501" y="12022"/>
                  </a:cubicBezTo>
                  <a:cubicBezTo>
                    <a:pt x="11782" y="11789"/>
                    <a:pt x="12578" y="7269"/>
                    <a:pt x="12906" y="4089"/>
                  </a:cubicBezTo>
                  <a:cubicBezTo>
                    <a:pt x="13209" y="1140"/>
                    <a:pt x="12667" y="1"/>
                    <a:pt x="115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g33adf7f9e96_1_466"/>
            <p:cNvSpPr/>
            <p:nvPr/>
          </p:nvSpPr>
          <p:spPr>
            <a:xfrm>
              <a:off x="9300322" y="3714842"/>
              <a:ext cx="494196" cy="478532"/>
            </a:xfrm>
            <a:custGeom>
              <a:rect b="b" l="l" r="r" t="t"/>
              <a:pathLst>
                <a:path extrusionOk="0" h="12831" w="13251">
                  <a:moveTo>
                    <a:pt x="11609" y="1"/>
                  </a:moveTo>
                  <a:cubicBezTo>
                    <a:pt x="11520" y="1"/>
                    <a:pt x="11427" y="8"/>
                    <a:pt x="11331" y="21"/>
                  </a:cubicBezTo>
                  <a:lnTo>
                    <a:pt x="11350" y="153"/>
                  </a:lnTo>
                  <a:cubicBezTo>
                    <a:pt x="11443" y="139"/>
                    <a:pt x="11531" y="133"/>
                    <a:pt x="11616" y="133"/>
                  </a:cubicBezTo>
                  <a:cubicBezTo>
                    <a:pt x="11939" y="133"/>
                    <a:pt x="12198" y="230"/>
                    <a:pt x="12404" y="428"/>
                  </a:cubicBezTo>
                  <a:cubicBezTo>
                    <a:pt x="12949" y="952"/>
                    <a:pt x="13115" y="2169"/>
                    <a:pt x="12911" y="4148"/>
                  </a:cubicBezTo>
                  <a:cubicBezTo>
                    <a:pt x="12566" y="7494"/>
                    <a:pt x="11770" y="11836"/>
                    <a:pt x="11531" y="12036"/>
                  </a:cubicBezTo>
                  <a:cubicBezTo>
                    <a:pt x="11292" y="12236"/>
                    <a:pt x="9577" y="12379"/>
                    <a:pt x="7764" y="12532"/>
                  </a:cubicBezTo>
                  <a:lnTo>
                    <a:pt x="7172" y="12582"/>
                  </a:lnTo>
                  <a:cubicBezTo>
                    <a:pt x="6077" y="12675"/>
                    <a:pt x="4337" y="12698"/>
                    <a:pt x="2877" y="12698"/>
                  </a:cubicBezTo>
                  <a:cubicBezTo>
                    <a:pt x="1624" y="12698"/>
                    <a:pt x="576" y="12681"/>
                    <a:pt x="319" y="12677"/>
                  </a:cubicBezTo>
                  <a:lnTo>
                    <a:pt x="143" y="10506"/>
                  </a:lnTo>
                  <a:lnTo>
                    <a:pt x="8592" y="9114"/>
                  </a:lnTo>
                  <a:lnTo>
                    <a:pt x="8646" y="9104"/>
                  </a:lnTo>
                  <a:lnTo>
                    <a:pt x="8741" y="4187"/>
                  </a:lnTo>
                  <a:lnTo>
                    <a:pt x="8608" y="4185"/>
                  </a:lnTo>
                  <a:lnTo>
                    <a:pt x="8515" y="8992"/>
                  </a:lnTo>
                  <a:lnTo>
                    <a:pt x="0" y="10395"/>
                  </a:lnTo>
                  <a:lnTo>
                    <a:pt x="198" y="12807"/>
                  </a:lnTo>
                  <a:lnTo>
                    <a:pt x="258" y="12808"/>
                  </a:lnTo>
                  <a:cubicBezTo>
                    <a:pt x="280" y="12808"/>
                    <a:pt x="1448" y="12831"/>
                    <a:pt x="2884" y="12831"/>
                  </a:cubicBezTo>
                  <a:cubicBezTo>
                    <a:pt x="4346" y="12831"/>
                    <a:pt x="6087" y="12807"/>
                    <a:pt x="7184" y="12715"/>
                  </a:cubicBezTo>
                  <a:lnTo>
                    <a:pt x="7776" y="12664"/>
                  </a:lnTo>
                  <a:cubicBezTo>
                    <a:pt x="9988" y="12478"/>
                    <a:pt x="11358" y="12353"/>
                    <a:pt x="11616" y="12139"/>
                  </a:cubicBezTo>
                  <a:cubicBezTo>
                    <a:pt x="11935" y="11871"/>
                    <a:pt x="12728" y="7229"/>
                    <a:pt x="13043" y="4162"/>
                  </a:cubicBezTo>
                  <a:cubicBezTo>
                    <a:pt x="13251" y="2139"/>
                    <a:pt x="13072" y="886"/>
                    <a:pt x="12496" y="332"/>
                  </a:cubicBezTo>
                  <a:cubicBezTo>
                    <a:pt x="12266" y="111"/>
                    <a:pt x="11969" y="1"/>
                    <a:pt x="116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g33adf7f9e96_1_466"/>
            <p:cNvSpPr/>
            <p:nvPr/>
          </p:nvSpPr>
          <p:spPr>
            <a:xfrm>
              <a:off x="9087816" y="4088720"/>
              <a:ext cx="174130" cy="147837"/>
            </a:xfrm>
            <a:custGeom>
              <a:rect b="b" l="l" r="r" t="t"/>
              <a:pathLst>
                <a:path extrusionOk="0" h="3964" w="4669">
                  <a:moveTo>
                    <a:pt x="2240" y="1"/>
                  </a:moveTo>
                  <a:cubicBezTo>
                    <a:pt x="2069" y="1"/>
                    <a:pt x="1917" y="25"/>
                    <a:pt x="1784" y="63"/>
                  </a:cubicBezTo>
                  <a:cubicBezTo>
                    <a:pt x="1404" y="172"/>
                    <a:pt x="680" y="218"/>
                    <a:pt x="680" y="218"/>
                  </a:cubicBezTo>
                  <a:lnTo>
                    <a:pt x="0" y="2286"/>
                  </a:lnTo>
                  <a:lnTo>
                    <a:pt x="670" y="2649"/>
                  </a:lnTo>
                  <a:cubicBezTo>
                    <a:pt x="670" y="2649"/>
                    <a:pt x="1512" y="3302"/>
                    <a:pt x="1975" y="3655"/>
                  </a:cubicBezTo>
                  <a:cubicBezTo>
                    <a:pt x="2273" y="3882"/>
                    <a:pt x="2526" y="3963"/>
                    <a:pt x="2733" y="3963"/>
                  </a:cubicBezTo>
                  <a:cubicBezTo>
                    <a:pt x="2848" y="3963"/>
                    <a:pt x="2949" y="3939"/>
                    <a:pt x="3036" y="3900"/>
                  </a:cubicBezTo>
                  <a:cubicBezTo>
                    <a:pt x="3281" y="3791"/>
                    <a:pt x="4397" y="2213"/>
                    <a:pt x="4533" y="1914"/>
                  </a:cubicBezTo>
                  <a:cubicBezTo>
                    <a:pt x="4669" y="1614"/>
                    <a:pt x="4016" y="716"/>
                    <a:pt x="3363" y="336"/>
                  </a:cubicBezTo>
                  <a:cubicBezTo>
                    <a:pt x="2937" y="87"/>
                    <a:pt x="2558" y="1"/>
                    <a:pt x="22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g33adf7f9e96_1_466"/>
            <p:cNvSpPr/>
            <p:nvPr/>
          </p:nvSpPr>
          <p:spPr>
            <a:xfrm>
              <a:off x="9084795" y="4086259"/>
              <a:ext cx="180545" cy="152760"/>
            </a:xfrm>
            <a:custGeom>
              <a:rect b="b" l="l" r="r" t="t"/>
              <a:pathLst>
                <a:path extrusionOk="0" h="4096" w="4841">
                  <a:moveTo>
                    <a:pt x="2321" y="133"/>
                  </a:moveTo>
                  <a:cubicBezTo>
                    <a:pt x="2618" y="133"/>
                    <a:pt x="2987" y="211"/>
                    <a:pt x="3410" y="458"/>
                  </a:cubicBezTo>
                  <a:cubicBezTo>
                    <a:pt x="4046" y="830"/>
                    <a:pt x="4666" y="1704"/>
                    <a:pt x="4553" y="1951"/>
                  </a:cubicBezTo>
                  <a:cubicBezTo>
                    <a:pt x="4413" y="2261"/>
                    <a:pt x="3300" y="3811"/>
                    <a:pt x="3091" y="3905"/>
                  </a:cubicBezTo>
                  <a:cubicBezTo>
                    <a:pt x="3005" y="3943"/>
                    <a:pt x="2913" y="3962"/>
                    <a:pt x="2816" y="3962"/>
                  </a:cubicBezTo>
                  <a:cubicBezTo>
                    <a:pt x="2596" y="3962"/>
                    <a:pt x="2352" y="3863"/>
                    <a:pt x="2097" y="3668"/>
                  </a:cubicBezTo>
                  <a:cubicBezTo>
                    <a:pt x="1635" y="3314"/>
                    <a:pt x="791" y="2661"/>
                    <a:pt x="782" y="2655"/>
                  </a:cubicBezTo>
                  <a:lnTo>
                    <a:pt x="162" y="2321"/>
                  </a:lnTo>
                  <a:lnTo>
                    <a:pt x="810" y="348"/>
                  </a:lnTo>
                  <a:cubicBezTo>
                    <a:pt x="976" y="335"/>
                    <a:pt x="1552" y="288"/>
                    <a:pt x="1884" y="193"/>
                  </a:cubicBezTo>
                  <a:cubicBezTo>
                    <a:pt x="2004" y="159"/>
                    <a:pt x="2151" y="133"/>
                    <a:pt x="2321" y="133"/>
                  </a:cubicBezTo>
                  <a:close/>
                  <a:moveTo>
                    <a:pt x="2320" y="1"/>
                  </a:moveTo>
                  <a:cubicBezTo>
                    <a:pt x="2136" y="1"/>
                    <a:pt x="1977" y="29"/>
                    <a:pt x="1848" y="66"/>
                  </a:cubicBezTo>
                  <a:cubicBezTo>
                    <a:pt x="1478" y="172"/>
                    <a:pt x="764" y="218"/>
                    <a:pt x="757" y="219"/>
                  </a:cubicBezTo>
                  <a:lnTo>
                    <a:pt x="712" y="222"/>
                  </a:lnTo>
                  <a:lnTo>
                    <a:pt x="1" y="2384"/>
                  </a:lnTo>
                  <a:lnTo>
                    <a:pt x="709" y="2767"/>
                  </a:lnTo>
                  <a:cubicBezTo>
                    <a:pt x="709" y="2767"/>
                    <a:pt x="1553" y="3420"/>
                    <a:pt x="2016" y="3773"/>
                  </a:cubicBezTo>
                  <a:cubicBezTo>
                    <a:pt x="2335" y="4017"/>
                    <a:pt x="2602" y="4095"/>
                    <a:pt x="2814" y="4095"/>
                  </a:cubicBezTo>
                  <a:cubicBezTo>
                    <a:pt x="2947" y="4095"/>
                    <a:pt x="3057" y="4066"/>
                    <a:pt x="3144" y="4027"/>
                  </a:cubicBezTo>
                  <a:cubicBezTo>
                    <a:pt x="3425" y="3902"/>
                    <a:pt x="4555" y="2271"/>
                    <a:pt x="4674" y="2007"/>
                  </a:cubicBezTo>
                  <a:cubicBezTo>
                    <a:pt x="4841" y="1639"/>
                    <a:pt x="4114" y="716"/>
                    <a:pt x="3477" y="345"/>
                  </a:cubicBezTo>
                  <a:cubicBezTo>
                    <a:pt x="3029" y="83"/>
                    <a:pt x="2637" y="1"/>
                    <a:pt x="23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g33adf7f9e96_1_466"/>
            <p:cNvSpPr/>
            <p:nvPr/>
          </p:nvSpPr>
          <p:spPr>
            <a:xfrm>
              <a:off x="9109410" y="4094128"/>
              <a:ext cx="198969" cy="146905"/>
            </a:xfrm>
            <a:custGeom>
              <a:rect b="b" l="l" r="r" t="t"/>
              <a:pathLst>
                <a:path extrusionOk="0" h="3939" w="5335">
                  <a:moveTo>
                    <a:pt x="3086" y="0"/>
                  </a:moveTo>
                  <a:cubicBezTo>
                    <a:pt x="2806" y="0"/>
                    <a:pt x="2432" y="280"/>
                    <a:pt x="2245" y="421"/>
                  </a:cubicBezTo>
                  <a:cubicBezTo>
                    <a:pt x="2058" y="561"/>
                    <a:pt x="1" y="2805"/>
                    <a:pt x="1" y="2805"/>
                  </a:cubicBezTo>
                  <a:cubicBezTo>
                    <a:pt x="1" y="2805"/>
                    <a:pt x="149" y="3101"/>
                    <a:pt x="378" y="3101"/>
                  </a:cubicBezTo>
                  <a:cubicBezTo>
                    <a:pt x="407" y="3101"/>
                    <a:pt x="437" y="3096"/>
                    <a:pt x="468" y="3086"/>
                  </a:cubicBezTo>
                  <a:cubicBezTo>
                    <a:pt x="749" y="2992"/>
                    <a:pt x="1263" y="2758"/>
                    <a:pt x="1263" y="2758"/>
                  </a:cubicBezTo>
                  <a:lnTo>
                    <a:pt x="1263" y="2758"/>
                  </a:lnTo>
                  <a:cubicBezTo>
                    <a:pt x="1263" y="2758"/>
                    <a:pt x="702" y="3320"/>
                    <a:pt x="983" y="3600"/>
                  </a:cubicBezTo>
                  <a:cubicBezTo>
                    <a:pt x="1263" y="3881"/>
                    <a:pt x="1731" y="3881"/>
                    <a:pt x="1731" y="3881"/>
                  </a:cubicBezTo>
                  <a:lnTo>
                    <a:pt x="2058" y="3694"/>
                  </a:lnTo>
                  <a:cubicBezTo>
                    <a:pt x="2058" y="3694"/>
                    <a:pt x="2291" y="3881"/>
                    <a:pt x="2526" y="3927"/>
                  </a:cubicBezTo>
                  <a:cubicBezTo>
                    <a:pt x="2566" y="3935"/>
                    <a:pt x="2611" y="3939"/>
                    <a:pt x="2658" y="3939"/>
                  </a:cubicBezTo>
                  <a:cubicBezTo>
                    <a:pt x="2887" y="3939"/>
                    <a:pt x="3189" y="3848"/>
                    <a:pt x="3460" y="3694"/>
                  </a:cubicBezTo>
                  <a:cubicBezTo>
                    <a:pt x="3788" y="3507"/>
                    <a:pt x="4616" y="2531"/>
                    <a:pt x="4616" y="2531"/>
                  </a:cubicBezTo>
                  <a:lnTo>
                    <a:pt x="5334" y="2254"/>
                  </a:lnTo>
                  <a:lnTo>
                    <a:pt x="5191" y="280"/>
                  </a:lnTo>
                  <a:lnTo>
                    <a:pt x="4116" y="187"/>
                  </a:lnTo>
                  <a:cubicBezTo>
                    <a:pt x="4116" y="187"/>
                    <a:pt x="3367" y="0"/>
                    <a:pt x="3086"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g33adf7f9e96_1_466"/>
            <p:cNvSpPr/>
            <p:nvPr/>
          </p:nvSpPr>
          <p:spPr>
            <a:xfrm>
              <a:off x="9106463" y="4091629"/>
              <a:ext cx="204563" cy="151940"/>
            </a:xfrm>
            <a:custGeom>
              <a:rect b="b" l="l" r="r" t="t"/>
              <a:pathLst>
                <a:path extrusionOk="0" h="4074" w="5485">
                  <a:moveTo>
                    <a:pt x="3165" y="133"/>
                  </a:moveTo>
                  <a:cubicBezTo>
                    <a:pt x="3435" y="133"/>
                    <a:pt x="4171" y="317"/>
                    <a:pt x="4189" y="320"/>
                  </a:cubicBezTo>
                  <a:lnTo>
                    <a:pt x="5208" y="409"/>
                  </a:lnTo>
                  <a:lnTo>
                    <a:pt x="5345" y="2276"/>
                  </a:lnTo>
                  <a:lnTo>
                    <a:pt x="4656" y="2542"/>
                  </a:lnTo>
                  <a:lnTo>
                    <a:pt x="4646" y="2555"/>
                  </a:lnTo>
                  <a:cubicBezTo>
                    <a:pt x="4637" y="2565"/>
                    <a:pt x="3820" y="3524"/>
                    <a:pt x="3506" y="3703"/>
                  </a:cubicBezTo>
                  <a:cubicBezTo>
                    <a:pt x="3246" y="3852"/>
                    <a:pt x="2955" y="3940"/>
                    <a:pt x="2738" y="3940"/>
                  </a:cubicBezTo>
                  <a:cubicBezTo>
                    <a:pt x="2695" y="3940"/>
                    <a:pt x="2654" y="3936"/>
                    <a:pt x="2618" y="3929"/>
                  </a:cubicBezTo>
                  <a:cubicBezTo>
                    <a:pt x="2404" y="3886"/>
                    <a:pt x="2181" y="3711"/>
                    <a:pt x="2179" y="3709"/>
                  </a:cubicBezTo>
                  <a:lnTo>
                    <a:pt x="2143" y="3680"/>
                  </a:lnTo>
                  <a:lnTo>
                    <a:pt x="1793" y="3880"/>
                  </a:lnTo>
                  <a:cubicBezTo>
                    <a:pt x="1710" y="3877"/>
                    <a:pt x="1338" y="3848"/>
                    <a:pt x="1109" y="3620"/>
                  </a:cubicBezTo>
                  <a:cubicBezTo>
                    <a:pt x="882" y="3394"/>
                    <a:pt x="1385" y="2878"/>
                    <a:pt x="1390" y="2872"/>
                  </a:cubicBezTo>
                  <a:lnTo>
                    <a:pt x="1647" y="2614"/>
                  </a:lnTo>
                  <a:lnTo>
                    <a:pt x="1315" y="2766"/>
                  </a:lnTo>
                  <a:cubicBezTo>
                    <a:pt x="1310" y="2768"/>
                    <a:pt x="800" y="2999"/>
                    <a:pt x="527" y="3090"/>
                  </a:cubicBezTo>
                  <a:cubicBezTo>
                    <a:pt x="504" y="3098"/>
                    <a:pt x="482" y="3101"/>
                    <a:pt x="460" y="3101"/>
                  </a:cubicBezTo>
                  <a:cubicBezTo>
                    <a:pt x="318" y="3101"/>
                    <a:pt x="208" y="2954"/>
                    <a:pt x="161" y="2882"/>
                  </a:cubicBezTo>
                  <a:cubicBezTo>
                    <a:pt x="755" y="2233"/>
                    <a:pt x="2218" y="651"/>
                    <a:pt x="2364" y="540"/>
                  </a:cubicBezTo>
                  <a:cubicBezTo>
                    <a:pt x="2541" y="409"/>
                    <a:pt x="2908" y="133"/>
                    <a:pt x="3165" y="133"/>
                  </a:cubicBezTo>
                  <a:close/>
                  <a:moveTo>
                    <a:pt x="3165" y="1"/>
                  </a:moveTo>
                  <a:cubicBezTo>
                    <a:pt x="2864" y="1"/>
                    <a:pt x="2486" y="282"/>
                    <a:pt x="2284" y="435"/>
                  </a:cubicBezTo>
                  <a:cubicBezTo>
                    <a:pt x="2095" y="577"/>
                    <a:pt x="115" y="2735"/>
                    <a:pt x="31" y="2827"/>
                  </a:cubicBezTo>
                  <a:lnTo>
                    <a:pt x="1" y="2860"/>
                  </a:lnTo>
                  <a:lnTo>
                    <a:pt x="21" y="2902"/>
                  </a:lnTo>
                  <a:cubicBezTo>
                    <a:pt x="28" y="2917"/>
                    <a:pt x="190" y="3235"/>
                    <a:pt x="455" y="3235"/>
                  </a:cubicBezTo>
                  <a:cubicBezTo>
                    <a:pt x="491" y="3235"/>
                    <a:pt x="529" y="3229"/>
                    <a:pt x="568" y="3215"/>
                  </a:cubicBezTo>
                  <a:cubicBezTo>
                    <a:pt x="722" y="3164"/>
                    <a:pt x="940" y="3075"/>
                    <a:pt x="1110" y="3001"/>
                  </a:cubicBezTo>
                  <a:lnTo>
                    <a:pt x="1110" y="3001"/>
                  </a:lnTo>
                  <a:cubicBezTo>
                    <a:pt x="1087" y="3034"/>
                    <a:pt x="1062" y="3070"/>
                    <a:pt x="1041" y="3106"/>
                  </a:cubicBezTo>
                  <a:cubicBezTo>
                    <a:pt x="844" y="3433"/>
                    <a:pt x="919" y="3618"/>
                    <a:pt x="1015" y="3713"/>
                  </a:cubicBezTo>
                  <a:cubicBezTo>
                    <a:pt x="1311" y="4010"/>
                    <a:pt x="1789" y="4014"/>
                    <a:pt x="1810" y="4014"/>
                  </a:cubicBezTo>
                  <a:lnTo>
                    <a:pt x="1827" y="4014"/>
                  </a:lnTo>
                  <a:lnTo>
                    <a:pt x="2133" y="3840"/>
                  </a:lnTo>
                  <a:cubicBezTo>
                    <a:pt x="2209" y="3896"/>
                    <a:pt x="2399" y="4021"/>
                    <a:pt x="2592" y="4060"/>
                  </a:cubicBezTo>
                  <a:cubicBezTo>
                    <a:pt x="2637" y="4068"/>
                    <a:pt x="2685" y="4073"/>
                    <a:pt x="2737" y="4073"/>
                  </a:cubicBezTo>
                  <a:cubicBezTo>
                    <a:pt x="2980" y="4073"/>
                    <a:pt x="3290" y="3980"/>
                    <a:pt x="3572" y="3819"/>
                  </a:cubicBezTo>
                  <a:cubicBezTo>
                    <a:pt x="3890" y="3638"/>
                    <a:pt x="4633" y="2775"/>
                    <a:pt x="4735" y="2655"/>
                  </a:cubicBezTo>
                  <a:lnTo>
                    <a:pt x="5484" y="2365"/>
                  </a:lnTo>
                  <a:lnTo>
                    <a:pt x="5332" y="286"/>
                  </a:lnTo>
                  <a:lnTo>
                    <a:pt x="4210" y="189"/>
                  </a:lnTo>
                  <a:cubicBezTo>
                    <a:pt x="4179" y="182"/>
                    <a:pt x="3452" y="1"/>
                    <a:pt x="3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g33adf7f9e96_1_466"/>
            <p:cNvSpPr/>
            <p:nvPr/>
          </p:nvSpPr>
          <p:spPr>
            <a:xfrm>
              <a:off x="9126976" y="4077457"/>
              <a:ext cx="124826" cy="70450"/>
            </a:xfrm>
            <a:custGeom>
              <a:rect b="b" l="l" r="r" t="t"/>
              <a:pathLst>
                <a:path extrusionOk="0" h="1889" w="3347">
                  <a:moveTo>
                    <a:pt x="1711" y="1"/>
                  </a:moveTo>
                  <a:cubicBezTo>
                    <a:pt x="1051" y="1"/>
                    <a:pt x="1" y="610"/>
                    <a:pt x="1" y="610"/>
                  </a:cubicBezTo>
                  <a:lnTo>
                    <a:pt x="680" y="1644"/>
                  </a:lnTo>
                  <a:cubicBezTo>
                    <a:pt x="1306" y="1644"/>
                    <a:pt x="1850" y="1318"/>
                    <a:pt x="1850" y="1318"/>
                  </a:cubicBezTo>
                  <a:cubicBezTo>
                    <a:pt x="1850" y="1318"/>
                    <a:pt x="2177" y="1508"/>
                    <a:pt x="2367" y="1699"/>
                  </a:cubicBezTo>
                  <a:cubicBezTo>
                    <a:pt x="2482" y="1814"/>
                    <a:pt x="2656" y="1889"/>
                    <a:pt x="2824" y="1889"/>
                  </a:cubicBezTo>
                  <a:cubicBezTo>
                    <a:pt x="2934" y="1889"/>
                    <a:pt x="3042" y="1856"/>
                    <a:pt x="3129" y="1780"/>
                  </a:cubicBezTo>
                  <a:cubicBezTo>
                    <a:pt x="3347" y="1590"/>
                    <a:pt x="2557" y="257"/>
                    <a:pt x="1959" y="39"/>
                  </a:cubicBezTo>
                  <a:cubicBezTo>
                    <a:pt x="1886" y="12"/>
                    <a:pt x="1803" y="1"/>
                    <a:pt x="171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g33adf7f9e96_1_466"/>
            <p:cNvSpPr/>
            <p:nvPr/>
          </p:nvSpPr>
          <p:spPr>
            <a:xfrm>
              <a:off x="9125745" y="4075033"/>
              <a:ext cx="122253" cy="75336"/>
            </a:xfrm>
            <a:custGeom>
              <a:rect b="b" l="l" r="r" t="t"/>
              <a:pathLst>
                <a:path extrusionOk="0" h="2020" w="3278">
                  <a:moveTo>
                    <a:pt x="1746" y="1"/>
                  </a:moveTo>
                  <a:cubicBezTo>
                    <a:pt x="1072" y="1"/>
                    <a:pt x="49" y="590"/>
                    <a:pt x="1" y="619"/>
                  </a:cubicBezTo>
                  <a:lnTo>
                    <a:pt x="67" y="733"/>
                  </a:lnTo>
                  <a:cubicBezTo>
                    <a:pt x="78" y="726"/>
                    <a:pt x="1112" y="132"/>
                    <a:pt x="1741" y="132"/>
                  </a:cubicBezTo>
                  <a:cubicBezTo>
                    <a:pt x="1826" y="132"/>
                    <a:pt x="1903" y="142"/>
                    <a:pt x="1969" y="167"/>
                  </a:cubicBezTo>
                  <a:cubicBezTo>
                    <a:pt x="2435" y="336"/>
                    <a:pt x="3047" y="1250"/>
                    <a:pt x="3125" y="1666"/>
                  </a:cubicBezTo>
                  <a:cubicBezTo>
                    <a:pt x="3144" y="1769"/>
                    <a:pt x="3121" y="1793"/>
                    <a:pt x="3118" y="1796"/>
                  </a:cubicBezTo>
                  <a:cubicBezTo>
                    <a:pt x="3046" y="1859"/>
                    <a:pt x="2953" y="1886"/>
                    <a:pt x="2858" y="1886"/>
                  </a:cubicBezTo>
                  <a:cubicBezTo>
                    <a:pt x="2708" y="1886"/>
                    <a:pt x="2550" y="1819"/>
                    <a:pt x="2447" y="1716"/>
                  </a:cubicBezTo>
                  <a:cubicBezTo>
                    <a:pt x="2253" y="1522"/>
                    <a:pt x="1930" y="1333"/>
                    <a:pt x="1917" y="1325"/>
                  </a:cubicBezTo>
                  <a:lnTo>
                    <a:pt x="1883" y="1306"/>
                  </a:lnTo>
                  <a:lnTo>
                    <a:pt x="1849" y="1326"/>
                  </a:lnTo>
                  <a:cubicBezTo>
                    <a:pt x="1844" y="1328"/>
                    <a:pt x="1314" y="1643"/>
                    <a:pt x="713" y="1643"/>
                  </a:cubicBezTo>
                  <a:lnTo>
                    <a:pt x="713" y="1776"/>
                  </a:lnTo>
                  <a:cubicBezTo>
                    <a:pt x="1267" y="1776"/>
                    <a:pt x="1749" y="1533"/>
                    <a:pt x="1882" y="1460"/>
                  </a:cubicBezTo>
                  <a:cubicBezTo>
                    <a:pt x="1968" y="1512"/>
                    <a:pt x="2206" y="1663"/>
                    <a:pt x="2353" y="1811"/>
                  </a:cubicBezTo>
                  <a:cubicBezTo>
                    <a:pt x="2480" y="1938"/>
                    <a:pt x="2672" y="2019"/>
                    <a:pt x="2857" y="2019"/>
                  </a:cubicBezTo>
                  <a:cubicBezTo>
                    <a:pt x="2983" y="2019"/>
                    <a:pt x="3106" y="1981"/>
                    <a:pt x="3206" y="1895"/>
                  </a:cubicBezTo>
                  <a:cubicBezTo>
                    <a:pt x="3261" y="1847"/>
                    <a:pt x="3278" y="1761"/>
                    <a:pt x="3255" y="1641"/>
                  </a:cubicBezTo>
                  <a:cubicBezTo>
                    <a:pt x="3171" y="1189"/>
                    <a:pt x="2525" y="228"/>
                    <a:pt x="2015" y="42"/>
                  </a:cubicBezTo>
                  <a:cubicBezTo>
                    <a:pt x="1936" y="13"/>
                    <a:pt x="1845" y="1"/>
                    <a:pt x="1746"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g33adf7f9e96_1_466"/>
            <p:cNvSpPr/>
            <p:nvPr/>
          </p:nvSpPr>
          <p:spPr>
            <a:xfrm>
              <a:off x="9254673" y="4185761"/>
              <a:ext cx="41659" cy="30955"/>
            </a:xfrm>
            <a:custGeom>
              <a:rect b="b" l="l" r="r" t="t"/>
              <a:pathLst>
                <a:path extrusionOk="0" h="830" w="1117">
                  <a:moveTo>
                    <a:pt x="343" y="0"/>
                  </a:moveTo>
                  <a:cubicBezTo>
                    <a:pt x="236" y="0"/>
                    <a:pt x="132" y="58"/>
                    <a:pt x="79" y="159"/>
                  </a:cubicBezTo>
                  <a:cubicBezTo>
                    <a:pt x="1" y="304"/>
                    <a:pt x="55" y="485"/>
                    <a:pt x="201" y="564"/>
                  </a:cubicBezTo>
                  <a:lnTo>
                    <a:pt x="632" y="794"/>
                  </a:lnTo>
                  <a:cubicBezTo>
                    <a:pt x="678" y="818"/>
                    <a:pt x="727" y="830"/>
                    <a:pt x="775" y="830"/>
                  </a:cubicBezTo>
                  <a:cubicBezTo>
                    <a:pt x="881" y="830"/>
                    <a:pt x="984" y="773"/>
                    <a:pt x="1038" y="672"/>
                  </a:cubicBezTo>
                  <a:cubicBezTo>
                    <a:pt x="1116" y="526"/>
                    <a:pt x="1061" y="345"/>
                    <a:pt x="915" y="267"/>
                  </a:cubicBezTo>
                  <a:lnTo>
                    <a:pt x="483" y="36"/>
                  </a:lnTo>
                  <a:cubicBezTo>
                    <a:pt x="439" y="12"/>
                    <a:pt x="390" y="0"/>
                    <a:pt x="3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g33adf7f9e96_1_466"/>
            <p:cNvSpPr/>
            <p:nvPr/>
          </p:nvSpPr>
          <p:spPr>
            <a:xfrm>
              <a:off x="9251839" y="4183299"/>
              <a:ext cx="47327" cy="35952"/>
            </a:xfrm>
            <a:custGeom>
              <a:rect b="b" l="l" r="r" t="t"/>
              <a:pathLst>
                <a:path extrusionOk="0" h="964" w="1269">
                  <a:moveTo>
                    <a:pt x="419" y="133"/>
                  </a:moveTo>
                  <a:cubicBezTo>
                    <a:pt x="456" y="133"/>
                    <a:pt x="493" y="142"/>
                    <a:pt x="527" y="161"/>
                  </a:cubicBezTo>
                  <a:lnTo>
                    <a:pt x="959" y="392"/>
                  </a:lnTo>
                  <a:cubicBezTo>
                    <a:pt x="1073" y="452"/>
                    <a:pt x="1115" y="593"/>
                    <a:pt x="1055" y="706"/>
                  </a:cubicBezTo>
                  <a:cubicBezTo>
                    <a:pt x="1013" y="785"/>
                    <a:pt x="932" y="830"/>
                    <a:pt x="849" y="830"/>
                  </a:cubicBezTo>
                  <a:cubicBezTo>
                    <a:pt x="812" y="830"/>
                    <a:pt x="775" y="821"/>
                    <a:pt x="740" y="802"/>
                  </a:cubicBezTo>
                  <a:lnTo>
                    <a:pt x="309" y="572"/>
                  </a:lnTo>
                  <a:cubicBezTo>
                    <a:pt x="195" y="511"/>
                    <a:pt x="152" y="369"/>
                    <a:pt x="213" y="256"/>
                  </a:cubicBezTo>
                  <a:cubicBezTo>
                    <a:pt x="242" y="201"/>
                    <a:pt x="291" y="161"/>
                    <a:pt x="350" y="143"/>
                  </a:cubicBezTo>
                  <a:cubicBezTo>
                    <a:pt x="372" y="136"/>
                    <a:pt x="396" y="133"/>
                    <a:pt x="419" y="133"/>
                  </a:cubicBezTo>
                  <a:close/>
                  <a:moveTo>
                    <a:pt x="418" y="0"/>
                  </a:moveTo>
                  <a:cubicBezTo>
                    <a:pt x="382" y="0"/>
                    <a:pt x="347" y="5"/>
                    <a:pt x="312" y="16"/>
                  </a:cubicBezTo>
                  <a:cubicBezTo>
                    <a:pt x="219" y="44"/>
                    <a:pt x="142" y="108"/>
                    <a:pt x="96" y="194"/>
                  </a:cubicBezTo>
                  <a:cubicBezTo>
                    <a:pt x="1" y="372"/>
                    <a:pt x="68" y="594"/>
                    <a:pt x="246" y="689"/>
                  </a:cubicBezTo>
                  <a:lnTo>
                    <a:pt x="678" y="919"/>
                  </a:lnTo>
                  <a:cubicBezTo>
                    <a:pt x="732" y="948"/>
                    <a:pt x="790" y="963"/>
                    <a:pt x="849" y="963"/>
                  </a:cubicBezTo>
                  <a:cubicBezTo>
                    <a:pt x="885" y="963"/>
                    <a:pt x="921" y="957"/>
                    <a:pt x="956" y="947"/>
                  </a:cubicBezTo>
                  <a:cubicBezTo>
                    <a:pt x="1049" y="918"/>
                    <a:pt x="1126" y="856"/>
                    <a:pt x="1172" y="769"/>
                  </a:cubicBezTo>
                  <a:cubicBezTo>
                    <a:pt x="1268" y="592"/>
                    <a:pt x="1201" y="369"/>
                    <a:pt x="1022" y="275"/>
                  </a:cubicBezTo>
                  <a:lnTo>
                    <a:pt x="590" y="44"/>
                  </a:lnTo>
                  <a:cubicBezTo>
                    <a:pt x="537" y="15"/>
                    <a:pt x="477"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g33adf7f9e96_1_466"/>
            <p:cNvSpPr/>
            <p:nvPr/>
          </p:nvSpPr>
          <p:spPr>
            <a:xfrm>
              <a:off x="9240464" y="4203028"/>
              <a:ext cx="41659" cy="30955"/>
            </a:xfrm>
            <a:custGeom>
              <a:rect b="b" l="l" r="r" t="t"/>
              <a:pathLst>
                <a:path extrusionOk="0" h="830" w="1117">
                  <a:moveTo>
                    <a:pt x="343" y="0"/>
                  </a:moveTo>
                  <a:cubicBezTo>
                    <a:pt x="236" y="0"/>
                    <a:pt x="132" y="58"/>
                    <a:pt x="78" y="159"/>
                  </a:cubicBezTo>
                  <a:cubicBezTo>
                    <a:pt x="1" y="304"/>
                    <a:pt x="55" y="485"/>
                    <a:pt x="201" y="563"/>
                  </a:cubicBezTo>
                  <a:lnTo>
                    <a:pt x="634" y="794"/>
                  </a:lnTo>
                  <a:cubicBezTo>
                    <a:pt x="679" y="818"/>
                    <a:pt x="727" y="830"/>
                    <a:pt x="775" y="830"/>
                  </a:cubicBezTo>
                  <a:cubicBezTo>
                    <a:pt x="881" y="830"/>
                    <a:pt x="984" y="772"/>
                    <a:pt x="1038" y="672"/>
                  </a:cubicBezTo>
                  <a:cubicBezTo>
                    <a:pt x="1116" y="525"/>
                    <a:pt x="1061" y="344"/>
                    <a:pt x="915" y="266"/>
                  </a:cubicBezTo>
                  <a:lnTo>
                    <a:pt x="483" y="35"/>
                  </a:lnTo>
                  <a:cubicBezTo>
                    <a:pt x="439" y="11"/>
                    <a:pt x="390" y="0"/>
                    <a:pt x="3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g33adf7f9e96_1_466"/>
            <p:cNvSpPr/>
            <p:nvPr/>
          </p:nvSpPr>
          <p:spPr>
            <a:xfrm>
              <a:off x="9237667" y="4200530"/>
              <a:ext cx="47290" cy="35915"/>
            </a:xfrm>
            <a:custGeom>
              <a:rect b="b" l="l" r="r" t="t"/>
              <a:pathLst>
                <a:path extrusionOk="0" h="963" w="1268">
                  <a:moveTo>
                    <a:pt x="418" y="133"/>
                  </a:moveTo>
                  <a:cubicBezTo>
                    <a:pt x="454" y="133"/>
                    <a:pt x="492" y="143"/>
                    <a:pt x="527" y="162"/>
                  </a:cubicBezTo>
                  <a:lnTo>
                    <a:pt x="958" y="392"/>
                  </a:lnTo>
                  <a:cubicBezTo>
                    <a:pt x="1072" y="453"/>
                    <a:pt x="1115" y="593"/>
                    <a:pt x="1054" y="707"/>
                  </a:cubicBezTo>
                  <a:cubicBezTo>
                    <a:pt x="1025" y="761"/>
                    <a:pt x="976" y="802"/>
                    <a:pt x="917" y="821"/>
                  </a:cubicBezTo>
                  <a:cubicBezTo>
                    <a:pt x="894" y="827"/>
                    <a:pt x="871" y="831"/>
                    <a:pt x="849" y="831"/>
                  </a:cubicBezTo>
                  <a:cubicBezTo>
                    <a:pt x="811" y="831"/>
                    <a:pt x="773" y="821"/>
                    <a:pt x="739" y="803"/>
                  </a:cubicBezTo>
                  <a:lnTo>
                    <a:pt x="308" y="572"/>
                  </a:lnTo>
                  <a:cubicBezTo>
                    <a:pt x="194" y="512"/>
                    <a:pt x="151" y="370"/>
                    <a:pt x="212" y="256"/>
                  </a:cubicBezTo>
                  <a:cubicBezTo>
                    <a:pt x="254" y="178"/>
                    <a:pt x="335" y="133"/>
                    <a:pt x="418" y="133"/>
                  </a:cubicBezTo>
                  <a:close/>
                  <a:moveTo>
                    <a:pt x="418" y="0"/>
                  </a:moveTo>
                  <a:cubicBezTo>
                    <a:pt x="288" y="0"/>
                    <a:pt x="161" y="71"/>
                    <a:pt x="95" y="194"/>
                  </a:cubicBezTo>
                  <a:cubicBezTo>
                    <a:pt x="0" y="372"/>
                    <a:pt x="67" y="595"/>
                    <a:pt x="245" y="689"/>
                  </a:cubicBezTo>
                  <a:lnTo>
                    <a:pt x="677" y="920"/>
                  </a:lnTo>
                  <a:cubicBezTo>
                    <a:pt x="731" y="950"/>
                    <a:pt x="790" y="963"/>
                    <a:pt x="848" y="963"/>
                  </a:cubicBezTo>
                  <a:cubicBezTo>
                    <a:pt x="980" y="963"/>
                    <a:pt x="1106" y="893"/>
                    <a:pt x="1172" y="770"/>
                  </a:cubicBezTo>
                  <a:cubicBezTo>
                    <a:pt x="1267" y="592"/>
                    <a:pt x="1200" y="370"/>
                    <a:pt x="1021" y="275"/>
                  </a:cubicBezTo>
                  <a:lnTo>
                    <a:pt x="589" y="43"/>
                  </a:lnTo>
                  <a:cubicBezTo>
                    <a:pt x="535" y="14"/>
                    <a:pt x="476"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g33adf7f9e96_1_466"/>
            <p:cNvSpPr/>
            <p:nvPr/>
          </p:nvSpPr>
          <p:spPr>
            <a:xfrm>
              <a:off x="9224240" y="4218245"/>
              <a:ext cx="41659" cy="30955"/>
            </a:xfrm>
            <a:custGeom>
              <a:rect b="b" l="l" r="r" t="t"/>
              <a:pathLst>
                <a:path extrusionOk="0" h="830" w="1117">
                  <a:moveTo>
                    <a:pt x="343" y="0"/>
                  </a:moveTo>
                  <a:cubicBezTo>
                    <a:pt x="236" y="0"/>
                    <a:pt x="133" y="58"/>
                    <a:pt x="78" y="159"/>
                  </a:cubicBezTo>
                  <a:cubicBezTo>
                    <a:pt x="0" y="304"/>
                    <a:pt x="55" y="485"/>
                    <a:pt x="201" y="563"/>
                  </a:cubicBezTo>
                  <a:lnTo>
                    <a:pt x="633" y="794"/>
                  </a:lnTo>
                  <a:cubicBezTo>
                    <a:pt x="678" y="818"/>
                    <a:pt x="727" y="830"/>
                    <a:pt x="774" y="830"/>
                  </a:cubicBezTo>
                  <a:cubicBezTo>
                    <a:pt x="881" y="830"/>
                    <a:pt x="984" y="772"/>
                    <a:pt x="1038" y="671"/>
                  </a:cubicBezTo>
                  <a:cubicBezTo>
                    <a:pt x="1116" y="525"/>
                    <a:pt x="1060" y="344"/>
                    <a:pt x="915" y="266"/>
                  </a:cubicBezTo>
                  <a:lnTo>
                    <a:pt x="483" y="36"/>
                  </a:lnTo>
                  <a:cubicBezTo>
                    <a:pt x="438" y="12"/>
                    <a:pt x="390" y="0"/>
                    <a:pt x="3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g33adf7f9e96_1_466"/>
            <p:cNvSpPr/>
            <p:nvPr/>
          </p:nvSpPr>
          <p:spPr>
            <a:xfrm>
              <a:off x="9221406" y="4215746"/>
              <a:ext cx="45836" cy="35915"/>
            </a:xfrm>
            <a:custGeom>
              <a:rect b="b" l="l" r="r" t="t"/>
              <a:pathLst>
                <a:path extrusionOk="0" h="963" w="1229">
                  <a:moveTo>
                    <a:pt x="418" y="134"/>
                  </a:moveTo>
                  <a:cubicBezTo>
                    <a:pt x="456" y="134"/>
                    <a:pt x="493" y="143"/>
                    <a:pt x="528" y="162"/>
                  </a:cubicBezTo>
                  <a:lnTo>
                    <a:pt x="960" y="393"/>
                  </a:lnTo>
                  <a:cubicBezTo>
                    <a:pt x="1015" y="421"/>
                    <a:pt x="1055" y="471"/>
                    <a:pt x="1073" y="530"/>
                  </a:cubicBezTo>
                  <a:cubicBezTo>
                    <a:pt x="1090" y="589"/>
                    <a:pt x="1084" y="653"/>
                    <a:pt x="1055" y="707"/>
                  </a:cubicBezTo>
                  <a:cubicBezTo>
                    <a:pt x="1013" y="786"/>
                    <a:pt x="933" y="830"/>
                    <a:pt x="850" y="830"/>
                  </a:cubicBezTo>
                  <a:cubicBezTo>
                    <a:pt x="813" y="830"/>
                    <a:pt x="775" y="822"/>
                    <a:pt x="740" y="803"/>
                  </a:cubicBezTo>
                  <a:lnTo>
                    <a:pt x="308" y="572"/>
                  </a:lnTo>
                  <a:cubicBezTo>
                    <a:pt x="254" y="543"/>
                    <a:pt x="214" y="494"/>
                    <a:pt x="196" y="434"/>
                  </a:cubicBezTo>
                  <a:cubicBezTo>
                    <a:pt x="177" y="375"/>
                    <a:pt x="183" y="312"/>
                    <a:pt x="212" y="256"/>
                  </a:cubicBezTo>
                  <a:cubicBezTo>
                    <a:pt x="242" y="202"/>
                    <a:pt x="290" y="162"/>
                    <a:pt x="351" y="144"/>
                  </a:cubicBezTo>
                  <a:cubicBezTo>
                    <a:pt x="373" y="137"/>
                    <a:pt x="395" y="134"/>
                    <a:pt x="418" y="134"/>
                  </a:cubicBezTo>
                  <a:close/>
                  <a:moveTo>
                    <a:pt x="417" y="1"/>
                  </a:moveTo>
                  <a:cubicBezTo>
                    <a:pt x="382" y="1"/>
                    <a:pt x="346" y="6"/>
                    <a:pt x="312" y="16"/>
                  </a:cubicBezTo>
                  <a:cubicBezTo>
                    <a:pt x="218" y="45"/>
                    <a:pt x="141" y="109"/>
                    <a:pt x="95" y="194"/>
                  </a:cubicBezTo>
                  <a:cubicBezTo>
                    <a:pt x="1" y="372"/>
                    <a:pt x="68" y="594"/>
                    <a:pt x="246" y="689"/>
                  </a:cubicBezTo>
                  <a:lnTo>
                    <a:pt x="677" y="920"/>
                  </a:lnTo>
                  <a:cubicBezTo>
                    <a:pt x="732" y="950"/>
                    <a:pt x="791" y="963"/>
                    <a:pt x="849" y="963"/>
                  </a:cubicBezTo>
                  <a:cubicBezTo>
                    <a:pt x="980" y="963"/>
                    <a:pt x="1107" y="893"/>
                    <a:pt x="1172" y="770"/>
                  </a:cubicBezTo>
                  <a:cubicBezTo>
                    <a:pt x="1218" y="684"/>
                    <a:pt x="1229" y="584"/>
                    <a:pt x="1200" y="491"/>
                  </a:cubicBezTo>
                  <a:cubicBezTo>
                    <a:pt x="1172" y="397"/>
                    <a:pt x="1108" y="320"/>
                    <a:pt x="1022" y="275"/>
                  </a:cubicBezTo>
                  <a:lnTo>
                    <a:pt x="590" y="45"/>
                  </a:lnTo>
                  <a:cubicBezTo>
                    <a:pt x="536" y="16"/>
                    <a:pt x="477" y="1"/>
                    <a:pt x="4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g33adf7f9e96_1_466"/>
            <p:cNvSpPr/>
            <p:nvPr/>
          </p:nvSpPr>
          <p:spPr>
            <a:xfrm>
              <a:off x="9201901" y="4225330"/>
              <a:ext cx="29799" cy="24615"/>
            </a:xfrm>
            <a:custGeom>
              <a:rect b="b" l="l" r="r" t="t"/>
              <a:pathLst>
                <a:path extrusionOk="0" h="660" w="799">
                  <a:moveTo>
                    <a:pt x="343" y="1"/>
                  </a:moveTo>
                  <a:cubicBezTo>
                    <a:pt x="236" y="1"/>
                    <a:pt x="133" y="58"/>
                    <a:pt x="79" y="159"/>
                  </a:cubicBezTo>
                  <a:cubicBezTo>
                    <a:pt x="1" y="305"/>
                    <a:pt x="55" y="486"/>
                    <a:pt x="202" y="564"/>
                  </a:cubicBezTo>
                  <a:lnTo>
                    <a:pt x="315" y="624"/>
                  </a:lnTo>
                  <a:cubicBezTo>
                    <a:pt x="360" y="648"/>
                    <a:pt x="409" y="660"/>
                    <a:pt x="457" y="660"/>
                  </a:cubicBezTo>
                  <a:cubicBezTo>
                    <a:pt x="563" y="660"/>
                    <a:pt x="666" y="603"/>
                    <a:pt x="720" y="502"/>
                  </a:cubicBezTo>
                  <a:cubicBezTo>
                    <a:pt x="798" y="356"/>
                    <a:pt x="743" y="175"/>
                    <a:pt x="597" y="96"/>
                  </a:cubicBezTo>
                  <a:lnTo>
                    <a:pt x="483" y="36"/>
                  </a:lnTo>
                  <a:cubicBezTo>
                    <a:pt x="439" y="12"/>
                    <a:pt x="391" y="1"/>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g33adf7f9e96_1_466"/>
            <p:cNvSpPr/>
            <p:nvPr/>
          </p:nvSpPr>
          <p:spPr>
            <a:xfrm>
              <a:off x="9199066" y="4222869"/>
              <a:ext cx="33976" cy="29612"/>
            </a:xfrm>
            <a:custGeom>
              <a:rect b="b" l="l" r="r" t="t"/>
              <a:pathLst>
                <a:path extrusionOk="0" h="794" w="911">
                  <a:moveTo>
                    <a:pt x="418" y="133"/>
                  </a:moveTo>
                  <a:cubicBezTo>
                    <a:pt x="456" y="133"/>
                    <a:pt x="494" y="143"/>
                    <a:pt x="529" y="161"/>
                  </a:cubicBezTo>
                  <a:lnTo>
                    <a:pt x="642" y="222"/>
                  </a:lnTo>
                  <a:cubicBezTo>
                    <a:pt x="697" y="251"/>
                    <a:pt x="737" y="300"/>
                    <a:pt x="755" y="359"/>
                  </a:cubicBezTo>
                  <a:cubicBezTo>
                    <a:pt x="774" y="419"/>
                    <a:pt x="766" y="482"/>
                    <a:pt x="737" y="536"/>
                  </a:cubicBezTo>
                  <a:cubicBezTo>
                    <a:pt x="695" y="615"/>
                    <a:pt x="615" y="660"/>
                    <a:pt x="532" y="660"/>
                  </a:cubicBezTo>
                  <a:cubicBezTo>
                    <a:pt x="495" y="660"/>
                    <a:pt x="457" y="651"/>
                    <a:pt x="422" y="632"/>
                  </a:cubicBezTo>
                  <a:lnTo>
                    <a:pt x="309" y="572"/>
                  </a:lnTo>
                  <a:cubicBezTo>
                    <a:pt x="195" y="511"/>
                    <a:pt x="152" y="370"/>
                    <a:pt x="213" y="256"/>
                  </a:cubicBezTo>
                  <a:cubicBezTo>
                    <a:pt x="242" y="202"/>
                    <a:pt x="291" y="161"/>
                    <a:pt x="351" y="144"/>
                  </a:cubicBezTo>
                  <a:cubicBezTo>
                    <a:pt x="373" y="136"/>
                    <a:pt x="396" y="133"/>
                    <a:pt x="418" y="133"/>
                  </a:cubicBezTo>
                  <a:close/>
                  <a:moveTo>
                    <a:pt x="418" y="0"/>
                  </a:moveTo>
                  <a:cubicBezTo>
                    <a:pt x="382" y="0"/>
                    <a:pt x="347" y="5"/>
                    <a:pt x="312" y="16"/>
                  </a:cubicBezTo>
                  <a:cubicBezTo>
                    <a:pt x="219" y="44"/>
                    <a:pt x="142" y="108"/>
                    <a:pt x="96" y="193"/>
                  </a:cubicBezTo>
                  <a:cubicBezTo>
                    <a:pt x="1" y="372"/>
                    <a:pt x="68" y="593"/>
                    <a:pt x="246" y="689"/>
                  </a:cubicBezTo>
                  <a:lnTo>
                    <a:pt x="359" y="749"/>
                  </a:lnTo>
                  <a:cubicBezTo>
                    <a:pt x="414" y="779"/>
                    <a:pt x="473" y="793"/>
                    <a:pt x="531" y="793"/>
                  </a:cubicBezTo>
                  <a:cubicBezTo>
                    <a:pt x="662" y="793"/>
                    <a:pt x="789" y="722"/>
                    <a:pt x="854" y="599"/>
                  </a:cubicBezTo>
                  <a:cubicBezTo>
                    <a:pt x="900" y="513"/>
                    <a:pt x="911" y="414"/>
                    <a:pt x="882" y="320"/>
                  </a:cubicBezTo>
                  <a:cubicBezTo>
                    <a:pt x="854" y="228"/>
                    <a:pt x="790" y="151"/>
                    <a:pt x="704" y="104"/>
                  </a:cubicBezTo>
                  <a:lnTo>
                    <a:pt x="590" y="43"/>
                  </a:lnTo>
                  <a:cubicBezTo>
                    <a:pt x="537" y="15"/>
                    <a:pt x="478"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g33adf7f9e96_1_466"/>
            <p:cNvSpPr/>
            <p:nvPr/>
          </p:nvSpPr>
          <p:spPr>
            <a:xfrm>
              <a:off x="8900223" y="4006859"/>
              <a:ext cx="212992" cy="181366"/>
            </a:xfrm>
            <a:custGeom>
              <a:rect b="b" l="l" r="r" t="t"/>
              <a:pathLst>
                <a:path extrusionOk="0" h="4863" w="5711">
                  <a:moveTo>
                    <a:pt x="1" y="1"/>
                  </a:moveTo>
                  <a:lnTo>
                    <a:pt x="211" y="3782"/>
                  </a:lnTo>
                  <a:lnTo>
                    <a:pt x="4926" y="4862"/>
                  </a:lnTo>
                  <a:lnTo>
                    <a:pt x="5710" y="2413"/>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g33adf7f9e96_1_466"/>
            <p:cNvSpPr/>
            <p:nvPr/>
          </p:nvSpPr>
          <p:spPr>
            <a:xfrm>
              <a:off x="8897687" y="4004397"/>
              <a:ext cx="218250" cy="186289"/>
            </a:xfrm>
            <a:custGeom>
              <a:rect b="b" l="l" r="r" t="t"/>
              <a:pathLst>
                <a:path extrusionOk="0" h="4995" w="5852">
                  <a:moveTo>
                    <a:pt x="141" y="169"/>
                  </a:moveTo>
                  <a:lnTo>
                    <a:pt x="5697" y="2517"/>
                  </a:lnTo>
                  <a:lnTo>
                    <a:pt x="4949" y="4850"/>
                  </a:lnTo>
                  <a:lnTo>
                    <a:pt x="343" y="3795"/>
                  </a:lnTo>
                  <a:lnTo>
                    <a:pt x="141" y="169"/>
                  </a:lnTo>
                  <a:close/>
                  <a:moveTo>
                    <a:pt x="69" y="1"/>
                  </a:moveTo>
                  <a:cubicBezTo>
                    <a:pt x="55" y="1"/>
                    <a:pt x="41" y="5"/>
                    <a:pt x="30" y="13"/>
                  </a:cubicBezTo>
                  <a:cubicBezTo>
                    <a:pt x="11" y="26"/>
                    <a:pt x="0" y="48"/>
                    <a:pt x="2" y="71"/>
                  </a:cubicBezTo>
                  <a:lnTo>
                    <a:pt x="213" y="3852"/>
                  </a:lnTo>
                  <a:cubicBezTo>
                    <a:pt x="214" y="3881"/>
                    <a:pt x="236" y="3906"/>
                    <a:pt x="264" y="3913"/>
                  </a:cubicBezTo>
                  <a:lnTo>
                    <a:pt x="4980" y="4994"/>
                  </a:lnTo>
                  <a:cubicBezTo>
                    <a:pt x="4985" y="4995"/>
                    <a:pt x="4989" y="4995"/>
                    <a:pt x="4994" y="4995"/>
                  </a:cubicBezTo>
                  <a:cubicBezTo>
                    <a:pt x="5022" y="4995"/>
                    <a:pt x="5048" y="4977"/>
                    <a:pt x="5058" y="4949"/>
                  </a:cubicBezTo>
                  <a:lnTo>
                    <a:pt x="5841" y="2501"/>
                  </a:lnTo>
                  <a:cubicBezTo>
                    <a:pt x="5852" y="2468"/>
                    <a:pt x="5835" y="2432"/>
                    <a:pt x="5803" y="2419"/>
                  </a:cubicBezTo>
                  <a:lnTo>
                    <a:pt x="94" y="5"/>
                  </a:lnTo>
                  <a:cubicBezTo>
                    <a:pt x="86" y="2"/>
                    <a:pt x="77"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g33adf7f9e96_1_466"/>
            <p:cNvSpPr/>
            <p:nvPr/>
          </p:nvSpPr>
          <p:spPr>
            <a:xfrm>
              <a:off x="9055519" y="4083723"/>
              <a:ext cx="57695" cy="104501"/>
            </a:xfrm>
            <a:custGeom>
              <a:rect b="b" l="l" r="r" t="t"/>
              <a:pathLst>
                <a:path extrusionOk="0" h="2802" w="1547">
                  <a:moveTo>
                    <a:pt x="748" y="1"/>
                  </a:moveTo>
                  <a:lnTo>
                    <a:pt x="732" y="81"/>
                  </a:lnTo>
                  <a:lnTo>
                    <a:pt x="0" y="2617"/>
                  </a:lnTo>
                  <a:lnTo>
                    <a:pt x="762" y="2801"/>
                  </a:lnTo>
                  <a:lnTo>
                    <a:pt x="1546" y="352"/>
                  </a:lnTo>
                  <a:lnTo>
                    <a:pt x="74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g33adf7f9e96_1_466"/>
            <p:cNvSpPr/>
            <p:nvPr/>
          </p:nvSpPr>
          <p:spPr>
            <a:xfrm>
              <a:off x="9052423" y="4080217"/>
              <a:ext cx="63849" cy="110953"/>
            </a:xfrm>
            <a:custGeom>
              <a:rect b="b" l="l" r="r" t="t"/>
              <a:pathLst>
                <a:path extrusionOk="0" h="2975" w="1712">
                  <a:moveTo>
                    <a:pt x="879" y="188"/>
                  </a:moveTo>
                  <a:lnTo>
                    <a:pt x="1548" y="483"/>
                  </a:lnTo>
                  <a:lnTo>
                    <a:pt x="800" y="2816"/>
                  </a:lnTo>
                  <a:lnTo>
                    <a:pt x="166" y="2662"/>
                  </a:lnTo>
                  <a:lnTo>
                    <a:pt x="879" y="188"/>
                  </a:lnTo>
                  <a:close/>
                  <a:moveTo>
                    <a:pt x="782" y="0"/>
                  </a:moveTo>
                  <a:lnTo>
                    <a:pt x="752" y="157"/>
                  </a:lnTo>
                  <a:lnTo>
                    <a:pt x="0" y="2759"/>
                  </a:lnTo>
                  <a:lnTo>
                    <a:pt x="890" y="2975"/>
                  </a:lnTo>
                  <a:lnTo>
                    <a:pt x="1711" y="411"/>
                  </a:lnTo>
                  <a:lnTo>
                    <a:pt x="7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g33adf7f9e96_1_466"/>
            <p:cNvSpPr/>
            <p:nvPr/>
          </p:nvSpPr>
          <p:spPr>
            <a:xfrm>
              <a:off x="8780768" y="3532658"/>
              <a:ext cx="77536" cy="92193"/>
            </a:xfrm>
            <a:custGeom>
              <a:rect b="b" l="l" r="r" t="t"/>
              <a:pathLst>
                <a:path extrusionOk="0" h="2472" w="2079">
                  <a:moveTo>
                    <a:pt x="1" y="1"/>
                  </a:moveTo>
                  <a:lnTo>
                    <a:pt x="136" y="1294"/>
                  </a:lnTo>
                  <a:cubicBezTo>
                    <a:pt x="136" y="1294"/>
                    <a:pt x="1608" y="2472"/>
                    <a:pt x="1860" y="2472"/>
                  </a:cubicBezTo>
                  <a:cubicBezTo>
                    <a:pt x="1865" y="2472"/>
                    <a:pt x="1870" y="2471"/>
                    <a:pt x="1874" y="2470"/>
                  </a:cubicBezTo>
                  <a:cubicBezTo>
                    <a:pt x="2079" y="2419"/>
                    <a:pt x="1466" y="680"/>
                    <a:pt x="1466" y="680"/>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g33adf7f9e96_1_466"/>
            <p:cNvSpPr/>
            <p:nvPr/>
          </p:nvSpPr>
          <p:spPr>
            <a:xfrm>
              <a:off x="8778232" y="3530196"/>
              <a:ext cx="80035" cy="97079"/>
            </a:xfrm>
            <a:custGeom>
              <a:rect b="b" l="l" r="r" t="t"/>
              <a:pathLst>
                <a:path extrusionOk="0" h="2603" w="2146">
                  <a:moveTo>
                    <a:pt x="147" y="176"/>
                  </a:moveTo>
                  <a:lnTo>
                    <a:pt x="1479" y="795"/>
                  </a:lnTo>
                  <a:cubicBezTo>
                    <a:pt x="1729" y="1506"/>
                    <a:pt x="1958" y="2322"/>
                    <a:pt x="1915" y="2470"/>
                  </a:cubicBezTo>
                  <a:cubicBezTo>
                    <a:pt x="1748" y="2445"/>
                    <a:pt x="963" y="1881"/>
                    <a:pt x="267" y="1326"/>
                  </a:cubicBezTo>
                  <a:lnTo>
                    <a:pt x="147" y="176"/>
                  </a:lnTo>
                  <a:close/>
                  <a:moveTo>
                    <a:pt x="68" y="0"/>
                  </a:moveTo>
                  <a:cubicBezTo>
                    <a:pt x="55" y="0"/>
                    <a:pt x="42" y="4"/>
                    <a:pt x="30" y="13"/>
                  </a:cubicBezTo>
                  <a:cubicBezTo>
                    <a:pt x="11" y="27"/>
                    <a:pt x="0" y="50"/>
                    <a:pt x="3" y="74"/>
                  </a:cubicBezTo>
                  <a:lnTo>
                    <a:pt x="138" y="1367"/>
                  </a:lnTo>
                  <a:cubicBezTo>
                    <a:pt x="140" y="1385"/>
                    <a:pt x="148" y="1400"/>
                    <a:pt x="162" y="1412"/>
                  </a:cubicBezTo>
                  <a:cubicBezTo>
                    <a:pt x="618" y="1775"/>
                    <a:pt x="1679" y="2602"/>
                    <a:pt x="1937" y="2602"/>
                  </a:cubicBezTo>
                  <a:cubicBezTo>
                    <a:pt x="1945" y="2602"/>
                    <a:pt x="1953" y="2602"/>
                    <a:pt x="1958" y="2600"/>
                  </a:cubicBezTo>
                  <a:cubicBezTo>
                    <a:pt x="1979" y="2595"/>
                    <a:pt x="2007" y="2581"/>
                    <a:pt x="2027" y="2544"/>
                  </a:cubicBezTo>
                  <a:cubicBezTo>
                    <a:pt x="2145" y="2324"/>
                    <a:pt x="1727" y="1095"/>
                    <a:pt x="1595" y="725"/>
                  </a:cubicBezTo>
                  <a:cubicBezTo>
                    <a:pt x="1589" y="707"/>
                    <a:pt x="1577" y="694"/>
                    <a:pt x="1561" y="686"/>
                  </a:cubicBezTo>
                  <a:lnTo>
                    <a:pt x="96" y="7"/>
                  </a:lnTo>
                  <a:cubicBezTo>
                    <a:pt x="87" y="2"/>
                    <a:pt x="78"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g33adf7f9e96_1_466"/>
            <p:cNvSpPr/>
            <p:nvPr/>
          </p:nvSpPr>
          <p:spPr>
            <a:xfrm>
              <a:off x="8632335" y="3162098"/>
              <a:ext cx="320476" cy="445153"/>
            </a:xfrm>
            <a:custGeom>
              <a:rect b="b" l="l" r="r" t="t"/>
              <a:pathLst>
                <a:path extrusionOk="0" h="11936" w="8593">
                  <a:moveTo>
                    <a:pt x="4495" y="0"/>
                  </a:moveTo>
                  <a:cubicBezTo>
                    <a:pt x="3682" y="0"/>
                    <a:pt x="2733" y="158"/>
                    <a:pt x="1996" y="524"/>
                  </a:cubicBezTo>
                  <a:cubicBezTo>
                    <a:pt x="545" y="1243"/>
                    <a:pt x="213" y="2295"/>
                    <a:pt x="220" y="3446"/>
                  </a:cubicBezTo>
                  <a:cubicBezTo>
                    <a:pt x="227" y="4598"/>
                    <a:pt x="880" y="6218"/>
                    <a:pt x="880" y="6218"/>
                  </a:cubicBezTo>
                  <a:cubicBezTo>
                    <a:pt x="880" y="6218"/>
                    <a:pt x="452" y="7981"/>
                    <a:pt x="419" y="8083"/>
                  </a:cubicBezTo>
                  <a:cubicBezTo>
                    <a:pt x="384" y="8185"/>
                    <a:pt x="1" y="8935"/>
                    <a:pt x="1" y="8935"/>
                  </a:cubicBezTo>
                  <a:cubicBezTo>
                    <a:pt x="1" y="8935"/>
                    <a:pt x="1816" y="10202"/>
                    <a:pt x="2480" y="10770"/>
                  </a:cubicBezTo>
                  <a:cubicBezTo>
                    <a:pt x="3010" y="11224"/>
                    <a:pt x="4071" y="11936"/>
                    <a:pt x="4481" y="11936"/>
                  </a:cubicBezTo>
                  <a:cubicBezTo>
                    <a:pt x="4584" y="11936"/>
                    <a:pt x="4646" y="11891"/>
                    <a:pt x="4648" y="11785"/>
                  </a:cubicBezTo>
                  <a:cubicBezTo>
                    <a:pt x="4657" y="11260"/>
                    <a:pt x="4717" y="10071"/>
                    <a:pt x="4717" y="10071"/>
                  </a:cubicBezTo>
                  <a:lnTo>
                    <a:pt x="4823" y="9589"/>
                  </a:lnTo>
                  <a:lnTo>
                    <a:pt x="4926" y="9003"/>
                  </a:lnTo>
                  <a:cubicBezTo>
                    <a:pt x="4926" y="9003"/>
                    <a:pt x="6231" y="9094"/>
                    <a:pt x="6792" y="9094"/>
                  </a:cubicBezTo>
                  <a:cubicBezTo>
                    <a:pt x="6802" y="9094"/>
                    <a:pt x="6813" y="9093"/>
                    <a:pt x="6823" y="9093"/>
                  </a:cubicBezTo>
                  <a:cubicBezTo>
                    <a:pt x="7365" y="9090"/>
                    <a:pt x="7838" y="9019"/>
                    <a:pt x="7834" y="8444"/>
                  </a:cubicBezTo>
                  <a:cubicBezTo>
                    <a:pt x="7831" y="7868"/>
                    <a:pt x="7514" y="5906"/>
                    <a:pt x="7514" y="5906"/>
                  </a:cubicBezTo>
                  <a:cubicBezTo>
                    <a:pt x="7514" y="5906"/>
                    <a:pt x="8122" y="5768"/>
                    <a:pt x="8357" y="5496"/>
                  </a:cubicBezTo>
                  <a:cubicBezTo>
                    <a:pt x="8593" y="5222"/>
                    <a:pt x="8252" y="4886"/>
                    <a:pt x="7946" y="4482"/>
                  </a:cubicBezTo>
                  <a:cubicBezTo>
                    <a:pt x="7638" y="4078"/>
                    <a:pt x="7365" y="3639"/>
                    <a:pt x="7328" y="3166"/>
                  </a:cubicBezTo>
                  <a:cubicBezTo>
                    <a:pt x="7290" y="2692"/>
                    <a:pt x="6469" y="1139"/>
                    <a:pt x="6469" y="1139"/>
                  </a:cubicBezTo>
                  <a:cubicBezTo>
                    <a:pt x="6469" y="1139"/>
                    <a:pt x="6603" y="901"/>
                    <a:pt x="6159" y="396"/>
                  </a:cubicBezTo>
                  <a:cubicBezTo>
                    <a:pt x="5942" y="148"/>
                    <a:pt x="5282" y="0"/>
                    <a:pt x="449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g33adf7f9e96_1_466"/>
            <p:cNvSpPr/>
            <p:nvPr/>
          </p:nvSpPr>
          <p:spPr>
            <a:xfrm>
              <a:off x="8629575" y="3159525"/>
              <a:ext cx="325250" cy="450188"/>
            </a:xfrm>
            <a:custGeom>
              <a:rect b="b" l="l" r="r" t="t"/>
              <a:pathLst>
                <a:path extrusionOk="0" h="12071" w="8721">
                  <a:moveTo>
                    <a:pt x="4566" y="134"/>
                  </a:moveTo>
                  <a:cubicBezTo>
                    <a:pt x="5339" y="134"/>
                    <a:pt x="5980" y="278"/>
                    <a:pt x="6183" y="509"/>
                  </a:cubicBezTo>
                  <a:cubicBezTo>
                    <a:pt x="6581" y="962"/>
                    <a:pt x="6485" y="1175"/>
                    <a:pt x="6485" y="1176"/>
                  </a:cubicBezTo>
                  <a:cubicBezTo>
                    <a:pt x="6473" y="1195"/>
                    <a:pt x="6473" y="1220"/>
                    <a:pt x="6484" y="1239"/>
                  </a:cubicBezTo>
                  <a:cubicBezTo>
                    <a:pt x="6492" y="1254"/>
                    <a:pt x="7300" y="2785"/>
                    <a:pt x="7336" y="3240"/>
                  </a:cubicBezTo>
                  <a:cubicBezTo>
                    <a:pt x="7375" y="3751"/>
                    <a:pt x="7677" y="4210"/>
                    <a:pt x="7966" y="4591"/>
                  </a:cubicBezTo>
                  <a:cubicBezTo>
                    <a:pt x="8010" y="4649"/>
                    <a:pt x="8055" y="4706"/>
                    <a:pt x="8099" y="4760"/>
                  </a:cubicBezTo>
                  <a:cubicBezTo>
                    <a:pt x="8377" y="5113"/>
                    <a:pt x="8539" y="5337"/>
                    <a:pt x="8382" y="5521"/>
                  </a:cubicBezTo>
                  <a:cubicBezTo>
                    <a:pt x="8163" y="5773"/>
                    <a:pt x="7579" y="5909"/>
                    <a:pt x="7574" y="5910"/>
                  </a:cubicBezTo>
                  <a:cubicBezTo>
                    <a:pt x="7539" y="5918"/>
                    <a:pt x="7517" y="5951"/>
                    <a:pt x="7523" y="5986"/>
                  </a:cubicBezTo>
                  <a:cubicBezTo>
                    <a:pt x="7525" y="6006"/>
                    <a:pt x="7839" y="7949"/>
                    <a:pt x="7842" y="8513"/>
                  </a:cubicBezTo>
                  <a:cubicBezTo>
                    <a:pt x="7845" y="8996"/>
                    <a:pt x="7498" y="9091"/>
                    <a:pt x="6897" y="9095"/>
                  </a:cubicBezTo>
                  <a:cubicBezTo>
                    <a:pt x="6884" y="9095"/>
                    <a:pt x="6870" y="9095"/>
                    <a:pt x="6856" y="9095"/>
                  </a:cubicBezTo>
                  <a:cubicBezTo>
                    <a:pt x="6297" y="9095"/>
                    <a:pt x="5018" y="9006"/>
                    <a:pt x="5005" y="9006"/>
                  </a:cubicBezTo>
                  <a:cubicBezTo>
                    <a:pt x="5003" y="9006"/>
                    <a:pt x="5002" y="9006"/>
                    <a:pt x="5000" y="9006"/>
                  </a:cubicBezTo>
                  <a:cubicBezTo>
                    <a:pt x="4968" y="9006"/>
                    <a:pt x="4941" y="9029"/>
                    <a:pt x="4935" y="9061"/>
                  </a:cubicBezTo>
                  <a:lnTo>
                    <a:pt x="4832" y="9645"/>
                  </a:lnTo>
                  <a:lnTo>
                    <a:pt x="4725" y="10136"/>
                  </a:lnTo>
                  <a:cubicBezTo>
                    <a:pt x="4723" y="10148"/>
                    <a:pt x="4664" y="11332"/>
                    <a:pt x="4655" y="11853"/>
                  </a:cubicBezTo>
                  <a:cubicBezTo>
                    <a:pt x="4655" y="11912"/>
                    <a:pt x="4630" y="11923"/>
                    <a:pt x="4618" y="11927"/>
                  </a:cubicBezTo>
                  <a:cubicBezTo>
                    <a:pt x="4600" y="11936"/>
                    <a:pt x="4576" y="11940"/>
                    <a:pt x="4549" y="11940"/>
                  </a:cubicBezTo>
                  <a:cubicBezTo>
                    <a:pt x="4198" y="11940"/>
                    <a:pt x="3169" y="11278"/>
                    <a:pt x="2596" y="10788"/>
                  </a:cubicBezTo>
                  <a:cubicBezTo>
                    <a:pt x="1998" y="10276"/>
                    <a:pt x="451" y="9187"/>
                    <a:pt x="160" y="8983"/>
                  </a:cubicBezTo>
                  <a:cubicBezTo>
                    <a:pt x="252" y="8803"/>
                    <a:pt x="526" y="8264"/>
                    <a:pt x="555" y="8173"/>
                  </a:cubicBezTo>
                  <a:cubicBezTo>
                    <a:pt x="588" y="8069"/>
                    <a:pt x="1001" y="6375"/>
                    <a:pt x="1019" y="6303"/>
                  </a:cubicBezTo>
                  <a:cubicBezTo>
                    <a:pt x="1023" y="6290"/>
                    <a:pt x="1021" y="6276"/>
                    <a:pt x="1016" y="6263"/>
                  </a:cubicBezTo>
                  <a:cubicBezTo>
                    <a:pt x="1010" y="6246"/>
                    <a:pt x="367" y="4641"/>
                    <a:pt x="360" y="3515"/>
                  </a:cubicBezTo>
                  <a:cubicBezTo>
                    <a:pt x="354" y="2587"/>
                    <a:pt x="547" y="1422"/>
                    <a:pt x="2099" y="652"/>
                  </a:cubicBezTo>
                  <a:cubicBezTo>
                    <a:pt x="2837" y="286"/>
                    <a:pt x="3771" y="134"/>
                    <a:pt x="4566" y="134"/>
                  </a:cubicBezTo>
                  <a:close/>
                  <a:moveTo>
                    <a:pt x="4587" y="1"/>
                  </a:moveTo>
                  <a:cubicBezTo>
                    <a:pt x="3750" y="1"/>
                    <a:pt x="2777" y="168"/>
                    <a:pt x="2040" y="534"/>
                  </a:cubicBezTo>
                  <a:cubicBezTo>
                    <a:pt x="422" y="1336"/>
                    <a:pt x="222" y="2549"/>
                    <a:pt x="228" y="3517"/>
                  </a:cubicBezTo>
                  <a:cubicBezTo>
                    <a:pt x="235" y="4611"/>
                    <a:pt x="806" y="6095"/>
                    <a:pt x="884" y="6292"/>
                  </a:cubicBezTo>
                  <a:cubicBezTo>
                    <a:pt x="735" y="6906"/>
                    <a:pt x="454" y="8054"/>
                    <a:pt x="429" y="8132"/>
                  </a:cubicBezTo>
                  <a:cubicBezTo>
                    <a:pt x="406" y="8203"/>
                    <a:pt x="170" y="8674"/>
                    <a:pt x="16" y="8974"/>
                  </a:cubicBezTo>
                  <a:cubicBezTo>
                    <a:pt x="0" y="9004"/>
                    <a:pt x="10" y="9039"/>
                    <a:pt x="37" y="9058"/>
                  </a:cubicBezTo>
                  <a:cubicBezTo>
                    <a:pt x="55" y="9071"/>
                    <a:pt x="1857" y="10330"/>
                    <a:pt x="2510" y="10890"/>
                  </a:cubicBezTo>
                  <a:cubicBezTo>
                    <a:pt x="2894" y="11217"/>
                    <a:pt x="4059" y="12071"/>
                    <a:pt x="4557" y="12071"/>
                  </a:cubicBezTo>
                  <a:cubicBezTo>
                    <a:pt x="4600" y="12071"/>
                    <a:pt x="4641" y="12063"/>
                    <a:pt x="4673" y="12049"/>
                  </a:cubicBezTo>
                  <a:cubicBezTo>
                    <a:pt x="4725" y="12026"/>
                    <a:pt x="4786" y="11974"/>
                    <a:pt x="4789" y="11855"/>
                  </a:cubicBezTo>
                  <a:cubicBezTo>
                    <a:pt x="4798" y="11337"/>
                    <a:pt x="4857" y="10155"/>
                    <a:pt x="4856" y="10154"/>
                  </a:cubicBezTo>
                  <a:lnTo>
                    <a:pt x="4962" y="9672"/>
                  </a:lnTo>
                  <a:cubicBezTo>
                    <a:pt x="4962" y="9671"/>
                    <a:pt x="4964" y="9670"/>
                    <a:pt x="4964" y="9669"/>
                  </a:cubicBezTo>
                  <a:lnTo>
                    <a:pt x="5056" y="9142"/>
                  </a:lnTo>
                  <a:cubicBezTo>
                    <a:pt x="5316" y="9159"/>
                    <a:pt x="6359" y="9229"/>
                    <a:pt x="6851" y="9229"/>
                  </a:cubicBezTo>
                  <a:cubicBezTo>
                    <a:pt x="6867" y="9229"/>
                    <a:pt x="6882" y="9229"/>
                    <a:pt x="6897" y="9229"/>
                  </a:cubicBezTo>
                  <a:cubicBezTo>
                    <a:pt x="7275" y="9226"/>
                    <a:pt x="7979" y="9222"/>
                    <a:pt x="7975" y="8512"/>
                  </a:cubicBezTo>
                  <a:cubicBezTo>
                    <a:pt x="7972" y="7988"/>
                    <a:pt x="7718" y="6364"/>
                    <a:pt x="7663" y="6025"/>
                  </a:cubicBezTo>
                  <a:cubicBezTo>
                    <a:pt x="7827" y="5981"/>
                    <a:pt x="8278" y="5844"/>
                    <a:pt x="8482" y="5607"/>
                  </a:cubicBezTo>
                  <a:cubicBezTo>
                    <a:pt x="8720" y="5333"/>
                    <a:pt x="8469" y="5014"/>
                    <a:pt x="8203" y="4678"/>
                  </a:cubicBezTo>
                  <a:cubicBezTo>
                    <a:pt x="8160" y="4624"/>
                    <a:pt x="8115" y="4568"/>
                    <a:pt x="8072" y="4510"/>
                  </a:cubicBezTo>
                  <a:cubicBezTo>
                    <a:pt x="7794" y="4145"/>
                    <a:pt x="7505" y="3707"/>
                    <a:pt x="7468" y="3229"/>
                  </a:cubicBezTo>
                  <a:cubicBezTo>
                    <a:pt x="7433" y="2777"/>
                    <a:pt x="6729" y="1420"/>
                    <a:pt x="6615" y="1205"/>
                  </a:cubicBezTo>
                  <a:cubicBezTo>
                    <a:pt x="6644" y="1111"/>
                    <a:pt x="6664" y="856"/>
                    <a:pt x="6283" y="421"/>
                  </a:cubicBezTo>
                  <a:cubicBezTo>
                    <a:pt x="6044" y="149"/>
                    <a:pt x="5376" y="1"/>
                    <a:pt x="45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g33adf7f9e96_1_466"/>
            <p:cNvSpPr/>
            <p:nvPr/>
          </p:nvSpPr>
          <p:spPr>
            <a:xfrm>
              <a:off x="8877734" y="3301767"/>
              <a:ext cx="9510" cy="26517"/>
            </a:xfrm>
            <a:custGeom>
              <a:rect b="b" l="l" r="r" t="t"/>
              <a:pathLst>
                <a:path extrusionOk="0" h="711" w="255">
                  <a:moveTo>
                    <a:pt x="114" y="1"/>
                  </a:moveTo>
                  <a:cubicBezTo>
                    <a:pt x="113" y="1"/>
                    <a:pt x="112" y="1"/>
                    <a:pt x="112" y="1"/>
                  </a:cubicBezTo>
                  <a:cubicBezTo>
                    <a:pt x="46" y="3"/>
                    <a:pt x="0" y="164"/>
                    <a:pt x="9" y="360"/>
                  </a:cubicBezTo>
                  <a:cubicBezTo>
                    <a:pt x="18" y="555"/>
                    <a:pt x="77" y="711"/>
                    <a:pt x="142" y="711"/>
                  </a:cubicBezTo>
                  <a:cubicBezTo>
                    <a:pt x="142" y="711"/>
                    <a:pt x="143" y="711"/>
                    <a:pt x="143" y="711"/>
                  </a:cubicBezTo>
                  <a:cubicBezTo>
                    <a:pt x="209" y="707"/>
                    <a:pt x="255" y="546"/>
                    <a:pt x="245" y="350"/>
                  </a:cubicBezTo>
                  <a:cubicBezTo>
                    <a:pt x="237" y="156"/>
                    <a:pt x="178" y="1"/>
                    <a:pt x="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g33adf7f9e96_1_466"/>
            <p:cNvSpPr/>
            <p:nvPr/>
          </p:nvSpPr>
          <p:spPr>
            <a:xfrm>
              <a:off x="8845735" y="3274318"/>
              <a:ext cx="51616" cy="21221"/>
            </a:xfrm>
            <a:custGeom>
              <a:rect b="b" l="l" r="r" t="t"/>
              <a:pathLst>
                <a:path extrusionOk="0" h="569" w="1384">
                  <a:moveTo>
                    <a:pt x="776" y="1"/>
                  </a:moveTo>
                  <a:cubicBezTo>
                    <a:pt x="376" y="1"/>
                    <a:pt x="128" y="216"/>
                    <a:pt x="37" y="369"/>
                  </a:cubicBezTo>
                  <a:cubicBezTo>
                    <a:pt x="1" y="431"/>
                    <a:pt x="21" y="512"/>
                    <a:pt x="83" y="550"/>
                  </a:cubicBezTo>
                  <a:cubicBezTo>
                    <a:pt x="105" y="563"/>
                    <a:pt x="128" y="569"/>
                    <a:pt x="152" y="569"/>
                  </a:cubicBezTo>
                  <a:cubicBezTo>
                    <a:pt x="196" y="569"/>
                    <a:pt x="241" y="546"/>
                    <a:pt x="266" y="505"/>
                  </a:cubicBezTo>
                  <a:cubicBezTo>
                    <a:pt x="274" y="492"/>
                    <a:pt x="419" y="266"/>
                    <a:pt x="775" y="266"/>
                  </a:cubicBezTo>
                  <a:cubicBezTo>
                    <a:pt x="889" y="266"/>
                    <a:pt x="1025" y="289"/>
                    <a:pt x="1186" y="351"/>
                  </a:cubicBezTo>
                  <a:cubicBezTo>
                    <a:pt x="1202" y="357"/>
                    <a:pt x="1218" y="360"/>
                    <a:pt x="1233" y="360"/>
                  </a:cubicBezTo>
                  <a:cubicBezTo>
                    <a:pt x="1287" y="360"/>
                    <a:pt x="1337" y="327"/>
                    <a:pt x="1358" y="274"/>
                  </a:cubicBezTo>
                  <a:cubicBezTo>
                    <a:pt x="1384" y="205"/>
                    <a:pt x="1349" y="129"/>
                    <a:pt x="1282" y="103"/>
                  </a:cubicBezTo>
                  <a:cubicBezTo>
                    <a:pt x="1093" y="30"/>
                    <a:pt x="924" y="1"/>
                    <a:pt x="7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g33adf7f9e96_1_466"/>
            <p:cNvSpPr/>
            <p:nvPr/>
          </p:nvSpPr>
          <p:spPr>
            <a:xfrm>
              <a:off x="8640241" y="3162098"/>
              <a:ext cx="284412" cy="339161"/>
            </a:xfrm>
            <a:custGeom>
              <a:rect b="b" l="l" r="r" t="t"/>
              <a:pathLst>
                <a:path extrusionOk="0" h="9094" w="7626">
                  <a:moveTo>
                    <a:pt x="4283" y="0"/>
                  </a:moveTo>
                  <a:cubicBezTo>
                    <a:pt x="3470" y="0"/>
                    <a:pt x="2521" y="158"/>
                    <a:pt x="1784" y="524"/>
                  </a:cubicBezTo>
                  <a:cubicBezTo>
                    <a:pt x="333" y="1243"/>
                    <a:pt x="1" y="2295"/>
                    <a:pt x="8" y="3446"/>
                  </a:cubicBezTo>
                  <a:cubicBezTo>
                    <a:pt x="14" y="4379"/>
                    <a:pt x="443" y="5620"/>
                    <a:pt x="606" y="6058"/>
                  </a:cubicBezTo>
                  <a:cubicBezTo>
                    <a:pt x="720" y="6098"/>
                    <a:pt x="893" y="6153"/>
                    <a:pt x="997" y="6153"/>
                  </a:cubicBezTo>
                  <a:cubicBezTo>
                    <a:pt x="1013" y="6153"/>
                    <a:pt x="1028" y="6152"/>
                    <a:pt x="1041" y="6149"/>
                  </a:cubicBezTo>
                  <a:cubicBezTo>
                    <a:pt x="1176" y="6113"/>
                    <a:pt x="1275" y="5706"/>
                    <a:pt x="1340" y="5300"/>
                  </a:cubicBezTo>
                  <a:cubicBezTo>
                    <a:pt x="1405" y="4893"/>
                    <a:pt x="2384" y="4413"/>
                    <a:pt x="2384" y="4413"/>
                  </a:cubicBezTo>
                  <a:cubicBezTo>
                    <a:pt x="2384" y="4413"/>
                    <a:pt x="2561" y="5630"/>
                    <a:pt x="2562" y="5868"/>
                  </a:cubicBezTo>
                  <a:cubicBezTo>
                    <a:pt x="2563" y="6105"/>
                    <a:pt x="2436" y="7290"/>
                    <a:pt x="3083" y="7862"/>
                  </a:cubicBezTo>
                  <a:cubicBezTo>
                    <a:pt x="3729" y="8433"/>
                    <a:pt x="4714" y="9003"/>
                    <a:pt x="4714" y="9003"/>
                  </a:cubicBezTo>
                  <a:cubicBezTo>
                    <a:pt x="4714" y="9003"/>
                    <a:pt x="6035" y="9093"/>
                    <a:pt x="6590" y="9093"/>
                  </a:cubicBezTo>
                  <a:cubicBezTo>
                    <a:pt x="6597" y="9093"/>
                    <a:pt x="6604" y="9093"/>
                    <a:pt x="6611" y="9093"/>
                  </a:cubicBezTo>
                  <a:cubicBezTo>
                    <a:pt x="7153" y="9090"/>
                    <a:pt x="7626" y="9019"/>
                    <a:pt x="7622" y="8444"/>
                  </a:cubicBezTo>
                  <a:cubicBezTo>
                    <a:pt x="7619" y="7868"/>
                    <a:pt x="7302" y="5906"/>
                    <a:pt x="7302" y="5906"/>
                  </a:cubicBezTo>
                  <a:cubicBezTo>
                    <a:pt x="7302" y="5906"/>
                    <a:pt x="7119" y="5809"/>
                    <a:pt x="6768" y="5809"/>
                  </a:cubicBezTo>
                  <a:cubicBezTo>
                    <a:pt x="6616" y="5809"/>
                    <a:pt x="6432" y="5827"/>
                    <a:pt x="6218" y="5879"/>
                  </a:cubicBezTo>
                  <a:cubicBezTo>
                    <a:pt x="5508" y="6053"/>
                    <a:pt x="5313" y="7205"/>
                    <a:pt x="5178" y="7341"/>
                  </a:cubicBezTo>
                  <a:cubicBezTo>
                    <a:pt x="5168" y="7352"/>
                    <a:pt x="5153" y="7356"/>
                    <a:pt x="5135" y="7356"/>
                  </a:cubicBezTo>
                  <a:cubicBezTo>
                    <a:pt x="4912" y="7356"/>
                    <a:pt x="4132" y="6629"/>
                    <a:pt x="3816" y="6131"/>
                  </a:cubicBezTo>
                  <a:cubicBezTo>
                    <a:pt x="3474" y="5591"/>
                    <a:pt x="3232" y="4645"/>
                    <a:pt x="3194" y="4104"/>
                  </a:cubicBezTo>
                  <a:cubicBezTo>
                    <a:pt x="3157" y="3562"/>
                    <a:pt x="4442" y="3283"/>
                    <a:pt x="4642" y="2774"/>
                  </a:cubicBezTo>
                  <a:cubicBezTo>
                    <a:pt x="4842" y="2266"/>
                    <a:pt x="3891" y="1730"/>
                    <a:pt x="4227" y="1389"/>
                  </a:cubicBezTo>
                  <a:cubicBezTo>
                    <a:pt x="4397" y="1216"/>
                    <a:pt x="4656" y="1165"/>
                    <a:pt x="4913" y="1165"/>
                  </a:cubicBezTo>
                  <a:cubicBezTo>
                    <a:pt x="5164" y="1165"/>
                    <a:pt x="5413" y="1213"/>
                    <a:pt x="5580" y="1246"/>
                  </a:cubicBezTo>
                  <a:cubicBezTo>
                    <a:pt x="5634" y="1256"/>
                    <a:pt x="5688" y="1260"/>
                    <a:pt x="5741" y="1260"/>
                  </a:cubicBezTo>
                  <a:cubicBezTo>
                    <a:pt x="6018" y="1260"/>
                    <a:pt x="6257" y="1139"/>
                    <a:pt x="6257" y="1139"/>
                  </a:cubicBezTo>
                  <a:cubicBezTo>
                    <a:pt x="6257" y="1139"/>
                    <a:pt x="6391" y="901"/>
                    <a:pt x="5947" y="396"/>
                  </a:cubicBezTo>
                  <a:cubicBezTo>
                    <a:pt x="5730" y="148"/>
                    <a:pt x="5070" y="0"/>
                    <a:pt x="42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g33adf7f9e96_1_466"/>
            <p:cNvSpPr/>
            <p:nvPr/>
          </p:nvSpPr>
          <p:spPr>
            <a:xfrm>
              <a:off x="8637817" y="3159525"/>
              <a:ext cx="289372" cy="344196"/>
            </a:xfrm>
            <a:custGeom>
              <a:rect b="b" l="l" r="r" t="t"/>
              <a:pathLst>
                <a:path extrusionOk="0" h="9229" w="7759">
                  <a:moveTo>
                    <a:pt x="4346" y="134"/>
                  </a:moveTo>
                  <a:cubicBezTo>
                    <a:pt x="5118" y="134"/>
                    <a:pt x="5759" y="278"/>
                    <a:pt x="5962" y="510"/>
                  </a:cubicBezTo>
                  <a:cubicBezTo>
                    <a:pt x="6297" y="891"/>
                    <a:pt x="6282" y="1103"/>
                    <a:pt x="6269" y="1160"/>
                  </a:cubicBezTo>
                  <a:cubicBezTo>
                    <a:pt x="6205" y="1189"/>
                    <a:pt x="6016" y="1263"/>
                    <a:pt x="5807" y="1263"/>
                  </a:cubicBezTo>
                  <a:cubicBezTo>
                    <a:pt x="5758" y="1263"/>
                    <a:pt x="5708" y="1259"/>
                    <a:pt x="5658" y="1250"/>
                  </a:cubicBezTo>
                  <a:cubicBezTo>
                    <a:pt x="5492" y="1218"/>
                    <a:pt x="5240" y="1169"/>
                    <a:pt x="4982" y="1169"/>
                  </a:cubicBezTo>
                  <a:cubicBezTo>
                    <a:pt x="4709" y="1169"/>
                    <a:pt x="4431" y="1224"/>
                    <a:pt x="4245" y="1412"/>
                  </a:cubicBezTo>
                  <a:cubicBezTo>
                    <a:pt x="4036" y="1622"/>
                    <a:pt x="4220" y="1881"/>
                    <a:pt x="4398" y="2131"/>
                  </a:cubicBezTo>
                  <a:cubicBezTo>
                    <a:pt x="4562" y="2362"/>
                    <a:pt x="4731" y="2601"/>
                    <a:pt x="4646" y="2820"/>
                  </a:cubicBezTo>
                  <a:cubicBezTo>
                    <a:pt x="4563" y="3029"/>
                    <a:pt x="4253" y="3210"/>
                    <a:pt x="3953" y="3385"/>
                  </a:cubicBezTo>
                  <a:cubicBezTo>
                    <a:pt x="3569" y="3609"/>
                    <a:pt x="3170" y="3842"/>
                    <a:pt x="3193" y="4178"/>
                  </a:cubicBezTo>
                  <a:cubicBezTo>
                    <a:pt x="3233" y="4749"/>
                    <a:pt x="3485" y="5699"/>
                    <a:pt x="3826" y="6237"/>
                  </a:cubicBezTo>
                  <a:cubicBezTo>
                    <a:pt x="4124" y="6706"/>
                    <a:pt x="4902" y="7461"/>
                    <a:pt x="5180" y="7492"/>
                  </a:cubicBezTo>
                  <a:cubicBezTo>
                    <a:pt x="5187" y="7493"/>
                    <a:pt x="5193" y="7493"/>
                    <a:pt x="5200" y="7493"/>
                  </a:cubicBezTo>
                  <a:cubicBezTo>
                    <a:pt x="5246" y="7493"/>
                    <a:pt x="5274" y="7474"/>
                    <a:pt x="5290" y="7458"/>
                  </a:cubicBezTo>
                  <a:cubicBezTo>
                    <a:pt x="5334" y="7414"/>
                    <a:pt x="5370" y="7321"/>
                    <a:pt x="5434" y="7149"/>
                  </a:cubicBezTo>
                  <a:cubicBezTo>
                    <a:pt x="5576" y="6768"/>
                    <a:pt x="5812" y="6132"/>
                    <a:pt x="6300" y="6013"/>
                  </a:cubicBezTo>
                  <a:cubicBezTo>
                    <a:pt x="6508" y="5962"/>
                    <a:pt x="6686" y="5944"/>
                    <a:pt x="6832" y="5944"/>
                  </a:cubicBezTo>
                  <a:cubicBezTo>
                    <a:pt x="7085" y="5944"/>
                    <a:pt x="7246" y="5997"/>
                    <a:pt x="7308" y="6021"/>
                  </a:cubicBezTo>
                  <a:cubicBezTo>
                    <a:pt x="7350" y="6290"/>
                    <a:pt x="7618" y="7991"/>
                    <a:pt x="7621" y="8513"/>
                  </a:cubicBezTo>
                  <a:cubicBezTo>
                    <a:pt x="7624" y="8996"/>
                    <a:pt x="7277" y="9093"/>
                    <a:pt x="6676" y="9096"/>
                  </a:cubicBezTo>
                  <a:cubicBezTo>
                    <a:pt x="6672" y="9096"/>
                    <a:pt x="6668" y="9096"/>
                    <a:pt x="6665" y="9096"/>
                  </a:cubicBezTo>
                  <a:cubicBezTo>
                    <a:pt x="6155" y="9096"/>
                    <a:pt x="4950" y="9017"/>
                    <a:pt x="4799" y="9007"/>
                  </a:cubicBezTo>
                  <a:cubicBezTo>
                    <a:pt x="4680" y="8938"/>
                    <a:pt x="3785" y="8406"/>
                    <a:pt x="3192" y="7882"/>
                  </a:cubicBezTo>
                  <a:cubicBezTo>
                    <a:pt x="2639" y="7395"/>
                    <a:pt x="2677" y="6419"/>
                    <a:pt x="2690" y="6052"/>
                  </a:cubicBezTo>
                  <a:cubicBezTo>
                    <a:pt x="2692" y="6003"/>
                    <a:pt x="2693" y="5964"/>
                    <a:pt x="2693" y="5937"/>
                  </a:cubicBezTo>
                  <a:cubicBezTo>
                    <a:pt x="2692" y="5698"/>
                    <a:pt x="2522" y="4523"/>
                    <a:pt x="2515" y="4474"/>
                  </a:cubicBezTo>
                  <a:cubicBezTo>
                    <a:pt x="2511" y="4452"/>
                    <a:pt x="2498" y="4435"/>
                    <a:pt x="2479" y="4424"/>
                  </a:cubicBezTo>
                  <a:cubicBezTo>
                    <a:pt x="2469" y="4419"/>
                    <a:pt x="2458" y="4416"/>
                    <a:pt x="2447" y="4416"/>
                  </a:cubicBezTo>
                  <a:cubicBezTo>
                    <a:pt x="2437" y="4416"/>
                    <a:pt x="2428" y="4418"/>
                    <a:pt x="2419" y="4423"/>
                  </a:cubicBezTo>
                  <a:cubicBezTo>
                    <a:pt x="2316" y="4474"/>
                    <a:pt x="1407" y="4930"/>
                    <a:pt x="1339" y="5359"/>
                  </a:cubicBezTo>
                  <a:cubicBezTo>
                    <a:pt x="1220" y="6099"/>
                    <a:pt x="1102" y="6150"/>
                    <a:pt x="1089" y="6154"/>
                  </a:cubicBezTo>
                  <a:cubicBezTo>
                    <a:pt x="1082" y="6156"/>
                    <a:pt x="1072" y="6157"/>
                    <a:pt x="1060" y="6157"/>
                  </a:cubicBezTo>
                  <a:cubicBezTo>
                    <a:pt x="1005" y="6157"/>
                    <a:pt x="896" y="6135"/>
                    <a:pt x="724" y="6074"/>
                  </a:cubicBezTo>
                  <a:cubicBezTo>
                    <a:pt x="541" y="5581"/>
                    <a:pt x="145" y="4409"/>
                    <a:pt x="139" y="3515"/>
                  </a:cubicBezTo>
                  <a:cubicBezTo>
                    <a:pt x="133" y="2588"/>
                    <a:pt x="326" y="1424"/>
                    <a:pt x="1878" y="653"/>
                  </a:cubicBezTo>
                  <a:cubicBezTo>
                    <a:pt x="2617" y="287"/>
                    <a:pt x="3551" y="134"/>
                    <a:pt x="4346" y="134"/>
                  </a:cubicBezTo>
                  <a:close/>
                  <a:moveTo>
                    <a:pt x="4367" y="1"/>
                  </a:moveTo>
                  <a:cubicBezTo>
                    <a:pt x="3529" y="1"/>
                    <a:pt x="2557" y="168"/>
                    <a:pt x="1820" y="534"/>
                  </a:cubicBezTo>
                  <a:cubicBezTo>
                    <a:pt x="202" y="1336"/>
                    <a:pt x="1" y="2549"/>
                    <a:pt x="7" y="3517"/>
                  </a:cubicBezTo>
                  <a:cubicBezTo>
                    <a:pt x="12" y="4448"/>
                    <a:pt x="430" y="5669"/>
                    <a:pt x="610" y="6150"/>
                  </a:cubicBezTo>
                  <a:cubicBezTo>
                    <a:pt x="616" y="6168"/>
                    <a:pt x="631" y="6182"/>
                    <a:pt x="649" y="6189"/>
                  </a:cubicBezTo>
                  <a:cubicBezTo>
                    <a:pt x="879" y="6271"/>
                    <a:pt x="998" y="6289"/>
                    <a:pt x="1062" y="6289"/>
                  </a:cubicBezTo>
                  <a:cubicBezTo>
                    <a:pt x="1094" y="6289"/>
                    <a:pt x="1112" y="6284"/>
                    <a:pt x="1122" y="6282"/>
                  </a:cubicBezTo>
                  <a:cubicBezTo>
                    <a:pt x="1220" y="6257"/>
                    <a:pt x="1351" y="6131"/>
                    <a:pt x="1470" y="5380"/>
                  </a:cubicBezTo>
                  <a:cubicBezTo>
                    <a:pt x="1515" y="5102"/>
                    <a:pt x="2094" y="4745"/>
                    <a:pt x="2396" y="4584"/>
                  </a:cubicBezTo>
                  <a:cubicBezTo>
                    <a:pt x="2438" y="4871"/>
                    <a:pt x="2560" y="5746"/>
                    <a:pt x="2561" y="5937"/>
                  </a:cubicBezTo>
                  <a:cubicBezTo>
                    <a:pt x="2561" y="5963"/>
                    <a:pt x="2560" y="6000"/>
                    <a:pt x="2557" y="6046"/>
                  </a:cubicBezTo>
                  <a:cubicBezTo>
                    <a:pt x="2543" y="6431"/>
                    <a:pt x="2505" y="7453"/>
                    <a:pt x="3104" y="7982"/>
                  </a:cubicBezTo>
                  <a:cubicBezTo>
                    <a:pt x="3748" y="8551"/>
                    <a:pt x="4737" y="9125"/>
                    <a:pt x="4746" y="9130"/>
                  </a:cubicBezTo>
                  <a:cubicBezTo>
                    <a:pt x="4754" y="9135"/>
                    <a:pt x="4765" y="9138"/>
                    <a:pt x="4775" y="9139"/>
                  </a:cubicBezTo>
                  <a:cubicBezTo>
                    <a:pt x="4789" y="9140"/>
                    <a:pt x="6090" y="9229"/>
                    <a:pt x="6646" y="9229"/>
                  </a:cubicBezTo>
                  <a:lnTo>
                    <a:pt x="6676" y="9229"/>
                  </a:lnTo>
                  <a:cubicBezTo>
                    <a:pt x="7054" y="9226"/>
                    <a:pt x="7758" y="9222"/>
                    <a:pt x="7754" y="8512"/>
                  </a:cubicBezTo>
                  <a:cubicBezTo>
                    <a:pt x="7750" y="7938"/>
                    <a:pt x="7446" y="6045"/>
                    <a:pt x="7433" y="5964"/>
                  </a:cubicBezTo>
                  <a:cubicBezTo>
                    <a:pt x="7429" y="5944"/>
                    <a:pt x="7416" y="5927"/>
                    <a:pt x="7399" y="5917"/>
                  </a:cubicBezTo>
                  <a:cubicBezTo>
                    <a:pt x="7387" y="5911"/>
                    <a:pt x="7195" y="5811"/>
                    <a:pt x="6834" y="5811"/>
                  </a:cubicBezTo>
                  <a:cubicBezTo>
                    <a:pt x="6677" y="5811"/>
                    <a:pt x="6488" y="5830"/>
                    <a:pt x="6268" y="5884"/>
                  </a:cubicBezTo>
                  <a:cubicBezTo>
                    <a:pt x="5712" y="6020"/>
                    <a:pt x="5460" y="6697"/>
                    <a:pt x="5309" y="7103"/>
                  </a:cubicBezTo>
                  <a:cubicBezTo>
                    <a:pt x="5266" y="7219"/>
                    <a:pt x="5222" y="7338"/>
                    <a:pt x="5203" y="7359"/>
                  </a:cubicBezTo>
                  <a:cubicBezTo>
                    <a:pt x="5200" y="7360"/>
                    <a:pt x="5197" y="7360"/>
                    <a:pt x="5193" y="7360"/>
                  </a:cubicBezTo>
                  <a:cubicBezTo>
                    <a:pt x="5033" y="7360"/>
                    <a:pt x="4273" y="6694"/>
                    <a:pt x="3937" y="6164"/>
                  </a:cubicBezTo>
                  <a:cubicBezTo>
                    <a:pt x="3609" y="5646"/>
                    <a:pt x="3364" y="4725"/>
                    <a:pt x="3325" y="4168"/>
                  </a:cubicBezTo>
                  <a:cubicBezTo>
                    <a:pt x="3309" y="3914"/>
                    <a:pt x="3671" y="3703"/>
                    <a:pt x="4021" y="3499"/>
                  </a:cubicBezTo>
                  <a:cubicBezTo>
                    <a:pt x="4339" y="3313"/>
                    <a:pt x="4669" y="3121"/>
                    <a:pt x="4769" y="2868"/>
                  </a:cubicBezTo>
                  <a:cubicBezTo>
                    <a:pt x="4881" y="2582"/>
                    <a:pt x="4682" y="2301"/>
                    <a:pt x="4506" y="2054"/>
                  </a:cubicBezTo>
                  <a:cubicBezTo>
                    <a:pt x="4321" y="1795"/>
                    <a:pt x="4215" y="1631"/>
                    <a:pt x="4339" y="1505"/>
                  </a:cubicBezTo>
                  <a:cubicBezTo>
                    <a:pt x="4494" y="1348"/>
                    <a:pt x="4736" y="1301"/>
                    <a:pt x="4980" y="1301"/>
                  </a:cubicBezTo>
                  <a:cubicBezTo>
                    <a:pt x="5225" y="1301"/>
                    <a:pt x="5472" y="1349"/>
                    <a:pt x="5632" y="1380"/>
                  </a:cubicBezTo>
                  <a:cubicBezTo>
                    <a:pt x="5692" y="1391"/>
                    <a:pt x="5751" y="1396"/>
                    <a:pt x="5808" y="1396"/>
                  </a:cubicBezTo>
                  <a:cubicBezTo>
                    <a:pt x="6096" y="1396"/>
                    <a:pt x="6340" y="1274"/>
                    <a:pt x="6352" y="1267"/>
                  </a:cubicBezTo>
                  <a:cubicBezTo>
                    <a:pt x="6363" y="1262"/>
                    <a:pt x="6373" y="1253"/>
                    <a:pt x="6380" y="1241"/>
                  </a:cubicBezTo>
                  <a:cubicBezTo>
                    <a:pt x="6395" y="1213"/>
                    <a:pt x="6523" y="947"/>
                    <a:pt x="6063" y="421"/>
                  </a:cubicBezTo>
                  <a:cubicBezTo>
                    <a:pt x="5824" y="149"/>
                    <a:pt x="5155" y="1"/>
                    <a:pt x="43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g33adf7f9e96_1_466"/>
            <p:cNvSpPr/>
            <p:nvPr/>
          </p:nvSpPr>
          <p:spPr>
            <a:xfrm>
              <a:off x="8681153" y="3300238"/>
              <a:ext cx="55756" cy="79774"/>
            </a:xfrm>
            <a:custGeom>
              <a:rect b="b" l="l" r="r" t="t"/>
              <a:pathLst>
                <a:path extrusionOk="0" h="2139" w="1495">
                  <a:moveTo>
                    <a:pt x="771" y="0"/>
                  </a:moveTo>
                  <a:cubicBezTo>
                    <a:pt x="761" y="0"/>
                    <a:pt x="751" y="1"/>
                    <a:pt x="741" y="3"/>
                  </a:cubicBezTo>
                  <a:cubicBezTo>
                    <a:pt x="268" y="72"/>
                    <a:pt x="0" y="684"/>
                    <a:pt x="242" y="1461"/>
                  </a:cubicBezTo>
                  <a:cubicBezTo>
                    <a:pt x="415" y="2015"/>
                    <a:pt x="705" y="2138"/>
                    <a:pt x="955" y="2138"/>
                  </a:cubicBezTo>
                  <a:cubicBezTo>
                    <a:pt x="1056" y="2138"/>
                    <a:pt x="1150" y="2118"/>
                    <a:pt x="1227" y="2098"/>
                  </a:cubicBezTo>
                  <a:lnTo>
                    <a:pt x="1495" y="1555"/>
                  </a:lnTo>
                  <a:cubicBezTo>
                    <a:pt x="1495" y="1555"/>
                    <a:pt x="1226" y="0"/>
                    <a:pt x="77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g33adf7f9e96_1_466"/>
            <p:cNvSpPr/>
            <p:nvPr/>
          </p:nvSpPr>
          <p:spPr>
            <a:xfrm>
              <a:off x="8682347" y="3297739"/>
              <a:ext cx="57248" cy="84734"/>
            </a:xfrm>
            <a:custGeom>
              <a:rect b="b" l="l" r="r" t="t"/>
              <a:pathLst>
                <a:path extrusionOk="0" h="2272" w="1535">
                  <a:moveTo>
                    <a:pt x="737" y="0"/>
                  </a:moveTo>
                  <a:cubicBezTo>
                    <a:pt x="725" y="0"/>
                    <a:pt x="712" y="1"/>
                    <a:pt x="698" y="3"/>
                  </a:cubicBezTo>
                  <a:cubicBezTo>
                    <a:pt x="502" y="33"/>
                    <a:pt x="331" y="150"/>
                    <a:pt x="216" y="333"/>
                  </a:cubicBezTo>
                  <a:cubicBezTo>
                    <a:pt x="25" y="635"/>
                    <a:pt x="0" y="1078"/>
                    <a:pt x="147" y="1547"/>
                  </a:cubicBezTo>
                  <a:cubicBezTo>
                    <a:pt x="334" y="2151"/>
                    <a:pt x="670" y="2271"/>
                    <a:pt x="928" y="2271"/>
                  </a:cubicBezTo>
                  <a:cubicBezTo>
                    <a:pt x="1047" y="2271"/>
                    <a:pt x="1150" y="2245"/>
                    <a:pt x="1212" y="2229"/>
                  </a:cubicBezTo>
                  <a:cubicBezTo>
                    <a:pt x="1247" y="2221"/>
                    <a:pt x="1269" y="2184"/>
                    <a:pt x="1260" y="2148"/>
                  </a:cubicBezTo>
                  <a:cubicBezTo>
                    <a:pt x="1253" y="2119"/>
                    <a:pt x="1226" y="2099"/>
                    <a:pt x="1196" y="2099"/>
                  </a:cubicBezTo>
                  <a:cubicBezTo>
                    <a:pt x="1191" y="2099"/>
                    <a:pt x="1185" y="2100"/>
                    <a:pt x="1179" y="2101"/>
                  </a:cubicBezTo>
                  <a:cubicBezTo>
                    <a:pt x="1116" y="2117"/>
                    <a:pt x="1026" y="2140"/>
                    <a:pt x="926" y="2140"/>
                  </a:cubicBezTo>
                  <a:cubicBezTo>
                    <a:pt x="707" y="2140"/>
                    <a:pt x="437" y="2032"/>
                    <a:pt x="274" y="1508"/>
                  </a:cubicBezTo>
                  <a:cubicBezTo>
                    <a:pt x="139" y="1075"/>
                    <a:pt x="159" y="673"/>
                    <a:pt x="328" y="403"/>
                  </a:cubicBezTo>
                  <a:cubicBezTo>
                    <a:pt x="424" y="252"/>
                    <a:pt x="559" y="158"/>
                    <a:pt x="719" y="135"/>
                  </a:cubicBezTo>
                  <a:cubicBezTo>
                    <a:pt x="725" y="134"/>
                    <a:pt x="732" y="133"/>
                    <a:pt x="739" y="133"/>
                  </a:cubicBezTo>
                  <a:cubicBezTo>
                    <a:pt x="1033" y="133"/>
                    <a:pt x="1296" y="1044"/>
                    <a:pt x="1398" y="1633"/>
                  </a:cubicBezTo>
                  <a:cubicBezTo>
                    <a:pt x="1403" y="1665"/>
                    <a:pt x="1431" y="1688"/>
                    <a:pt x="1463" y="1688"/>
                  </a:cubicBezTo>
                  <a:cubicBezTo>
                    <a:pt x="1467" y="1688"/>
                    <a:pt x="1471" y="1688"/>
                    <a:pt x="1475" y="1687"/>
                  </a:cubicBezTo>
                  <a:cubicBezTo>
                    <a:pt x="1510" y="1681"/>
                    <a:pt x="1535" y="1647"/>
                    <a:pt x="1529" y="1610"/>
                  </a:cubicBezTo>
                  <a:cubicBezTo>
                    <a:pt x="1499" y="1442"/>
                    <a:pt x="1235" y="0"/>
                    <a:pt x="7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g33adf7f9e96_1_466"/>
            <p:cNvSpPr/>
            <p:nvPr/>
          </p:nvSpPr>
          <p:spPr>
            <a:xfrm>
              <a:off x="8858117" y="3401679"/>
              <a:ext cx="42031" cy="17379"/>
            </a:xfrm>
            <a:custGeom>
              <a:rect b="b" l="l" r="r" t="t"/>
              <a:pathLst>
                <a:path extrusionOk="0" h="466" w="1127">
                  <a:moveTo>
                    <a:pt x="75" y="0"/>
                  </a:moveTo>
                  <a:cubicBezTo>
                    <a:pt x="61" y="0"/>
                    <a:pt x="46" y="5"/>
                    <a:pt x="34" y="14"/>
                  </a:cubicBezTo>
                  <a:cubicBezTo>
                    <a:pt x="6" y="38"/>
                    <a:pt x="1" y="80"/>
                    <a:pt x="23" y="108"/>
                  </a:cubicBezTo>
                  <a:cubicBezTo>
                    <a:pt x="35" y="123"/>
                    <a:pt x="322" y="465"/>
                    <a:pt x="1046" y="465"/>
                  </a:cubicBezTo>
                  <a:lnTo>
                    <a:pt x="1060" y="465"/>
                  </a:lnTo>
                  <a:cubicBezTo>
                    <a:pt x="1097" y="465"/>
                    <a:pt x="1126" y="436"/>
                    <a:pt x="1126" y="399"/>
                  </a:cubicBezTo>
                  <a:cubicBezTo>
                    <a:pt x="1125" y="362"/>
                    <a:pt x="1095" y="333"/>
                    <a:pt x="1059" y="333"/>
                  </a:cubicBezTo>
                  <a:cubicBezTo>
                    <a:pt x="1058" y="333"/>
                    <a:pt x="1056" y="333"/>
                    <a:pt x="1055" y="333"/>
                  </a:cubicBezTo>
                  <a:cubicBezTo>
                    <a:pt x="1052" y="333"/>
                    <a:pt x="1049" y="333"/>
                    <a:pt x="1046" y="333"/>
                  </a:cubicBezTo>
                  <a:cubicBezTo>
                    <a:pt x="391" y="333"/>
                    <a:pt x="130" y="29"/>
                    <a:pt x="126" y="24"/>
                  </a:cubicBezTo>
                  <a:cubicBezTo>
                    <a:pt x="114" y="8"/>
                    <a:pt x="95" y="0"/>
                    <a:pt x="7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g33adf7f9e96_1_466"/>
            <p:cNvSpPr/>
            <p:nvPr/>
          </p:nvSpPr>
          <p:spPr>
            <a:xfrm>
              <a:off x="8536338" y="4280154"/>
              <a:ext cx="347962" cy="413527"/>
            </a:xfrm>
            <a:custGeom>
              <a:rect b="b" l="l" r="r" t="t"/>
              <a:pathLst>
                <a:path extrusionOk="0" h="11088" w="9330">
                  <a:moveTo>
                    <a:pt x="0" y="0"/>
                  </a:moveTo>
                  <a:lnTo>
                    <a:pt x="306" y="4337"/>
                  </a:lnTo>
                  <a:lnTo>
                    <a:pt x="1097" y="11087"/>
                  </a:lnTo>
                  <a:lnTo>
                    <a:pt x="8271" y="11087"/>
                  </a:lnTo>
                  <a:cubicBezTo>
                    <a:pt x="8295" y="10711"/>
                    <a:pt x="8573" y="9259"/>
                    <a:pt x="8573" y="8309"/>
                  </a:cubicBezTo>
                  <a:cubicBezTo>
                    <a:pt x="8573" y="7209"/>
                    <a:pt x="9329" y="123"/>
                    <a:pt x="9329" y="123"/>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g33adf7f9e96_1_466"/>
            <p:cNvSpPr/>
            <p:nvPr/>
          </p:nvSpPr>
          <p:spPr>
            <a:xfrm>
              <a:off x="8533764" y="4277655"/>
              <a:ext cx="353034" cy="418524"/>
            </a:xfrm>
            <a:custGeom>
              <a:rect b="b" l="l" r="r" t="t"/>
              <a:pathLst>
                <a:path extrusionOk="0" h="11222" w="9466">
                  <a:moveTo>
                    <a:pt x="140" y="135"/>
                  </a:moveTo>
                  <a:lnTo>
                    <a:pt x="9325" y="255"/>
                  </a:lnTo>
                  <a:cubicBezTo>
                    <a:pt x="9240" y="1047"/>
                    <a:pt x="8575" y="7333"/>
                    <a:pt x="8575" y="8376"/>
                  </a:cubicBezTo>
                  <a:cubicBezTo>
                    <a:pt x="8575" y="9019"/>
                    <a:pt x="8450" y="9880"/>
                    <a:pt x="8357" y="10509"/>
                  </a:cubicBezTo>
                  <a:cubicBezTo>
                    <a:pt x="8321" y="10755"/>
                    <a:pt x="8291" y="10958"/>
                    <a:pt x="8278" y="11088"/>
                  </a:cubicBezTo>
                  <a:lnTo>
                    <a:pt x="1225" y="11088"/>
                  </a:lnTo>
                  <a:lnTo>
                    <a:pt x="441" y="4401"/>
                  </a:lnTo>
                  <a:lnTo>
                    <a:pt x="140" y="135"/>
                  </a:lnTo>
                  <a:close/>
                  <a:moveTo>
                    <a:pt x="63" y="0"/>
                  </a:moveTo>
                  <a:cubicBezTo>
                    <a:pt x="45" y="0"/>
                    <a:pt x="32" y="9"/>
                    <a:pt x="21" y="22"/>
                  </a:cubicBezTo>
                  <a:cubicBezTo>
                    <a:pt x="8" y="35"/>
                    <a:pt x="1" y="54"/>
                    <a:pt x="2" y="72"/>
                  </a:cubicBezTo>
                  <a:lnTo>
                    <a:pt x="308" y="4413"/>
                  </a:lnTo>
                  <a:lnTo>
                    <a:pt x="1100" y="11162"/>
                  </a:lnTo>
                  <a:cubicBezTo>
                    <a:pt x="1105" y="11196"/>
                    <a:pt x="1133" y="11222"/>
                    <a:pt x="1166" y="11222"/>
                  </a:cubicBezTo>
                  <a:lnTo>
                    <a:pt x="8340" y="11222"/>
                  </a:lnTo>
                  <a:cubicBezTo>
                    <a:pt x="8374" y="11222"/>
                    <a:pt x="8403" y="11194"/>
                    <a:pt x="8406" y="11159"/>
                  </a:cubicBezTo>
                  <a:cubicBezTo>
                    <a:pt x="8413" y="11042"/>
                    <a:pt x="8446" y="10816"/>
                    <a:pt x="8489" y="10528"/>
                  </a:cubicBezTo>
                  <a:cubicBezTo>
                    <a:pt x="8581" y="9895"/>
                    <a:pt x="8709" y="9029"/>
                    <a:pt x="8709" y="8376"/>
                  </a:cubicBezTo>
                  <a:cubicBezTo>
                    <a:pt x="8709" y="7292"/>
                    <a:pt x="9456" y="268"/>
                    <a:pt x="9465" y="197"/>
                  </a:cubicBezTo>
                  <a:cubicBezTo>
                    <a:pt x="9466" y="178"/>
                    <a:pt x="9460" y="159"/>
                    <a:pt x="9448" y="145"/>
                  </a:cubicBezTo>
                  <a:cubicBezTo>
                    <a:pt x="9435" y="132"/>
                    <a:pt x="9417" y="124"/>
                    <a:pt x="9400" y="124"/>
                  </a:cubicBezTo>
                  <a:lnTo>
                    <a:pt x="69" y="1"/>
                  </a:lnTo>
                  <a:cubicBezTo>
                    <a:pt x="67" y="1"/>
                    <a:pt x="65" y="0"/>
                    <a:pt x="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g33adf7f9e96_1_466"/>
            <p:cNvSpPr/>
            <p:nvPr/>
          </p:nvSpPr>
          <p:spPr>
            <a:xfrm>
              <a:off x="8484498" y="3504612"/>
              <a:ext cx="436724" cy="827688"/>
            </a:xfrm>
            <a:custGeom>
              <a:rect b="b" l="l" r="r" t="t"/>
              <a:pathLst>
                <a:path extrusionOk="0" h="22193" w="11710">
                  <a:moveTo>
                    <a:pt x="3427" y="1"/>
                  </a:moveTo>
                  <a:cubicBezTo>
                    <a:pt x="3427" y="1"/>
                    <a:pt x="1790" y="2097"/>
                    <a:pt x="1330" y="3273"/>
                  </a:cubicBezTo>
                  <a:cubicBezTo>
                    <a:pt x="870" y="4449"/>
                    <a:pt x="513" y="4654"/>
                    <a:pt x="614" y="6136"/>
                  </a:cubicBezTo>
                  <a:cubicBezTo>
                    <a:pt x="717" y="7620"/>
                    <a:pt x="1433" y="13551"/>
                    <a:pt x="1433" y="13551"/>
                  </a:cubicBezTo>
                  <a:lnTo>
                    <a:pt x="0" y="21272"/>
                  </a:lnTo>
                  <a:cubicBezTo>
                    <a:pt x="0" y="21272"/>
                    <a:pt x="2301" y="22192"/>
                    <a:pt x="5268" y="22192"/>
                  </a:cubicBezTo>
                  <a:cubicBezTo>
                    <a:pt x="8234" y="22192"/>
                    <a:pt x="9511" y="21937"/>
                    <a:pt x="9716" y="21834"/>
                  </a:cubicBezTo>
                  <a:cubicBezTo>
                    <a:pt x="9921" y="21732"/>
                    <a:pt x="11710" y="21272"/>
                    <a:pt x="11710" y="21272"/>
                  </a:cubicBezTo>
                  <a:cubicBezTo>
                    <a:pt x="11710" y="21272"/>
                    <a:pt x="11710" y="12529"/>
                    <a:pt x="11148" y="9512"/>
                  </a:cubicBezTo>
                  <a:cubicBezTo>
                    <a:pt x="10586" y="6495"/>
                    <a:pt x="9870" y="4193"/>
                    <a:pt x="9614" y="3632"/>
                  </a:cubicBezTo>
                  <a:cubicBezTo>
                    <a:pt x="9358" y="3068"/>
                    <a:pt x="8540" y="1227"/>
                    <a:pt x="8540" y="1227"/>
                  </a:cubicBezTo>
                  <a:lnTo>
                    <a:pt x="34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g33adf7f9e96_1_466"/>
            <p:cNvSpPr/>
            <p:nvPr/>
          </p:nvSpPr>
          <p:spPr>
            <a:xfrm>
              <a:off x="8481850" y="3502113"/>
              <a:ext cx="441908" cy="832648"/>
            </a:xfrm>
            <a:custGeom>
              <a:rect b="b" l="l" r="r" t="t"/>
              <a:pathLst>
                <a:path extrusionOk="0" h="22326" w="11849">
                  <a:moveTo>
                    <a:pt x="3524" y="142"/>
                  </a:moveTo>
                  <a:lnTo>
                    <a:pt x="8564" y="1352"/>
                  </a:lnTo>
                  <a:cubicBezTo>
                    <a:pt x="8670" y="1593"/>
                    <a:pt x="9390" y="3209"/>
                    <a:pt x="9624" y="3726"/>
                  </a:cubicBezTo>
                  <a:cubicBezTo>
                    <a:pt x="9882" y="4292"/>
                    <a:pt x="10595" y="6594"/>
                    <a:pt x="11154" y="9590"/>
                  </a:cubicBezTo>
                  <a:cubicBezTo>
                    <a:pt x="11686" y="12447"/>
                    <a:pt x="11713" y="20562"/>
                    <a:pt x="11714" y="21287"/>
                  </a:cubicBezTo>
                  <a:cubicBezTo>
                    <a:pt x="11417" y="21364"/>
                    <a:pt x="9948" y="21746"/>
                    <a:pt x="9758" y="21842"/>
                  </a:cubicBezTo>
                  <a:cubicBezTo>
                    <a:pt x="9608" y="21916"/>
                    <a:pt x="8424" y="22193"/>
                    <a:pt x="5339" y="22193"/>
                  </a:cubicBezTo>
                  <a:cubicBezTo>
                    <a:pt x="2660" y="22193"/>
                    <a:pt x="501" y="21429"/>
                    <a:pt x="147" y="21296"/>
                  </a:cubicBezTo>
                  <a:lnTo>
                    <a:pt x="1569" y="13630"/>
                  </a:lnTo>
                  <a:cubicBezTo>
                    <a:pt x="1570" y="13623"/>
                    <a:pt x="1570" y="13617"/>
                    <a:pt x="1569" y="13610"/>
                  </a:cubicBezTo>
                  <a:cubicBezTo>
                    <a:pt x="1562" y="13550"/>
                    <a:pt x="852" y="7663"/>
                    <a:pt x="752" y="6198"/>
                  </a:cubicBezTo>
                  <a:cubicBezTo>
                    <a:pt x="676" y="5103"/>
                    <a:pt x="851" y="4725"/>
                    <a:pt x="1142" y="4101"/>
                  </a:cubicBezTo>
                  <a:cubicBezTo>
                    <a:pt x="1239" y="3894"/>
                    <a:pt x="1348" y="3659"/>
                    <a:pt x="1463" y="3365"/>
                  </a:cubicBezTo>
                  <a:cubicBezTo>
                    <a:pt x="1883" y="2292"/>
                    <a:pt x="3312" y="417"/>
                    <a:pt x="3524" y="142"/>
                  </a:cubicBezTo>
                  <a:close/>
                  <a:moveTo>
                    <a:pt x="3498" y="1"/>
                  </a:moveTo>
                  <a:cubicBezTo>
                    <a:pt x="3478" y="1"/>
                    <a:pt x="3458" y="10"/>
                    <a:pt x="3446" y="27"/>
                  </a:cubicBezTo>
                  <a:cubicBezTo>
                    <a:pt x="3378" y="112"/>
                    <a:pt x="1797" y="2144"/>
                    <a:pt x="1340" y="3316"/>
                  </a:cubicBezTo>
                  <a:cubicBezTo>
                    <a:pt x="1226" y="3606"/>
                    <a:pt x="1117" y="3839"/>
                    <a:pt x="1021" y="4045"/>
                  </a:cubicBezTo>
                  <a:cubicBezTo>
                    <a:pt x="733" y="4666"/>
                    <a:pt x="541" y="5077"/>
                    <a:pt x="619" y="6208"/>
                  </a:cubicBezTo>
                  <a:cubicBezTo>
                    <a:pt x="718" y="7647"/>
                    <a:pt x="1402" y="13337"/>
                    <a:pt x="1437" y="13615"/>
                  </a:cubicBezTo>
                  <a:lnTo>
                    <a:pt x="6" y="21327"/>
                  </a:lnTo>
                  <a:cubicBezTo>
                    <a:pt x="0" y="21358"/>
                    <a:pt x="18" y="21389"/>
                    <a:pt x="48" y="21400"/>
                  </a:cubicBezTo>
                  <a:cubicBezTo>
                    <a:pt x="70" y="21410"/>
                    <a:pt x="2394" y="22326"/>
                    <a:pt x="5339" y="22326"/>
                  </a:cubicBezTo>
                  <a:cubicBezTo>
                    <a:pt x="8398" y="22326"/>
                    <a:pt x="9627" y="22056"/>
                    <a:pt x="9817" y="21960"/>
                  </a:cubicBezTo>
                  <a:cubicBezTo>
                    <a:pt x="9980" y="21880"/>
                    <a:pt x="11302" y="21531"/>
                    <a:pt x="11797" y="21403"/>
                  </a:cubicBezTo>
                  <a:cubicBezTo>
                    <a:pt x="11827" y="21396"/>
                    <a:pt x="11848" y="21368"/>
                    <a:pt x="11848" y="21339"/>
                  </a:cubicBezTo>
                  <a:cubicBezTo>
                    <a:pt x="11848" y="21251"/>
                    <a:pt x="11841" y="12554"/>
                    <a:pt x="11284" y="9566"/>
                  </a:cubicBezTo>
                  <a:cubicBezTo>
                    <a:pt x="10723" y="6558"/>
                    <a:pt x="10005" y="4242"/>
                    <a:pt x="9746" y="3670"/>
                  </a:cubicBezTo>
                  <a:cubicBezTo>
                    <a:pt x="9493" y="3114"/>
                    <a:pt x="8680" y="1286"/>
                    <a:pt x="8671" y="1267"/>
                  </a:cubicBezTo>
                  <a:cubicBezTo>
                    <a:pt x="8663" y="1249"/>
                    <a:pt x="8647" y="1235"/>
                    <a:pt x="8626" y="1231"/>
                  </a:cubicBezTo>
                  <a:lnTo>
                    <a:pt x="3513" y="2"/>
                  </a:lnTo>
                  <a:cubicBezTo>
                    <a:pt x="3508" y="1"/>
                    <a:pt x="3503" y="1"/>
                    <a:pt x="34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g33adf7f9e96_1_466"/>
            <p:cNvSpPr/>
            <p:nvPr/>
          </p:nvSpPr>
          <p:spPr>
            <a:xfrm>
              <a:off x="8583777" y="3504612"/>
              <a:ext cx="291833" cy="242045"/>
            </a:xfrm>
            <a:custGeom>
              <a:rect b="b" l="l" r="r" t="t"/>
              <a:pathLst>
                <a:path extrusionOk="0" h="6490" w="7825">
                  <a:moveTo>
                    <a:pt x="765" y="1"/>
                  </a:moveTo>
                  <a:cubicBezTo>
                    <a:pt x="765" y="1"/>
                    <a:pt x="419" y="444"/>
                    <a:pt x="0" y="1037"/>
                  </a:cubicBezTo>
                  <a:cubicBezTo>
                    <a:pt x="1115" y="1685"/>
                    <a:pt x="3874" y="3284"/>
                    <a:pt x="4037" y="3324"/>
                  </a:cubicBezTo>
                  <a:cubicBezTo>
                    <a:pt x="4078" y="3334"/>
                    <a:pt x="4153" y="3339"/>
                    <a:pt x="4246" y="3339"/>
                  </a:cubicBezTo>
                  <a:cubicBezTo>
                    <a:pt x="4613" y="3339"/>
                    <a:pt x="5264" y="3273"/>
                    <a:pt x="5264" y="3273"/>
                  </a:cubicBezTo>
                  <a:lnTo>
                    <a:pt x="5264" y="3273"/>
                  </a:lnTo>
                  <a:lnTo>
                    <a:pt x="4804" y="3835"/>
                  </a:lnTo>
                  <a:cubicBezTo>
                    <a:pt x="4804" y="3835"/>
                    <a:pt x="6031" y="4808"/>
                    <a:pt x="6440" y="5216"/>
                  </a:cubicBezTo>
                  <a:cubicBezTo>
                    <a:pt x="6655" y="5431"/>
                    <a:pt x="7280" y="6000"/>
                    <a:pt x="7824" y="6490"/>
                  </a:cubicBezTo>
                  <a:cubicBezTo>
                    <a:pt x="7454" y="5022"/>
                    <a:pt x="7112" y="3984"/>
                    <a:pt x="6951" y="3632"/>
                  </a:cubicBezTo>
                  <a:cubicBezTo>
                    <a:pt x="6696" y="3068"/>
                    <a:pt x="5878" y="1227"/>
                    <a:pt x="5878" y="1227"/>
                  </a:cubicBezTo>
                  <a:lnTo>
                    <a:pt x="7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g33adf7f9e96_1_466"/>
            <p:cNvSpPr/>
            <p:nvPr/>
          </p:nvSpPr>
          <p:spPr>
            <a:xfrm>
              <a:off x="8581203" y="3502113"/>
              <a:ext cx="297092" cy="247079"/>
            </a:xfrm>
            <a:custGeom>
              <a:rect b="b" l="l" r="r" t="t"/>
              <a:pathLst>
                <a:path extrusionOk="0" h="6625" w="7966">
                  <a:moveTo>
                    <a:pt x="860" y="142"/>
                  </a:moveTo>
                  <a:lnTo>
                    <a:pt x="5900" y="1351"/>
                  </a:lnTo>
                  <a:cubicBezTo>
                    <a:pt x="6006" y="1593"/>
                    <a:pt x="6726" y="3209"/>
                    <a:pt x="6960" y="3726"/>
                  </a:cubicBezTo>
                  <a:cubicBezTo>
                    <a:pt x="7115" y="4064"/>
                    <a:pt x="7431" y="5024"/>
                    <a:pt x="7775" y="6361"/>
                  </a:cubicBezTo>
                  <a:cubicBezTo>
                    <a:pt x="7136" y="5783"/>
                    <a:pt x="6716" y="5396"/>
                    <a:pt x="6556" y="5237"/>
                  </a:cubicBezTo>
                  <a:cubicBezTo>
                    <a:pt x="6193" y="4872"/>
                    <a:pt x="5210" y="4085"/>
                    <a:pt x="4967" y="3893"/>
                  </a:cubicBezTo>
                  <a:lnTo>
                    <a:pt x="5385" y="3383"/>
                  </a:lnTo>
                  <a:cubicBezTo>
                    <a:pt x="5402" y="3361"/>
                    <a:pt x="5404" y="3332"/>
                    <a:pt x="5391" y="3308"/>
                  </a:cubicBezTo>
                  <a:cubicBezTo>
                    <a:pt x="5380" y="3286"/>
                    <a:pt x="5357" y="3273"/>
                    <a:pt x="5333" y="3273"/>
                  </a:cubicBezTo>
                  <a:cubicBezTo>
                    <a:pt x="5331" y="3273"/>
                    <a:pt x="5329" y="3274"/>
                    <a:pt x="5327" y="3274"/>
                  </a:cubicBezTo>
                  <a:cubicBezTo>
                    <a:pt x="5108" y="3296"/>
                    <a:pt x="4598" y="3339"/>
                    <a:pt x="4307" y="3339"/>
                  </a:cubicBezTo>
                  <a:cubicBezTo>
                    <a:pt x="4224" y="3339"/>
                    <a:pt x="4158" y="3336"/>
                    <a:pt x="4123" y="3327"/>
                  </a:cubicBezTo>
                  <a:cubicBezTo>
                    <a:pt x="4007" y="3294"/>
                    <a:pt x="2492" y="2435"/>
                    <a:pt x="165" y="1083"/>
                  </a:cubicBezTo>
                  <a:cubicBezTo>
                    <a:pt x="495" y="619"/>
                    <a:pt x="776" y="252"/>
                    <a:pt x="860" y="142"/>
                  </a:cubicBezTo>
                  <a:close/>
                  <a:moveTo>
                    <a:pt x="834" y="1"/>
                  </a:moveTo>
                  <a:cubicBezTo>
                    <a:pt x="814" y="1"/>
                    <a:pt x="794" y="10"/>
                    <a:pt x="782" y="26"/>
                  </a:cubicBezTo>
                  <a:cubicBezTo>
                    <a:pt x="778" y="31"/>
                    <a:pt x="429" y="478"/>
                    <a:pt x="15" y="1066"/>
                  </a:cubicBezTo>
                  <a:cubicBezTo>
                    <a:pt x="4" y="1080"/>
                    <a:pt x="1" y="1099"/>
                    <a:pt x="4" y="1118"/>
                  </a:cubicBezTo>
                  <a:cubicBezTo>
                    <a:pt x="9" y="1136"/>
                    <a:pt x="20" y="1152"/>
                    <a:pt x="36" y="1161"/>
                  </a:cubicBezTo>
                  <a:cubicBezTo>
                    <a:pt x="1480" y="2001"/>
                    <a:pt x="3925" y="3415"/>
                    <a:pt x="4090" y="3456"/>
                  </a:cubicBezTo>
                  <a:cubicBezTo>
                    <a:pt x="4136" y="3467"/>
                    <a:pt x="4217" y="3472"/>
                    <a:pt x="4317" y="3472"/>
                  </a:cubicBezTo>
                  <a:cubicBezTo>
                    <a:pt x="4577" y="3472"/>
                    <a:pt x="4962" y="3441"/>
                    <a:pt x="5182" y="3420"/>
                  </a:cubicBezTo>
                  <a:lnTo>
                    <a:pt x="5182" y="3420"/>
                  </a:lnTo>
                  <a:lnTo>
                    <a:pt x="4822" y="3861"/>
                  </a:lnTo>
                  <a:cubicBezTo>
                    <a:pt x="4810" y="3875"/>
                    <a:pt x="4805" y="3891"/>
                    <a:pt x="4807" y="3909"/>
                  </a:cubicBezTo>
                  <a:cubicBezTo>
                    <a:pt x="4809" y="3927"/>
                    <a:pt x="4818" y="3943"/>
                    <a:pt x="4831" y="3954"/>
                  </a:cubicBezTo>
                  <a:cubicBezTo>
                    <a:pt x="4844" y="3965"/>
                    <a:pt x="6061" y="4929"/>
                    <a:pt x="6463" y="5330"/>
                  </a:cubicBezTo>
                  <a:cubicBezTo>
                    <a:pt x="6639" y="5508"/>
                    <a:pt x="7105" y="5937"/>
                    <a:pt x="7850" y="6607"/>
                  </a:cubicBezTo>
                  <a:cubicBezTo>
                    <a:pt x="7861" y="6618"/>
                    <a:pt x="7878" y="6624"/>
                    <a:pt x="7893" y="6624"/>
                  </a:cubicBezTo>
                  <a:cubicBezTo>
                    <a:pt x="7905" y="6624"/>
                    <a:pt x="7917" y="6621"/>
                    <a:pt x="7928" y="6614"/>
                  </a:cubicBezTo>
                  <a:cubicBezTo>
                    <a:pt x="7954" y="6598"/>
                    <a:pt x="7965" y="6569"/>
                    <a:pt x="7958" y="6540"/>
                  </a:cubicBezTo>
                  <a:cubicBezTo>
                    <a:pt x="7590" y="5085"/>
                    <a:pt x="7246" y="4032"/>
                    <a:pt x="7082" y="3670"/>
                  </a:cubicBezTo>
                  <a:cubicBezTo>
                    <a:pt x="6829" y="3114"/>
                    <a:pt x="6016" y="1286"/>
                    <a:pt x="6007" y="1267"/>
                  </a:cubicBezTo>
                  <a:cubicBezTo>
                    <a:pt x="5999" y="1248"/>
                    <a:pt x="5983" y="1235"/>
                    <a:pt x="5962" y="1229"/>
                  </a:cubicBezTo>
                  <a:lnTo>
                    <a:pt x="849" y="2"/>
                  </a:lnTo>
                  <a:cubicBezTo>
                    <a:pt x="844" y="1"/>
                    <a:pt x="839"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g33adf7f9e96_1_466"/>
            <p:cNvSpPr/>
            <p:nvPr/>
          </p:nvSpPr>
          <p:spPr>
            <a:xfrm>
              <a:off x="8755296" y="3559883"/>
              <a:ext cx="118262" cy="179314"/>
            </a:xfrm>
            <a:custGeom>
              <a:rect b="b" l="l" r="r" t="t"/>
              <a:pathLst>
                <a:path extrusionOk="0" h="4808" w="3171">
                  <a:moveTo>
                    <a:pt x="359" y="1"/>
                  </a:moveTo>
                  <a:lnTo>
                    <a:pt x="0" y="871"/>
                  </a:lnTo>
                  <a:lnTo>
                    <a:pt x="1739" y="2251"/>
                  </a:lnTo>
                  <a:lnTo>
                    <a:pt x="3171" y="4808"/>
                  </a:lnTo>
                  <a:lnTo>
                    <a:pt x="2250" y="1075"/>
                  </a:lnTo>
                  <a:lnTo>
                    <a:pt x="35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g33adf7f9e96_1_466"/>
            <p:cNvSpPr/>
            <p:nvPr/>
          </p:nvSpPr>
          <p:spPr>
            <a:xfrm>
              <a:off x="8752573" y="3557421"/>
              <a:ext cx="123708" cy="184275"/>
            </a:xfrm>
            <a:custGeom>
              <a:rect b="b" l="l" r="r" t="t"/>
              <a:pathLst>
                <a:path extrusionOk="0" h="4941" w="3317">
                  <a:moveTo>
                    <a:pt x="465" y="163"/>
                  </a:moveTo>
                  <a:lnTo>
                    <a:pt x="2265" y="1185"/>
                  </a:lnTo>
                  <a:lnTo>
                    <a:pt x="3062" y="4413"/>
                  </a:lnTo>
                  <a:lnTo>
                    <a:pt x="1870" y="2285"/>
                  </a:lnTo>
                  <a:cubicBezTo>
                    <a:pt x="1866" y="2277"/>
                    <a:pt x="1861" y="2271"/>
                    <a:pt x="1854" y="2265"/>
                  </a:cubicBezTo>
                  <a:lnTo>
                    <a:pt x="154" y="915"/>
                  </a:lnTo>
                  <a:lnTo>
                    <a:pt x="465" y="163"/>
                  </a:lnTo>
                  <a:close/>
                  <a:moveTo>
                    <a:pt x="433" y="1"/>
                  </a:moveTo>
                  <a:cubicBezTo>
                    <a:pt x="425" y="1"/>
                    <a:pt x="417" y="2"/>
                    <a:pt x="410" y="4"/>
                  </a:cubicBezTo>
                  <a:cubicBezTo>
                    <a:pt x="391" y="10"/>
                    <a:pt x="377" y="24"/>
                    <a:pt x="370" y="42"/>
                  </a:cubicBezTo>
                  <a:lnTo>
                    <a:pt x="12" y="912"/>
                  </a:lnTo>
                  <a:cubicBezTo>
                    <a:pt x="1" y="939"/>
                    <a:pt x="9" y="970"/>
                    <a:pt x="32" y="989"/>
                  </a:cubicBezTo>
                  <a:lnTo>
                    <a:pt x="1760" y="2361"/>
                  </a:lnTo>
                  <a:lnTo>
                    <a:pt x="3186" y="4906"/>
                  </a:lnTo>
                  <a:cubicBezTo>
                    <a:pt x="3198" y="4927"/>
                    <a:pt x="3220" y="4940"/>
                    <a:pt x="3244" y="4940"/>
                  </a:cubicBezTo>
                  <a:cubicBezTo>
                    <a:pt x="3252" y="4940"/>
                    <a:pt x="3260" y="4939"/>
                    <a:pt x="3269" y="4936"/>
                  </a:cubicBezTo>
                  <a:cubicBezTo>
                    <a:pt x="3300" y="4924"/>
                    <a:pt x="3316" y="4889"/>
                    <a:pt x="3308" y="4857"/>
                  </a:cubicBezTo>
                  <a:lnTo>
                    <a:pt x="2389" y="1125"/>
                  </a:lnTo>
                  <a:cubicBezTo>
                    <a:pt x="2384" y="1107"/>
                    <a:pt x="2372" y="1093"/>
                    <a:pt x="2357" y="1083"/>
                  </a:cubicBezTo>
                  <a:lnTo>
                    <a:pt x="465" y="9"/>
                  </a:lnTo>
                  <a:cubicBezTo>
                    <a:pt x="455" y="3"/>
                    <a:pt x="444" y="1"/>
                    <a:pt x="4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g33adf7f9e96_1_466"/>
            <p:cNvSpPr/>
            <p:nvPr/>
          </p:nvSpPr>
          <p:spPr>
            <a:xfrm>
              <a:off x="8597016" y="3468399"/>
              <a:ext cx="228320" cy="160555"/>
            </a:xfrm>
            <a:custGeom>
              <a:rect b="b" l="l" r="r" t="t"/>
              <a:pathLst>
                <a:path extrusionOk="0" h="4305" w="6122">
                  <a:moveTo>
                    <a:pt x="768" y="0"/>
                  </a:moveTo>
                  <a:lnTo>
                    <a:pt x="0" y="1176"/>
                  </a:lnTo>
                  <a:lnTo>
                    <a:pt x="6122" y="4304"/>
                  </a:lnTo>
                  <a:lnTo>
                    <a:pt x="6122" y="2413"/>
                  </a:lnTo>
                  <a:lnTo>
                    <a:pt x="76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g33adf7f9e96_1_466"/>
            <p:cNvSpPr/>
            <p:nvPr/>
          </p:nvSpPr>
          <p:spPr>
            <a:xfrm>
              <a:off x="8594443" y="3465900"/>
              <a:ext cx="233355" cy="165515"/>
            </a:xfrm>
            <a:custGeom>
              <a:rect b="b" l="l" r="r" t="t"/>
              <a:pathLst>
                <a:path extrusionOk="0" h="4438" w="6257">
                  <a:moveTo>
                    <a:pt x="861" y="151"/>
                  </a:moveTo>
                  <a:lnTo>
                    <a:pt x="6124" y="2522"/>
                  </a:lnTo>
                  <a:lnTo>
                    <a:pt x="6124" y="4263"/>
                  </a:lnTo>
                  <a:lnTo>
                    <a:pt x="165" y="1217"/>
                  </a:lnTo>
                  <a:lnTo>
                    <a:pt x="861" y="151"/>
                  </a:lnTo>
                  <a:close/>
                  <a:moveTo>
                    <a:pt x="836" y="1"/>
                  </a:moveTo>
                  <a:cubicBezTo>
                    <a:pt x="814" y="1"/>
                    <a:pt x="794" y="11"/>
                    <a:pt x="782" y="30"/>
                  </a:cubicBezTo>
                  <a:lnTo>
                    <a:pt x="14" y="1207"/>
                  </a:lnTo>
                  <a:cubicBezTo>
                    <a:pt x="4" y="1223"/>
                    <a:pt x="1" y="1242"/>
                    <a:pt x="5" y="1260"/>
                  </a:cubicBezTo>
                  <a:cubicBezTo>
                    <a:pt x="10" y="1279"/>
                    <a:pt x="23" y="1294"/>
                    <a:pt x="40" y="1302"/>
                  </a:cubicBezTo>
                  <a:lnTo>
                    <a:pt x="6161" y="4431"/>
                  </a:lnTo>
                  <a:cubicBezTo>
                    <a:pt x="6171" y="4435"/>
                    <a:pt x="6180" y="4438"/>
                    <a:pt x="6191" y="4438"/>
                  </a:cubicBezTo>
                  <a:cubicBezTo>
                    <a:pt x="6203" y="4438"/>
                    <a:pt x="6216" y="4435"/>
                    <a:pt x="6226" y="4428"/>
                  </a:cubicBezTo>
                  <a:cubicBezTo>
                    <a:pt x="6245" y="4416"/>
                    <a:pt x="6257" y="4395"/>
                    <a:pt x="6257" y="4371"/>
                  </a:cubicBezTo>
                  <a:lnTo>
                    <a:pt x="6257" y="2480"/>
                  </a:lnTo>
                  <a:cubicBezTo>
                    <a:pt x="6257" y="2454"/>
                    <a:pt x="6242" y="2430"/>
                    <a:pt x="6218" y="2419"/>
                  </a:cubicBezTo>
                  <a:lnTo>
                    <a:pt x="864" y="7"/>
                  </a:lnTo>
                  <a:cubicBezTo>
                    <a:pt x="855" y="3"/>
                    <a:pt x="846"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g33adf7f9e96_1_466"/>
            <p:cNvSpPr/>
            <p:nvPr/>
          </p:nvSpPr>
          <p:spPr>
            <a:xfrm>
              <a:off x="8544617" y="4190087"/>
              <a:ext cx="345053" cy="279190"/>
            </a:xfrm>
            <a:custGeom>
              <a:rect b="b" l="l" r="r" t="t"/>
              <a:pathLst>
                <a:path extrusionOk="0" h="7486" w="9252">
                  <a:moveTo>
                    <a:pt x="1" y="0"/>
                  </a:moveTo>
                  <a:lnTo>
                    <a:pt x="1" y="7486"/>
                  </a:lnTo>
                  <a:lnTo>
                    <a:pt x="9252" y="7486"/>
                  </a:lnTo>
                  <a:lnTo>
                    <a:pt x="925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g33adf7f9e96_1_466"/>
            <p:cNvSpPr/>
            <p:nvPr/>
          </p:nvSpPr>
          <p:spPr>
            <a:xfrm>
              <a:off x="8542156" y="4187626"/>
              <a:ext cx="349976" cy="284151"/>
            </a:xfrm>
            <a:custGeom>
              <a:rect b="b" l="l" r="r" t="t"/>
              <a:pathLst>
                <a:path extrusionOk="0" h="7619" w="9384">
                  <a:moveTo>
                    <a:pt x="9251" y="134"/>
                  </a:moveTo>
                  <a:lnTo>
                    <a:pt x="9251" y="7486"/>
                  </a:lnTo>
                  <a:lnTo>
                    <a:pt x="133" y="7486"/>
                  </a:lnTo>
                  <a:lnTo>
                    <a:pt x="133" y="134"/>
                  </a:lnTo>
                  <a:close/>
                  <a:moveTo>
                    <a:pt x="1" y="0"/>
                  </a:moveTo>
                  <a:lnTo>
                    <a:pt x="1" y="7618"/>
                  </a:lnTo>
                  <a:lnTo>
                    <a:pt x="9384" y="7618"/>
                  </a:lnTo>
                  <a:lnTo>
                    <a:pt x="938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g33adf7f9e96_1_466"/>
            <p:cNvSpPr/>
            <p:nvPr/>
          </p:nvSpPr>
          <p:spPr>
            <a:xfrm>
              <a:off x="8659150" y="4323154"/>
              <a:ext cx="151530" cy="159212"/>
            </a:xfrm>
            <a:custGeom>
              <a:rect b="b" l="l" r="r" t="t"/>
              <a:pathLst>
                <a:path extrusionOk="0" h="4269" w="4063">
                  <a:moveTo>
                    <a:pt x="2124" y="1"/>
                  </a:moveTo>
                  <a:lnTo>
                    <a:pt x="0" y="419"/>
                  </a:lnTo>
                  <a:cubicBezTo>
                    <a:pt x="0" y="419"/>
                    <a:pt x="60" y="958"/>
                    <a:pt x="120" y="1346"/>
                  </a:cubicBezTo>
                  <a:cubicBezTo>
                    <a:pt x="180" y="1735"/>
                    <a:pt x="538" y="3080"/>
                    <a:pt x="688" y="3470"/>
                  </a:cubicBezTo>
                  <a:cubicBezTo>
                    <a:pt x="838" y="3859"/>
                    <a:pt x="838" y="3619"/>
                    <a:pt x="1136" y="3828"/>
                  </a:cubicBezTo>
                  <a:cubicBezTo>
                    <a:pt x="1306" y="3947"/>
                    <a:pt x="1360" y="3960"/>
                    <a:pt x="1435" y="3960"/>
                  </a:cubicBezTo>
                  <a:cubicBezTo>
                    <a:pt x="1457" y="3960"/>
                    <a:pt x="1479" y="3959"/>
                    <a:pt x="1507" y="3959"/>
                  </a:cubicBezTo>
                  <a:cubicBezTo>
                    <a:pt x="1554" y="3959"/>
                    <a:pt x="1615" y="3962"/>
                    <a:pt x="1705" y="3978"/>
                  </a:cubicBezTo>
                  <a:cubicBezTo>
                    <a:pt x="1770" y="3990"/>
                    <a:pt x="1836" y="3995"/>
                    <a:pt x="1898" y="3995"/>
                  </a:cubicBezTo>
                  <a:cubicBezTo>
                    <a:pt x="2151" y="3995"/>
                    <a:pt x="2363" y="3918"/>
                    <a:pt x="2363" y="3918"/>
                  </a:cubicBezTo>
                  <a:cubicBezTo>
                    <a:pt x="2363" y="3918"/>
                    <a:pt x="2631" y="4157"/>
                    <a:pt x="2811" y="4247"/>
                  </a:cubicBezTo>
                  <a:cubicBezTo>
                    <a:pt x="2841" y="4262"/>
                    <a:pt x="2871" y="4269"/>
                    <a:pt x="2901" y="4269"/>
                  </a:cubicBezTo>
                  <a:cubicBezTo>
                    <a:pt x="3052" y="4269"/>
                    <a:pt x="3205" y="4102"/>
                    <a:pt x="3379" y="3978"/>
                  </a:cubicBezTo>
                  <a:cubicBezTo>
                    <a:pt x="3589" y="3828"/>
                    <a:pt x="3320" y="3769"/>
                    <a:pt x="3320" y="3769"/>
                  </a:cubicBezTo>
                  <a:lnTo>
                    <a:pt x="3200" y="2573"/>
                  </a:lnTo>
                  <a:lnTo>
                    <a:pt x="3200" y="2573"/>
                  </a:lnTo>
                  <a:cubicBezTo>
                    <a:pt x="3201" y="2573"/>
                    <a:pt x="3410" y="3080"/>
                    <a:pt x="3739" y="3231"/>
                  </a:cubicBezTo>
                  <a:cubicBezTo>
                    <a:pt x="3821" y="3268"/>
                    <a:pt x="3882" y="3283"/>
                    <a:pt x="3927" y="3283"/>
                  </a:cubicBezTo>
                  <a:cubicBezTo>
                    <a:pt x="4062" y="3283"/>
                    <a:pt x="4045" y="3148"/>
                    <a:pt x="3978" y="3080"/>
                  </a:cubicBezTo>
                  <a:cubicBezTo>
                    <a:pt x="3888" y="2992"/>
                    <a:pt x="3739" y="1645"/>
                    <a:pt x="3619" y="1465"/>
                  </a:cubicBezTo>
                  <a:cubicBezTo>
                    <a:pt x="3499" y="1287"/>
                    <a:pt x="3350" y="1077"/>
                    <a:pt x="3081" y="987"/>
                  </a:cubicBezTo>
                  <a:cubicBezTo>
                    <a:pt x="2811" y="897"/>
                    <a:pt x="2124" y="1"/>
                    <a:pt x="21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g33adf7f9e96_1_466"/>
            <p:cNvSpPr/>
            <p:nvPr/>
          </p:nvSpPr>
          <p:spPr>
            <a:xfrm>
              <a:off x="8656539" y="4320656"/>
              <a:ext cx="156378" cy="164210"/>
            </a:xfrm>
            <a:custGeom>
              <a:rect b="b" l="l" r="r" t="t"/>
              <a:pathLst>
                <a:path extrusionOk="0" h="4403" w="4193">
                  <a:moveTo>
                    <a:pt x="2167" y="140"/>
                  </a:moveTo>
                  <a:cubicBezTo>
                    <a:pt x="2306" y="320"/>
                    <a:pt x="2871" y="1031"/>
                    <a:pt x="3130" y="1117"/>
                  </a:cubicBezTo>
                  <a:cubicBezTo>
                    <a:pt x="3370" y="1198"/>
                    <a:pt x="3505" y="1377"/>
                    <a:pt x="3634" y="1569"/>
                  </a:cubicBezTo>
                  <a:cubicBezTo>
                    <a:pt x="3688" y="1652"/>
                    <a:pt x="3763" y="2086"/>
                    <a:pt x="3823" y="2434"/>
                  </a:cubicBezTo>
                  <a:cubicBezTo>
                    <a:pt x="3911" y="2944"/>
                    <a:pt x="3948" y="3141"/>
                    <a:pt x="4000" y="3195"/>
                  </a:cubicBezTo>
                  <a:cubicBezTo>
                    <a:pt x="4030" y="3223"/>
                    <a:pt x="4037" y="3264"/>
                    <a:pt x="4030" y="3275"/>
                  </a:cubicBezTo>
                  <a:cubicBezTo>
                    <a:pt x="4028" y="3279"/>
                    <a:pt x="4018" y="3283"/>
                    <a:pt x="3997" y="3283"/>
                  </a:cubicBezTo>
                  <a:cubicBezTo>
                    <a:pt x="3967" y="3283"/>
                    <a:pt x="3917" y="3274"/>
                    <a:pt x="3836" y="3237"/>
                  </a:cubicBezTo>
                  <a:cubicBezTo>
                    <a:pt x="3535" y="3100"/>
                    <a:pt x="3333" y="2618"/>
                    <a:pt x="3332" y="2614"/>
                  </a:cubicBezTo>
                  <a:cubicBezTo>
                    <a:pt x="3321" y="2589"/>
                    <a:pt x="3296" y="2573"/>
                    <a:pt x="3269" y="2573"/>
                  </a:cubicBezTo>
                  <a:cubicBezTo>
                    <a:pt x="3264" y="2573"/>
                    <a:pt x="3259" y="2574"/>
                    <a:pt x="3254" y="2575"/>
                  </a:cubicBezTo>
                  <a:cubicBezTo>
                    <a:pt x="3222" y="2583"/>
                    <a:pt x="3201" y="2613"/>
                    <a:pt x="3204" y="2646"/>
                  </a:cubicBezTo>
                  <a:lnTo>
                    <a:pt x="3324" y="3842"/>
                  </a:lnTo>
                  <a:cubicBezTo>
                    <a:pt x="3326" y="3870"/>
                    <a:pt x="3347" y="3894"/>
                    <a:pt x="3376" y="3901"/>
                  </a:cubicBezTo>
                  <a:cubicBezTo>
                    <a:pt x="3412" y="3908"/>
                    <a:pt x="3457" y="3931"/>
                    <a:pt x="3463" y="3939"/>
                  </a:cubicBezTo>
                  <a:cubicBezTo>
                    <a:pt x="3463" y="3939"/>
                    <a:pt x="3459" y="3958"/>
                    <a:pt x="3411" y="3991"/>
                  </a:cubicBezTo>
                  <a:cubicBezTo>
                    <a:pt x="3364" y="4024"/>
                    <a:pt x="3319" y="4061"/>
                    <a:pt x="3275" y="4096"/>
                  </a:cubicBezTo>
                  <a:cubicBezTo>
                    <a:pt x="3145" y="4200"/>
                    <a:pt x="3051" y="4269"/>
                    <a:pt x="2971" y="4269"/>
                  </a:cubicBezTo>
                  <a:cubicBezTo>
                    <a:pt x="2950" y="4269"/>
                    <a:pt x="2930" y="4264"/>
                    <a:pt x="2911" y="4255"/>
                  </a:cubicBezTo>
                  <a:cubicBezTo>
                    <a:pt x="2742" y="4170"/>
                    <a:pt x="2479" y="3938"/>
                    <a:pt x="2477" y="3935"/>
                  </a:cubicBezTo>
                  <a:cubicBezTo>
                    <a:pt x="2465" y="3925"/>
                    <a:pt x="2448" y="3919"/>
                    <a:pt x="2433" y="3919"/>
                  </a:cubicBezTo>
                  <a:cubicBezTo>
                    <a:pt x="2425" y="3919"/>
                    <a:pt x="2417" y="3920"/>
                    <a:pt x="2410" y="3922"/>
                  </a:cubicBezTo>
                  <a:cubicBezTo>
                    <a:pt x="2407" y="3923"/>
                    <a:pt x="2207" y="3995"/>
                    <a:pt x="1970" y="3995"/>
                  </a:cubicBezTo>
                  <a:cubicBezTo>
                    <a:pt x="1911" y="3995"/>
                    <a:pt x="1849" y="3990"/>
                    <a:pt x="1787" y="3979"/>
                  </a:cubicBezTo>
                  <a:cubicBezTo>
                    <a:pt x="1695" y="3962"/>
                    <a:pt x="1631" y="3959"/>
                    <a:pt x="1582" y="3959"/>
                  </a:cubicBezTo>
                  <a:cubicBezTo>
                    <a:pt x="1565" y="3959"/>
                    <a:pt x="1549" y="3960"/>
                    <a:pt x="1535" y="3960"/>
                  </a:cubicBezTo>
                  <a:cubicBezTo>
                    <a:pt x="1524" y="3960"/>
                    <a:pt x="1515" y="3961"/>
                    <a:pt x="1506" y="3961"/>
                  </a:cubicBezTo>
                  <a:cubicBezTo>
                    <a:pt x="1440" y="3961"/>
                    <a:pt x="1398" y="3948"/>
                    <a:pt x="1245" y="3841"/>
                  </a:cubicBezTo>
                  <a:cubicBezTo>
                    <a:pt x="1114" y="3750"/>
                    <a:pt x="1030" y="3735"/>
                    <a:pt x="975" y="3725"/>
                  </a:cubicBezTo>
                  <a:cubicBezTo>
                    <a:pt x="916" y="3715"/>
                    <a:pt x="897" y="3712"/>
                    <a:pt x="820" y="3513"/>
                  </a:cubicBezTo>
                  <a:cubicBezTo>
                    <a:pt x="675" y="3133"/>
                    <a:pt x="315" y="1793"/>
                    <a:pt x="256" y="1403"/>
                  </a:cubicBezTo>
                  <a:cubicBezTo>
                    <a:pt x="209" y="1096"/>
                    <a:pt x="160" y="691"/>
                    <a:pt x="143" y="539"/>
                  </a:cubicBezTo>
                  <a:lnTo>
                    <a:pt x="2167" y="140"/>
                  </a:lnTo>
                  <a:close/>
                  <a:moveTo>
                    <a:pt x="2195" y="1"/>
                  </a:moveTo>
                  <a:cubicBezTo>
                    <a:pt x="2190" y="1"/>
                    <a:pt x="2185" y="1"/>
                    <a:pt x="2181" y="3"/>
                  </a:cubicBezTo>
                  <a:lnTo>
                    <a:pt x="57" y="421"/>
                  </a:lnTo>
                  <a:cubicBezTo>
                    <a:pt x="24" y="427"/>
                    <a:pt x="0" y="459"/>
                    <a:pt x="4" y="494"/>
                  </a:cubicBezTo>
                  <a:cubicBezTo>
                    <a:pt x="5" y="498"/>
                    <a:pt x="64" y="1038"/>
                    <a:pt x="125" y="1423"/>
                  </a:cubicBezTo>
                  <a:cubicBezTo>
                    <a:pt x="185" y="1819"/>
                    <a:pt x="548" y="3177"/>
                    <a:pt x="696" y="3560"/>
                  </a:cubicBezTo>
                  <a:cubicBezTo>
                    <a:pt x="786" y="3794"/>
                    <a:pt x="834" y="3836"/>
                    <a:pt x="953" y="3856"/>
                  </a:cubicBezTo>
                  <a:cubicBezTo>
                    <a:pt x="1001" y="3864"/>
                    <a:pt x="1062" y="3875"/>
                    <a:pt x="1168" y="3949"/>
                  </a:cubicBezTo>
                  <a:cubicBezTo>
                    <a:pt x="1351" y="4077"/>
                    <a:pt x="1415" y="4093"/>
                    <a:pt x="1508" y="4093"/>
                  </a:cubicBezTo>
                  <a:cubicBezTo>
                    <a:pt x="1518" y="4093"/>
                    <a:pt x="1527" y="4093"/>
                    <a:pt x="1537" y="4093"/>
                  </a:cubicBezTo>
                  <a:cubicBezTo>
                    <a:pt x="1549" y="4092"/>
                    <a:pt x="1562" y="4092"/>
                    <a:pt x="1576" y="4092"/>
                  </a:cubicBezTo>
                  <a:cubicBezTo>
                    <a:pt x="1621" y="4092"/>
                    <a:pt x="1678" y="4095"/>
                    <a:pt x="1763" y="4110"/>
                  </a:cubicBezTo>
                  <a:cubicBezTo>
                    <a:pt x="1833" y="4123"/>
                    <a:pt x="1903" y="4128"/>
                    <a:pt x="1970" y="4128"/>
                  </a:cubicBezTo>
                  <a:cubicBezTo>
                    <a:pt x="2169" y="4128"/>
                    <a:pt x="2343" y="4083"/>
                    <a:pt x="2417" y="4059"/>
                  </a:cubicBezTo>
                  <a:cubicBezTo>
                    <a:pt x="2493" y="4125"/>
                    <a:pt x="2700" y="4297"/>
                    <a:pt x="2852" y="4373"/>
                  </a:cubicBezTo>
                  <a:cubicBezTo>
                    <a:pt x="2892" y="4393"/>
                    <a:pt x="2932" y="4403"/>
                    <a:pt x="2971" y="4403"/>
                  </a:cubicBezTo>
                  <a:cubicBezTo>
                    <a:pt x="3105" y="4403"/>
                    <a:pt x="3233" y="4300"/>
                    <a:pt x="3358" y="4200"/>
                  </a:cubicBezTo>
                  <a:cubicBezTo>
                    <a:pt x="3399" y="4166"/>
                    <a:pt x="3443" y="4130"/>
                    <a:pt x="3488" y="4099"/>
                  </a:cubicBezTo>
                  <a:cubicBezTo>
                    <a:pt x="3571" y="4041"/>
                    <a:pt x="3606" y="3978"/>
                    <a:pt x="3593" y="3915"/>
                  </a:cubicBezTo>
                  <a:cubicBezTo>
                    <a:pt x="3578" y="3843"/>
                    <a:pt x="3504" y="3804"/>
                    <a:pt x="3451" y="3785"/>
                  </a:cubicBezTo>
                  <a:lnTo>
                    <a:pt x="3369" y="2963"/>
                  </a:lnTo>
                  <a:lnTo>
                    <a:pt x="3369" y="2963"/>
                  </a:lnTo>
                  <a:cubicBezTo>
                    <a:pt x="3467" y="3113"/>
                    <a:pt x="3608" y="3279"/>
                    <a:pt x="3780" y="3358"/>
                  </a:cubicBezTo>
                  <a:cubicBezTo>
                    <a:pt x="3874" y="3400"/>
                    <a:pt x="3944" y="3416"/>
                    <a:pt x="3998" y="3416"/>
                  </a:cubicBezTo>
                  <a:cubicBezTo>
                    <a:pt x="4073" y="3416"/>
                    <a:pt x="4115" y="3385"/>
                    <a:pt x="4139" y="3351"/>
                  </a:cubicBezTo>
                  <a:cubicBezTo>
                    <a:pt x="4192" y="3275"/>
                    <a:pt x="4158" y="3164"/>
                    <a:pt x="4097" y="3105"/>
                  </a:cubicBezTo>
                  <a:cubicBezTo>
                    <a:pt x="4063" y="3053"/>
                    <a:pt x="4003" y="2698"/>
                    <a:pt x="3953" y="2413"/>
                  </a:cubicBezTo>
                  <a:cubicBezTo>
                    <a:pt x="3869" y="1923"/>
                    <a:pt x="3810" y="1594"/>
                    <a:pt x="3744" y="1496"/>
                  </a:cubicBezTo>
                  <a:cubicBezTo>
                    <a:pt x="3608" y="1292"/>
                    <a:pt x="3451" y="1085"/>
                    <a:pt x="3171" y="992"/>
                  </a:cubicBezTo>
                  <a:cubicBezTo>
                    <a:pt x="2989" y="930"/>
                    <a:pt x="2518" y="381"/>
                    <a:pt x="2246" y="26"/>
                  </a:cubicBezTo>
                  <a:cubicBezTo>
                    <a:pt x="2233" y="11"/>
                    <a:pt x="2215" y="1"/>
                    <a:pt x="21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g33adf7f9e96_1_466"/>
            <p:cNvSpPr/>
            <p:nvPr/>
          </p:nvSpPr>
          <p:spPr>
            <a:xfrm>
              <a:off x="8650236" y="4301934"/>
              <a:ext cx="100398" cy="47999"/>
            </a:xfrm>
            <a:custGeom>
              <a:rect b="b" l="l" r="r" t="t"/>
              <a:pathLst>
                <a:path extrusionOk="0" h="1287" w="2692">
                  <a:moveTo>
                    <a:pt x="2482" y="1"/>
                  </a:moveTo>
                  <a:lnTo>
                    <a:pt x="0" y="360"/>
                  </a:lnTo>
                  <a:lnTo>
                    <a:pt x="120" y="1287"/>
                  </a:lnTo>
                  <a:lnTo>
                    <a:pt x="2692" y="928"/>
                  </a:lnTo>
                  <a:lnTo>
                    <a:pt x="248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g33adf7f9e96_1_466"/>
            <p:cNvSpPr/>
            <p:nvPr/>
          </p:nvSpPr>
          <p:spPr>
            <a:xfrm>
              <a:off x="8647588" y="4299472"/>
              <a:ext cx="105619" cy="52922"/>
            </a:xfrm>
            <a:custGeom>
              <a:rect b="b" l="l" r="r" t="t"/>
              <a:pathLst>
                <a:path extrusionOk="0" h="1419" w="2832">
                  <a:moveTo>
                    <a:pt x="2502" y="141"/>
                  </a:moveTo>
                  <a:lnTo>
                    <a:pt x="2682" y="939"/>
                  </a:lnTo>
                  <a:lnTo>
                    <a:pt x="247" y="1278"/>
                  </a:lnTo>
                  <a:lnTo>
                    <a:pt x="144" y="482"/>
                  </a:lnTo>
                  <a:lnTo>
                    <a:pt x="2502" y="141"/>
                  </a:lnTo>
                  <a:close/>
                  <a:moveTo>
                    <a:pt x="2553" y="1"/>
                  </a:moveTo>
                  <a:cubicBezTo>
                    <a:pt x="2550" y="1"/>
                    <a:pt x="2547" y="1"/>
                    <a:pt x="2544" y="1"/>
                  </a:cubicBezTo>
                  <a:lnTo>
                    <a:pt x="62" y="360"/>
                  </a:lnTo>
                  <a:cubicBezTo>
                    <a:pt x="25" y="366"/>
                    <a:pt x="0" y="399"/>
                    <a:pt x="5" y="434"/>
                  </a:cubicBezTo>
                  <a:lnTo>
                    <a:pt x="124" y="1362"/>
                  </a:lnTo>
                  <a:cubicBezTo>
                    <a:pt x="127" y="1379"/>
                    <a:pt x="136" y="1395"/>
                    <a:pt x="150" y="1406"/>
                  </a:cubicBezTo>
                  <a:cubicBezTo>
                    <a:pt x="162" y="1414"/>
                    <a:pt x="176" y="1419"/>
                    <a:pt x="191" y="1419"/>
                  </a:cubicBezTo>
                  <a:lnTo>
                    <a:pt x="200" y="1419"/>
                  </a:lnTo>
                  <a:lnTo>
                    <a:pt x="2772" y="1060"/>
                  </a:lnTo>
                  <a:cubicBezTo>
                    <a:pt x="2790" y="1057"/>
                    <a:pt x="2807" y="1047"/>
                    <a:pt x="2817" y="1032"/>
                  </a:cubicBezTo>
                  <a:cubicBezTo>
                    <a:pt x="2828" y="1017"/>
                    <a:pt x="2831" y="998"/>
                    <a:pt x="2828" y="980"/>
                  </a:cubicBezTo>
                  <a:lnTo>
                    <a:pt x="2618" y="52"/>
                  </a:lnTo>
                  <a:cubicBezTo>
                    <a:pt x="2611" y="22"/>
                    <a:pt x="2584" y="1"/>
                    <a:pt x="2553" y="1"/>
                  </a:cubicBez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g33adf7f9e96_1_466"/>
            <p:cNvSpPr/>
            <p:nvPr/>
          </p:nvSpPr>
          <p:spPr>
            <a:xfrm>
              <a:off x="8527238" y="3573271"/>
              <a:ext cx="221681" cy="752762"/>
            </a:xfrm>
            <a:custGeom>
              <a:rect b="b" l="l" r="r" t="t"/>
              <a:pathLst>
                <a:path extrusionOk="0" h="20184" w="5944">
                  <a:moveTo>
                    <a:pt x="2485" y="0"/>
                  </a:moveTo>
                  <a:cubicBezTo>
                    <a:pt x="2485" y="0"/>
                    <a:pt x="695" y="562"/>
                    <a:pt x="644" y="1381"/>
                  </a:cubicBezTo>
                  <a:cubicBezTo>
                    <a:pt x="594" y="2199"/>
                    <a:pt x="1" y="12123"/>
                    <a:pt x="256" y="12788"/>
                  </a:cubicBezTo>
                  <a:cubicBezTo>
                    <a:pt x="512" y="13453"/>
                    <a:pt x="3028" y="20183"/>
                    <a:pt x="3028" y="20183"/>
                  </a:cubicBezTo>
                  <a:lnTo>
                    <a:pt x="5944" y="19826"/>
                  </a:lnTo>
                  <a:cubicBezTo>
                    <a:pt x="5944" y="19826"/>
                    <a:pt x="4449" y="12021"/>
                    <a:pt x="4398" y="11867"/>
                  </a:cubicBezTo>
                  <a:cubicBezTo>
                    <a:pt x="4348" y="11715"/>
                    <a:pt x="5399" y="3017"/>
                    <a:pt x="5399" y="3017"/>
                  </a:cubicBezTo>
                  <a:lnTo>
                    <a:pt x="248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g33adf7f9e96_1_466"/>
            <p:cNvSpPr/>
            <p:nvPr/>
          </p:nvSpPr>
          <p:spPr>
            <a:xfrm>
              <a:off x="8524329" y="3570773"/>
              <a:ext cx="227164" cy="757723"/>
            </a:xfrm>
            <a:custGeom>
              <a:rect b="b" l="l" r="r" t="t"/>
              <a:pathLst>
                <a:path extrusionOk="0" h="20317" w="6091">
                  <a:moveTo>
                    <a:pt x="2563" y="1"/>
                  </a:moveTo>
                  <a:cubicBezTo>
                    <a:pt x="2556" y="1"/>
                    <a:pt x="2550" y="2"/>
                    <a:pt x="2543" y="4"/>
                  </a:cubicBezTo>
                  <a:cubicBezTo>
                    <a:pt x="2469" y="27"/>
                    <a:pt x="709" y="590"/>
                    <a:pt x="656" y="1443"/>
                  </a:cubicBezTo>
                  <a:cubicBezTo>
                    <a:pt x="649" y="1551"/>
                    <a:pt x="1" y="12171"/>
                    <a:pt x="273" y="12878"/>
                  </a:cubicBezTo>
                  <a:cubicBezTo>
                    <a:pt x="525" y="13536"/>
                    <a:pt x="3020" y="20207"/>
                    <a:pt x="3045" y="20274"/>
                  </a:cubicBezTo>
                  <a:cubicBezTo>
                    <a:pt x="3054" y="20300"/>
                    <a:pt x="3079" y="20317"/>
                    <a:pt x="3106" y="20317"/>
                  </a:cubicBezTo>
                  <a:lnTo>
                    <a:pt x="3115" y="20317"/>
                  </a:lnTo>
                  <a:lnTo>
                    <a:pt x="6030" y="19958"/>
                  </a:lnTo>
                  <a:cubicBezTo>
                    <a:pt x="6048" y="19957"/>
                    <a:pt x="6064" y="19946"/>
                    <a:pt x="6075" y="19932"/>
                  </a:cubicBezTo>
                  <a:cubicBezTo>
                    <a:pt x="6085" y="19917"/>
                    <a:pt x="6090" y="19898"/>
                    <a:pt x="6087" y="19880"/>
                  </a:cubicBezTo>
                  <a:cubicBezTo>
                    <a:pt x="6025" y="19562"/>
                    <a:pt x="4591" y="12069"/>
                    <a:pt x="4541" y="11921"/>
                  </a:cubicBezTo>
                  <a:cubicBezTo>
                    <a:pt x="4515" y="11687"/>
                    <a:pt x="5256" y="5468"/>
                    <a:pt x="5544" y="3092"/>
                  </a:cubicBezTo>
                  <a:cubicBezTo>
                    <a:pt x="5548" y="3056"/>
                    <a:pt x="5522" y="3023"/>
                    <a:pt x="5486" y="3018"/>
                  </a:cubicBezTo>
                  <a:cubicBezTo>
                    <a:pt x="5483" y="3018"/>
                    <a:pt x="5481" y="3018"/>
                    <a:pt x="5479" y="3018"/>
                  </a:cubicBezTo>
                  <a:cubicBezTo>
                    <a:pt x="5446" y="3018"/>
                    <a:pt x="5416" y="3042"/>
                    <a:pt x="5412" y="3076"/>
                  </a:cubicBezTo>
                  <a:cubicBezTo>
                    <a:pt x="5165" y="5119"/>
                    <a:pt x="4362" y="11800"/>
                    <a:pt x="4414" y="11955"/>
                  </a:cubicBezTo>
                  <a:cubicBezTo>
                    <a:pt x="4457" y="12099"/>
                    <a:pt x="5425" y="17132"/>
                    <a:pt x="5942" y="19835"/>
                  </a:cubicBezTo>
                  <a:lnTo>
                    <a:pt x="3150" y="20178"/>
                  </a:lnTo>
                  <a:cubicBezTo>
                    <a:pt x="2922" y="19565"/>
                    <a:pt x="638" y="13458"/>
                    <a:pt x="397" y="12831"/>
                  </a:cubicBezTo>
                  <a:cubicBezTo>
                    <a:pt x="169" y="12239"/>
                    <a:pt x="648" y="3706"/>
                    <a:pt x="789" y="1452"/>
                  </a:cubicBezTo>
                  <a:cubicBezTo>
                    <a:pt x="836" y="689"/>
                    <a:pt x="2566" y="136"/>
                    <a:pt x="2583" y="131"/>
                  </a:cubicBezTo>
                  <a:cubicBezTo>
                    <a:pt x="2618" y="120"/>
                    <a:pt x="2638" y="83"/>
                    <a:pt x="2626" y="47"/>
                  </a:cubicBezTo>
                  <a:cubicBezTo>
                    <a:pt x="2617" y="19"/>
                    <a:pt x="2591" y="1"/>
                    <a:pt x="25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g33adf7f9e96_1_466"/>
            <p:cNvSpPr/>
            <p:nvPr/>
          </p:nvSpPr>
          <p:spPr>
            <a:xfrm>
              <a:off x="8688724" y="3776453"/>
              <a:ext cx="29724" cy="389136"/>
            </a:xfrm>
            <a:custGeom>
              <a:rect b="b" l="l" r="r" t="t"/>
              <a:pathLst>
                <a:path extrusionOk="0" h="10434" w="797">
                  <a:moveTo>
                    <a:pt x="729" y="1"/>
                  </a:moveTo>
                  <a:cubicBezTo>
                    <a:pt x="693" y="1"/>
                    <a:pt x="665" y="26"/>
                    <a:pt x="660" y="60"/>
                  </a:cubicBezTo>
                  <a:lnTo>
                    <a:pt x="2" y="6413"/>
                  </a:lnTo>
                  <a:cubicBezTo>
                    <a:pt x="1" y="6419"/>
                    <a:pt x="2" y="6424"/>
                    <a:pt x="2" y="6430"/>
                  </a:cubicBezTo>
                  <a:lnTo>
                    <a:pt x="630" y="10377"/>
                  </a:lnTo>
                  <a:cubicBezTo>
                    <a:pt x="636" y="10410"/>
                    <a:pt x="665" y="10434"/>
                    <a:pt x="697" y="10434"/>
                  </a:cubicBezTo>
                  <a:cubicBezTo>
                    <a:pt x="700" y="10434"/>
                    <a:pt x="704" y="10432"/>
                    <a:pt x="707" y="10432"/>
                  </a:cubicBezTo>
                  <a:cubicBezTo>
                    <a:pt x="743" y="10426"/>
                    <a:pt x="768" y="10392"/>
                    <a:pt x="762" y="10357"/>
                  </a:cubicBezTo>
                  <a:lnTo>
                    <a:pt x="135" y="6418"/>
                  </a:lnTo>
                  <a:lnTo>
                    <a:pt x="792" y="74"/>
                  </a:lnTo>
                  <a:cubicBezTo>
                    <a:pt x="796" y="37"/>
                    <a:pt x="770" y="5"/>
                    <a:pt x="733" y="1"/>
                  </a:cubicBezTo>
                  <a:cubicBezTo>
                    <a:pt x="732" y="1"/>
                    <a:pt x="730" y="1"/>
                    <a:pt x="729" y="1"/>
                  </a:cubicBezTo>
                  <a:close/>
                </a:path>
              </a:pathLst>
            </a:custGeom>
            <a:solidFill>
              <a:srgbClr val="8787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g33adf7f9e96_1_466"/>
            <p:cNvSpPr/>
            <p:nvPr/>
          </p:nvSpPr>
          <p:spPr>
            <a:xfrm>
              <a:off x="8715651" y="3740202"/>
              <a:ext cx="6564" cy="17603"/>
            </a:xfrm>
            <a:custGeom>
              <a:rect b="b" l="l" r="r" t="t"/>
              <a:pathLst>
                <a:path extrusionOk="0" h="472" w="176">
                  <a:moveTo>
                    <a:pt x="108" y="0"/>
                  </a:moveTo>
                  <a:cubicBezTo>
                    <a:pt x="73" y="0"/>
                    <a:pt x="43" y="25"/>
                    <a:pt x="40" y="59"/>
                  </a:cubicBezTo>
                  <a:lnTo>
                    <a:pt x="4" y="398"/>
                  </a:lnTo>
                  <a:cubicBezTo>
                    <a:pt x="1" y="434"/>
                    <a:pt x="28" y="466"/>
                    <a:pt x="63" y="470"/>
                  </a:cubicBezTo>
                  <a:cubicBezTo>
                    <a:pt x="66" y="470"/>
                    <a:pt x="68" y="471"/>
                    <a:pt x="70" y="471"/>
                  </a:cubicBezTo>
                  <a:cubicBezTo>
                    <a:pt x="105" y="471"/>
                    <a:pt x="133" y="445"/>
                    <a:pt x="137" y="411"/>
                  </a:cubicBezTo>
                  <a:lnTo>
                    <a:pt x="172" y="74"/>
                  </a:lnTo>
                  <a:cubicBezTo>
                    <a:pt x="176" y="37"/>
                    <a:pt x="149" y="5"/>
                    <a:pt x="113" y="0"/>
                  </a:cubicBezTo>
                  <a:cubicBezTo>
                    <a:pt x="111" y="0"/>
                    <a:pt x="110"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g33adf7f9e96_1_466"/>
            <p:cNvSpPr/>
            <p:nvPr/>
          </p:nvSpPr>
          <p:spPr>
            <a:xfrm>
              <a:off x="8533727" y="3703504"/>
              <a:ext cx="12457" cy="227425"/>
            </a:xfrm>
            <a:custGeom>
              <a:rect b="b" l="l" r="r" t="t"/>
              <a:pathLst>
                <a:path extrusionOk="0" h="6098" w="334">
                  <a:moveTo>
                    <a:pt x="265" y="1"/>
                  </a:moveTo>
                  <a:cubicBezTo>
                    <a:pt x="231" y="1"/>
                    <a:pt x="199" y="30"/>
                    <a:pt x="198" y="65"/>
                  </a:cubicBezTo>
                  <a:lnTo>
                    <a:pt x="2" y="6029"/>
                  </a:lnTo>
                  <a:cubicBezTo>
                    <a:pt x="1" y="6066"/>
                    <a:pt x="30" y="6096"/>
                    <a:pt x="67" y="6098"/>
                  </a:cubicBezTo>
                  <a:lnTo>
                    <a:pt x="68" y="6098"/>
                  </a:lnTo>
                  <a:cubicBezTo>
                    <a:pt x="105" y="6098"/>
                    <a:pt x="133" y="6069"/>
                    <a:pt x="136" y="6034"/>
                  </a:cubicBezTo>
                  <a:lnTo>
                    <a:pt x="332" y="70"/>
                  </a:lnTo>
                  <a:cubicBezTo>
                    <a:pt x="333" y="33"/>
                    <a:pt x="304" y="2"/>
                    <a:pt x="267" y="1"/>
                  </a:cubicBezTo>
                  <a:cubicBezTo>
                    <a:pt x="266" y="1"/>
                    <a:pt x="266" y="1"/>
                    <a:pt x="265" y="1"/>
                  </a:cubicBezTo>
                  <a:close/>
                </a:path>
              </a:pathLst>
            </a:custGeom>
            <a:solidFill>
              <a:srgbClr val="8787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g33adf7f9e96_1_466"/>
            <p:cNvSpPr/>
            <p:nvPr/>
          </p:nvSpPr>
          <p:spPr>
            <a:xfrm>
              <a:off x="8748806" y="4119041"/>
              <a:ext cx="126579" cy="39160"/>
            </a:xfrm>
            <a:custGeom>
              <a:rect b="b" l="l" r="r" t="t"/>
              <a:pathLst>
                <a:path extrusionOk="0" h="1050" w="3394">
                  <a:moveTo>
                    <a:pt x="3148" y="0"/>
                  </a:moveTo>
                  <a:cubicBezTo>
                    <a:pt x="3148" y="0"/>
                    <a:pt x="3147" y="0"/>
                    <a:pt x="3146" y="0"/>
                  </a:cubicBezTo>
                  <a:lnTo>
                    <a:pt x="1180" y="71"/>
                  </a:lnTo>
                  <a:cubicBezTo>
                    <a:pt x="1144" y="73"/>
                    <a:pt x="1115" y="103"/>
                    <a:pt x="1116" y="140"/>
                  </a:cubicBezTo>
                  <a:cubicBezTo>
                    <a:pt x="1118" y="177"/>
                    <a:pt x="1153" y="204"/>
                    <a:pt x="1186" y="204"/>
                  </a:cubicBezTo>
                  <a:lnTo>
                    <a:pt x="3098" y="135"/>
                  </a:lnTo>
                  <a:lnTo>
                    <a:pt x="3241" y="713"/>
                  </a:lnTo>
                  <a:lnTo>
                    <a:pt x="64" y="917"/>
                  </a:lnTo>
                  <a:cubicBezTo>
                    <a:pt x="27" y="920"/>
                    <a:pt x="0" y="952"/>
                    <a:pt x="3" y="988"/>
                  </a:cubicBezTo>
                  <a:cubicBezTo>
                    <a:pt x="5" y="1024"/>
                    <a:pt x="33" y="1050"/>
                    <a:pt x="69" y="1050"/>
                  </a:cubicBezTo>
                  <a:lnTo>
                    <a:pt x="72" y="1050"/>
                  </a:lnTo>
                  <a:lnTo>
                    <a:pt x="3328" y="841"/>
                  </a:lnTo>
                  <a:cubicBezTo>
                    <a:pt x="3348" y="839"/>
                    <a:pt x="3366" y="829"/>
                    <a:pt x="3378" y="813"/>
                  </a:cubicBezTo>
                  <a:cubicBezTo>
                    <a:pt x="3390" y="798"/>
                    <a:pt x="3393" y="778"/>
                    <a:pt x="3389" y="758"/>
                  </a:cubicBezTo>
                  <a:lnTo>
                    <a:pt x="3212" y="50"/>
                  </a:lnTo>
                  <a:cubicBezTo>
                    <a:pt x="3205" y="21"/>
                    <a:pt x="3176" y="0"/>
                    <a:pt x="3148" y="0"/>
                  </a:cubicBezTo>
                  <a:close/>
                </a:path>
              </a:pathLst>
            </a:custGeom>
            <a:solidFill>
              <a:srgbClr val="8787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g33adf7f9e96_1_466"/>
            <p:cNvSpPr/>
            <p:nvPr/>
          </p:nvSpPr>
          <p:spPr>
            <a:xfrm>
              <a:off x="8729264" y="4122472"/>
              <a:ext cx="44157" cy="6452"/>
            </a:xfrm>
            <a:custGeom>
              <a:rect b="b" l="l" r="r" t="t"/>
              <a:pathLst>
                <a:path extrusionOk="0" h="173" w="1184">
                  <a:moveTo>
                    <a:pt x="1113" y="1"/>
                  </a:moveTo>
                  <a:lnTo>
                    <a:pt x="66" y="39"/>
                  </a:lnTo>
                  <a:cubicBezTo>
                    <a:pt x="30" y="41"/>
                    <a:pt x="0" y="72"/>
                    <a:pt x="2" y="108"/>
                  </a:cubicBezTo>
                  <a:cubicBezTo>
                    <a:pt x="4" y="144"/>
                    <a:pt x="33" y="172"/>
                    <a:pt x="69" y="172"/>
                  </a:cubicBezTo>
                  <a:lnTo>
                    <a:pt x="71" y="172"/>
                  </a:lnTo>
                  <a:lnTo>
                    <a:pt x="1118" y="134"/>
                  </a:lnTo>
                  <a:cubicBezTo>
                    <a:pt x="1155" y="132"/>
                    <a:pt x="1183" y="101"/>
                    <a:pt x="1182" y="65"/>
                  </a:cubicBezTo>
                  <a:cubicBezTo>
                    <a:pt x="1181" y="28"/>
                    <a:pt x="1148" y="3"/>
                    <a:pt x="1113" y="1"/>
                  </a:cubicBezTo>
                  <a:close/>
                </a:path>
              </a:pathLst>
            </a:custGeom>
            <a:solidFill>
              <a:srgbClr val="8787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g33adf7f9e96_1_466"/>
            <p:cNvSpPr/>
            <p:nvPr/>
          </p:nvSpPr>
          <p:spPr>
            <a:xfrm>
              <a:off x="8596979" y="3547091"/>
              <a:ext cx="257410" cy="173646"/>
            </a:xfrm>
            <a:custGeom>
              <a:rect b="b" l="l" r="r" t="t"/>
              <a:pathLst>
                <a:path extrusionOk="0" h="4656" w="6902">
                  <a:moveTo>
                    <a:pt x="76" y="1"/>
                  </a:moveTo>
                  <a:cubicBezTo>
                    <a:pt x="54" y="1"/>
                    <a:pt x="32" y="13"/>
                    <a:pt x="19" y="34"/>
                  </a:cubicBezTo>
                  <a:cubicBezTo>
                    <a:pt x="0" y="66"/>
                    <a:pt x="11" y="106"/>
                    <a:pt x="43" y="125"/>
                  </a:cubicBezTo>
                  <a:lnTo>
                    <a:pt x="3650" y="2243"/>
                  </a:lnTo>
                  <a:cubicBezTo>
                    <a:pt x="3659" y="2248"/>
                    <a:pt x="3668" y="2252"/>
                    <a:pt x="3679" y="2252"/>
                  </a:cubicBezTo>
                  <a:cubicBezTo>
                    <a:pt x="3681" y="2252"/>
                    <a:pt x="3683" y="2252"/>
                    <a:pt x="3686" y="2251"/>
                  </a:cubicBezTo>
                  <a:lnTo>
                    <a:pt x="4766" y="2206"/>
                  </a:lnTo>
                  <a:lnTo>
                    <a:pt x="4399" y="2655"/>
                  </a:lnTo>
                  <a:cubicBezTo>
                    <a:pt x="4387" y="2669"/>
                    <a:pt x="4382" y="2687"/>
                    <a:pt x="4385" y="2703"/>
                  </a:cubicBezTo>
                  <a:cubicBezTo>
                    <a:pt x="4386" y="2721"/>
                    <a:pt x="4395" y="2737"/>
                    <a:pt x="4408" y="2748"/>
                  </a:cubicBezTo>
                  <a:lnTo>
                    <a:pt x="6785" y="4641"/>
                  </a:lnTo>
                  <a:cubicBezTo>
                    <a:pt x="6797" y="4651"/>
                    <a:pt x="6813" y="4655"/>
                    <a:pt x="6827" y="4655"/>
                  </a:cubicBezTo>
                  <a:cubicBezTo>
                    <a:pt x="6846" y="4655"/>
                    <a:pt x="6866" y="4647"/>
                    <a:pt x="6879" y="4630"/>
                  </a:cubicBezTo>
                  <a:cubicBezTo>
                    <a:pt x="6901" y="4602"/>
                    <a:pt x="6897" y="4561"/>
                    <a:pt x="6868" y="4537"/>
                  </a:cubicBezTo>
                  <a:lnTo>
                    <a:pt x="4544" y="2687"/>
                  </a:lnTo>
                  <a:lnTo>
                    <a:pt x="4962" y="2177"/>
                  </a:lnTo>
                  <a:cubicBezTo>
                    <a:pt x="4979" y="2155"/>
                    <a:pt x="4981" y="2128"/>
                    <a:pt x="4970" y="2104"/>
                  </a:cubicBezTo>
                  <a:cubicBezTo>
                    <a:pt x="4960" y="2083"/>
                    <a:pt x="4939" y="2067"/>
                    <a:pt x="4915" y="2067"/>
                  </a:cubicBezTo>
                  <a:cubicBezTo>
                    <a:pt x="4913" y="2067"/>
                    <a:pt x="4910" y="2067"/>
                    <a:pt x="4908" y="2068"/>
                  </a:cubicBezTo>
                  <a:lnTo>
                    <a:pt x="3700" y="2117"/>
                  </a:lnTo>
                  <a:lnTo>
                    <a:pt x="110" y="10"/>
                  </a:lnTo>
                  <a:cubicBezTo>
                    <a:pt x="99" y="4"/>
                    <a:pt x="88" y="1"/>
                    <a:pt x="76" y="1"/>
                  </a:cubicBezTo>
                  <a:close/>
                </a:path>
              </a:pathLst>
            </a:custGeom>
            <a:solidFill>
              <a:srgbClr val="8787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id="1559" name="Google Shape;1559;g33adf7f9e96_1_4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History </a:t>
            </a:r>
            <a:endParaRPr/>
          </a:p>
        </p:txBody>
      </p:sp>
      <p:sp>
        <p:nvSpPr>
          <p:cNvPr id="1560" name="Google Shape;1560;g33adf7f9e96_1_406"/>
          <p:cNvSpPr txBox="1"/>
          <p:nvPr>
            <p:ph idx="1" type="body"/>
          </p:nvPr>
        </p:nvSpPr>
        <p:spPr>
          <a:xfrm>
            <a:off x="311700" y="1694875"/>
            <a:ext cx="8520600" cy="348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rgbClr val="000000"/>
                </a:solidFill>
              </a:rPr>
              <a:t>Traditional Workplace Structure</a:t>
            </a:r>
            <a:endParaRPr b="1">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Heavily influenced by </a:t>
            </a:r>
            <a:r>
              <a:rPr i="1" lang="en">
                <a:solidFill>
                  <a:srgbClr val="000000"/>
                </a:solidFill>
              </a:rPr>
              <a:t>Frederick Taylor’s </a:t>
            </a:r>
            <a:r>
              <a:rPr lang="en">
                <a:solidFill>
                  <a:srgbClr val="000000"/>
                </a:solidFill>
              </a:rPr>
              <a:t>Scientific Management</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(early 1900s).</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Clear top-down approach with power concentrated at the top.</a:t>
            </a:r>
            <a:endParaRPr>
              <a:solidFill>
                <a:srgbClr val="000000"/>
              </a:solidFill>
            </a:endParaRPr>
          </a:p>
          <a:p>
            <a:pPr indent="0" lvl="0" marL="0" rtl="0" algn="l">
              <a:lnSpc>
                <a:spcPct val="100000"/>
              </a:lnSpc>
              <a:spcBef>
                <a:spcPts val="0"/>
              </a:spcBef>
              <a:spcAft>
                <a:spcPts val="0"/>
              </a:spcAft>
              <a:buNone/>
            </a:pPr>
            <a:r>
              <a:rPr b="1" lang="en">
                <a:solidFill>
                  <a:srgbClr val="000000"/>
                </a:solidFill>
              </a:rPr>
              <a:t>Modern Shift</a:t>
            </a:r>
            <a:endParaRPr b="1">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Post-1980s: </a:t>
            </a:r>
            <a:r>
              <a:rPr b="1" lang="en">
                <a:solidFill>
                  <a:srgbClr val="000000"/>
                </a:solidFill>
              </a:rPr>
              <a:t>Team-based</a:t>
            </a:r>
            <a:r>
              <a:rPr lang="en">
                <a:solidFill>
                  <a:srgbClr val="000000"/>
                </a:solidFill>
              </a:rPr>
              <a:t> and </a:t>
            </a:r>
            <a:r>
              <a:rPr b="1" lang="en">
                <a:solidFill>
                  <a:srgbClr val="000000"/>
                </a:solidFill>
              </a:rPr>
              <a:t>flat</a:t>
            </a:r>
            <a:r>
              <a:rPr lang="en">
                <a:solidFill>
                  <a:srgbClr val="000000"/>
                </a:solidFill>
              </a:rPr>
              <a:t> structures emerge.</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Tech startups popularized </a:t>
            </a:r>
            <a:r>
              <a:rPr i="1" lang="en">
                <a:solidFill>
                  <a:srgbClr val="000000"/>
                </a:solidFill>
              </a:rPr>
              <a:t>collaborative</a:t>
            </a:r>
            <a:r>
              <a:rPr lang="en">
                <a:solidFill>
                  <a:srgbClr val="000000"/>
                </a:solidFill>
              </a:rPr>
              <a:t> and </a:t>
            </a:r>
            <a:r>
              <a:rPr i="1" lang="en">
                <a:solidFill>
                  <a:srgbClr val="000000"/>
                </a:solidFill>
              </a:rPr>
              <a:t>horizontal leadership.</a:t>
            </a:r>
            <a:endParaRPr i="1">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None/>
            </a:pPr>
            <a:r>
              <a:t/>
            </a:r>
            <a:endParaRPr b="1">
              <a:solidFill>
                <a:srgbClr val="000000"/>
              </a:solidFill>
            </a:endParaRPr>
          </a:p>
        </p:txBody>
      </p:sp>
      <p:grpSp>
        <p:nvGrpSpPr>
          <p:cNvPr id="1561" name="Google Shape;1561;g33adf7f9e96_1_406"/>
          <p:cNvGrpSpPr/>
          <p:nvPr/>
        </p:nvGrpSpPr>
        <p:grpSpPr>
          <a:xfrm flipH="1">
            <a:off x="6203454" y="2625639"/>
            <a:ext cx="2940553" cy="2517862"/>
            <a:chOff x="207075" y="2086128"/>
            <a:chExt cx="2981700" cy="2517862"/>
          </a:xfrm>
        </p:grpSpPr>
        <p:grpSp>
          <p:nvGrpSpPr>
            <p:cNvPr id="1562" name="Google Shape;1562;g33adf7f9e96_1_406"/>
            <p:cNvGrpSpPr/>
            <p:nvPr/>
          </p:nvGrpSpPr>
          <p:grpSpPr>
            <a:xfrm>
              <a:off x="387047" y="2086128"/>
              <a:ext cx="2024736" cy="2517862"/>
              <a:chOff x="387047" y="2625628"/>
              <a:chExt cx="2024736" cy="2517862"/>
            </a:xfrm>
          </p:grpSpPr>
          <p:sp>
            <p:nvSpPr>
              <p:cNvPr id="1563" name="Google Shape;1563;g33adf7f9e96_1_406"/>
              <p:cNvSpPr/>
              <p:nvPr/>
            </p:nvSpPr>
            <p:spPr>
              <a:xfrm flipH="1">
                <a:off x="681325" y="2631664"/>
                <a:ext cx="1706940" cy="1559927"/>
              </a:xfrm>
              <a:custGeom>
                <a:rect b="b" l="l" r="r" t="t"/>
                <a:pathLst>
                  <a:path extrusionOk="0" h="12404" w="13573">
                    <a:moveTo>
                      <a:pt x="7355" y="0"/>
                    </a:moveTo>
                    <a:cubicBezTo>
                      <a:pt x="4876" y="0"/>
                      <a:pt x="3568" y="2351"/>
                      <a:pt x="3407" y="2836"/>
                    </a:cubicBezTo>
                    <a:cubicBezTo>
                      <a:pt x="3244" y="3327"/>
                      <a:pt x="0" y="4716"/>
                      <a:pt x="327" y="6270"/>
                    </a:cubicBezTo>
                    <a:cubicBezTo>
                      <a:pt x="502" y="7101"/>
                      <a:pt x="966" y="7191"/>
                      <a:pt x="1368" y="7191"/>
                    </a:cubicBezTo>
                    <a:cubicBezTo>
                      <a:pt x="1479" y="7191"/>
                      <a:pt x="1585" y="7184"/>
                      <a:pt x="1678" y="7184"/>
                    </a:cubicBezTo>
                    <a:cubicBezTo>
                      <a:pt x="1881" y="7184"/>
                      <a:pt x="2027" y="7216"/>
                      <a:pt x="2045" y="7415"/>
                    </a:cubicBezTo>
                    <a:cubicBezTo>
                      <a:pt x="2099" y="8041"/>
                      <a:pt x="900" y="9514"/>
                      <a:pt x="1608" y="10795"/>
                    </a:cubicBezTo>
                    <a:cubicBezTo>
                      <a:pt x="2120" y="11719"/>
                      <a:pt x="2632" y="12403"/>
                      <a:pt x="3534" y="12403"/>
                    </a:cubicBezTo>
                    <a:cubicBezTo>
                      <a:pt x="3881" y="12403"/>
                      <a:pt x="4285" y="12302"/>
                      <a:pt x="4770" y="12075"/>
                    </a:cubicBezTo>
                    <a:cubicBezTo>
                      <a:pt x="6177" y="11416"/>
                      <a:pt x="6945" y="10685"/>
                      <a:pt x="7490" y="10685"/>
                    </a:cubicBezTo>
                    <a:cubicBezTo>
                      <a:pt x="7621" y="10685"/>
                      <a:pt x="7739" y="10727"/>
                      <a:pt x="7849" y="10822"/>
                    </a:cubicBezTo>
                    <a:cubicBezTo>
                      <a:pt x="8269" y="11181"/>
                      <a:pt x="8557" y="11673"/>
                      <a:pt x="9498" y="11673"/>
                    </a:cubicBezTo>
                    <a:cubicBezTo>
                      <a:pt x="9840" y="11673"/>
                      <a:pt x="10268" y="11608"/>
                      <a:pt x="10820" y="11448"/>
                    </a:cubicBezTo>
                    <a:cubicBezTo>
                      <a:pt x="12892" y="10849"/>
                      <a:pt x="12129" y="9186"/>
                      <a:pt x="11938" y="8123"/>
                    </a:cubicBezTo>
                    <a:cubicBezTo>
                      <a:pt x="11747" y="7060"/>
                      <a:pt x="13573" y="6243"/>
                      <a:pt x="13001" y="4635"/>
                    </a:cubicBezTo>
                    <a:cubicBezTo>
                      <a:pt x="12506" y="3243"/>
                      <a:pt x="11521" y="2362"/>
                      <a:pt x="10840" y="2362"/>
                    </a:cubicBezTo>
                    <a:cubicBezTo>
                      <a:pt x="10734" y="2362"/>
                      <a:pt x="10636" y="2383"/>
                      <a:pt x="10547" y="2427"/>
                    </a:cubicBezTo>
                    <a:cubicBezTo>
                      <a:pt x="10547" y="2427"/>
                      <a:pt x="9975" y="56"/>
                      <a:pt x="7440" y="1"/>
                    </a:cubicBezTo>
                    <a:cubicBezTo>
                      <a:pt x="7412" y="1"/>
                      <a:pt x="7383" y="0"/>
                      <a:pt x="73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g33adf7f9e96_1_406"/>
              <p:cNvSpPr/>
              <p:nvPr/>
            </p:nvSpPr>
            <p:spPr>
              <a:xfrm flipH="1">
                <a:off x="705219" y="2625628"/>
                <a:ext cx="1676884" cy="1572126"/>
              </a:xfrm>
              <a:custGeom>
                <a:rect b="b" l="l" r="r" t="t"/>
                <a:pathLst>
                  <a:path extrusionOk="0" h="12501" w="13334">
                    <a:moveTo>
                      <a:pt x="7304" y="97"/>
                    </a:moveTo>
                    <a:cubicBezTo>
                      <a:pt x="7333" y="97"/>
                      <a:pt x="7361" y="97"/>
                      <a:pt x="7390" y="98"/>
                    </a:cubicBezTo>
                    <a:cubicBezTo>
                      <a:pt x="9858" y="150"/>
                      <a:pt x="10447" y="2463"/>
                      <a:pt x="10452" y="2486"/>
                    </a:cubicBezTo>
                    <a:lnTo>
                      <a:pt x="10467" y="2545"/>
                    </a:lnTo>
                    <a:lnTo>
                      <a:pt x="10520" y="2517"/>
                    </a:lnTo>
                    <a:cubicBezTo>
                      <a:pt x="10601" y="2478"/>
                      <a:pt x="10691" y="2458"/>
                      <a:pt x="10790" y="2458"/>
                    </a:cubicBezTo>
                    <a:cubicBezTo>
                      <a:pt x="10906" y="2458"/>
                      <a:pt x="11034" y="2485"/>
                      <a:pt x="11169" y="2539"/>
                    </a:cubicBezTo>
                    <a:cubicBezTo>
                      <a:pt x="11732" y="2765"/>
                      <a:pt x="12488" y="3522"/>
                      <a:pt x="12907" y="4699"/>
                    </a:cubicBezTo>
                    <a:cubicBezTo>
                      <a:pt x="13228" y="5598"/>
                      <a:pt x="12768" y="6258"/>
                      <a:pt x="12362" y="6840"/>
                    </a:cubicBezTo>
                    <a:cubicBezTo>
                      <a:pt x="12051" y="7286"/>
                      <a:pt x="11758" y="7707"/>
                      <a:pt x="11841" y="8180"/>
                    </a:cubicBezTo>
                    <a:cubicBezTo>
                      <a:pt x="11869" y="8333"/>
                      <a:pt x="11908" y="8496"/>
                      <a:pt x="11950" y="8670"/>
                    </a:cubicBezTo>
                    <a:cubicBezTo>
                      <a:pt x="12190" y="9685"/>
                      <a:pt x="12490" y="10949"/>
                      <a:pt x="10759" y="11450"/>
                    </a:cubicBezTo>
                    <a:cubicBezTo>
                      <a:pt x="10211" y="11609"/>
                      <a:pt x="9788" y="11673"/>
                      <a:pt x="9451" y="11673"/>
                    </a:cubicBezTo>
                    <a:cubicBezTo>
                      <a:pt x="8704" y="11673"/>
                      <a:pt x="8379" y="11357"/>
                      <a:pt x="8062" y="11047"/>
                    </a:cubicBezTo>
                    <a:cubicBezTo>
                      <a:pt x="7988" y="10976"/>
                      <a:pt x="7912" y="10902"/>
                      <a:pt x="7832" y="10833"/>
                    </a:cubicBezTo>
                    <a:cubicBezTo>
                      <a:pt x="7711" y="10729"/>
                      <a:pt x="7583" y="10683"/>
                      <a:pt x="7443" y="10683"/>
                    </a:cubicBezTo>
                    <a:cubicBezTo>
                      <a:pt x="7125" y="10683"/>
                      <a:pt x="6741" y="10919"/>
                      <a:pt x="6212" y="11243"/>
                    </a:cubicBezTo>
                    <a:cubicBezTo>
                      <a:pt x="5812" y="11487"/>
                      <a:pt x="5315" y="11792"/>
                      <a:pt x="4701" y="12080"/>
                    </a:cubicBezTo>
                    <a:cubicBezTo>
                      <a:pt x="4227" y="12302"/>
                      <a:pt x="3831" y="12399"/>
                      <a:pt x="3493" y="12399"/>
                    </a:cubicBezTo>
                    <a:cubicBezTo>
                      <a:pt x="2572" y="12399"/>
                      <a:pt x="2078" y="11681"/>
                      <a:pt x="1601" y="10819"/>
                    </a:cubicBezTo>
                    <a:cubicBezTo>
                      <a:pt x="1139" y="9984"/>
                      <a:pt x="1502" y="9079"/>
                      <a:pt x="1793" y="8351"/>
                    </a:cubicBezTo>
                    <a:cubicBezTo>
                      <a:pt x="1938" y="7990"/>
                      <a:pt x="2062" y="7679"/>
                      <a:pt x="2043" y="7459"/>
                    </a:cubicBezTo>
                    <a:cubicBezTo>
                      <a:pt x="2022" y="7220"/>
                      <a:pt x="1841" y="7185"/>
                      <a:pt x="1625" y="7185"/>
                    </a:cubicBezTo>
                    <a:cubicBezTo>
                      <a:pt x="1580" y="7185"/>
                      <a:pt x="1533" y="7186"/>
                      <a:pt x="1486" y="7188"/>
                    </a:cubicBezTo>
                    <a:cubicBezTo>
                      <a:pt x="1431" y="7190"/>
                      <a:pt x="1375" y="7191"/>
                      <a:pt x="1319" y="7191"/>
                    </a:cubicBezTo>
                    <a:cubicBezTo>
                      <a:pt x="924" y="7191"/>
                      <a:pt x="493" y="7105"/>
                      <a:pt x="325" y="6309"/>
                    </a:cubicBezTo>
                    <a:cubicBezTo>
                      <a:pt x="108" y="5277"/>
                      <a:pt x="1558" y="4289"/>
                      <a:pt x="2517" y="3635"/>
                    </a:cubicBezTo>
                    <a:cubicBezTo>
                      <a:pt x="2999" y="3306"/>
                      <a:pt x="3346" y="3069"/>
                      <a:pt x="3404" y="2899"/>
                    </a:cubicBezTo>
                    <a:cubicBezTo>
                      <a:pt x="3558" y="2433"/>
                      <a:pt x="4857" y="97"/>
                      <a:pt x="7304" y="97"/>
                    </a:cubicBezTo>
                    <a:close/>
                    <a:moveTo>
                      <a:pt x="7308" y="0"/>
                    </a:moveTo>
                    <a:cubicBezTo>
                      <a:pt x="4797" y="0"/>
                      <a:pt x="3471" y="2391"/>
                      <a:pt x="3312" y="2869"/>
                    </a:cubicBezTo>
                    <a:cubicBezTo>
                      <a:pt x="3266" y="3008"/>
                      <a:pt x="2894" y="3262"/>
                      <a:pt x="2464" y="3555"/>
                    </a:cubicBezTo>
                    <a:cubicBezTo>
                      <a:pt x="1482" y="4224"/>
                      <a:pt x="1" y="5234"/>
                      <a:pt x="232" y="6327"/>
                    </a:cubicBezTo>
                    <a:cubicBezTo>
                      <a:pt x="413" y="7194"/>
                      <a:pt x="900" y="7287"/>
                      <a:pt x="1315" y="7287"/>
                    </a:cubicBezTo>
                    <a:cubicBezTo>
                      <a:pt x="1375" y="7287"/>
                      <a:pt x="1433" y="7285"/>
                      <a:pt x="1489" y="7283"/>
                    </a:cubicBezTo>
                    <a:cubicBezTo>
                      <a:pt x="1539" y="7282"/>
                      <a:pt x="1584" y="7281"/>
                      <a:pt x="1626" y="7281"/>
                    </a:cubicBezTo>
                    <a:cubicBezTo>
                      <a:pt x="1828" y="7281"/>
                      <a:pt x="1934" y="7310"/>
                      <a:pt x="1947" y="7467"/>
                    </a:cubicBezTo>
                    <a:cubicBezTo>
                      <a:pt x="1965" y="7664"/>
                      <a:pt x="1844" y="7965"/>
                      <a:pt x="1705" y="8315"/>
                    </a:cubicBezTo>
                    <a:cubicBezTo>
                      <a:pt x="1422" y="9022"/>
                      <a:pt x="1034" y="9992"/>
                      <a:pt x="1517" y="10866"/>
                    </a:cubicBezTo>
                    <a:cubicBezTo>
                      <a:pt x="2011" y="11758"/>
                      <a:pt x="2522" y="12501"/>
                      <a:pt x="3478" y="12501"/>
                    </a:cubicBezTo>
                    <a:cubicBezTo>
                      <a:pt x="3832" y="12501"/>
                      <a:pt x="4245" y="12399"/>
                      <a:pt x="4742" y="12167"/>
                    </a:cubicBezTo>
                    <a:cubicBezTo>
                      <a:pt x="5360" y="11876"/>
                      <a:pt x="5860" y="11570"/>
                      <a:pt x="6262" y="11324"/>
                    </a:cubicBezTo>
                    <a:cubicBezTo>
                      <a:pt x="6777" y="11009"/>
                      <a:pt x="7147" y="10782"/>
                      <a:pt x="7441" y="10782"/>
                    </a:cubicBezTo>
                    <a:cubicBezTo>
                      <a:pt x="7562" y="10782"/>
                      <a:pt x="7670" y="10820"/>
                      <a:pt x="7770" y="10906"/>
                    </a:cubicBezTo>
                    <a:cubicBezTo>
                      <a:pt x="7847" y="10973"/>
                      <a:pt x="7919" y="11042"/>
                      <a:pt x="7995" y="11117"/>
                    </a:cubicBezTo>
                    <a:cubicBezTo>
                      <a:pt x="8327" y="11440"/>
                      <a:pt x="8667" y="11770"/>
                      <a:pt x="9444" y="11770"/>
                    </a:cubicBezTo>
                    <a:cubicBezTo>
                      <a:pt x="9791" y="11770"/>
                      <a:pt x="10225" y="11705"/>
                      <a:pt x="10785" y="11543"/>
                    </a:cubicBezTo>
                    <a:cubicBezTo>
                      <a:pt x="12604" y="11016"/>
                      <a:pt x="12279" y="9647"/>
                      <a:pt x="12042" y="8648"/>
                    </a:cubicBezTo>
                    <a:cubicBezTo>
                      <a:pt x="12001" y="8475"/>
                      <a:pt x="11963" y="8313"/>
                      <a:pt x="11936" y="8163"/>
                    </a:cubicBezTo>
                    <a:cubicBezTo>
                      <a:pt x="11858" y="7729"/>
                      <a:pt x="12142" y="7323"/>
                      <a:pt x="12441" y="6894"/>
                    </a:cubicBezTo>
                    <a:cubicBezTo>
                      <a:pt x="12859" y="6294"/>
                      <a:pt x="13334" y="5613"/>
                      <a:pt x="12997" y="4666"/>
                    </a:cubicBezTo>
                    <a:cubicBezTo>
                      <a:pt x="12619" y="3607"/>
                      <a:pt x="11916" y="2737"/>
                      <a:pt x="11205" y="2450"/>
                    </a:cubicBezTo>
                    <a:cubicBezTo>
                      <a:pt x="11059" y="2391"/>
                      <a:pt x="10920" y="2362"/>
                      <a:pt x="10792" y="2362"/>
                    </a:cubicBezTo>
                    <a:cubicBezTo>
                      <a:pt x="10698" y="2362"/>
                      <a:pt x="10610" y="2378"/>
                      <a:pt x="10530" y="2409"/>
                    </a:cubicBezTo>
                    <a:cubicBezTo>
                      <a:pt x="10422" y="2049"/>
                      <a:pt x="9718" y="51"/>
                      <a:pt x="7392" y="1"/>
                    </a:cubicBezTo>
                    <a:cubicBezTo>
                      <a:pt x="7364" y="0"/>
                      <a:pt x="7336" y="0"/>
                      <a:pt x="73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g33adf7f9e96_1_406"/>
              <p:cNvSpPr/>
              <p:nvPr/>
            </p:nvSpPr>
            <p:spPr>
              <a:xfrm flipH="1">
                <a:off x="393335" y="3762896"/>
                <a:ext cx="2012034" cy="1374431"/>
              </a:xfrm>
              <a:custGeom>
                <a:rect b="b" l="l" r="r" t="t"/>
                <a:pathLst>
                  <a:path extrusionOk="0" h="10929" w="15999">
                    <a:moveTo>
                      <a:pt x="9185" y="0"/>
                    </a:moveTo>
                    <a:lnTo>
                      <a:pt x="6132" y="1908"/>
                    </a:lnTo>
                    <a:lnTo>
                      <a:pt x="6487" y="3271"/>
                    </a:lnTo>
                    <a:cubicBezTo>
                      <a:pt x="6487" y="3271"/>
                      <a:pt x="4660" y="4279"/>
                      <a:pt x="3462" y="4769"/>
                    </a:cubicBezTo>
                    <a:cubicBezTo>
                      <a:pt x="2262" y="5260"/>
                      <a:pt x="1363" y="5370"/>
                      <a:pt x="1363" y="5370"/>
                    </a:cubicBezTo>
                    <a:lnTo>
                      <a:pt x="0" y="10929"/>
                    </a:lnTo>
                    <a:lnTo>
                      <a:pt x="15998" y="10929"/>
                    </a:lnTo>
                    <a:cubicBezTo>
                      <a:pt x="15998" y="10929"/>
                      <a:pt x="13790" y="5832"/>
                      <a:pt x="13628" y="5424"/>
                    </a:cubicBezTo>
                    <a:cubicBezTo>
                      <a:pt x="13464" y="5015"/>
                      <a:pt x="13382" y="4797"/>
                      <a:pt x="13382" y="4797"/>
                    </a:cubicBezTo>
                    <a:cubicBezTo>
                      <a:pt x="13382" y="4797"/>
                      <a:pt x="10874" y="4225"/>
                      <a:pt x="10139" y="3843"/>
                    </a:cubicBezTo>
                    <a:cubicBezTo>
                      <a:pt x="9403" y="3462"/>
                      <a:pt x="9267" y="3244"/>
                      <a:pt x="9267" y="3244"/>
                    </a:cubicBezTo>
                    <a:lnTo>
                      <a:pt x="918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g33adf7f9e96_1_406"/>
              <p:cNvSpPr/>
              <p:nvPr/>
            </p:nvSpPr>
            <p:spPr>
              <a:xfrm flipH="1">
                <a:off x="387047" y="3756860"/>
                <a:ext cx="2024736" cy="1386630"/>
              </a:xfrm>
              <a:custGeom>
                <a:rect b="b" l="l" r="r" t="t"/>
                <a:pathLst>
                  <a:path extrusionOk="0" h="11026" w="16100">
                    <a:moveTo>
                      <a:pt x="9190" y="133"/>
                    </a:moveTo>
                    <a:lnTo>
                      <a:pt x="9269" y="3293"/>
                    </a:lnTo>
                    <a:cubicBezTo>
                      <a:pt x="9269" y="3301"/>
                      <a:pt x="9273" y="3309"/>
                      <a:pt x="9277" y="3317"/>
                    </a:cubicBezTo>
                    <a:cubicBezTo>
                      <a:pt x="9283" y="3326"/>
                      <a:pt x="9429" y="3551"/>
                      <a:pt x="10168" y="3934"/>
                    </a:cubicBezTo>
                    <a:cubicBezTo>
                      <a:pt x="10870" y="4298"/>
                      <a:pt x="13118" y="4822"/>
                      <a:pt x="13398" y="4886"/>
                    </a:cubicBezTo>
                    <a:cubicBezTo>
                      <a:pt x="13423" y="4954"/>
                      <a:pt x="13502" y="5162"/>
                      <a:pt x="13634" y="5490"/>
                    </a:cubicBezTo>
                    <a:cubicBezTo>
                      <a:pt x="13786" y="5869"/>
                      <a:pt x="15716" y="10327"/>
                      <a:pt x="15977" y="10930"/>
                    </a:cubicBezTo>
                    <a:lnTo>
                      <a:pt x="112" y="10930"/>
                    </a:lnTo>
                    <a:lnTo>
                      <a:pt x="1452" y="5461"/>
                    </a:lnTo>
                    <a:cubicBezTo>
                      <a:pt x="1626" y="5435"/>
                      <a:pt x="2466" y="5297"/>
                      <a:pt x="3531" y="4862"/>
                    </a:cubicBezTo>
                    <a:cubicBezTo>
                      <a:pt x="4719" y="4377"/>
                      <a:pt x="6542" y="3370"/>
                      <a:pt x="6560" y="3361"/>
                    </a:cubicBezTo>
                    <a:cubicBezTo>
                      <a:pt x="6580" y="3350"/>
                      <a:pt x="6589" y="3328"/>
                      <a:pt x="6584" y="3306"/>
                    </a:cubicBezTo>
                    <a:lnTo>
                      <a:pt x="6238" y="1978"/>
                    </a:lnTo>
                    <a:lnTo>
                      <a:pt x="9190" y="133"/>
                    </a:lnTo>
                    <a:close/>
                    <a:moveTo>
                      <a:pt x="9237" y="0"/>
                    </a:moveTo>
                    <a:cubicBezTo>
                      <a:pt x="9228" y="0"/>
                      <a:pt x="9219" y="3"/>
                      <a:pt x="9211" y="8"/>
                    </a:cubicBezTo>
                    <a:lnTo>
                      <a:pt x="6158" y="1916"/>
                    </a:lnTo>
                    <a:cubicBezTo>
                      <a:pt x="6140" y="1926"/>
                      <a:pt x="6132" y="1948"/>
                      <a:pt x="6137" y="1968"/>
                    </a:cubicBezTo>
                    <a:lnTo>
                      <a:pt x="6482" y="3295"/>
                    </a:lnTo>
                    <a:cubicBezTo>
                      <a:pt x="6231" y="3432"/>
                      <a:pt x="4589" y="4325"/>
                      <a:pt x="3494" y="4773"/>
                    </a:cubicBezTo>
                    <a:cubicBezTo>
                      <a:pt x="2316" y="5256"/>
                      <a:pt x="1417" y="5369"/>
                      <a:pt x="1408" y="5370"/>
                    </a:cubicBezTo>
                    <a:cubicBezTo>
                      <a:pt x="1388" y="5372"/>
                      <a:pt x="1372" y="5387"/>
                      <a:pt x="1367" y="5406"/>
                    </a:cubicBezTo>
                    <a:lnTo>
                      <a:pt x="5" y="10966"/>
                    </a:lnTo>
                    <a:cubicBezTo>
                      <a:pt x="1" y="10980"/>
                      <a:pt x="4" y="10996"/>
                      <a:pt x="13" y="11007"/>
                    </a:cubicBezTo>
                    <a:cubicBezTo>
                      <a:pt x="23" y="11019"/>
                      <a:pt x="36" y="11025"/>
                      <a:pt x="51" y="11025"/>
                    </a:cubicBezTo>
                    <a:lnTo>
                      <a:pt x="16049" y="11025"/>
                    </a:lnTo>
                    <a:cubicBezTo>
                      <a:pt x="16066" y="11025"/>
                      <a:pt x="16081" y="11017"/>
                      <a:pt x="16089" y="11003"/>
                    </a:cubicBezTo>
                    <a:cubicBezTo>
                      <a:pt x="16099" y="10991"/>
                      <a:pt x="16100" y="10973"/>
                      <a:pt x="16093" y="10958"/>
                    </a:cubicBezTo>
                    <a:cubicBezTo>
                      <a:pt x="16071" y="10908"/>
                      <a:pt x="13884" y="5857"/>
                      <a:pt x="13723" y="5454"/>
                    </a:cubicBezTo>
                    <a:cubicBezTo>
                      <a:pt x="13561" y="5050"/>
                      <a:pt x="13478" y="4831"/>
                      <a:pt x="13478" y="4829"/>
                    </a:cubicBezTo>
                    <a:cubicBezTo>
                      <a:pt x="13472" y="4813"/>
                      <a:pt x="13459" y="4802"/>
                      <a:pt x="13444" y="4798"/>
                    </a:cubicBezTo>
                    <a:cubicBezTo>
                      <a:pt x="13419" y="4793"/>
                      <a:pt x="10934" y="4223"/>
                      <a:pt x="10212" y="3849"/>
                    </a:cubicBezTo>
                    <a:cubicBezTo>
                      <a:pt x="9586" y="3525"/>
                      <a:pt x="9401" y="3320"/>
                      <a:pt x="9365" y="3276"/>
                    </a:cubicBezTo>
                    <a:lnTo>
                      <a:pt x="9284" y="47"/>
                    </a:lnTo>
                    <a:cubicBezTo>
                      <a:pt x="9283" y="30"/>
                      <a:pt x="9274" y="15"/>
                      <a:pt x="9259" y="6"/>
                    </a:cubicBezTo>
                    <a:cubicBezTo>
                      <a:pt x="9252" y="2"/>
                      <a:pt x="9244" y="0"/>
                      <a:pt x="92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g33adf7f9e96_1_406"/>
              <p:cNvSpPr/>
              <p:nvPr/>
            </p:nvSpPr>
            <p:spPr>
              <a:xfrm flipH="1">
                <a:off x="1113049" y="3762896"/>
                <a:ext cx="685769" cy="922072"/>
              </a:xfrm>
              <a:custGeom>
                <a:rect b="b" l="l" r="r" t="t"/>
                <a:pathLst>
                  <a:path extrusionOk="0" h="7332" w="5453">
                    <a:moveTo>
                      <a:pt x="4362" y="0"/>
                    </a:moveTo>
                    <a:lnTo>
                      <a:pt x="1309" y="1908"/>
                    </a:lnTo>
                    <a:lnTo>
                      <a:pt x="1664" y="3271"/>
                    </a:lnTo>
                    <a:cubicBezTo>
                      <a:pt x="1664" y="3271"/>
                      <a:pt x="1208" y="3523"/>
                      <a:pt x="602" y="3835"/>
                    </a:cubicBezTo>
                    <a:lnTo>
                      <a:pt x="1" y="7141"/>
                    </a:lnTo>
                    <a:lnTo>
                      <a:pt x="4416" y="7332"/>
                    </a:lnTo>
                    <a:lnTo>
                      <a:pt x="5452" y="3908"/>
                    </a:lnTo>
                    <a:cubicBezTo>
                      <a:pt x="5403" y="3886"/>
                      <a:pt x="5356" y="3864"/>
                      <a:pt x="5316" y="3843"/>
                    </a:cubicBezTo>
                    <a:cubicBezTo>
                      <a:pt x="4580" y="3462"/>
                      <a:pt x="4444" y="3244"/>
                      <a:pt x="4444" y="3244"/>
                    </a:cubicBezTo>
                    <a:lnTo>
                      <a:pt x="436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g33adf7f9e96_1_406"/>
              <p:cNvSpPr/>
              <p:nvPr/>
            </p:nvSpPr>
            <p:spPr>
              <a:xfrm flipH="1">
                <a:off x="1105755" y="3752206"/>
                <a:ext cx="700106" cy="939050"/>
              </a:xfrm>
              <a:custGeom>
                <a:rect b="b" l="l" r="r" t="t"/>
                <a:pathLst>
                  <a:path extrusionOk="0" h="7467" w="5567">
                    <a:moveTo>
                      <a:pt x="4373" y="170"/>
                    </a:moveTo>
                    <a:lnTo>
                      <a:pt x="4453" y="3343"/>
                    </a:lnTo>
                    <a:lnTo>
                      <a:pt x="4459" y="3354"/>
                    </a:lnTo>
                    <a:cubicBezTo>
                      <a:pt x="4465" y="3363"/>
                      <a:pt x="4611" y="3588"/>
                      <a:pt x="5350" y="3971"/>
                    </a:cubicBezTo>
                    <a:cubicBezTo>
                      <a:pt x="5380" y="3987"/>
                      <a:pt x="5415" y="4002"/>
                      <a:pt x="5450" y="4019"/>
                    </a:cubicBezTo>
                    <a:lnTo>
                      <a:pt x="4438" y="7368"/>
                    </a:lnTo>
                    <a:lnTo>
                      <a:pt x="114" y="7181"/>
                    </a:lnTo>
                    <a:lnTo>
                      <a:pt x="701" y="3953"/>
                    </a:lnTo>
                    <a:cubicBezTo>
                      <a:pt x="1290" y="3648"/>
                      <a:pt x="1738" y="3400"/>
                      <a:pt x="1743" y="3398"/>
                    </a:cubicBezTo>
                    <a:lnTo>
                      <a:pt x="1776" y="3380"/>
                    </a:lnTo>
                    <a:lnTo>
                      <a:pt x="1421" y="2015"/>
                    </a:lnTo>
                    <a:lnTo>
                      <a:pt x="4373" y="170"/>
                    </a:lnTo>
                    <a:close/>
                    <a:moveTo>
                      <a:pt x="4463" y="0"/>
                    </a:moveTo>
                    <a:lnTo>
                      <a:pt x="1310" y="1971"/>
                    </a:lnTo>
                    <a:lnTo>
                      <a:pt x="1663" y="3332"/>
                    </a:lnTo>
                    <a:cubicBezTo>
                      <a:pt x="1549" y="3395"/>
                      <a:pt x="1143" y="3616"/>
                      <a:pt x="636" y="3878"/>
                    </a:cubicBezTo>
                    <a:lnTo>
                      <a:pt x="615" y="3889"/>
                    </a:lnTo>
                    <a:lnTo>
                      <a:pt x="0" y="7271"/>
                    </a:lnTo>
                    <a:lnTo>
                      <a:pt x="4507" y="7466"/>
                    </a:lnTo>
                    <a:lnTo>
                      <a:pt x="5567" y="3966"/>
                    </a:lnTo>
                    <a:lnTo>
                      <a:pt x="5528" y="3949"/>
                    </a:lnTo>
                    <a:cubicBezTo>
                      <a:pt x="5479" y="3927"/>
                      <a:pt x="5434" y="3906"/>
                      <a:pt x="5394" y="3886"/>
                    </a:cubicBezTo>
                    <a:cubicBezTo>
                      <a:pt x="4768" y="3562"/>
                      <a:pt x="4583" y="3357"/>
                      <a:pt x="4547" y="3313"/>
                    </a:cubicBezTo>
                    <a:lnTo>
                      <a:pt x="446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g33adf7f9e96_1_406"/>
              <p:cNvSpPr/>
              <p:nvPr/>
            </p:nvSpPr>
            <p:spPr>
              <a:xfrm flipH="1">
                <a:off x="2073233" y="4662600"/>
                <a:ext cx="108028" cy="475499"/>
              </a:xfrm>
              <a:custGeom>
                <a:rect b="b" l="l" r="r" t="t"/>
                <a:pathLst>
                  <a:path extrusionOk="0" h="3781" w="859">
                    <a:moveTo>
                      <a:pt x="765" y="1"/>
                    </a:moveTo>
                    <a:lnTo>
                      <a:pt x="1" y="3761"/>
                    </a:lnTo>
                    <a:lnTo>
                      <a:pt x="94" y="3780"/>
                    </a:lnTo>
                    <a:lnTo>
                      <a:pt x="858" y="19"/>
                    </a:lnTo>
                    <a:lnTo>
                      <a:pt x="7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g33adf7f9e96_1_406"/>
              <p:cNvSpPr/>
              <p:nvPr/>
            </p:nvSpPr>
            <p:spPr>
              <a:xfrm flipH="1">
                <a:off x="1047908" y="3085792"/>
                <a:ext cx="878434" cy="973257"/>
              </a:xfrm>
              <a:custGeom>
                <a:rect b="b" l="l" r="r" t="t"/>
                <a:pathLst>
                  <a:path extrusionOk="0" h="7739" w="6985">
                    <a:moveTo>
                      <a:pt x="3474" y="1"/>
                    </a:moveTo>
                    <a:cubicBezTo>
                      <a:pt x="2891" y="1"/>
                      <a:pt x="2074" y="964"/>
                      <a:pt x="2074" y="964"/>
                    </a:cubicBezTo>
                    <a:cubicBezTo>
                      <a:pt x="2074" y="964"/>
                      <a:pt x="1703" y="1409"/>
                      <a:pt x="1309" y="1705"/>
                    </a:cubicBezTo>
                    <a:cubicBezTo>
                      <a:pt x="913" y="2001"/>
                      <a:pt x="0" y="2100"/>
                      <a:pt x="0" y="2100"/>
                    </a:cubicBezTo>
                    <a:cubicBezTo>
                      <a:pt x="0" y="2100"/>
                      <a:pt x="124" y="4296"/>
                      <a:pt x="371" y="5358"/>
                    </a:cubicBezTo>
                    <a:cubicBezTo>
                      <a:pt x="617" y="6419"/>
                      <a:pt x="1703" y="7603"/>
                      <a:pt x="1950" y="7727"/>
                    </a:cubicBezTo>
                    <a:cubicBezTo>
                      <a:pt x="1965" y="7735"/>
                      <a:pt x="1987" y="7738"/>
                      <a:pt x="2015" y="7738"/>
                    </a:cubicBezTo>
                    <a:cubicBezTo>
                      <a:pt x="2444" y="7738"/>
                      <a:pt x="4305" y="6889"/>
                      <a:pt x="4838" y="6517"/>
                    </a:cubicBezTo>
                    <a:cubicBezTo>
                      <a:pt x="5405" y="6123"/>
                      <a:pt x="5726" y="5111"/>
                      <a:pt x="5726" y="5111"/>
                    </a:cubicBezTo>
                    <a:cubicBezTo>
                      <a:pt x="5726" y="5111"/>
                      <a:pt x="6145" y="4987"/>
                      <a:pt x="6565" y="4568"/>
                    </a:cubicBezTo>
                    <a:cubicBezTo>
                      <a:pt x="6984" y="4148"/>
                      <a:pt x="6861" y="3087"/>
                      <a:pt x="6861" y="3087"/>
                    </a:cubicBezTo>
                    <a:lnTo>
                      <a:pt x="6861" y="3087"/>
                    </a:lnTo>
                    <a:cubicBezTo>
                      <a:pt x="6861" y="3087"/>
                      <a:pt x="6293" y="3680"/>
                      <a:pt x="6022" y="3729"/>
                    </a:cubicBezTo>
                    <a:cubicBezTo>
                      <a:pt x="6014" y="3731"/>
                      <a:pt x="6006" y="3732"/>
                      <a:pt x="5997" y="3732"/>
                    </a:cubicBezTo>
                    <a:cubicBezTo>
                      <a:pt x="5730" y="3732"/>
                      <a:pt x="5405" y="2989"/>
                      <a:pt x="5405" y="2989"/>
                    </a:cubicBezTo>
                    <a:cubicBezTo>
                      <a:pt x="5405" y="2989"/>
                      <a:pt x="4295" y="2914"/>
                      <a:pt x="4023" y="2372"/>
                    </a:cubicBezTo>
                    <a:cubicBezTo>
                      <a:pt x="3752" y="1828"/>
                      <a:pt x="4344" y="842"/>
                      <a:pt x="3826" y="175"/>
                    </a:cubicBezTo>
                    <a:cubicBezTo>
                      <a:pt x="3729" y="51"/>
                      <a:pt x="3608" y="1"/>
                      <a:pt x="347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g33adf7f9e96_1_406"/>
              <p:cNvSpPr/>
              <p:nvPr/>
            </p:nvSpPr>
            <p:spPr>
              <a:xfrm flipH="1">
                <a:off x="1042248" y="3079756"/>
                <a:ext cx="890507" cy="984952"/>
              </a:xfrm>
              <a:custGeom>
                <a:rect b="b" l="l" r="r" t="t"/>
                <a:pathLst>
                  <a:path extrusionOk="0" h="7832" w="7081">
                    <a:moveTo>
                      <a:pt x="3535" y="96"/>
                    </a:moveTo>
                    <a:cubicBezTo>
                      <a:pt x="3660" y="98"/>
                      <a:pt x="3759" y="150"/>
                      <a:pt x="3839" y="253"/>
                    </a:cubicBezTo>
                    <a:cubicBezTo>
                      <a:pt x="4123" y="617"/>
                      <a:pt x="4060" y="1080"/>
                      <a:pt x="3999" y="1528"/>
                    </a:cubicBezTo>
                    <a:cubicBezTo>
                      <a:pt x="3953" y="1871"/>
                      <a:pt x="3909" y="2194"/>
                      <a:pt x="4031" y="2440"/>
                    </a:cubicBezTo>
                    <a:cubicBezTo>
                      <a:pt x="4290" y="2958"/>
                      <a:pt x="5241" y="3066"/>
                      <a:pt x="5424" y="3082"/>
                    </a:cubicBezTo>
                    <a:cubicBezTo>
                      <a:pt x="5492" y="3232"/>
                      <a:pt x="5778" y="3827"/>
                      <a:pt x="6049" y="3827"/>
                    </a:cubicBezTo>
                    <a:cubicBezTo>
                      <a:pt x="6060" y="3827"/>
                      <a:pt x="6071" y="3826"/>
                      <a:pt x="6082" y="3824"/>
                    </a:cubicBezTo>
                    <a:cubicBezTo>
                      <a:pt x="6307" y="3783"/>
                      <a:pt x="6708" y="3406"/>
                      <a:pt x="6873" y="3242"/>
                    </a:cubicBezTo>
                    <a:lnTo>
                      <a:pt x="6873" y="3242"/>
                    </a:lnTo>
                    <a:cubicBezTo>
                      <a:pt x="6891" y="3515"/>
                      <a:pt x="6906" y="4258"/>
                      <a:pt x="6582" y="4582"/>
                    </a:cubicBezTo>
                    <a:cubicBezTo>
                      <a:pt x="6177" y="4987"/>
                      <a:pt x="5768" y="5112"/>
                      <a:pt x="5764" y="5113"/>
                    </a:cubicBezTo>
                    <a:lnTo>
                      <a:pt x="5740" y="5120"/>
                    </a:lnTo>
                    <a:lnTo>
                      <a:pt x="5731" y="5145"/>
                    </a:lnTo>
                    <a:cubicBezTo>
                      <a:pt x="5728" y="5154"/>
                      <a:pt x="5409" y="6146"/>
                      <a:pt x="4861" y="6527"/>
                    </a:cubicBezTo>
                    <a:cubicBezTo>
                      <a:pt x="4298" y="6918"/>
                      <a:pt x="2450" y="7741"/>
                      <a:pt x="2073" y="7741"/>
                    </a:cubicBezTo>
                    <a:cubicBezTo>
                      <a:pt x="2051" y="7741"/>
                      <a:pt x="2034" y="7738"/>
                      <a:pt x="2023" y="7732"/>
                    </a:cubicBezTo>
                    <a:cubicBezTo>
                      <a:pt x="1801" y="7622"/>
                      <a:pt x="714" y="6455"/>
                      <a:pt x="468" y="5394"/>
                    </a:cubicBezTo>
                    <a:cubicBezTo>
                      <a:pt x="244" y="4433"/>
                      <a:pt x="121" y="2508"/>
                      <a:pt x="102" y="2190"/>
                    </a:cubicBezTo>
                    <a:cubicBezTo>
                      <a:pt x="294" y="2166"/>
                      <a:pt x="1033" y="2057"/>
                      <a:pt x="1388" y="1791"/>
                    </a:cubicBezTo>
                    <a:cubicBezTo>
                      <a:pt x="1779" y="1497"/>
                      <a:pt x="2152" y="1054"/>
                      <a:pt x="2161" y="1044"/>
                    </a:cubicBezTo>
                    <a:cubicBezTo>
                      <a:pt x="2175" y="1027"/>
                      <a:pt x="2972" y="96"/>
                      <a:pt x="3525" y="96"/>
                    </a:cubicBezTo>
                    <a:close/>
                    <a:moveTo>
                      <a:pt x="3523" y="1"/>
                    </a:moveTo>
                    <a:cubicBezTo>
                      <a:pt x="2929" y="1"/>
                      <a:pt x="2122" y="941"/>
                      <a:pt x="2088" y="982"/>
                    </a:cubicBezTo>
                    <a:cubicBezTo>
                      <a:pt x="2084" y="986"/>
                      <a:pt x="1716" y="1425"/>
                      <a:pt x="1330" y="1714"/>
                    </a:cubicBezTo>
                    <a:cubicBezTo>
                      <a:pt x="950" y="2000"/>
                      <a:pt x="55" y="2099"/>
                      <a:pt x="46" y="2101"/>
                    </a:cubicBezTo>
                    <a:lnTo>
                      <a:pt x="1" y="2105"/>
                    </a:lnTo>
                    <a:lnTo>
                      <a:pt x="4" y="2151"/>
                    </a:lnTo>
                    <a:cubicBezTo>
                      <a:pt x="5" y="2173"/>
                      <a:pt x="130" y="4363"/>
                      <a:pt x="375" y="5416"/>
                    </a:cubicBezTo>
                    <a:cubicBezTo>
                      <a:pt x="621" y="6475"/>
                      <a:pt x="1693" y="7675"/>
                      <a:pt x="1980" y="7818"/>
                    </a:cubicBezTo>
                    <a:cubicBezTo>
                      <a:pt x="1999" y="7827"/>
                      <a:pt x="2025" y="7832"/>
                      <a:pt x="2059" y="7832"/>
                    </a:cubicBezTo>
                    <a:cubicBezTo>
                      <a:pt x="2534" y="7832"/>
                      <a:pt x="4415" y="6954"/>
                      <a:pt x="4916" y="6605"/>
                    </a:cubicBezTo>
                    <a:cubicBezTo>
                      <a:pt x="5449" y="6235"/>
                      <a:pt x="5762" y="5356"/>
                      <a:pt x="5815" y="5197"/>
                    </a:cubicBezTo>
                    <a:cubicBezTo>
                      <a:pt x="5913" y="5164"/>
                      <a:pt x="6280" y="5021"/>
                      <a:pt x="6650" y="4649"/>
                    </a:cubicBezTo>
                    <a:cubicBezTo>
                      <a:pt x="7081" y="4219"/>
                      <a:pt x="6965" y="3174"/>
                      <a:pt x="6960" y="3130"/>
                    </a:cubicBezTo>
                    <a:lnTo>
                      <a:pt x="6948" y="3028"/>
                    </a:lnTo>
                    <a:lnTo>
                      <a:pt x="6878" y="3102"/>
                    </a:lnTo>
                    <a:cubicBezTo>
                      <a:pt x="6723" y="3263"/>
                      <a:pt x="6275" y="3691"/>
                      <a:pt x="6065" y="3730"/>
                    </a:cubicBezTo>
                    <a:cubicBezTo>
                      <a:pt x="6059" y="3731"/>
                      <a:pt x="6054" y="3731"/>
                      <a:pt x="6048" y="3731"/>
                    </a:cubicBezTo>
                    <a:cubicBezTo>
                      <a:pt x="5876" y="3731"/>
                      <a:pt x="5624" y="3300"/>
                      <a:pt x="5500" y="3017"/>
                    </a:cubicBezTo>
                    <a:lnTo>
                      <a:pt x="5489" y="2990"/>
                    </a:lnTo>
                    <a:lnTo>
                      <a:pt x="5459" y="2988"/>
                    </a:lnTo>
                    <a:cubicBezTo>
                      <a:pt x="5449" y="2988"/>
                      <a:pt x="4373" y="2910"/>
                      <a:pt x="4117" y="2397"/>
                    </a:cubicBezTo>
                    <a:cubicBezTo>
                      <a:pt x="4007" y="2178"/>
                      <a:pt x="4049" y="1869"/>
                      <a:pt x="4093" y="1540"/>
                    </a:cubicBezTo>
                    <a:cubicBezTo>
                      <a:pt x="4154" y="1095"/>
                      <a:pt x="4222" y="589"/>
                      <a:pt x="3915" y="193"/>
                    </a:cubicBezTo>
                    <a:cubicBezTo>
                      <a:pt x="3817" y="69"/>
                      <a:pt x="3690" y="4"/>
                      <a:pt x="3537" y="1"/>
                    </a:cubicBezTo>
                    <a:cubicBezTo>
                      <a:pt x="3532" y="1"/>
                      <a:pt x="3528" y="1"/>
                      <a:pt x="35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g33adf7f9e96_1_406"/>
              <p:cNvSpPr/>
              <p:nvPr/>
            </p:nvSpPr>
            <p:spPr>
              <a:xfrm flipH="1">
                <a:off x="1684125" y="3441196"/>
                <a:ext cx="122868" cy="318173"/>
              </a:xfrm>
              <a:custGeom>
                <a:rect b="b" l="l" r="r" t="t"/>
                <a:pathLst>
                  <a:path extrusionOk="0" h="2530" w="977">
                    <a:moveTo>
                      <a:pt x="306" y="1"/>
                    </a:moveTo>
                    <a:lnTo>
                      <a:pt x="215" y="28"/>
                    </a:lnTo>
                    <a:cubicBezTo>
                      <a:pt x="216" y="32"/>
                      <a:pt x="337" y="447"/>
                      <a:pt x="361" y="783"/>
                    </a:cubicBezTo>
                    <a:cubicBezTo>
                      <a:pt x="385" y="1116"/>
                      <a:pt x="21" y="2456"/>
                      <a:pt x="18" y="2470"/>
                    </a:cubicBezTo>
                    <a:lnTo>
                      <a:pt x="1" y="2530"/>
                    </a:lnTo>
                    <a:lnTo>
                      <a:pt x="977" y="2530"/>
                    </a:lnTo>
                    <a:lnTo>
                      <a:pt x="977" y="2434"/>
                    </a:lnTo>
                    <a:lnTo>
                      <a:pt x="126" y="2434"/>
                    </a:lnTo>
                    <a:cubicBezTo>
                      <a:pt x="198" y="2164"/>
                      <a:pt x="478" y="1088"/>
                      <a:pt x="456" y="776"/>
                    </a:cubicBezTo>
                    <a:cubicBezTo>
                      <a:pt x="432" y="429"/>
                      <a:pt x="311" y="18"/>
                      <a:pt x="3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g33adf7f9e96_1_406"/>
              <p:cNvSpPr/>
              <p:nvPr/>
            </p:nvSpPr>
            <p:spPr>
              <a:xfrm flipH="1">
                <a:off x="1464547" y="3676246"/>
                <a:ext cx="284092" cy="176441"/>
              </a:xfrm>
              <a:custGeom>
                <a:rect b="b" l="l" r="r" t="t"/>
                <a:pathLst>
                  <a:path extrusionOk="0" h="1403" w="2259">
                    <a:moveTo>
                      <a:pt x="2172" y="1"/>
                    </a:moveTo>
                    <a:cubicBezTo>
                      <a:pt x="2167" y="11"/>
                      <a:pt x="1705" y="998"/>
                      <a:pt x="1137" y="1211"/>
                    </a:cubicBezTo>
                    <a:cubicBezTo>
                      <a:pt x="947" y="1282"/>
                      <a:pt x="762" y="1305"/>
                      <a:pt x="599" y="1305"/>
                    </a:cubicBezTo>
                    <a:cubicBezTo>
                      <a:pt x="275" y="1305"/>
                      <a:pt x="41" y="1212"/>
                      <a:pt x="37" y="1211"/>
                    </a:cubicBezTo>
                    <a:lnTo>
                      <a:pt x="1" y="1300"/>
                    </a:lnTo>
                    <a:cubicBezTo>
                      <a:pt x="15" y="1305"/>
                      <a:pt x="258" y="1403"/>
                      <a:pt x="595" y="1403"/>
                    </a:cubicBezTo>
                    <a:cubicBezTo>
                      <a:pt x="768" y="1403"/>
                      <a:pt x="966" y="1376"/>
                      <a:pt x="1171" y="1300"/>
                    </a:cubicBezTo>
                    <a:cubicBezTo>
                      <a:pt x="1775" y="1073"/>
                      <a:pt x="2239" y="84"/>
                      <a:pt x="2259" y="41"/>
                    </a:cubicBezTo>
                    <a:lnTo>
                      <a:pt x="217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g33adf7f9e96_1_406"/>
              <p:cNvSpPr/>
              <p:nvPr/>
            </p:nvSpPr>
            <p:spPr>
              <a:xfrm flipH="1">
                <a:off x="1538242" y="3784402"/>
                <a:ext cx="145756" cy="146259"/>
              </a:xfrm>
              <a:custGeom>
                <a:rect b="b" l="l" r="r" t="t"/>
                <a:pathLst>
                  <a:path extrusionOk="0" h="1163" w="1159">
                    <a:moveTo>
                      <a:pt x="1158" y="0"/>
                    </a:moveTo>
                    <a:lnTo>
                      <a:pt x="1158" y="0"/>
                    </a:lnTo>
                    <a:cubicBezTo>
                      <a:pt x="1158" y="0"/>
                      <a:pt x="768" y="466"/>
                      <a:pt x="1" y="498"/>
                    </a:cubicBezTo>
                    <a:cubicBezTo>
                      <a:pt x="1" y="498"/>
                      <a:pt x="73" y="1162"/>
                      <a:pt x="414" y="1162"/>
                    </a:cubicBezTo>
                    <a:cubicBezTo>
                      <a:pt x="466" y="1162"/>
                      <a:pt x="525" y="1147"/>
                      <a:pt x="591" y="1110"/>
                    </a:cubicBezTo>
                    <a:cubicBezTo>
                      <a:pt x="1085" y="840"/>
                      <a:pt x="1158" y="0"/>
                      <a:pt x="11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g33adf7f9e96_1_406"/>
              <p:cNvSpPr/>
              <p:nvPr/>
            </p:nvSpPr>
            <p:spPr>
              <a:xfrm flipH="1">
                <a:off x="1530570" y="3765915"/>
                <a:ext cx="160092" cy="170782"/>
              </a:xfrm>
              <a:custGeom>
                <a:rect b="b" l="l" r="r" t="t"/>
                <a:pathLst>
                  <a:path extrusionOk="0" h="1358" w="1273">
                    <a:moveTo>
                      <a:pt x="1144" y="280"/>
                    </a:moveTo>
                    <a:lnTo>
                      <a:pt x="1144" y="280"/>
                    </a:lnTo>
                    <a:cubicBezTo>
                      <a:pt x="1100" y="524"/>
                      <a:pt x="969" y="1024"/>
                      <a:pt x="620" y="1215"/>
                    </a:cubicBezTo>
                    <a:cubicBezTo>
                      <a:pt x="565" y="1246"/>
                      <a:pt x="514" y="1262"/>
                      <a:pt x="467" y="1262"/>
                    </a:cubicBezTo>
                    <a:cubicBezTo>
                      <a:pt x="434" y="1262"/>
                      <a:pt x="404" y="1254"/>
                      <a:pt x="375" y="1240"/>
                    </a:cubicBezTo>
                    <a:cubicBezTo>
                      <a:pt x="200" y="1148"/>
                      <a:pt x="129" y="817"/>
                      <a:pt x="108" y="689"/>
                    </a:cubicBezTo>
                    <a:cubicBezTo>
                      <a:pt x="638" y="654"/>
                      <a:pt x="983" y="420"/>
                      <a:pt x="1144" y="280"/>
                    </a:cubicBezTo>
                    <a:close/>
                    <a:moveTo>
                      <a:pt x="1272" y="0"/>
                    </a:moveTo>
                    <a:lnTo>
                      <a:pt x="1174" y="117"/>
                    </a:lnTo>
                    <a:cubicBezTo>
                      <a:pt x="1171" y="121"/>
                      <a:pt x="787" y="567"/>
                      <a:pt x="52" y="596"/>
                    </a:cubicBezTo>
                    <a:lnTo>
                      <a:pt x="0" y="598"/>
                    </a:lnTo>
                    <a:lnTo>
                      <a:pt x="7" y="649"/>
                    </a:lnTo>
                    <a:cubicBezTo>
                      <a:pt x="9" y="671"/>
                      <a:pt x="67" y="1187"/>
                      <a:pt x="331" y="1323"/>
                    </a:cubicBezTo>
                    <a:cubicBezTo>
                      <a:pt x="374" y="1347"/>
                      <a:pt x="419" y="1357"/>
                      <a:pt x="467" y="1357"/>
                    </a:cubicBezTo>
                    <a:cubicBezTo>
                      <a:pt x="530" y="1357"/>
                      <a:pt x="596" y="1338"/>
                      <a:pt x="667" y="1299"/>
                    </a:cubicBezTo>
                    <a:cubicBezTo>
                      <a:pt x="1177" y="1019"/>
                      <a:pt x="1256" y="187"/>
                      <a:pt x="1259" y="151"/>
                    </a:cubicBezTo>
                    <a:lnTo>
                      <a:pt x="127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g33adf7f9e96_1_406"/>
              <p:cNvSpPr/>
              <p:nvPr/>
            </p:nvSpPr>
            <p:spPr>
              <a:xfrm flipH="1">
                <a:off x="1556727" y="3479051"/>
                <a:ext cx="44645" cy="80864"/>
              </a:xfrm>
              <a:custGeom>
                <a:rect b="b" l="l" r="r" t="t"/>
                <a:pathLst>
                  <a:path extrusionOk="0" h="643" w="355">
                    <a:moveTo>
                      <a:pt x="177" y="0"/>
                    </a:moveTo>
                    <a:cubicBezTo>
                      <a:pt x="79" y="0"/>
                      <a:pt x="1" y="144"/>
                      <a:pt x="1" y="321"/>
                    </a:cubicBezTo>
                    <a:cubicBezTo>
                      <a:pt x="1" y="498"/>
                      <a:pt x="79" y="642"/>
                      <a:pt x="177" y="642"/>
                    </a:cubicBezTo>
                    <a:cubicBezTo>
                      <a:pt x="276" y="642"/>
                      <a:pt x="354" y="498"/>
                      <a:pt x="354" y="321"/>
                    </a:cubicBezTo>
                    <a:cubicBezTo>
                      <a:pt x="354" y="144"/>
                      <a:pt x="276" y="0"/>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g33adf7f9e96_1_406"/>
              <p:cNvSpPr/>
              <p:nvPr/>
            </p:nvSpPr>
            <p:spPr>
              <a:xfrm flipH="1">
                <a:off x="1550691" y="3473014"/>
                <a:ext cx="56718" cy="92811"/>
              </a:xfrm>
              <a:custGeom>
                <a:rect b="b" l="l" r="r" t="t"/>
                <a:pathLst>
                  <a:path extrusionOk="0" h="738" w="451">
                    <a:moveTo>
                      <a:pt x="225" y="96"/>
                    </a:moveTo>
                    <a:cubicBezTo>
                      <a:pt x="287" y="96"/>
                      <a:pt x="355" y="213"/>
                      <a:pt x="355" y="369"/>
                    </a:cubicBezTo>
                    <a:cubicBezTo>
                      <a:pt x="355" y="525"/>
                      <a:pt x="287" y="642"/>
                      <a:pt x="225" y="642"/>
                    </a:cubicBezTo>
                    <a:cubicBezTo>
                      <a:pt x="164" y="642"/>
                      <a:pt x="96" y="525"/>
                      <a:pt x="96" y="369"/>
                    </a:cubicBezTo>
                    <a:cubicBezTo>
                      <a:pt x="96" y="213"/>
                      <a:pt x="164" y="96"/>
                      <a:pt x="225" y="96"/>
                    </a:cubicBezTo>
                    <a:close/>
                    <a:moveTo>
                      <a:pt x="225" y="1"/>
                    </a:moveTo>
                    <a:cubicBezTo>
                      <a:pt x="99" y="1"/>
                      <a:pt x="0" y="162"/>
                      <a:pt x="0" y="369"/>
                    </a:cubicBezTo>
                    <a:cubicBezTo>
                      <a:pt x="0" y="576"/>
                      <a:pt x="99" y="737"/>
                      <a:pt x="225" y="737"/>
                    </a:cubicBezTo>
                    <a:cubicBezTo>
                      <a:pt x="352" y="737"/>
                      <a:pt x="451" y="576"/>
                      <a:pt x="451" y="369"/>
                    </a:cubicBezTo>
                    <a:cubicBezTo>
                      <a:pt x="451" y="162"/>
                      <a:pt x="352" y="1"/>
                      <a:pt x="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g33adf7f9e96_1_406"/>
              <p:cNvSpPr/>
              <p:nvPr/>
            </p:nvSpPr>
            <p:spPr>
              <a:xfrm flipH="1">
                <a:off x="1802843" y="3451383"/>
                <a:ext cx="40495" cy="80864"/>
              </a:xfrm>
              <a:custGeom>
                <a:rect b="b" l="l" r="r" t="t"/>
                <a:pathLst>
                  <a:path extrusionOk="0" h="643" w="322">
                    <a:moveTo>
                      <a:pt x="161" y="1"/>
                    </a:moveTo>
                    <a:cubicBezTo>
                      <a:pt x="72" y="1"/>
                      <a:pt x="0" y="144"/>
                      <a:pt x="0" y="322"/>
                    </a:cubicBezTo>
                    <a:cubicBezTo>
                      <a:pt x="0" y="499"/>
                      <a:pt x="72" y="643"/>
                      <a:pt x="161" y="643"/>
                    </a:cubicBezTo>
                    <a:cubicBezTo>
                      <a:pt x="249" y="643"/>
                      <a:pt x="321" y="499"/>
                      <a:pt x="321" y="322"/>
                    </a:cubicBezTo>
                    <a:cubicBezTo>
                      <a:pt x="321" y="144"/>
                      <a:pt x="249" y="1"/>
                      <a:pt x="1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g33adf7f9e96_1_406"/>
              <p:cNvSpPr/>
              <p:nvPr/>
            </p:nvSpPr>
            <p:spPr>
              <a:xfrm flipH="1">
                <a:off x="1796933" y="3445472"/>
                <a:ext cx="52568" cy="92811"/>
              </a:xfrm>
              <a:custGeom>
                <a:rect b="b" l="l" r="r" t="t"/>
                <a:pathLst>
                  <a:path extrusionOk="0" h="738" w="418">
                    <a:moveTo>
                      <a:pt x="210" y="96"/>
                    </a:moveTo>
                    <a:cubicBezTo>
                      <a:pt x="255" y="96"/>
                      <a:pt x="322" y="202"/>
                      <a:pt x="322" y="369"/>
                    </a:cubicBezTo>
                    <a:cubicBezTo>
                      <a:pt x="322" y="536"/>
                      <a:pt x="256" y="642"/>
                      <a:pt x="210" y="642"/>
                    </a:cubicBezTo>
                    <a:cubicBezTo>
                      <a:pt x="164" y="642"/>
                      <a:pt x="97" y="536"/>
                      <a:pt x="97" y="369"/>
                    </a:cubicBezTo>
                    <a:cubicBezTo>
                      <a:pt x="97" y="202"/>
                      <a:pt x="164" y="96"/>
                      <a:pt x="210" y="96"/>
                    </a:cubicBezTo>
                    <a:close/>
                    <a:moveTo>
                      <a:pt x="210" y="0"/>
                    </a:moveTo>
                    <a:cubicBezTo>
                      <a:pt x="91" y="0"/>
                      <a:pt x="1" y="159"/>
                      <a:pt x="1" y="369"/>
                    </a:cubicBezTo>
                    <a:cubicBezTo>
                      <a:pt x="1" y="579"/>
                      <a:pt x="91" y="737"/>
                      <a:pt x="210" y="737"/>
                    </a:cubicBezTo>
                    <a:cubicBezTo>
                      <a:pt x="328" y="737"/>
                      <a:pt x="417" y="579"/>
                      <a:pt x="417" y="369"/>
                    </a:cubicBezTo>
                    <a:cubicBezTo>
                      <a:pt x="417" y="159"/>
                      <a:pt x="328" y="0"/>
                      <a:pt x="2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g33adf7f9e96_1_406"/>
              <p:cNvSpPr/>
              <p:nvPr/>
            </p:nvSpPr>
            <p:spPr>
              <a:xfrm flipH="1">
                <a:off x="1479386" y="3362972"/>
                <a:ext cx="174932" cy="72564"/>
              </a:xfrm>
              <a:custGeom>
                <a:rect b="b" l="l" r="r" t="t"/>
                <a:pathLst>
                  <a:path extrusionOk="0" h="577" w="1391">
                    <a:moveTo>
                      <a:pt x="617" y="1"/>
                    </a:moveTo>
                    <a:cubicBezTo>
                      <a:pt x="276" y="1"/>
                      <a:pt x="13" y="236"/>
                      <a:pt x="1" y="246"/>
                    </a:cubicBezTo>
                    <a:lnTo>
                      <a:pt x="65" y="318"/>
                    </a:lnTo>
                    <a:cubicBezTo>
                      <a:pt x="68" y="315"/>
                      <a:pt x="314" y="96"/>
                      <a:pt x="621" y="96"/>
                    </a:cubicBezTo>
                    <a:cubicBezTo>
                      <a:pt x="650" y="96"/>
                      <a:pt x="679" y="98"/>
                      <a:pt x="709" y="102"/>
                    </a:cubicBezTo>
                    <a:cubicBezTo>
                      <a:pt x="936" y="136"/>
                      <a:pt x="1137" y="296"/>
                      <a:pt x="1308" y="577"/>
                    </a:cubicBezTo>
                    <a:lnTo>
                      <a:pt x="1390" y="527"/>
                    </a:lnTo>
                    <a:cubicBezTo>
                      <a:pt x="1203" y="220"/>
                      <a:pt x="979" y="45"/>
                      <a:pt x="722" y="8"/>
                    </a:cubicBezTo>
                    <a:cubicBezTo>
                      <a:pt x="686" y="3"/>
                      <a:pt x="651" y="1"/>
                      <a:pt x="6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g33adf7f9e96_1_406"/>
              <p:cNvSpPr/>
              <p:nvPr/>
            </p:nvSpPr>
            <p:spPr>
              <a:xfrm flipH="1">
                <a:off x="1780836" y="3379699"/>
                <a:ext cx="119472" cy="58353"/>
              </a:xfrm>
              <a:custGeom>
                <a:rect b="b" l="l" r="r" t="t"/>
                <a:pathLst>
                  <a:path extrusionOk="0" h="464" w="950">
                    <a:moveTo>
                      <a:pt x="498" y="0"/>
                    </a:moveTo>
                    <a:cubicBezTo>
                      <a:pt x="426" y="0"/>
                      <a:pt x="353" y="12"/>
                      <a:pt x="284" y="43"/>
                    </a:cubicBezTo>
                    <a:cubicBezTo>
                      <a:pt x="140" y="107"/>
                      <a:pt x="45" y="241"/>
                      <a:pt x="1" y="443"/>
                    </a:cubicBezTo>
                    <a:lnTo>
                      <a:pt x="94" y="464"/>
                    </a:lnTo>
                    <a:cubicBezTo>
                      <a:pt x="132" y="294"/>
                      <a:pt x="209" y="181"/>
                      <a:pt x="323" y="130"/>
                    </a:cubicBezTo>
                    <a:cubicBezTo>
                      <a:pt x="378" y="105"/>
                      <a:pt x="437" y="96"/>
                      <a:pt x="497" y="96"/>
                    </a:cubicBezTo>
                    <a:cubicBezTo>
                      <a:pt x="699" y="96"/>
                      <a:pt x="900" y="206"/>
                      <a:pt x="902" y="208"/>
                    </a:cubicBezTo>
                    <a:lnTo>
                      <a:pt x="950" y="124"/>
                    </a:lnTo>
                    <a:cubicBezTo>
                      <a:pt x="938" y="117"/>
                      <a:pt x="724" y="0"/>
                      <a:pt x="4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582" name="Google Shape;1582;g33adf7f9e96_1_406"/>
            <p:cNvCxnSpPr/>
            <p:nvPr/>
          </p:nvCxnSpPr>
          <p:spPr>
            <a:xfrm>
              <a:off x="207075" y="4596850"/>
              <a:ext cx="2981700" cy="0"/>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g33adf7f9e96_1_41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Practical Steps</a:t>
            </a:r>
            <a:endParaRPr/>
          </a:p>
        </p:txBody>
      </p:sp>
      <p:sp>
        <p:nvSpPr>
          <p:cNvPr id="1588" name="Google Shape;1588;g33adf7f9e96_1_411"/>
          <p:cNvSpPr txBox="1"/>
          <p:nvPr>
            <p:ph idx="1" type="body"/>
          </p:nvPr>
        </p:nvSpPr>
        <p:spPr>
          <a:xfrm>
            <a:off x="311700" y="1339725"/>
            <a:ext cx="8520600" cy="348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00000"/>
                </a:solidFill>
              </a:rPr>
              <a:t>Strategies for a More Collaborative Workplace</a:t>
            </a:r>
            <a:endParaRPr b="1">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Open-Door Policy: </a:t>
            </a:r>
            <a:r>
              <a:rPr lang="en">
                <a:solidFill>
                  <a:srgbClr val="000000"/>
                </a:solidFill>
              </a:rPr>
              <a:t>Encourage regular, informal check-ins.</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Rotating Leadership Roles:</a:t>
            </a:r>
            <a:r>
              <a:rPr lang="en">
                <a:solidFill>
                  <a:srgbClr val="000000"/>
                </a:solidFill>
              </a:rPr>
              <a:t> Different team members lead projects.</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Transparent Decision-Making: </a:t>
            </a:r>
            <a:r>
              <a:rPr lang="en">
                <a:solidFill>
                  <a:srgbClr val="000000"/>
                </a:solidFill>
              </a:rPr>
              <a:t>Share rationales behind major decisions.</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Flattening Power Dynamics: </a:t>
            </a:r>
            <a:r>
              <a:rPr lang="en">
                <a:solidFill>
                  <a:srgbClr val="000000"/>
                </a:solidFill>
              </a:rPr>
              <a:t>Encourage input from all levels.</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rPr b="1" lang="en">
                <a:solidFill>
                  <a:srgbClr val="000000"/>
                </a:solidFill>
              </a:rPr>
              <a:t>Data Points</a:t>
            </a:r>
            <a:endParaRPr b="1">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Companies that emphasize employee voice see a 4.6x higher level of performance (HBR, 2018).</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Gallup finds highly engaged teams show 21% greater profitability (Gallup, 2017).</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p:txBody>
      </p:sp>
      <p:grpSp>
        <p:nvGrpSpPr>
          <p:cNvPr id="1589" name="Google Shape;1589;g33adf7f9e96_1_411"/>
          <p:cNvGrpSpPr/>
          <p:nvPr/>
        </p:nvGrpSpPr>
        <p:grpSpPr>
          <a:xfrm>
            <a:off x="8383148" y="2477400"/>
            <a:ext cx="760840" cy="2666107"/>
            <a:chOff x="9390473" y="2477350"/>
            <a:chExt cx="760840" cy="2666107"/>
          </a:xfrm>
        </p:grpSpPr>
        <p:sp>
          <p:nvSpPr>
            <p:cNvPr id="1590" name="Google Shape;1590;g33adf7f9e96_1_411"/>
            <p:cNvSpPr/>
            <p:nvPr/>
          </p:nvSpPr>
          <p:spPr>
            <a:xfrm>
              <a:off x="9523427" y="4998136"/>
              <a:ext cx="209542" cy="142458"/>
            </a:xfrm>
            <a:custGeom>
              <a:rect b="b" l="l" r="r" t="t"/>
              <a:pathLst>
                <a:path extrusionOk="0" h="3283" w="4829">
                  <a:moveTo>
                    <a:pt x="1774" y="0"/>
                  </a:moveTo>
                  <a:lnTo>
                    <a:pt x="1396" y="1208"/>
                  </a:lnTo>
                  <a:cubicBezTo>
                    <a:pt x="1396" y="1208"/>
                    <a:pt x="0" y="2226"/>
                    <a:pt x="38" y="2453"/>
                  </a:cubicBezTo>
                  <a:cubicBezTo>
                    <a:pt x="76" y="2679"/>
                    <a:pt x="38" y="3282"/>
                    <a:pt x="38" y="3282"/>
                  </a:cubicBezTo>
                  <a:lnTo>
                    <a:pt x="4792" y="3282"/>
                  </a:lnTo>
                  <a:cubicBezTo>
                    <a:pt x="4792" y="3282"/>
                    <a:pt x="4829" y="2641"/>
                    <a:pt x="4829" y="2301"/>
                  </a:cubicBezTo>
                  <a:cubicBezTo>
                    <a:pt x="4829" y="1962"/>
                    <a:pt x="4829" y="1622"/>
                    <a:pt x="4792" y="1434"/>
                  </a:cubicBezTo>
                  <a:cubicBezTo>
                    <a:pt x="4754" y="1245"/>
                    <a:pt x="4678" y="869"/>
                    <a:pt x="4678" y="869"/>
                  </a:cubicBezTo>
                  <a:lnTo>
                    <a:pt x="177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g33adf7f9e96_1_411"/>
            <p:cNvSpPr/>
            <p:nvPr/>
          </p:nvSpPr>
          <p:spPr>
            <a:xfrm>
              <a:off x="9520563" y="4995272"/>
              <a:ext cx="215357" cy="148185"/>
            </a:xfrm>
            <a:custGeom>
              <a:rect b="b" l="l" r="r" t="t"/>
              <a:pathLst>
                <a:path extrusionOk="0" h="3415" w="4963">
                  <a:moveTo>
                    <a:pt x="1884" y="149"/>
                  </a:moveTo>
                  <a:lnTo>
                    <a:pt x="4688" y="987"/>
                  </a:lnTo>
                  <a:lnTo>
                    <a:pt x="4793" y="1513"/>
                  </a:lnTo>
                  <a:cubicBezTo>
                    <a:pt x="4828" y="1695"/>
                    <a:pt x="4828" y="2037"/>
                    <a:pt x="4828" y="2367"/>
                  </a:cubicBezTo>
                  <a:cubicBezTo>
                    <a:pt x="4828" y="2639"/>
                    <a:pt x="4804" y="3113"/>
                    <a:pt x="4795" y="3282"/>
                  </a:cubicBezTo>
                  <a:lnTo>
                    <a:pt x="175" y="3282"/>
                  </a:lnTo>
                  <a:cubicBezTo>
                    <a:pt x="183" y="3114"/>
                    <a:pt x="201" y="2695"/>
                    <a:pt x="170" y="2509"/>
                  </a:cubicBezTo>
                  <a:cubicBezTo>
                    <a:pt x="172" y="2379"/>
                    <a:pt x="863" y="1795"/>
                    <a:pt x="1501" y="1327"/>
                  </a:cubicBezTo>
                  <a:cubicBezTo>
                    <a:pt x="1513" y="1319"/>
                    <a:pt x="1522" y="1307"/>
                    <a:pt x="1526" y="1293"/>
                  </a:cubicBezTo>
                  <a:lnTo>
                    <a:pt x="1884" y="149"/>
                  </a:lnTo>
                  <a:close/>
                  <a:moveTo>
                    <a:pt x="1839" y="0"/>
                  </a:moveTo>
                  <a:cubicBezTo>
                    <a:pt x="1811" y="0"/>
                    <a:pt x="1786" y="18"/>
                    <a:pt x="1776" y="47"/>
                  </a:cubicBezTo>
                  <a:lnTo>
                    <a:pt x="1406" y="1233"/>
                  </a:lnTo>
                  <a:cubicBezTo>
                    <a:pt x="968" y="1553"/>
                    <a:pt x="0" y="2292"/>
                    <a:pt x="39" y="2529"/>
                  </a:cubicBezTo>
                  <a:cubicBezTo>
                    <a:pt x="76" y="2746"/>
                    <a:pt x="39" y="3339"/>
                    <a:pt x="39" y="3345"/>
                  </a:cubicBezTo>
                  <a:cubicBezTo>
                    <a:pt x="37" y="3362"/>
                    <a:pt x="44" y="3380"/>
                    <a:pt x="57" y="3394"/>
                  </a:cubicBezTo>
                  <a:cubicBezTo>
                    <a:pt x="69" y="3407"/>
                    <a:pt x="86" y="3414"/>
                    <a:pt x="105" y="3414"/>
                  </a:cubicBezTo>
                  <a:lnTo>
                    <a:pt x="4858" y="3414"/>
                  </a:lnTo>
                  <a:cubicBezTo>
                    <a:pt x="4892" y="3414"/>
                    <a:pt x="4922" y="3387"/>
                    <a:pt x="4924" y="3352"/>
                  </a:cubicBezTo>
                  <a:cubicBezTo>
                    <a:pt x="4924" y="3346"/>
                    <a:pt x="4962" y="2704"/>
                    <a:pt x="4962" y="2367"/>
                  </a:cubicBezTo>
                  <a:cubicBezTo>
                    <a:pt x="4962" y="2015"/>
                    <a:pt x="4962" y="1682"/>
                    <a:pt x="4923" y="1487"/>
                  </a:cubicBezTo>
                  <a:lnTo>
                    <a:pt x="4809" y="922"/>
                  </a:lnTo>
                  <a:cubicBezTo>
                    <a:pt x="4805" y="897"/>
                    <a:pt x="4787" y="878"/>
                    <a:pt x="4763" y="871"/>
                  </a:cubicBezTo>
                  <a:lnTo>
                    <a:pt x="1859" y="3"/>
                  </a:lnTo>
                  <a:cubicBezTo>
                    <a:pt x="1852" y="1"/>
                    <a:pt x="1845" y="0"/>
                    <a:pt x="18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g33adf7f9e96_1_411"/>
            <p:cNvSpPr/>
            <p:nvPr/>
          </p:nvSpPr>
          <p:spPr>
            <a:xfrm>
              <a:off x="9522125" y="5111477"/>
              <a:ext cx="213404" cy="31980"/>
            </a:xfrm>
            <a:custGeom>
              <a:rect b="b" l="l" r="r" t="t"/>
              <a:pathLst>
                <a:path extrusionOk="0" h="737" w="4918">
                  <a:moveTo>
                    <a:pt x="4782" y="133"/>
                  </a:moveTo>
                  <a:cubicBezTo>
                    <a:pt x="4773" y="326"/>
                    <a:pt x="4764" y="510"/>
                    <a:pt x="4759" y="604"/>
                  </a:cubicBezTo>
                  <a:lnTo>
                    <a:pt x="139" y="604"/>
                  </a:lnTo>
                  <a:cubicBezTo>
                    <a:pt x="144" y="503"/>
                    <a:pt x="152" y="309"/>
                    <a:pt x="152" y="133"/>
                  </a:cubicBezTo>
                  <a:close/>
                  <a:moveTo>
                    <a:pt x="85" y="0"/>
                  </a:moveTo>
                  <a:cubicBezTo>
                    <a:pt x="67" y="0"/>
                    <a:pt x="49" y="8"/>
                    <a:pt x="37" y="21"/>
                  </a:cubicBezTo>
                  <a:cubicBezTo>
                    <a:pt x="24" y="34"/>
                    <a:pt x="17" y="50"/>
                    <a:pt x="18" y="68"/>
                  </a:cubicBezTo>
                  <a:cubicBezTo>
                    <a:pt x="23" y="327"/>
                    <a:pt x="3" y="663"/>
                    <a:pt x="3" y="667"/>
                  </a:cubicBezTo>
                  <a:cubicBezTo>
                    <a:pt x="1" y="684"/>
                    <a:pt x="8" y="702"/>
                    <a:pt x="21" y="716"/>
                  </a:cubicBezTo>
                  <a:cubicBezTo>
                    <a:pt x="33" y="729"/>
                    <a:pt x="50" y="736"/>
                    <a:pt x="69" y="736"/>
                  </a:cubicBezTo>
                  <a:lnTo>
                    <a:pt x="4822" y="736"/>
                  </a:lnTo>
                  <a:cubicBezTo>
                    <a:pt x="4856" y="736"/>
                    <a:pt x="4886" y="709"/>
                    <a:pt x="4888" y="674"/>
                  </a:cubicBezTo>
                  <a:cubicBezTo>
                    <a:pt x="4888" y="674"/>
                    <a:pt x="4906" y="370"/>
                    <a:pt x="4918" y="69"/>
                  </a:cubicBezTo>
                  <a:cubicBezTo>
                    <a:pt x="4918" y="51"/>
                    <a:pt x="4911" y="34"/>
                    <a:pt x="4899" y="21"/>
                  </a:cubicBezTo>
                  <a:cubicBezTo>
                    <a:pt x="4886" y="8"/>
                    <a:pt x="4869" y="0"/>
                    <a:pt x="48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g33adf7f9e96_1_411"/>
            <p:cNvSpPr/>
            <p:nvPr/>
          </p:nvSpPr>
          <p:spPr>
            <a:xfrm>
              <a:off x="9831208" y="4998136"/>
              <a:ext cx="209542" cy="142458"/>
            </a:xfrm>
            <a:custGeom>
              <a:rect b="b" l="l" r="r" t="t"/>
              <a:pathLst>
                <a:path extrusionOk="0" h="3283" w="4829">
                  <a:moveTo>
                    <a:pt x="3055" y="0"/>
                  </a:moveTo>
                  <a:lnTo>
                    <a:pt x="150" y="869"/>
                  </a:lnTo>
                  <a:cubicBezTo>
                    <a:pt x="150" y="869"/>
                    <a:pt x="76" y="1246"/>
                    <a:pt x="38" y="1434"/>
                  </a:cubicBezTo>
                  <a:cubicBezTo>
                    <a:pt x="0" y="1622"/>
                    <a:pt x="0" y="1962"/>
                    <a:pt x="0" y="2301"/>
                  </a:cubicBezTo>
                  <a:cubicBezTo>
                    <a:pt x="0" y="2641"/>
                    <a:pt x="38" y="3282"/>
                    <a:pt x="38" y="3282"/>
                  </a:cubicBezTo>
                  <a:lnTo>
                    <a:pt x="4791" y="3282"/>
                  </a:lnTo>
                  <a:cubicBezTo>
                    <a:pt x="4791" y="3282"/>
                    <a:pt x="4753" y="2679"/>
                    <a:pt x="4791" y="2453"/>
                  </a:cubicBezTo>
                  <a:cubicBezTo>
                    <a:pt x="4828" y="2226"/>
                    <a:pt x="3432" y="1208"/>
                    <a:pt x="3432" y="1208"/>
                  </a:cubicBezTo>
                  <a:lnTo>
                    <a:pt x="305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g33adf7f9e96_1_411"/>
            <p:cNvSpPr/>
            <p:nvPr/>
          </p:nvSpPr>
          <p:spPr>
            <a:xfrm>
              <a:off x="9828300" y="4995272"/>
              <a:ext cx="215357" cy="148185"/>
            </a:xfrm>
            <a:custGeom>
              <a:rect b="b" l="l" r="r" t="t"/>
              <a:pathLst>
                <a:path extrusionOk="0" h="3415" w="4963">
                  <a:moveTo>
                    <a:pt x="3078" y="149"/>
                  </a:moveTo>
                  <a:lnTo>
                    <a:pt x="3437" y="1293"/>
                  </a:lnTo>
                  <a:cubicBezTo>
                    <a:pt x="3440" y="1307"/>
                    <a:pt x="3448" y="1319"/>
                    <a:pt x="3460" y="1327"/>
                  </a:cubicBezTo>
                  <a:cubicBezTo>
                    <a:pt x="4100" y="1795"/>
                    <a:pt x="4791" y="2379"/>
                    <a:pt x="4792" y="2508"/>
                  </a:cubicBezTo>
                  <a:cubicBezTo>
                    <a:pt x="4761" y="2694"/>
                    <a:pt x="4778" y="3114"/>
                    <a:pt x="4787" y="3282"/>
                  </a:cubicBezTo>
                  <a:lnTo>
                    <a:pt x="168" y="3282"/>
                  </a:lnTo>
                  <a:cubicBezTo>
                    <a:pt x="158" y="3113"/>
                    <a:pt x="133" y="2639"/>
                    <a:pt x="133" y="2367"/>
                  </a:cubicBezTo>
                  <a:cubicBezTo>
                    <a:pt x="133" y="2037"/>
                    <a:pt x="133" y="1695"/>
                    <a:pt x="170" y="1513"/>
                  </a:cubicBezTo>
                  <a:lnTo>
                    <a:pt x="275" y="987"/>
                  </a:lnTo>
                  <a:lnTo>
                    <a:pt x="3078" y="149"/>
                  </a:lnTo>
                  <a:close/>
                  <a:moveTo>
                    <a:pt x="3123" y="0"/>
                  </a:moveTo>
                  <a:cubicBezTo>
                    <a:pt x="3116" y="0"/>
                    <a:pt x="3110" y="1"/>
                    <a:pt x="3103" y="3"/>
                  </a:cubicBezTo>
                  <a:lnTo>
                    <a:pt x="198" y="871"/>
                  </a:lnTo>
                  <a:cubicBezTo>
                    <a:pt x="175" y="878"/>
                    <a:pt x="157" y="897"/>
                    <a:pt x="152" y="922"/>
                  </a:cubicBezTo>
                  <a:lnTo>
                    <a:pt x="40" y="1487"/>
                  </a:lnTo>
                  <a:cubicBezTo>
                    <a:pt x="1" y="1682"/>
                    <a:pt x="1" y="2015"/>
                    <a:pt x="1" y="2367"/>
                  </a:cubicBezTo>
                  <a:cubicBezTo>
                    <a:pt x="1" y="2704"/>
                    <a:pt x="38" y="3346"/>
                    <a:pt x="39" y="3352"/>
                  </a:cubicBezTo>
                  <a:cubicBezTo>
                    <a:pt x="40" y="3387"/>
                    <a:pt x="69" y="3414"/>
                    <a:pt x="105" y="3414"/>
                  </a:cubicBezTo>
                  <a:lnTo>
                    <a:pt x="4858" y="3414"/>
                  </a:lnTo>
                  <a:cubicBezTo>
                    <a:pt x="4875" y="3414"/>
                    <a:pt x="4893" y="3407"/>
                    <a:pt x="4906" y="3394"/>
                  </a:cubicBezTo>
                  <a:cubicBezTo>
                    <a:pt x="4918" y="3380"/>
                    <a:pt x="4925" y="3362"/>
                    <a:pt x="4924" y="3345"/>
                  </a:cubicBezTo>
                  <a:cubicBezTo>
                    <a:pt x="4924" y="3339"/>
                    <a:pt x="4887" y="2746"/>
                    <a:pt x="4923" y="2529"/>
                  </a:cubicBezTo>
                  <a:cubicBezTo>
                    <a:pt x="4963" y="2292"/>
                    <a:pt x="3995" y="1553"/>
                    <a:pt x="3556" y="1233"/>
                  </a:cubicBezTo>
                  <a:lnTo>
                    <a:pt x="3186" y="47"/>
                  </a:lnTo>
                  <a:cubicBezTo>
                    <a:pt x="3177" y="18"/>
                    <a:pt x="3151" y="0"/>
                    <a:pt x="31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g33adf7f9e96_1_411"/>
            <p:cNvSpPr/>
            <p:nvPr/>
          </p:nvSpPr>
          <p:spPr>
            <a:xfrm>
              <a:off x="9828691" y="5111477"/>
              <a:ext cx="213318" cy="31980"/>
            </a:xfrm>
            <a:custGeom>
              <a:rect b="b" l="l" r="r" t="t"/>
              <a:pathLst>
                <a:path extrusionOk="0" h="737" w="4916">
                  <a:moveTo>
                    <a:pt x="4766" y="133"/>
                  </a:moveTo>
                  <a:cubicBezTo>
                    <a:pt x="4765" y="309"/>
                    <a:pt x="4773" y="503"/>
                    <a:pt x="4779" y="604"/>
                  </a:cubicBezTo>
                  <a:lnTo>
                    <a:pt x="159" y="604"/>
                  </a:lnTo>
                  <a:cubicBezTo>
                    <a:pt x="153" y="510"/>
                    <a:pt x="143" y="326"/>
                    <a:pt x="135" y="133"/>
                  </a:cubicBezTo>
                  <a:close/>
                  <a:moveTo>
                    <a:pt x="66" y="0"/>
                  </a:moveTo>
                  <a:cubicBezTo>
                    <a:pt x="49" y="0"/>
                    <a:pt x="31" y="8"/>
                    <a:pt x="19" y="21"/>
                  </a:cubicBezTo>
                  <a:cubicBezTo>
                    <a:pt x="6" y="34"/>
                    <a:pt x="0" y="51"/>
                    <a:pt x="0" y="69"/>
                  </a:cubicBezTo>
                  <a:cubicBezTo>
                    <a:pt x="12" y="370"/>
                    <a:pt x="30" y="674"/>
                    <a:pt x="30" y="674"/>
                  </a:cubicBezTo>
                  <a:cubicBezTo>
                    <a:pt x="31" y="709"/>
                    <a:pt x="60" y="736"/>
                    <a:pt x="96" y="736"/>
                  </a:cubicBezTo>
                  <a:lnTo>
                    <a:pt x="4849" y="736"/>
                  </a:lnTo>
                  <a:cubicBezTo>
                    <a:pt x="4866" y="736"/>
                    <a:pt x="4884" y="729"/>
                    <a:pt x="4897" y="716"/>
                  </a:cubicBezTo>
                  <a:cubicBezTo>
                    <a:pt x="4910" y="702"/>
                    <a:pt x="4916" y="684"/>
                    <a:pt x="4915" y="667"/>
                  </a:cubicBezTo>
                  <a:cubicBezTo>
                    <a:pt x="4915" y="663"/>
                    <a:pt x="4894" y="327"/>
                    <a:pt x="4899" y="68"/>
                  </a:cubicBezTo>
                  <a:cubicBezTo>
                    <a:pt x="4899" y="50"/>
                    <a:pt x="4892" y="34"/>
                    <a:pt x="4881" y="21"/>
                  </a:cubicBezTo>
                  <a:cubicBezTo>
                    <a:pt x="4867" y="8"/>
                    <a:pt x="4851"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g33adf7f9e96_1_411"/>
            <p:cNvSpPr/>
            <p:nvPr/>
          </p:nvSpPr>
          <p:spPr>
            <a:xfrm>
              <a:off x="9559442" y="3975120"/>
              <a:ext cx="445250" cy="1060730"/>
            </a:xfrm>
            <a:custGeom>
              <a:rect b="b" l="l" r="r" t="t"/>
              <a:pathLst>
                <a:path extrusionOk="0" h="24445" w="10261">
                  <a:moveTo>
                    <a:pt x="4981" y="0"/>
                  </a:moveTo>
                  <a:lnTo>
                    <a:pt x="1" y="453"/>
                  </a:lnTo>
                  <a:cubicBezTo>
                    <a:pt x="1" y="453"/>
                    <a:pt x="340" y="13656"/>
                    <a:pt x="642" y="16033"/>
                  </a:cubicBezTo>
                  <a:cubicBezTo>
                    <a:pt x="944" y="18408"/>
                    <a:pt x="906" y="22747"/>
                    <a:pt x="906" y="22747"/>
                  </a:cubicBezTo>
                  <a:lnTo>
                    <a:pt x="604" y="23312"/>
                  </a:lnTo>
                  <a:lnTo>
                    <a:pt x="792" y="23991"/>
                  </a:lnTo>
                  <a:lnTo>
                    <a:pt x="3848" y="24445"/>
                  </a:lnTo>
                  <a:cubicBezTo>
                    <a:pt x="3848" y="24445"/>
                    <a:pt x="4150" y="22973"/>
                    <a:pt x="4226" y="22407"/>
                  </a:cubicBezTo>
                  <a:cubicBezTo>
                    <a:pt x="4301" y="21842"/>
                    <a:pt x="4150" y="20634"/>
                    <a:pt x="4112" y="20408"/>
                  </a:cubicBezTo>
                  <a:cubicBezTo>
                    <a:pt x="4078" y="20201"/>
                    <a:pt x="4830" y="7506"/>
                    <a:pt x="4960" y="5305"/>
                  </a:cubicBezTo>
                  <a:lnTo>
                    <a:pt x="5282" y="4841"/>
                  </a:lnTo>
                  <a:lnTo>
                    <a:pt x="5282" y="4980"/>
                  </a:lnTo>
                  <a:cubicBezTo>
                    <a:pt x="5282" y="4980"/>
                    <a:pt x="6187" y="20182"/>
                    <a:pt x="6150" y="20408"/>
                  </a:cubicBezTo>
                  <a:cubicBezTo>
                    <a:pt x="6112" y="20634"/>
                    <a:pt x="5961" y="21842"/>
                    <a:pt x="6036" y="22407"/>
                  </a:cubicBezTo>
                  <a:cubicBezTo>
                    <a:pt x="6112" y="22973"/>
                    <a:pt x="6413" y="24445"/>
                    <a:pt x="6413" y="24445"/>
                  </a:cubicBezTo>
                  <a:lnTo>
                    <a:pt x="9469" y="23991"/>
                  </a:lnTo>
                  <a:lnTo>
                    <a:pt x="9657" y="23312"/>
                  </a:lnTo>
                  <a:lnTo>
                    <a:pt x="9356" y="22747"/>
                  </a:lnTo>
                  <a:cubicBezTo>
                    <a:pt x="9356" y="22747"/>
                    <a:pt x="9318" y="18408"/>
                    <a:pt x="9620" y="16033"/>
                  </a:cubicBezTo>
                  <a:cubicBezTo>
                    <a:pt x="9921" y="13656"/>
                    <a:pt x="10261" y="453"/>
                    <a:pt x="10261" y="453"/>
                  </a:cubicBezTo>
                  <a:lnTo>
                    <a:pt x="5282" y="0"/>
                  </a:lnTo>
                  <a:lnTo>
                    <a:pt x="5282" y="47"/>
                  </a:lnTo>
                  <a:lnTo>
                    <a:pt x="49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g33adf7f9e96_1_411"/>
            <p:cNvSpPr/>
            <p:nvPr/>
          </p:nvSpPr>
          <p:spPr>
            <a:xfrm>
              <a:off x="9556535" y="3972213"/>
              <a:ext cx="451152" cy="1066501"/>
            </a:xfrm>
            <a:custGeom>
              <a:rect b="b" l="l" r="r" t="t"/>
              <a:pathLst>
                <a:path extrusionOk="0" h="24578" w="10397">
                  <a:moveTo>
                    <a:pt x="5045" y="134"/>
                  </a:moveTo>
                  <a:lnTo>
                    <a:pt x="5339" y="181"/>
                  </a:lnTo>
                  <a:cubicBezTo>
                    <a:pt x="5342" y="181"/>
                    <a:pt x="5345" y="181"/>
                    <a:pt x="5348" y="181"/>
                  </a:cubicBezTo>
                  <a:cubicBezTo>
                    <a:pt x="5364" y="181"/>
                    <a:pt x="5380" y="176"/>
                    <a:pt x="5392" y="165"/>
                  </a:cubicBezTo>
                  <a:cubicBezTo>
                    <a:pt x="5400" y="158"/>
                    <a:pt x="5406" y="150"/>
                    <a:pt x="5411" y="139"/>
                  </a:cubicBezTo>
                  <a:lnTo>
                    <a:pt x="10260" y="580"/>
                  </a:lnTo>
                  <a:cubicBezTo>
                    <a:pt x="10234" y="1568"/>
                    <a:pt x="9909" y="13828"/>
                    <a:pt x="9622" y="16091"/>
                  </a:cubicBezTo>
                  <a:cubicBezTo>
                    <a:pt x="9322" y="18444"/>
                    <a:pt x="9357" y="22771"/>
                    <a:pt x="9357" y="22814"/>
                  </a:cubicBezTo>
                  <a:cubicBezTo>
                    <a:pt x="9357" y="22826"/>
                    <a:pt x="9359" y="22835"/>
                    <a:pt x="9365" y="22845"/>
                  </a:cubicBezTo>
                  <a:lnTo>
                    <a:pt x="9653" y="23388"/>
                  </a:lnTo>
                  <a:lnTo>
                    <a:pt x="9484" y="23999"/>
                  </a:lnTo>
                  <a:lnTo>
                    <a:pt x="6534" y="24436"/>
                  </a:lnTo>
                  <a:cubicBezTo>
                    <a:pt x="6476" y="24152"/>
                    <a:pt x="6234" y="22957"/>
                    <a:pt x="6169" y="22466"/>
                  </a:cubicBezTo>
                  <a:cubicBezTo>
                    <a:pt x="6097" y="21922"/>
                    <a:pt x="6238" y="20752"/>
                    <a:pt x="6282" y="20485"/>
                  </a:cubicBezTo>
                  <a:cubicBezTo>
                    <a:pt x="6319" y="20258"/>
                    <a:pt x="5508" y="6599"/>
                    <a:pt x="5416" y="5047"/>
                  </a:cubicBezTo>
                  <a:lnTo>
                    <a:pt x="5416" y="4908"/>
                  </a:lnTo>
                  <a:cubicBezTo>
                    <a:pt x="5416" y="4879"/>
                    <a:pt x="5397" y="4854"/>
                    <a:pt x="5368" y="4844"/>
                  </a:cubicBezTo>
                  <a:cubicBezTo>
                    <a:pt x="5362" y="4843"/>
                    <a:pt x="5355" y="4842"/>
                    <a:pt x="5349" y="4842"/>
                  </a:cubicBezTo>
                  <a:cubicBezTo>
                    <a:pt x="5328" y="4842"/>
                    <a:pt x="5307" y="4852"/>
                    <a:pt x="5295" y="4870"/>
                  </a:cubicBezTo>
                  <a:lnTo>
                    <a:pt x="4973" y="5334"/>
                  </a:lnTo>
                  <a:cubicBezTo>
                    <a:pt x="4966" y="5345"/>
                    <a:pt x="4962" y="5356"/>
                    <a:pt x="4961" y="5369"/>
                  </a:cubicBezTo>
                  <a:cubicBezTo>
                    <a:pt x="4696" y="9847"/>
                    <a:pt x="4081" y="20287"/>
                    <a:pt x="4114" y="20485"/>
                  </a:cubicBezTo>
                  <a:cubicBezTo>
                    <a:pt x="4158" y="20752"/>
                    <a:pt x="4300" y="21922"/>
                    <a:pt x="4227" y="22466"/>
                  </a:cubicBezTo>
                  <a:cubicBezTo>
                    <a:pt x="4161" y="22957"/>
                    <a:pt x="3921" y="24152"/>
                    <a:pt x="3863" y="24436"/>
                  </a:cubicBezTo>
                  <a:lnTo>
                    <a:pt x="913" y="23999"/>
                  </a:lnTo>
                  <a:lnTo>
                    <a:pt x="742" y="23388"/>
                  </a:lnTo>
                  <a:lnTo>
                    <a:pt x="1032" y="22845"/>
                  </a:lnTo>
                  <a:cubicBezTo>
                    <a:pt x="1037" y="22835"/>
                    <a:pt x="1039" y="22826"/>
                    <a:pt x="1039" y="22814"/>
                  </a:cubicBezTo>
                  <a:cubicBezTo>
                    <a:pt x="1040" y="22771"/>
                    <a:pt x="1073" y="18444"/>
                    <a:pt x="775" y="16091"/>
                  </a:cubicBezTo>
                  <a:cubicBezTo>
                    <a:pt x="488" y="13828"/>
                    <a:pt x="161" y="1568"/>
                    <a:pt x="136" y="580"/>
                  </a:cubicBezTo>
                  <a:lnTo>
                    <a:pt x="5045" y="134"/>
                  </a:lnTo>
                  <a:close/>
                  <a:moveTo>
                    <a:pt x="5351" y="1"/>
                  </a:moveTo>
                  <a:cubicBezTo>
                    <a:pt x="5333" y="1"/>
                    <a:pt x="5317" y="7"/>
                    <a:pt x="5304" y="19"/>
                  </a:cubicBezTo>
                  <a:cubicBezTo>
                    <a:pt x="5298" y="24"/>
                    <a:pt x="5293" y="30"/>
                    <a:pt x="5289" y="39"/>
                  </a:cubicBezTo>
                  <a:lnTo>
                    <a:pt x="5058" y="2"/>
                  </a:lnTo>
                  <a:cubicBezTo>
                    <a:pt x="5052" y="1"/>
                    <a:pt x="5046" y="1"/>
                    <a:pt x="5042" y="1"/>
                  </a:cubicBezTo>
                  <a:lnTo>
                    <a:pt x="62" y="454"/>
                  </a:lnTo>
                  <a:cubicBezTo>
                    <a:pt x="28" y="457"/>
                    <a:pt x="0" y="487"/>
                    <a:pt x="2" y="521"/>
                  </a:cubicBezTo>
                  <a:cubicBezTo>
                    <a:pt x="5" y="654"/>
                    <a:pt x="345" y="13756"/>
                    <a:pt x="644" y="16108"/>
                  </a:cubicBezTo>
                  <a:cubicBezTo>
                    <a:pt x="932" y="18379"/>
                    <a:pt x="909" y="22504"/>
                    <a:pt x="907" y="22797"/>
                  </a:cubicBezTo>
                  <a:lnTo>
                    <a:pt x="613" y="23349"/>
                  </a:lnTo>
                  <a:cubicBezTo>
                    <a:pt x="605" y="23364"/>
                    <a:pt x="603" y="23382"/>
                    <a:pt x="607" y="23397"/>
                  </a:cubicBezTo>
                  <a:lnTo>
                    <a:pt x="797" y="24076"/>
                  </a:lnTo>
                  <a:cubicBezTo>
                    <a:pt x="804" y="24102"/>
                    <a:pt x="825" y="24121"/>
                    <a:pt x="850" y="24125"/>
                  </a:cubicBezTo>
                  <a:lnTo>
                    <a:pt x="3906" y="24577"/>
                  </a:lnTo>
                  <a:cubicBezTo>
                    <a:pt x="3909" y="24577"/>
                    <a:pt x="3913" y="24578"/>
                    <a:pt x="3916" y="24578"/>
                  </a:cubicBezTo>
                  <a:cubicBezTo>
                    <a:pt x="3946" y="24578"/>
                    <a:pt x="3974" y="24555"/>
                    <a:pt x="3980" y="24525"/>
                  </a:cubicBezTo>
                  <a:cubicBezTo>
                    <a:pt x="3984" y="24510"/>
                    <a:pt x="4283" y="23044"/>
                    <a:pt x="4359" y="22482"/>
                  </a:cubicBezTo>
                  <a:cubicBezTo>
                    <a:pt x="4434" y="21925"/>
                    <a:pt x="4290" y="20734"/>
                    <a:pt x="4245" y="20466"/>
                  </a:cubicBezTo>
                  <a:cubicBezTo>
                    <a:pt x="4224" y="20245"/>
                    <a:pt x="4669" y="12540"/>
                    <a:pt x="5094" y="5395"/>
                  </a:cubicBezTo>
                  <a:lnTo>
                    <a:pt x="5287" y="5115"/>
                  </a:lnTo>
                  <a:cubicBezTo>
                    <a:pt x="5599" y="10354"/>
                    <a:pt x="6175" y="20216"/>
                    <a:pt x="6151" y="20464"/>
                  </a:cubicBezTo>
                  <a:cubicBezTo>
                    <a:pt x="6106" y="20734"/>
                    <a:pt x="5963" y="21925"/>
                    <a:pt x="6038" y="22482"/>
                  </a:cubicBezTo>
                  <a:cubicBezTo>
                    <a:pt x="6112" y="23044"/>
                    <a:pt x="6413" y="24510"/>
                    <a:pt x="6415" y="24525"/>
                  </a:cubicBezTo>
                  <a:cubicBezTo>
                    <a:pt x="6422" y="24556"/>
                    <a:pt x="6450" y="24578"/>
                    <a:pt x="6480" y="24578"/>
                  </a:cubicBezTo>
                  <a:cubicBezTo>
                    <a:pt x="6484" y="24578"/>
                    <a:pt x="6487" y="24578"/>
                    <a:pt x="6491" y="24577"/>
                  </a:cubicBezTo>
                  <a:lnTo>
                    <a:pt x="9546" y="24125"/>
                  </a:lnTo>
                  <a:cubicBezTo>
                    <a:pt x="9572" y="24120"/>
                    <a:pt x="9593" y="24102"/>
                    <a:pt x="9600" y="24076"/>
                  </a:cubicBezTo>
                  <a:lnTo>
                    <a:pt x="9790" y="23397"/>
                  </a:lnTo>
                  <a:cubicBezTo>
                    <a:pt x="9794" y="23380"/>
                    <a:pt x="9792" y="23364"/>
                    <a:pt x="9784" y="23349"/>
                  </a:cubicBezTo>
                  <a:lnTo>
                    <a:pt x="9490" y="22797"/>
                  </a:lnTo>
                  <a:cubicBezTo>
                    <a:pt x="9488" y="22503"/>
                    <a:pt x="9464" y="18379"/>
                    <a:pt x="9753" y="16108"/>
                  </a:cubicBezTo>
                  <a:cubicBezTo>
                    <a:pt x="10052" y="13755"/>
                    <a:pt x="10392" y="654"/>
                    <a:pt x="10395" y="521"/>
                  </a:cubicBezTo>
                  <a:cubicBezTo>
                    <a:pt x="10396" y="487"/>
                    <a:pt x="10369" y="457"/>
                    <a:pt x="10335" y="454"/>
                  </a:cubicBezTo>
                  <a:lnTo>
                    <a:pt x="5355" y="1"/>
                  </a:lnTo>
                  <a:cubicBezTo>
                    <a:pt x="5354" y="1"/>
                    <a:pt x="5352" y="1"/>
                    <a:pt x="5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g33adf7f9e96_1_411"/>
            <p:cNvSpPr/>
            <p:nvPr/>
          </p:nvSpPr>
          <p:spPr>
            <a:xfrm>
              <a:off x="9615071" y="3280844"/>
              <a:ext cx="307609" cy="723136"/>
            </a:xfrm>
            <a:custGeom>
              <a:rect b="b" l="l" r="r" t="t"/>
              <a:pathLst>
                <a:path extrusionOk="0" h="16665" w="7089">
                  <a:moveTo>
                    <a:pt x="5211" y="1"/>
                  </a:moveTo>
                  <a:lnTo>
                    <a:pt x="1808" y="330"/>
                  </a:lnTo>
                  <a:lnTo>
                    <a:pt x="1784" y="2582"/>
                  </a:lnTo>
                  <a:lnTo>
                    <a:pt x="0" y="3334"/>
                  </a:lnTo>
                  <a:lnTo>
                    <a:pt x="1009" y="16665"/>
                  </a:lnTo>
                  <a:lnTo>
                    <a:pt x="6549" y="16665"/>
                  </a:lnTo>
                  <a:lnTo>
                    <a:pt x="7088" y="3263"/>
                  </a:lnTo>
                  <a:cubicBezTo>
                    <a:pt x="7088" y="3263"/>
                    <a:pt x="5445" y="2677"/>
                    <a:pt x="5375" y="2677"/>
                  </a:cubicBezTo>
                  <a:cubicBezTo>
                    <a:pt x="5304" y="2677"/>
                    <a:pt x="5211" y="1"/>
                    <a:pt x="521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g33adf7f9e96_1_411"/>
            <p:cNvSpPr/>
            <p:nvPr/>
          </p:nvSpPr>
          <p:spPr>
            <a:xfrm>
              <a:off x="9612121" y="3277980"/>
              <a:ext cx="313467" cy="728907"/>
            </a:xfrm>
            <a:custGeom>
              <a:rect b="b" l="l" r="r" t="t"/>
              <a:pathLst>
                <a:path extrusionOk="0" h="16798" w="7224">
                  <a:moveTo>
                    <a:pt x="5215" y="140"/>
                  </a:moveTo>
                  <a:cubicBezTo>
                    <a:pt x="5308" y="2780"/>
                    <a:pt x="5361" y="2808"/>
                    <a:pt x="5435" y="2808"/>
                  </a:cubicBezTo>
                  <a:lnTo>
                    <a:pt x="5437" y="2808"/>
                  </a:lnTo>
                  <a:cubicBezTo>
                    <a:pt x="5516" y="2821"/>
                    <a:pt x="6472" y="3156"/>
                    <a:pt x="7088" y="3376"/>
                  </a:cubicBezTo>
                  <a:lnTo>
                    <a:pt x="6553" y="16665"/>
                  </a:lnTo>
                  <a:lnTo>
                    <a:pt x="1139" y="16665"/>
                  </a:lnTo>
                  <a:lnTo>
                    <a:pt x="138" y="3442"/>
                  </a:lnTo>
                  <a:lnTo>
                    <a:pt x="1878" y="2710"/>
                  </a:lnTo>
                  <a:cubicBezTo>
                    <a:pt x="1902" y="2699"/>
                    <a:pt x="1919" y="2675"/>
                    <a:pt x="1919" y="2649"/>
                  </a:cubicBezTo>
                  <a:lnTo>
                    <a:pt x="1941" y="456"/>
                  </a:lnTo>
                  <a:lnTo>
                    <a:pt x="5215" y="140"/>
                  </a:lnTo>
                  <a:close/>
                  <a:moveTo>
                    <a:pt x="5277" y="0"/>
                  </a:moveTo>
                  <a:cubicBezTo>
                    <a:pt x="5276" y="0"/>
                    <a:pt x="5274" y="0"/>
                    <a:pt x="5273" y="0"/>
                  </a:cubicBezTo>
                  <a:lnTo>
                    <a:pt x="1869" y="329"/>
                  </a:lnTo>
                  <a:cubicBezTo>
                    <a:pt x="1836" y="333"/>
                    <a:pt x="1810" y="361"/>
                    <a:pt x="1810" y="394"/>
                  </a:cubicBezTo>
                  <a:lnTo>
                    <a:pt x="1786" y="2604"/>
                  </a:lnTo>
                  <a:lnTo>
                    <a:pt x="43" y="3338"/>
                  </a:lnTo>
                  <a:cubicBezTo>
                    <a:pt x="16" y="3350"/>
                    <a:pt x="1" y="3376"/>
                    <a:pt x="2" y="3404"/>
                  </a:cubicBezTo>
                  <a:lnTo>
                    <a:pt x="1011" y="16736"/>
                  </a:lnTo>
                  <a:cubicBezTo>
                    <a:pt x="1015" y="16770"/>
                    <a:pt x="1043" y="16797"/>
                    <a:pt x="1077" y="16797"/>
                  </a:cubicBezTo>
                  <a:lnTo>
                    <a:pt x="6617" y="16797"/>
                  </a:lnTo>
                  <a:cubicBezTo>
                    <a:pt x="6652" y="16797"/>
                    <a:pt x="6682" y="16769"/>
                    <a:pt x="6683" y="16733"/>
                  </a:cubicBezTo>
                  <a:lnTo>
                    <a:pt x="7222" y="3332"/>
                  </a:lnTo>
                  <a:cubicBezTo>
                    <a:pt x="7224" y="3302"/>
                    <a:pt x="7206" y="3276"/>
                    <a:pt x="7179" y="3267"/>
                  </a:cubicBezTo>
                  <a:cubicBezTo>
                    <a:pt x="6623" y="3068"/>
                    <a:pt x="5718" y="2748"/>
                    <a:pt x="5492" y="2686"/>
                  </a:cubicBezTo>
                  <a:cubicBezTo>
                    <a:pt x="5444" y="2460"/>
                    <a:pt x="5378" y="982"/>
                    <a:pt x="5346" y="64"/>
                  </a:cubicBezTo>
                  <a:cubicBezTo>
                    <a:pt x="5345" y="47"/>
                    <a:pt x="5337" y="29"/>
                    <a:pt x="5322" y="17"/>
                  </a:cubicBezTo>
                  <a:cubicBezTo>
                    <a:pt x="5310" y="6"/>
                    <a:pt x="5294" y="0"/>
                    <a:pt x="52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g33adf7f9e96_1_411"/>
            <p:cNvSpPr/>
            <p:nvPr/>
          </p:nvSpPr>
          <p:spPr>
            <a:xfrm>
              <a:off x="9673434" y="3280844"/>
              <a:ext cx="187325" cy="228245"/>
            </a:xfrm>
            <a:custGeom>
              <a:rect b="b" l="l" r="r" t="t"/>
              <a:pathLst>
                <a:path extrusionOk="0" h="5260" w="4317">
                  <a:moveTo>
                    <a:pt x="3866" y="1"/>
                  </a:moveTo>
                  <a:lnTo>
                    <a:pt x="463" y="330"/>
                  </a:lnTo>
                  <a:lnTo>
                    <a:pt x="439" y="2582"/>
                  </a:lnTo>
                  <a:lnTo>
                    <a:pt x="0" y="2767"/>
                  </a:lnTo>
                  <a:cubicBezTo>
                    <a:pt x="400" y="3306"/>
                    <a:pt x="1889" y="5260"/>
                    <a:pt x="2456" y="5260"/>
                  </a:cubicBezTo>
                  <a:cubicBezTo>
                    <a:pt x="2465" y="5260"/>
                    <a:pt x="2473" y="5259"/>
                    <a:pt x="2481" y="5258"/>
                  </a:cubicBezTo>
                  <a:cubicBezTo>
                    <a:pt x="2958" y="5205"/>
                    <a:pt x="3887" y="3570"/>
                    <a:pt x="4316" y="2764"/>
                  </a:cubicBezTo>
                  <a:cubicBezTo>
                    <a:pt x="4159" y="2711"/>
                    <a:pt x="4048" y="2677"/>
                    <a:pt x="4030" y="2677"/>
                  </a:cubicBezTo>
                  <a:cubicBezTo>
                    <a:pt x="3960" y="2677"/>
                    <a:pt x="3866" y="1"/>
                    <a:pt x="3866"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g33adf7f9e96_1_411"/>
            <p:cNvSpPr/>
            <p:nvPr/>
          </p:nvSpPr>
          <p:spPr>
            <a:xfrm>
              <a:off x="9670440" y="3277980"/>
              <a:ext cx="193357" cy="233972"/>
            </a:xfrm>
            <a:custGeom>
              <a:rect b="b" l="l" r="r" t="t"/>
              <a:pathLst>
                <a:path extrusionOk="0" h="5392" w="4456">
                  <a:moveTo>
                    <a:pt x="3871" y="140"/>
                  </a:moveTo>
                  <a:cubicBezTo>
                    <a:pt x="3964" y="2768"/>
                    <a:pt x="4017" y="2808"/>
                    <a:pt x="4096" y="2809"/>
                  </a:cubicBezTo>
                  <a:cubicBezTo>
                    <a:pt x="4106" y="2810"/>
                    <a:pt x="4148" y="2821"/>
                    <a:pt x="4291" y="2868"/>
                  </a:cubicBezTo>
                  <a:cubicBezTo>
                    <a:pt x="3504" y="4332"/>
                    <a:pt x="2852" y="5224"/>
                    <a:pt x="2543" y="5258"/>
                  </a:cubicBezTo>
                  <a:cubicBezTo>
                    <a:pt x="2536" y="5259"/>
                    <a:pt x="2529" y="5259"/>
                    <a:pt x="2522" y="5259"/>
                  </a:cubicBezTo>
                  <a:cubicBezTo>
                    <a:pt x="2110" y="5259"/>
                    <a:pt x="1017" y="3991"/>
                    <a:pt x="173" y="2861"/>
                  </a:cubicBezTo>
                  <a:lnTo>
                    <a:pt x="534" y="2710"/>
                  </a:lnTo>
                  <a:cubicBezTo>
                    <a:pt x="558" y="2699"/>
                    <a:pt x="575" y="2675"/>
                    <a:pt x="575" y="2649"/>
                  </a:cubicBezTo>
                  <a:lnTo>
                    <a:pt x="597" y="456"/>
                  </a:lnTo>
                  <a:lnTo>
                    <a:pt x="3871" y="140"/>
                  </a:lnTo>
                  <a:close/>
                  <a:moveTo>
                    <a:pt x="3933" y="0"/>
                  </a:moveTo>
                  <a:cubicBezTo>
                    <a:pt x="3932" y="0"/>
                    <a:pt x="3930" y="0"/>
                    <a:pt x="3929" y="0"/>
                  </a:cubicBezTo>
                  <a:lnTo>
                    <a:pt x="525" y="329"/>
                  </a:lnTo>
                  <a:cubicBezTo>
                    <a:pt x="492" y="333"/>
                    <a:pt x="466" y="361"/>
                    <a:pt x="466" y="394"/>
                  </a:cubicBezTo>
                  <a:lnTo>
                    <a:pt x="442" y="2604"/>
                  </a:lnTo>
                  <a:lnTo>
                    <a:pt x="43" y="2772"/>
                  </a:lnTo>
                  <a:cubicBezTo>
                    <a:pt x="26" y="2780"/>
                    <a:pt x="11" y="2796"/>
                    <a:pt x="5" y="2816"/>
                  </a:cubicBezTo>
                  <a:cubicBezTo>
                    <a:pt x="1" y="2835"/>
                    <a:pt x="4" y="2856"/>
                    <a:pt x="16" y="2873"/>
                  </a:cubicBezTo>
                  <a:cubicBezTo>
                    <a:pt x="583" y="3637"/>
                    <a:pt x="1948" y="5392"/>
                    <a:pt x="2528" y="5392"/>
                  </a:cubicBezTo>
                  <a:cubicBezTo>
                    <a:pt x="2539" y="5392"/>
                    <a:pt x="2548" y="5391"/>
                    <a:pt x="2557" y="5390"/>
                  </a:cubicBezTo>
                  <a:cubicBezTo>
                    <a:pt x="3030" y="5337"/>
                    <a:pt x="3845" y="3986"/>
                    <a:pt x="4445" y="2861"/>
                  </a:cubicBezTo>
                  <a:cubicBezTo>
                    <a:pt x="4454" y="2845"/>
                    <a:pt x="4455" y="2825"/>
                    <a:pt x="4448" y="2806"/>
                  </a:cubicBezTo>
                  <a:cubicBezTo>
                    <a:pt x="4441" y="2788"/>
                    <a:pt x="4426" y="2774"/>
                    <a:pt x="4408" y="2768"/>
                  </a:cubicBezTo>
                  <a:cubicBezTo>
                    <a:pt x="4259" y="2718"/>
                    <a:pt x="4185" y="2696"/>
                    <a:pt x="4148" y="2685"/>
                  </a:cubicBezTo>
                  <a:cubicBezTo>
                    <a:pt x="4100" y="2453"/>
                    <a:pt x="4034" y="981"/>
                    <a:pt x="4001" y="64"/>
                  </a:cubicBezTo>
                  <a:cubicBezTo>
                    <a:pt x="4001" y="47"/>
                    <a:pt x="3993" y="29"/>
                    <a:pt x="3978" y="17"/>
                  </a:cubicBezTo>
                  <a:cubicBezTo>
                    <a:pt x="3966" y="6"/>
                    <a:pt x="3950" y="0"/>
                    <a:pt x="39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g33adf7f9e96_1_411"/>
            <p:cNvSpPr/>
            <p:nvPr/>
          </p:nvSpPr>
          <p:spPr>
            <a:xfrm>
              <a:off x="9673434" y="3292821"/>
              <a:ext cx="120935" cy="108091"/>
            </a:xfrm>
            <a:custGeom>
              <a:rect b="b" l="l" r="r" t="t"/>
              <a:pathLst>
                <a:path extrusionOk="0" h="2491" w="2787">
                  <a:moveTo>
                    <a:pt x="1008" y="0"/>
                  </a:moveTo>
                  <a:lnTo>
                    <a:pt x="463" y="54"/>
                  </a:lnTo>
                  <a:lnTo>
                    <a:pt x="439" y="2306"/>
                  </a:lnTo>
                  <a:lnTo>
                    <a:pt x="0" y="2491"/>
                  </a:lnTo>
                  <a:lnTo>
                    <a:pt x="2787" y="1556"/>
                  </a:lnTo>
                  <a:lnTo>
                    <a:pt x="10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g33adf7f9e96_1_411"/>
            <p:cNvSpPr/>
            <p:nvPr/>
          </p:nvSpPr>
          <p:spPr>
            <a:xfrm>
              <a:off x="9670179" y="3289913"/>
              <a:ext cx="127227" cy="113905"/>
            </a:xfrm>
            <a:custGeom>
              <a:rect b="b" l="l" r="r" t="t"/>
              <a:pathLst>
                <a:path extrusionOk="0" h="2625" w="2932">
                  <a:moveTo>
                    <a:pt x="1061" y="137"/>
                  </a:moveTo>
                  <a:lnTo>
                    <a:pt x="2730" y="1596"/>
                  </a:lnTo>
                  <a:lnTo>
                    <a:pt x="581" y="2319"/>
                  </a:lnTo>
                  <a:lnTo>
                    <a:pt x="603" y="181"/>
                  </a:lnTo>
                  <a:lnTo>
                    <a:pt x="1061" y="137"/>
                  </a:lnTo>
                  <a:close/>
                  <a:moveTo>
                    <a:pt x="1081" y="1"/>
                  </a:moveTo>
                  <a:cubicBezTo>
                    <a:pt x="1079" y="1"/>
                    <a:pt x="1078" y="1"/>
                    <a:pt x="1076" y="1"/>
                  </a:cubicBezTo>
                  <a:lnTo>
                    <a:pt x="531" y="54"/>
                  </a:lnTo>
                  <a:cubicBezTo>
                    <a:pt x="498" y="58"/>
                    <a:pt x="472" y="86"/>
                    <a:pt x="471" y="119"/>
                  </a:cubicBezTo>
                  <a:lnTo>
                    <a:pt x="448" y="2329"/>
                  </a:lnTo>
                  <a:lnTo>
                    <a:pt x="49" y="2497"/>
                  </a:lnTo>
                  <a:cubicBezTo>
                    <a:pt x="17" y="2510"/>
                    <a:pt x="1" y="2548"/>
                    <a:pt x="14" y="2581"/>
                  </a:cubicBezTo>
                  <a:cubicBezTo>
                    <a:pt x="23" y="2609"/>
                    <a:pt x="48" y="2624"/>
                    <a:pt x="75" y="2624"/>
                  </a:cubicBezTo>
                  <a:cubicBezTo>
                    <a:pt x="82" y="2624"/>
                    <a:pt x="90" y="2624"/>
                    <a:pt x="97" y="2622"/>
                  </a:cubicBezTo>
                  <a:lnTo>
                    <a:pt x="2883" y="1686"/>
                  </a:lnTo>
                  <a:cubicBezTo>
                    <a:pt x="2905" y="1678"/>
                    <a:pt x="2922" y="1659"/>
                    <a:pt x="2927" y="1636"/>
                  </a:cubicBezTo>
                  <a:cubicBezTo>
                    <a:pt x="2931" y="1612"/>
                    <a:pt x="2923" y="1589"/>
                    <a:pt x="2905" y="1572"/>
                  </a:cubicBezTo>
                  <a:lnTo>
                    <a:pt x="1127" y="18"/>
                  </a:lnTo>
                  <a:cubicBezTo>
                    <a:pt x="1114" y="7"/>
                    <a:pt x="1097" y="1"/>
                    <a:pt x="10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g33adf7f9e96_1_411"/>
            <p:cNvSpPr/>
            <p:nvPr/>
          </p:nvSpPr>
          <p:spPr>
            <a:xfrm>
              <a:off x="9633383" y="3030254"/>
              <a:ext cx="248596" cy="200734"/>
            </a:xfrm>
            <a:custGeom>
              <a:rect b="b" l="l" r="r" t="t"/>
              <a:pathLst>
                <a:path extrusionOk="0" h="4626" w="5729">
                  <a:moveTo>
                    <a:pt x="2473" y="1"/>
                  </a:moveTo>
                  <a:cubicBezTo>
                    <a:pt x="2462" y="1"/>
                    <a:pt x="2452" y="1"/>
                    <a:pt x="2443" y="2"/>
                  </a:cubicBezTo>
                  <a:cubicBezTo>
                    <a:pt x="1996" y="49"/>
                    <a:pt x="1691" y="565"/>
                    <a:pt x="1691" y="565"/>
                  </a:cubicBezTo>
                  <a:cubicBezTo>
                    <a:pt x="1691" y="565"/>
                    <a:pt x="1653" y="563"/>
                    <a:pt x="1596" y="563"/>
                  </a:cubicBezTo>
                  <a:cubicBezTo>
                    <a:pt x="1454" y="563"/>
                    <a:pt x="1195" y="575"/>
                    <a:pt x="1128" y="660"/>
                  </a:cubicBezTo>
                  <a:cubicBezTo>
                    <a:pt x="1033" y="777"/>
                    <a:pt x="1" y="2397"/>
                    <a:pt x="72" y="2678"/>
                  </a:cubicBezTo>
                  <a:cubicBezTo>
                    <a:pt x="141" y="2960"/>
                    <a:pt x="494" y="3616"/>
                    <a:pt x="494" y="3616"/>
                  </a:cubicBezTo>
                  <a:lnTo>
                    <a:pt x="775" y="4626"/>
                  </a:lnTo>
                  <a:lnTo>
                    <a:pt x="987" y="2936"/>
                  </a:lnTo>
                  <a:lnTo>
                    <a:pt x="2137" y="1810"/>
                  </a:lnTo>
                  <a:lnTo>
                    <a:pt x="4719" y="2584"/>
                  </a:lnTo>
                  <a:lnTo>
                    <a:pt x="4977" y="3945"/>
                  </a:lnTo>
                  <a:lnTo>
                    <a:pt x="5165" y="3991"/>
                  </a:lnTo>
                  <a:cubicBezTo>
                    <a:pt x="5165" y="3991"/>
                    <a:pt x="5258" y="3405"/>
                    <a:pt x="5282" y="3311"/>
                  </a:cubicBezTo>
                  <a:cubicBezTo>
                    <a:pt x="5306" y="3218"/>
                    <a:pt x="5728" y="1715"/>
                    <a:pt x="5611" y="1386"/>
                  </a:cubicBezTo>
                  <a:cubicBezTo>
                    <a:pt x="5495" y="1065"/>
                    <a:pt x="2995" y="1"/>
                    <a:pt x="2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g33adf7f9e96_1_411"/>
            <p:cNvSpPr/>
            <p:nvPr/>
          </p:nvSpPr>
          <p:spPr>
            <a:xfrm>
              <a:off x="9630042" y="3027390"/>
              <a:ext cx="252805" cy="206462"/>
            </a:xfrm>
            <a:custGeom>
              <a:rect b="b" l="l" r="r" t="t"/>
              <a:pathLst>
                <a:path extrusionOk="0" h="4758" w="5826">
                  <a:moveTo>
                    <a:pt x="2557" y="133"/>
                  </a:moveTo>
                  <a:cubicBezTo>
                    <a:pt x="3080" y="133"/>
                    <a:pt x="5524" y="1196"/>
                    <a:pt x="5625" y="1475"/>
                  </a:cubicBezTo>
                  <a:cubicBezTo>
                    <a:pt x="5655" y="1560"/>
                    <a:pt x="5684" y="1908"/>
                    <a:pt x="5308" y="3307"/>
                  </a:cubicBezTo>
                  <a:lnTo>
                    <a:pt x="5294" y="3361"/>
                  </a:lnTo>
                  <a:cubicBezTo>
                    <a:pt x="5275" y="3438"/>
                    <a:pt x="5213" y="3816"/>
                    <a:pt x="5187" y="3976"/>
                  </a:cubicBezTo>
                  <a:lnTo>
                    <a:pt x="5111" y="3957"/>
                  </a:lnTo>
                  <a:lnTo>
                    <a:pt x="4861" y="2638"/>
                  </a:lnTo>
                  <a:cubicBezTo>
                    <a:pt x="4856" y="2613"/>
                    <a:pt x="4838" y="2594"/>
                    <a:pt x="4815" y="2587"/>
                  </a:cubicBezTo>
                  <a:lnTo>
                    <a:pt x="2233" y="1812"/>
                  </a:lnTo>
                  <a:cubicBezTo>
                    <a:pt x="2227" y="1810"/>
                    <a:pt x="2220" y="1809"/>
                    <a:pt x="2213" y="1809"/>
                  </a:cubicBezTo>
                  <a:cubicBezTo>
                    <a:pt x="2196" y="1809"/>
                    <a:pt x="2180" y="1816"/>
                    <a:pt x="2167" y="1828"/>
                  </a:cubicBezTo>
                  <a:lnTo>
                    <a:pt x="1017" y="2955"/>
                  </a:lnTo>
                  <a:cubicBezTo>
                    <a:pt x="1006" y="2965"/>
                    <a:pt x="999" y="2978"/>
                    <a:pt x="998" y="2994"/>
                  </a:cubicBezTo>
                  <a:lnTo>
                    <a:pt x="828" y="4356"/>
                  </a:lnTo>
                  <a:lnTo>
                    <a:pt x="635" y="3665"/>
                  </a:lnTo>
                  <a:cubicBezTo>
                    <a:pt x="634" y="3660"/>
                    <a:pt x="631" y="3655"/>
                    <a:pt x="629" y="3652"/>
                  </a:cubicBezTo>
                  <a:cubicBezTo>
                    <a:pt x="625" y="3645"/>
                    <a:pt x="280" y="2999"/>
                    <a:pt x="212" y="2728"/>
                  </a:cubicBezTo>
                  <a:cubicBezTo>
                    <a:pt x="156" y="2497"/>
                    <a:pt x="1129" y="926"/>
                    <a:pt x="1256" y="767"/>
                  </a:cubicBezTo>
                  <a:cubicBezTo>
                    <a:pt x="1294" y="721"/>
                    <a:pt x="1483" y="695"/>
                    <a:pt x="1669" y="695"/>
                  </a:cubicBezTo>
                  <a:cubicBezTo>
                    <a:pt x="1701" y="695"/>
                    <a:pt x="1733" y="696"/>
                    <a:pt x="1765" y="697"/>
                  </a:cubicBezTo>
                  <a:cubicBezTo>
                    <a:pt x="1785" y="697"/>
                    <a:pt x="1812" y="687"/>
                    <a:pt x="1825" y="665"/>
                  </a:cubicBezTo>
                  <a:cubicBezTo>
                    <a:pt x="1827" y="661"/>
                    <a:pt x="2118" y="177"/>
                    <a:pt x="2525" y="134"/>
                  </a:cubicBezTo>
                  <a:cubicBezTo>
                    <a:pt x="2535" y="133"/>
                    <a:pt x="2546" y="133"/>
                    <a:pt x="2557" y="133"/>
                  </a:cubicBezTo>
                  <a:close/>
                  <a:moveTo>
                    <a:pt x="2541" y="0"/>
                  </a:moveTo>
                  <a:cubicBezTo>
                    <a:pt x="2530" y="0"/>
                    <a:pt x="2520" y="1"/>
                    <a:pt x="2511" y="2"/>
                  </a:cubicBezTo>
                  <a:cubicBezTo>
                    <a:pt x="2102" y="46"/>
                    <a:pt x="1812" y="443"/>
                    <a:pt x="1732" y="564"/>
                  </a:cubicBezTo>
                  <a:cubicBezTo>
                    <a:pt x="1710" y="563"/>
                    <a:pt x="1685" y="563"/>
                    <a:pt x="1657" y="563"/>
                  </a:cubicBezTo>
                  <a:cubicBezTo>
                    <a:pt x="1492" y="563"/>
                    <a:pt x="1236" y="580"/>
                    <a:pt x="1153" y="684"/>
                  </a:cubicBezTo>
                  <a:cubicBezTo>
                    <a:pt x="1099" y="751"/>
                    <a:pt x="1" y="2426"/>
                    <a:pt x="83" y="2760"/>
                  </a:cubicBezTo>
                  <a:cubicBezTo>
                    <a:pt x="152" y="3034"/>
                    <a:pt x="470" y="3634"/>
                    <a:pt x="509" y="3707"/>
                  </a:cubicBezTo>
                  <a:lnTo>
                    <a:pt x="789" y="4709"/>
                  </a:lnTo>
                  <a:cubicBezTo>
                    <a:pt x="797" y="4739"/>
                    <a:pt x="823" y="4758"/>
                    <a:pt x="852" y="4758"/>
                  </a:cubicBezTo>
                  <a:lnTo>
                    <a:pt x="857" y="4758"/>
                  </a:lnTo>
                  <a:cubicBezTo>
                    <a:pt x="889" y="4756"/>
                    <a:pt x="914" y="4731"/>
                    <a:pt x="918" y="4700"/>
                  </a:cubicBezTo>
                  <a:lnTo>
                    <a:pt x="1127" y="3033"/>
                  </a:lnTo>
                  <a:lnTo>
                    <a:pt x="2232" y="1950"/>
                  </a:lnTo>
                  <a:lnTo>
                    <a:pt x="4738" y="2702"/>
                  </a:lnTo>
                  <a:lnTo>
                    <a:pt x="4989" y="4023"/>
                  </a:lnTo>
                  <a:cubicBezTo>
                    <a:pt x="4993" y="4049"/>
                    <a:pt x="5012" y="4069"/>
                    <a:pt x="5037" y="4075"/>
                  </a:cubicBezTo>
                  <a:lnTo>
                    <a:pt x="5225" y="4123"/>
                  </a:lnTo>
                  <a:cubicBezTo>
                    <a:pt x="5230" y="4124"/>
                    <a:pt x="5236" y="4125"/>
                    <a:pt x="5241" y="4125"/>
                  </a:cubicBezTo>
                  <a:cubicBezTo>
                    <a:pt x="5254" y="4125"/>
                    <a:pt x="5266" y="4121"/>
                    <a:pt x="5277" y="4113"/>
                  </a:cubicBezTo>
                  <a:cubicBezTo>
                    <a:pt x="5293" y="4104"/>
                    <a:pt x="5303" y="4087"/>
                    <a:pt x="5307" y="4068"/>
                  </a:cubicBezTo>
                  <a:cubicBezTo>
                    <a:pt x="5339" y="3867"/>
                    <a:pt x="5405" y="3466"/>
                    <a:pt x="5423" y="3394"/>
                  </a:cubicBezTo>
                  <a:lnTo>
                    <a:pt x="5437" y="3342"/>
                  </a:lnTo>
                  <a:cubicBezTo>
                    <a:pt x="5720" y="2286"/>
                    <a:pt x="5825" y="1643"/>
                    <a:pt x="5749" y="1431"/>
                  </a:cubicBezTo>
                  <a:cubicBezTo>
                    <a:pt x="5617" y="1059"/>
                    <a:pt x="3061" y="0"/>
                    <a:pt x="25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g33adf7f9e96_1_411"/>
            <p:cNvSpPr/>
            <p:nvPr/>
          </p:nvSpPr>
          <p:spPr>
            <a:xfrm>
              <a:off x="9638460" y="3202044"/>
              <a:ext cx="34714" cy="65609"/>
            </a:xfrm>
            <a:custGeom>
              <a:rect b="b" l="l" r="r" t="t"/>
              <a:pathLst>
                <a:path extrusionOk="0" h="1512" w="800">
                  <a:moveTo>
                    <a:pt x="316" y="1"/>
                  </a:moveTo>
                  <a:cubicBezTo>
                    <a:pt x="234" y="1"/>
                    <a:pt x="159" y="90"/>
                    <a:pt x="119" y="361"/>
                  </a:cubicBezTo>
                  <a:cubicBezTo>
                    <a:pt x="1" y="1160"/>
                    <a:pt x="799" y="1511"/>
                    <a:pt x="799" y="1511"/>
                  </a:cubicBezTo>
                  <a:lnTo>
                    <a:pt x="658" y="338"/>
                  </a:lnTo>
                  <a:cubicBezTo>
                    <a:pt x="658" y="338"/>
                    <a:pt x="475" y="1"/>
                    <a:pt x="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g33adf7f9e96_1_411"/>
            <p:cNvSpPr/>
            <p:nvPr/>
          </p:nvSpPr>
          <p:spPr>
            <a:xfrm>
              <a:off x="9635379" y="3199180"/>
              <a:ext cx="40746" cy="71337"/>
            </a:xfrm>
            <a:custGeom>
              <a:rect b="b" l="l" r="r" t="t"/>
              <a:pathLst>
                <a:path extrusionOk="0" h="1644" w="939">
                  <a:moveTo>
                    <a:pt x="388" y="133"/>
                  </a:moveTo>
                  <a:cubicBezTo>
                    <a:pt x="462" y="133"/>
                    <a:pt x="592" y="296"/>
                    <a:pt x="666" y="425"/>
                  </a:cubicBezTo>
                  <a:lnTo>
                    <a:pt x="789" y="1459"/>
                  </a:lnTo>
                  <a:cubicBezTo>
                    <a:pt x="584" y="1335"/>
                    <a:pt x="171" y="1010"/>
                    <a:pt x="255" y="438"/>
                  </a:cubicBezTo>
                  <a:cubicBezTo>
                    <a:pt x="287" y="224"/>
                    <a:pt x="340" y="141"/>
                    <a:pt x="379" y="134"/>
                  </a:cubicBezTo>
                  <a:cubicBezTo>
                    <a:pt x="382" y="134"/>
                    <a:pt x="385" y="133"/>
                    <a:pt x="388" y="133"/>
                  </a:cubicBezTo>
                  <a:close/>
                  <a:moveTo>
                    <a:pt x="384" y="0"/>
                  </a:moveTo>
                  <a:cubicBezTo>
                    <a:pt x="375" y="0"/>
                    <a:pt x="365" y="1"/>
                    <a:pt x="356" y="3"/>
                  </a:cubicBezTo>
                  <a:cubicBezTo>
                    <a:pt x="237" y="24"/>
                    <a:pt x="162" y="160"/>
                    <a:pt x="124" y="418"/>
                  </a:cubicBezTo>
                  <a:cubicBezTo>
                    <a:pt x="1" y="1257"/>
                    <a:pt x="835" y="1634"/>
                    <a:pt x="843" y="1639"/>
                  </a:cubicBezTo>
                  <a:cubicBezTo>
                    <a:pt x="853" y="1642"/>
                    <a:pt x="861" y="1644"/>
                    <a:pt x="870" y="1644"/>
                  </a:cubicBezTo>
                  <a:cubicBezTo>
                    <a:pt x="884" y="1644"/>
                    <a:pt x="899" y="1640"/>
                    <a:pt x="909" y="1631"/>
                  </a:cubicBezTo>
                  <a:cubicBezTo>
                    <a:pt x="929" y="1616"/>
                    <a:pt x="939" y="1593"/>
                    <a:pt x="937" y="1569"/>
                  </a:cubicBezTo>
                  <a:lnTo>
                    <a:pt x="796" y="395"/>
                  </a:lnTo>
                  <a:cubicBezTo>
                    <a:pt x="795" y="387"/>
                    <a:pt x="792" y="380"/>
                    <a:pt x="787" y="372"/>
                  </a:cubicBezTo>
                  <a:cubicBezTo>
                    <a:pt x="753" y="308"/>
                    <a:pt x="572" y="0"/>
                    <a:pt x="3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g33adf7f9e96_1_411"/>
            <p:cNvSpPr/>
            <p:nvPr/>
          </p:nvSpPr>
          <p:spPr>
            <a:xfrm>
              <a:off x="9849302" y="3194364"/>
              <a:ext cx="27511" cy="61053"/>
            </a:xfrm>
            <a:custGeom>
              <a:rect b="b" l="l" r="r" t="t"/>
              <a:pathLst>
                <a:path extrusionOk="0" h="1407" w="634">
                  <a:moveTo>
                    <a:pt x="299" y="1"/>
                  </a:moveTo>
                  <a:cubicBezTo>
                    <a:pt x="154" y="1"/>
                    <a:pt x="1" y="163"/>
                    <a:pt x="1" y="163"/>
                  </a:cubicBezTo>
                  <a:lnTo>
                    <a:pt x="118" y="1407"/>
                  </a:lnTo>
                  <a:cubicBezTo>
                    <a:pt x="118" y="1407"/>
                    <a:pt x="634" y="774"/>
                    <a:pt x="517" y="257"/>
                  </a:cubicBezTo>
                  <a:cubicBezTo>
                    <a:pt x="472" y="61"/>
                    <a:pt x="387" y="1"/>
                    <a:pt x="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g33adf7f9e96_1_411"/>
            <p:cNvSpPr/>
            <p:nvPr/>
          </p:nvSpPr>
          <p:spPr>
            <a:xfrm>
              <a:off x="9846351" y="3191456"/>
              <a:ext cx="33542" cy="66868"/>
            </a:xfrm>
            <a:custGeom>
              <a:rect b="b" l="l" r="r" t="t"/>
              <a:pathLst>
                <a:path extrusionOk="0" h="1541" w="773">
                  <a:moveTo>
                    <a:pt x="367" y="134"/>
                  </a:moveTo>
                  <a:cubicBezTo>
                    <a:pt x="377" y="134"/>
                    <a:pt x="386" y="136"/>
                    <a:pt x="395" y="138"/>
                  </a:cubicBezTo>
                  <a:cubicBezTo>
                    <a:pt x="465" y="157"/>
                    <a:pt x="502" y="258"/>
                    <a:pt x="521" y="339"/>
                  </a:cubicBezTo>
                  <a:cubicBezTo>
                    <a:pt x="598" y="678"/>
                    <a:pt x="374" y="1082"/>
                    <a:pt x="236" y="1292"/>
                  </a:cubicBezTo>
                  <a:lnTo>
                    <a:pt x="137" y="255"/>
                  </a:lnTo>
                  <a:cubicBezTo>
                    <a:pt x="188" y="209"/>
                    <a:pt x="288" y="134"/>
                    <a:pt x="367" y="134"/>
                  </a:cubicBezTo>
                  <a:close/>
                  <a:moveTo>
                    <a:pt x="367" y="1"/>
                  </a:moveTo>
                  <a:cubicBezTo>
                    <a:pt x="199" y="1"/>
                    <a:pt x="39" y="164"/>
                    <a:pt x="20" y="184"/>
                  </a:cubicBezTo>
                  <a:cubicBezTo>
                    <a:pt x="7" y="198"/>
                    <a:pt x="0" y="217"/>
                    <a:pt x="2" y="236"/>
                  </a:cubicBezTo>
                  <a:lnTo>
                    <a:pt x="120" y="1480"/>
                  </a:lnTo>
                  <a:cubicBezTo>
                    <a:pt x="122" y="1507"/>
                    <a:pt x="141" y="1529"/>
                    <a:pt x="167" y="1538"/>
                  </a:cubicBezTo>
                  <a:cubicBezTo>
                    <a:pt x="173" y="1540"/>
                    <a:pt x="180" y="1540"/>
                    <a:pt x="186" y="1540"/>
                  </a:cubicBezTo>
                  <a:cubicBezTo>
                    <a:pt x="206" y="1540"/>
                    <a:pt x="225" y="1532"/>
                    <a:pt x="237" y="1516"/>
                  </a:cubicBezTo>
                  <a:cubicBezTo>
                    <a:pt x="259" y="1489"/>
                    <a:pt x="773" y="851"/>
                    <a:pt x="650" y="310"/>
                  </a:cubicBezTo>
                  <a:cubicBezTo>
                    <a:pt x="611" y="139"/>
                    <a:pt x="537" y="39"/>
                    <a:pt x="430" y="9"/>
                  </a:cubicBezTo>
                  <a:cubicBezTo>
                    <a:pt x="409" y="3"/>
                    <a:pt x="388" y="1"/>
                    <a:pt x="3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g33adf7f9e96_1_411"/>
            <p:cNvSpPr/>
            <p:nvPr/>
          </p:nvSpPr>
          <p:spPr>
            <a:xfrm>
              <a:off x="9662976" y="3087358"/>
              <a:ext cx="193487" cy="277755"/>
            </a:xfrm>
            <a:custGeom>
              <a:rect b="b" l="l" r="r" t="t"/>
              <a:pathLst>
                <a:path extrusionOk="0" h="6401" w="4459">
                  <a:moveTo>
                    <a:pt x="1430" y="0"/>
                  </a:moveTo>
                  <a:lnTo>
                    <a:pt x="0" y="1761"/>
                  </a:lnTo>
                  <a:cubicBezTo>
                    <a:pt x="0" y="1761"/>
                    <a:pt x="304" y="4436"/>
                    <a:pt x="351" y="4648"/>
                  </a:cubicBezTo>
                  <a:cubicBezTo>
                    <a:pt x="399" y="4858"/>
                    <a:pt x="2041" y="6244"/>
                    <a:pt x="2136" y="6314"/>
                  </a:cubicBezTo>
                  <a:cubicBezTo>
                    <a:pt x="2188" y="6354"/>
                    <a:pt x="2389" y="6401"/>
                    <a:pt x="2597" y="6401"/>
                  </a:cubicBezTo>
                  <a:cubicBezTo>
                    <a:pt x="2759" y="6401"/>
                    <a:pt x="2924" y="6372"/>
                    <a:pt x="3026" y="6290"/>
                  </a:cubicBezTo>
                  <a:cubicBezTo>
                    <a:pt x="3262" y="6103"/>
                    <a:pt x="4365" y="4507"/>
                    <a:pt x="4412" y="4366"/>
                  </a:cubicBezTo>
                  <a:cubicBezTo>
                    <a:pt x="4458" y="4225"/>
                    <a:pt x="4247" y="940"/>
                    <a:pt x="4247" y="940"/>
                  </a:cubicBezTo>
                  <a:lnTo>
                    <a:pt x="2933" y="353"/>
                  </a:lnTo>
                  <a:lnTo>
                    <a:pt x="2933" y="353"/>
                  </a:lnTo>
                  <a:cubicBezTo>
                    <a:pt x="2933" y="353"/>
                    <a:pt x="3238" y="728"/>
                    <a:pt x="3003" y="752"/>
                  </a:cubicBezTo>
                  <a:cubicBezTo>
                    <a:pt x="2999" y="752"/>
                    <a:pt x="2995" y="752"/>
                    <a:pt x="2991" y="752"/>
                  </a:cubicBezTo>
                  <a:cubicBezTo>
                    <a:pt x="2729" y="752"/>
                    <a:pt x="1430" y="0"/>
                    <a:pt x="1430"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g33adf7f9e96_1_411"/>
            <p:cNvSpPr/>
            <p:nvPr/>
          </p:nvSpPr>
          <p:spPr>
            <a:xfrm>
              <a:off x="9659982" y="3084494"/>
              <a:ext cx="199215" cy="283527"/>
            </a:xfrm>
            <a:custGeom>
              <a:rect b="b" l="l" r="r" t="t"/>
              <a:pathLst>
                <a:path extrusionOk="0" h="6534" w="4591">
                  <a:moveTo>
                    <a:pt x="1516" y="153"/>
                  </a:moveTo>
                  <a:cubicBezTo>
                    <a:pt x="1818" y="327"/>
                    <a:pt x="2810" y="885"/>
                    <a:pt x="3064" y="885"/>
                  </a:cubicBezTo>
                  <a:cubicBezTo>
                    <a:pt x="3069" y="885"/>
                    <a:pt x="3074" y="885"/>
                    <a:pt x="3079" y="884"/>
                  </a:cubicBezTo>
                  <a:cubicBezTo>
                    <a:pt x="3165" y="876"/>
                    <a:pt x="3201" y="831"/>
                    <a:pt x="3216" y="794"/>
                  </a:cubicBezTo>
                  <a:cubicBezTo>
                    <a:pt x="3242" y="731"/>
                    <a:pt x="3218" y="647"/>
                    <a:pt x="3182" y="572"/>
                  </a:cubicBezTo>
                  <a:lnTo>
                    <a:pt x="3182" y="572"/>
                  </a:lnTo>
                  <a:lnTo>
                    <a:pt x="4253" y="1050"/>
                  </a:lnTo>
                  <a:cubicBezTo>
                    <a:pt x="4335" y="2344"/>
                    <a:pt x="4447" y="4280"/>
                    <a:pt x="4418" y="4411"/>
                  </a:cubicBezTo>
                  <a:cubicBezTo>
                    <a:pt x="4376" y="4535"/>
                    <a:pt x="3285" y="6122"/>
                    <a:pt x="3055" y="6305"/>
                  </a:cubicBezTo>
                  <a:cubicBezTo>
                    <a:pt x="2965" y="6377"/>
                    <a:pt x="2817" y="6401"/>
                    <a:pt x="2671" y="6401"/>
                  </a:cubicBezTo>
                  <a:cubicBezTo>
                    <a:pt x="2476" y="6401"/>
                    <a:pt x="2285" y="6358"/>
                    <a:pt x="2244" y="6328"/>
                  </a:cubicBezTo>
                  <a:cubicBezTo>
                    <a:pt x="2065" y="6193"/>
                    <a:pt x="536" y="4879"/>
                    <a:pt x="485" y="4700"/>
                  </a:cubicBezTo>
                  <a:cubicBezTo>
                    <a:pt x="443" y="4506"/>
                    <a:pt x="171" y="2132"/>
                    <a:pt x="138" y="1847"/>
                  </a:cubicBezTo>
                  <a:lnTo>
                    <a:pt x="1516" y="153"/>
                  </a:lnTo>
                  <a:close/>
                  <a:moveTo>
                    <a:pt x="1500" y="0"/>
                  </a:moveTo>
                  <a:cubicBezTo>
                    <a:pt x="1480" y="0"/>
                    <a:pt x="1461" y="9"/>
                    <a:pt x="1449" y="25"/>
                  </a:cubicBezTo>
                  <a:lnTo>
                    <a:pt x="17" y="1784"/>
                  </a:lnTo>
                  <a:cubicBezTo>
                    <a:pt x="6" y="1799"/>
                    <a:pt x="0" y="1816"/>
                    <a:pt x="3" y="1834"/>
                  </a:cubicBezTo>
                  <a:cubicBezTo>
                    <a:pt x="15" y="1944"/>
                    <a:pt x="309" y="4516"/>
                    <a:pt x="355" y="4728"/>
                  </a:cubicBezTo>
                  <a:cubicBezTo>
                    <a:pt x="412" y="4984"/>
                    <a:pt x="2148" y="6420"/>
                    <a:pt x="2164" y="6433"/>
                  </a:cubicBezTo>
                  <a:cubicBezTo>
                    <a:pt x="2229" y="6481"/>
                    <a:pt x="2444" y="6533"/>
                    <a:pt x="2666" y="6533"/>
                  </a:cubicBezTo>
                  <a:cubicBezTo>
                    <a:pt x="2841" y="6533"/>
                    <a:pt x="3022" y="6501"/>
                    <a:pt x="3138" y="6408"/>
                  </a:cubicBezTo>
                  <a:cubicBezTo>
                    <a:pt x="3379" y="6215"/>
                    <a:pt x="4494" y="4603"/>
                    <a:pt x="4544" y="4453"/>
                  </a:cubicBezTo>
                  <a:cubicBezTo>
                    <a:pt x="4591" y="4312"/>
                    <a:pt x="4432" y="1775"/>
                    <a:pt x="4383" y="1001"/>
                  </a:cubicBezTo>
                  <a:cubicBezTo>
                    <a:pt x="4381" y="976"/>
                    <a:pt x="4366" y="955"/>
                    <a:pt x="4344" y="944"/>
                  </a:cubicBezTo>
                  <a:lnTo>
                    <a:pt x="3029" y="359"/>
                  </a:lnTo>
                  <a:cubicBezTo>
                    <a:pt x="3020" y="355"/>
                    <a:pt x="3011" y="353"/>
                    <a:pt x="3001" y="353"/>
                  </a:cubicBezTo>
                  <a:cubicBezTo>
                    <a:pt x="2981" y="353"/>
                    <a:pt x="2962" y="362"/>
                    <a:pt x="2950" y="379"/>
                  </a:cubicBezTo>
                  <a:cubicBezTo>
                    <a:pt x="2931" y="402"/>
                    <a:pt x="2931" y="437"/>
                    <a:pt x="2951" y="460"/>
                  </a:cubicBezTo>
                  <a:cubicBezTo>
                    <a:pt x="3041" y="572"/>
                    <a:pt x="3108" y="707"/>
                    <a:pt x="3093" y="743"/>
                  </a:cubicBezTo>
                  <a:cubicBezTo>
                    <a:pt x="3093" y="746"/>
                    <a:pt x="3085" y="749"/>
                    <a:pt x="3066" y="751"/>
                  </a:cubicBezTo>
                  <a:cubicBezTo>
                    <a:pt x="3063" y="752"/>
                    <a:pt x="3060" y="752"/>
                    <a:pt x="3057" y="752"/>
                  </a:cubicBezTo>
                  <a:cubicBezTo>
                    <a:pt x="2874" y="752"/>
                    <a:pt x="2035" y="299"/>
                    <a:pt x="1534" y="10"/>
                  </a:cubicBezTo>
                  <a:cubicBezTo>
                    <a:pt x="1523" y="3"/>
                    <a:pt x="1511" y="0"/>
                    <a:pt x="15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g33adf7f9e96_1_411"/>
            <p:cNvSpPr/>
            <p:nvPr/>
          </p:nvSpPr>
          <p:spPr>
            <a:xfrm>
              <a:off x="9694305" y="3147283"/>
              <a:ext cx="51420" cy="18355"/>
            </a:xfrm>
            <a:custGeom>
              <a:rect b="b" l="l" r="r" t="t"/>
              <a:pathLst>
                <a:path extrusionOk="0" h="423" w="1185">
                  <a:moveTo>
                    <a:pt x="708" y="0"/>
                  </a:moveTo>
                  <a:cubicBezTo>
                    <a:pt x="494" y="0"/>
                    <a:pt x="237" y="66"/>
                    <a:pt x="25" y="314"/>
                  </a:cubicBezTo>
                  <a:cubicBezTo>
                    <a:pt x="1" y="341"/>
                    <a:pt x="4" y="383"/>
                    <a:pt x="33" y="407"/>
                  </a:cubicBezTo>
                  <a:cubicBezTo>
                    <a:pt x="45" y="418"/>
                    <a:pt x="60" y="423"/>
                    <a:pt x="75" y="423"/>
                  </a:cubicBezTo>
                  <a:cubicBezTo>
                    <a:pt x="94" y="423"/>
                    <a:pt x="113" y="415"/>
                    <a:pt x="126" y="400"/>
                  </a:cubicBezTo>
                  <a:cubicBezTo>
                    <a:pt x="308" y="187"/>
                    <a:pt x="527" y="130"/>
                    <a:pt x="709" y="130"/>
                  </a:cubicBezTo>
                  <a:cubicBezTo>
                    <a:pt x="911" y="130"/>
                    <a:pt x="1068" y="200"/>
                    <a:pt x="1080" y="206"/>
                  </a:cubicBezTo>
                  <a:cubicBezTo>
                    <a:pt x="1089" y="210"/>
                    <a:pt x="1098" y="212"/>
                    <a:pt x="1108" y="212"/>
                  </a:cubicBezTo>
                  <a:cubicBezTo>
                    <a:pt x="1133" y="212"/>
                    <a:pt x="1157" y="197"/>
                    <a:pt x="1169" y="173"/>
                  </a:cubicBezTo>
                  <a:cubicBezTo>
                    <a:pt x="1184" y="140"/>
                    <a:pt x="1170" y="101"/>
                    <a:pt x="1136" y="85"/>
                  </a:cubicBezTo>
                  <a:cubicBezTo>
                    <a:pt x="1132" y="83"/>
                    <a:pt x="948" y="0"/>
                    <a:pt x="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g33adf7f9e96_1_411"/>
            <p:cNvSpPr/>
            <p:nvPr/>
          </p:nvSpPr>
          <p:spPr>
            <a:xfrm>
              <a:off x="9774841" y="3143985"/>
              <a:ext cx="50162" cy="15535"/>
            </a:xfrm>
            <a:custGeom>
              <a:rect b="b" l="l" r="r" t="t"/>
              <a:pathLst>
                <a:path extrusionOk="0" h="358" w="1156">
                  <a:moveTo>
                    <a:pt x="580" y="0"/>
                  </a:moveTo>
                  <a:cubicBezTo>
                    <a:pt x="264" y="0"/>
                    <a:pt x="32" y="217"/>
                    <a:pt x="28" y="221"/>
                  </a:cubicBezTo>
                  <a:cubicBezTo>
                    <a:pt x="1" y="245"/>
                    <a:pt x="0" y="287"/>
                    <a:pt x="26" y="314"/>
                  </a:cubicBezTo>
                  <a:cubicBezTo>
                    <a:pt x="39" y="327"/>
                    <a:pt x="56" y="334"/>
                    <a:pt x="74" y="334"/>
                  </a:cubicBezTo>
                  <a:cubicBezTo>
                    <a:pt x="90" y="334"/>
                    <a:pt x="106" y="328"/>
                    <a:pt x="120" y="316"/>
                  </a:cubicBezTo>
                  <a:cubicBezTo>
                    <a:pt x="131" y="305"/>
                    <a:pt x="317" y="133"/>
                    <a:pt x="574" y="133"/>
                  </a:cubicBezTo>
                  <a:cubicBezTo>
                    <a:pt x="713" y="133"/>
                    <a:pt x="874" y="184"/>
                    <a:pt x="1038" y="340"/>
                  </a:cubicBezTo>
                  <a:cubicBezTo>
                    <a:pt x="1049" y="352"/>
                    <a:pt x="1066" y="358"/>
                    <a:pt x="1083" y="358"/>
                  </a:cubicBezTo>
                  <a:cubicBezTo>
                    <a:pt x="1100" y="358"/>
                    <a:pt x="1118" y="351"/>
                    <a:pt x="1131" y="338"/>
                  </a:cubicBezTo>
                  <a:cubicBezTo>
                    <a:pt x="1156" y="310"/>
                    <a:pt x="1156" y="269"/>
                    <a:pt x="1129" y="243"/>
                  </a:cubicBezTo>
                  <a:cubicBezTo>
                    <a:pt x="937" y="60"/>
                    <a:pt x="747" y="0"/>
                    <a:pt x="5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g33adf7f9e96_1_411"/>
            <p:cNvSpPr/>
            <p:nvPr/>
          </p:nvSpPr>
          <p:spPr>
            <a:xfrm>
              <a:off x="9751323" y="3163902"/>
              <a:ext cx="42264" cy="79191"/>
            </a:xfrm>
            <a:custGeom>
              <a:rect b="b" l="l" r="r" t="t"/>
              <a:pathLst>
                <a:path extrusionOk="0" h="1825" w="974">
                  <a:moveTo>
                    <a:pt x="594" y="0"/>
                  </a:moveTo>
                  <a:cubicBezTo>
                    <a:pt x="592" y="0"/>
                    <a:pt x="591" y="0"/>
                    <a:pt x="589" y="0"/>
                  </a:cubicBezTo>
                  <a:cubicBezTo>
                    <a:pt x="553" y="3"/>
                    <a:pt x="524" y="34"/>
                    <a:pt x="525" y="70"/>
                  </a:cubicBezTo>
                  <a:cubicBezTo>
                    <a:pt x="530" y="167"/>
                    <a:pt x="574" y="1018"/>
                    <a:pt x="598" y="1136"/>
                  </a:cubicBezTo>
                  <a:cubicBezTo>
                    <a:pt x="608" y="1192"/>
                    <a:pt x="647" y="1234"/>
                    <a:pt x="684" y="1277"/>
                  </a:cubicBezTo>
                  <a:cubicBezTo>
                    <a:pt x="762" y="1363"/>
                    <a:pt x="793" y="1406"/>
                    <a:pt x="706" y="1502"/>
                  </a:cubicBezTo>
                  <a:cubicBezTo>
                    <a:pt x="605" y="1616"/>
                    <a:pt x="447" y="1692"/>
                    <a:pt x="318" y="1692"/>
                  </a:cubicBezTo>
                  <a:cubicBezTo>
                    <a:pt x="311" y="1692"/>
                    <a:pt x="303" y="1692"/>
                    <a:pt x="296" y="1691"/>
                  </a:cubicBezTo>
                  <a:cubicBezTo>
                    <a:pt x="223" y="1686"/>
                    <a:pt x="167" y="1657"/>
                    <a:pt x="131" y="1602"/>
                  </a:cubicBezTo>
                  <a:cubicBezTo>
                    <a:pt x="118" y="1584"/>
                    <a:pt x="97" y="1574"/>
                    <a:pt x="75" y="1574"/>
                  </a:cubicBezTo>
                  <a:cubicBezTo>
                    <a:pt x="63" y="1574"/>
                    <a:pt x="50" y="1577"/>
                    <a:pt x="39" y="1585"/>
                  </a:cubicBezTo>
                  <a:cubicBezTo>
                    <a:pt x="8" y="1605"/>
                    <a:pt x="0" y="1646"/>
                    <a:pt x="20" y="1677"/>
                  </a:cubicBezTo>
                  <a:cubicBezTo>
                    <a:pt x="79" y="1766"/>
                    <a:pt x="172" y="1817"/>
                    <a:pt x="286" y="1824"/>
                  </a:cubicBezTo>
                  <a:cubicBezTo>
                    <a:pt x="297" y="1825"/>
                    <a:pt x="307" y="1825"/>
                    <a:pt x="317" y="1825"/>
                  </a:cubicBezTo>
                  <a:cubicBezTo>
                    <a:pt x="486" y="1825"/>
                    <a:pt x="678" y="1734"/>
                    <a:pt x="806" y="1591"/>
                  </a:cubicBezTo>
                  <a:cubicBezTo>
                    <a:pt x="974" y="1401"/>
                    <a:pt x="854" y="1268"/>
                    <a:pt x="783" y="1188"/>
                  </a:cubicBezTo>
                  <a:cubicBezTo>
                    <a:pt x="759" y="1161"/>
                    <a:pt x="731" y="1130"/>
                    <a:pt x="728" y="1110"/>
                  </a:cubicBezTo>
                  <a:cubicBezTo>
                    <a:pt x="709" y="1018"/>
                    <a:pt x="671" y="323"/>
                    <a:pt x="658" y="64"/>
                  </a:cubicBezTo>
                  <a:cubicBezTo>
                    <a:pt x="657" y="29"/>
                    <a:pt x="629" y="0"/>
                    <a:pt x="5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g33adf7f9e96_1_411"/>
            <p:cNvSpPr/>
            <p:nvPr/>
          </p:nvSpPr>
          <p:spPr>
            <a:xfrm>
              <a:off x="9721903" y="3245393"/>
              <a:ext cx="90994" cy="31546"/>
            </a:xfrm>
            <a:custGeom>
              <a:rect b="b" l="l" r="r" t="t"/>
              <a:pathLst>
                <a:path extrusionOk="0" h="727" w="2097">
                  <a:moveTo>
                    <a:pt x="2021" y="0"/>
                  </a:moveTo>
                  <a:cubicBezTo>
                    <a:pt x="2000" y="0"/>
                    <a:pt x="1981" y="10"/>
                    <a:pt x="1968" y="27"/>
                  </a:cubicBezTo>
                  <a:cubicBezTo>
                    <a:pt x="1964" y="32"/>
                    <a:pt x="1603" y="522"/>
                    <a:pt x="1097" y="588"/>
                  </a:cubicBezTo>
                  <a:cubicBezTo>
                    <a:pt x="1066" y="592"/>
                    <a:pt x="1035" y="594"/>
                    <a:pt x="1004" y="594"/>
                  </a:cubicBezTo>
                  <a:cubicBezTo>
                    <a:pt x="540" y="594"/>
                    <a:pt x="125" y="167"/>
                    <a:pt x="121" y="161"/>
                  </a:cubicBezTo>
                  <a:cubicBezTo>
                    <a:pt x="108" y="148"/>
                    <a:pt x="91" y="141"/>
                    <a:pt x="73" y="141"/>
                  </a:cubicBezTo>
                  <a:cubicBezTo>
                    <a:pt x="57" y="141"/>
                    <a:pt x="40" y="147"/>
                    <a:pt x="27" y="160"/>
                  </a:cubicBezTo>
                  <a:cubicBezTo>
                    <a:pt x="1" y="185"/>
                    <a:pt x="0" y="227"/>
                    <a:pt x="25" y="253"/>
                  </a:cubicBezTo>
                  <a:cubicBezTo>
                    <a:pt x="45" y="275"/>
                    <a:pt x="483" y="727"/>
                    <a:pt x="1002" y="727"/>
                  </a:cubicBezTo>
                  <a:cubicBezTo>
                    <a:pt x="1039" y="727"/>
                    <a:pt x="1077" y="724"/>
                    <a:pt x="1115" y="719"/>
                  </a:cubicBezTo>
                  <a:cubicBezTo>
                    <a:pt x="1677" y="646"/>
                    <a:pt x="2059" y="128"/>
                    <a:pt x="2075" y="105"/>
                  </a:cubicBezTo>
                  <a:cubicBezTo>
                    <a:pt x="2097" y="76"/>
                    <a:pt x="2090" y="34"/>
                    <a:pt x="2060" y="13"/>
                  </a:cubicBezTo>
                  <a:cubicBezTo>
                    <a:pt x="2048" y="5"/>
                    <a:pt x="2034" y="0"/>
                    <a:pt x="20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g33adf7f9e96_1_411"/>
            <p:cNvSpPr/>
            <p:nvPr/>
          </p:nvSpPr>
          <p:spPr>
            <a:xfrm>
              <a:off x="9714873" y="3178005"/>
              <a:ext cx="14320" cy="22434"/>
            </a:xfrm>
            <a:custGeom>
              <a:rect b="b" l="l" r="r" t="t"/>
              <a:pathLst>
                <a:path extrusionOk="0" h="517" w="330">
                  <a:moveTo>
                    <a:pt x="165" y="1"/>
                  </a:moveTo>
                  <a:cubicBezTo>
                    <a:pt x="74" y="1"/>
                    <a:pt x="0" y="116"/>
                    <a:pt x="0" y="259"/>
                  </a:cubicBezTo>
                  <a:cubicBezTo>
                    <a:pt x="0" y="401"/>
                    <a:pt x="74" y="517"/>
                    <a:pt x="165" y="517"/>
                  </a:cubicBezTo>
                  <a:cubicBezTo>
                    <a:pt x="256" y="517"/>
                    <a:pt x="329" y="401"/>
                    <a:pt x="329" y="259"/>
                  </a:cubicBezTo>
                  <a:cubicBezTo>
                    <a:pt x="329" y="116"/>
                    <a:pt x="256" y="1"/>
                    <a:pt x="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g33adf7f9e96_1_411"/>
            <p:cNvSpPr/>
            <p:nvPr/>
          </p:nvSpPr>
          <p:spPr>
            <a:xfrm>
              <a:off x="9799401" y="3178005"/>
              <a:ext cx="14320" cy="22434"/>
            </a:xfrm>
            <a:custGeom>
              <a:rect b="b" l="l" r="r" t="t"/>
              <a:pathLst>
                <a:path extrusionOk="0" h="517" w="330">
                  <a:moveTo>
                    <a:pt x="165" y="1"/>
                  </a:moveTo>
                  <a:cubicBezTo>
                    <a:pt x="74" y="1"/>
                    <a:pt x="1" y="116"/>
                    <a:pt x="1" y="259"/>
                  </a:cubicBezTo>
                  <a:cubicBezTo>
                    <a:pt x="1" y="401"/>
                    <a:pt x="74" y="517"/>
                    <a:pt x="165" y="517"/>
                  </a:cubicBezTo>
                  <a:cubicBezTo>
                    <a:pt x="255" y="517"/>
                    <a:pt x="330" y="401"/>
                    <a:pt x="330" y="259"/>
                  </a:cubicBezTo>
                  <a:cubicBezTo>
                    <a:pt x="330" y="116"/>
                    <a:pt x="255" y="1"/>
                    <a:pt x="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g33adf7f9e96_1_411"/>
            <p:cNvSpPr/>
            <p:nvPr/>
          </p:nvSpPr>
          <p:spPr>
            <a:xfrm>
              <a:off x="9415467" y="3392883"/>
              <a:ext cx="285219" cy="770000"/>
            </a:xfrm>
            <a:custGeom>
              <a:rect b="b" l="l" r="r" t="t"/>
              <a:pathLst>
                <a:path extrusionOk="0" h="17745" w="6573">
                  <a:moveTo>
                    <a:pt x="6384" y="0"/>
                  </a:moveTo>
                  <a:cubicBezTo>
                    <a:pt x="6384" y="0"/>
                    <a:pt x="2512" y="1503"/>
                    <a:pt x="2371" y="1550"/>
                  </a:cubicBezTo>
                  <a:cubicBezTo>
                    <a:pt x="2230" y="1596"/>
                    <a:pt x="0" y="9811"/>
                    <a:pt x="0" y="9811"/>
                  </a:cubicBezTo>
                  <a:lnTo>
                    <a:pt x="2676" y="11829"/>
                  </a:lnTo>
                  <a:cubicBezTo>
                    <a:pt x="2676" y="11829"/>
                    <a:pt x="2136" y="15209"/>
                    <a:pt x="2136" y="15350"/>
                  </a:cubicBezTo>
                  <a:cubicBezTo>
                    <a:pt x="2136" y="15489"/>
                    <a:pt x="5976" y="17744"/>
                    <a:pt x="6304" y="17744"/>
                  </a:cubicBezTo>
                  <a:cubicBezTo>
                    <a:pt x="6308" y="17744"/>
                    <a:pt x="6311" y="17744"/>
                    <a:pt x="6313" y="17744"/>
                  </a:cubicBezTo>
                  <a:cubicBezTo>
                    <a:pt x="6572" y="17697"/>
                    <a:pt x="6572" y="17509"/>
                    <a:pt x="6572" y="17438"/>
                  </a:cubicBezTo>
                  <a:cubicBezTo>
                    <a:pt x="6572" y="17368"/>
                    <a:pt x="6384" y="0"/>
                    <a:pt x="638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g33adf7f9e96_1_411"/>
            <p:cNvSpPr/>
            <p:nvPr/>
          </p:nvSpPr>
          <p:spPr>
            <a:xfrm>
              <a:off x="9412386" y="3389976"/>
              <a:ext cx="291164" cy="775728"/>
            </a:xfrm>
            <a:custGeom>
              <a:rect b="b" l="l" r="r" t="t"/>
              <a:pathLst>
                <a:path extrusionOk="0" h="17877" w="6710">
                  <a:moveTo>
                    <a:pt x="6390" y="164"/>
                  </a:moveTo>
                  <a:cubicBezTo>
                    <a:pt x="6404" y="1556"/>
                    <a:pt x="6576" y="17426"/>
                    <a:pt x="6576" y="17505"/>
                  </a:cubicBezTo>
                  <a:cubicBezTo>
                    <a:pt x="6576" y="17576"/>
                    <a:pt x="6576" y="17709"/>
                    <a:pt x="6376" y="17745"/>
                  </a:cubicBezTo>
                  <a:lnTo>
                    <a:pt x="6375" y="17745"/>
                  </a:lnTo>
                  <a:cubicBezTo>
                    <a:pt x="6126" y="17745"/>
                    <a:pt x="2533" y="15688"/>
                    <a:pt x="2274" y="15400"/>
                  </a:cubicBezTo>
                  <a:cubicBezTo>
                    <a:pt x="2295" y="15177"/>
                    <a:pt x="2603" y="13215"/>
                    <a:pt x="2812" y="11907"/>
                  </a:cubicBezTo>
                  <a:cubicBezTo>
                    <a:pt x="2816" y="11883"/>
                    <a:pt x="2807" y="11858"/>
                    <a:pt x="2786" y="11843"/>
                  </a:cubicBezTo>
                  <a:lnTo>
                    <a:pt x="147" y="9852"/>
                  </a:lnTo>
                  <a:cubicBezTo>
                    <a:pt x="1005" y="6696"/>
                    <a:pt x="2312" y="1991"/>
                    <a:pt x="2482" y="1673"/>
                  </a:cubicBezTo>
                  <a:cubicBezTo>
                    <a:pt x="2781" y="1564"/>
                    <a:pt x="5813" y="388"/>
                    <a:pt x="6390" y="164"/>
                  </a:cubicBezTo>
                  <a:close/>
                  <a:moveTo>
                    <a:pt x="6456" y="1"/>
                  </a:moveTo>
                  <a:cubicBezTo>
                    <a:pt x="6448" y="1"/>
                    <a:pt x="6439" y="2"/>
                    <a:pt x="6432" y="6"/>
                  </a:cubicBezTo>
                  <a:cubicBezTo>
                    <a:pt x="6393" y="21"/>
                    <a:pt x="2558" y="1507"/>
                    <a:pt x="2421" y="1553"/>
                  </a:cubicBezTo>
                  <a:cubicBezTo>
                    <a:pt x="2377" y="1567"/>
                    <a:pt x="2246" y="1611"/>
                    <a:pt x="7" y="9861"/>
                  </a:cubicBezTo>
                  <a:cubicBezTo>
                    <a:pt x="0" y="9887"/>
                    <a:pt x="10" y="9914"/>
                    <a:pt x="31" y="9931"/>
                  </a:cubicBezTo>
                  <a:lnTo>
                    <a:pt x="2675" y="11926"/>
                  </a:lnTo>
                  <a:cubicBezTo>
                    <a:pt x="2596" y="12417"/>
                    <a:pt x="2140" y="15280"/>
                    <a:pt x="2140" y="15417"/>
                  </a:cubicBezTo>
                  <a:cubicBezTo>
                    <a:pt x="2140" y="15455"/>
                    <a:pt x="2167" y="15483"/>
                    <a:pt x="2215" y="15524"/>
                  </a:cubicBezTo>
                  <a:cubicBezTo>
                    <a:pt x="2652" y="15888"/>
                    <a:pt x="6019" y="17877"/>
                    <a:pt x="6384" y="17877"/>
                  </a:cubicBezTo>
                  <a:cubicBezTo>
                    <a:pt x="6389" y="17877"/>
                    <a:pt x="6393" y="17877"/>
                    <a:pt x="6396" y="17876"/>
                  </a:cubicBezTo>
                  <a:cubicBezTo>
                    <a:pt x="6604" y="17839"/>
                    <a:pt x="6710" y="17713"/>
                    <a:pt x="6710" y="17505"/>
                  </a:cubicBezTo>
                  <a:cubicBezTo>
                    <a:pt x="6710" y="17435"/>
                    <a:pt x="6529" y="776"/>
                    <a:pt x="6522" y="67"/>
                  </a:cubicBezTo>
                  <a:cubicBezTo>
                    <a:pt x="6522" y="45"/>
                    <a:pt x="6511" y="25"/>
                    <a:pt x="6492" y="13"/>
                  </a:cubicBezTo>
                  <a:cubicBezTo>
                    <a:pt x="6481" y="5"/>
                    <a:pt x="6469" y="1"/>
                    <a:pt x="64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g33adf7f9e96_1_411"/>
            <p:cNvSpPr/>
            <p:nvPr/>
          </p:nvSpPr>
          <p:spPr>
            <a:xfrm>
              <a:off x="9438726" y="3778510"/>
              <a:ext cx="108264" cy="45432"/>
            </a:xfrm>
            <a:custGeom>
              <a:rect b="b" l="l" r="r" t="t"/>
              <a:pathLst>
                <a:path extrusionOk="0" h="1047" w="2495">
                  <a:moveTo>
                    <a:pt x="1135" y="0"/>
                  </a:moveTo>
                  <a:cubicBezTo>
                    <a:pt x="1126" y="0"/>
                    <a:pt x="1117" y="1"/>
                    <a:pt x="1109" y="2"/>
                  </a:cubicBezTo>
                  <a:cubicBezTo>
                    <a:pt x="802" y="46"/>
                    <a:pt x="84" y="298"/>
                    <a:pt x="53" y="308"/>
                  </a:cubicBezTo>
                  <a:cubicBezTo>
                    <a:pt x="19" y="321"/>
                    <a:pt x="0" y="359"/>
                    <a:pt x="13" y="394"/>
                  </a:cubicBezTo>
                  <a:cubicBezTo>
                    <a:pt x="22" y="421"/>
                    <a:pt x="48" y="438"/>
                    <a:pt x="75" y="438"/>
                  </a:cubicBezTo>
                  <a:cubicBezTo>
                    <a:pt x="82" y="438"/>
                    <a:pt x="90" y="437"/>
                    <a:pt x="97" y="434"/>
                  </a:cubicBezTo>
                  <a:cubicBezTo>
                    <a:pt x="105" y="431"/>
                    <a:pt x="833" y="176"/>
                    <a:pt x="1128" y="133"/>
                  </a:cubicBezTo>
                  <a:cubicBezTo>
                    <a:pt x="1132" y="133"/>
                    <a:pt x="1136" y="133"/>
                    <a:pt x="1141" y="133"/>
                  </a:cubicBezTo>
                  <a:cubicBezTo>
                    <a:pt x="1356" y="133"/>
                    <a:pt x="2006" y="674"/>
                    <a:pt x="2376" y="1028"/>
                  </a:cubicBezTo>
                  <a:cubicBezTo>
                    <a:pt x="2388" y="1041"/>
                    <a:pt x="2404" y="1047"/>
                    <a:pt x="2421" y="1047"/>
                  </a:cubicBezTo>
                  <a:cubicBezTo>
                    <a:pt x="2439" y="1047"/>
                    <a:pt x="2456" y="1040"/>
                    <a:pt x="2469" y="1025"/>
                  </a:cubicBezTo>
                  <a:cubicBezTo>
                    <a:pt x="2494" y="999"/>
                    <a:pt x="2494" y="957"/>
                    <a:pt x="2467" y="932"/>
                  </a:cubicBezTo>
                  <a:cubicBezTo>
                    <a:pt x="2301" y="773"/>
                    <a:pt x="1472" y="0"/>
                    <a:pt x="11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g33adf7f9e96_1_411"/>
            <p:cNvSpPr/>
            <p:nvPr/>
          </p:nvSpPr>
          <p:spPr>
            <a:xfrm>
              <a:off x="9484200" y="3754080"/>
              <a:ext cx="59144" cy="34020"/>
            </a:xfrm>
            <a:custGeom>
              <a:rect b="b" l="l" r="r" t="t"/>
              <a:pathLst>
                <a:path extrusionOk="0" h="784" w="1363">
                  <a:moveTo>
                    <a:pt x="69" y="0"/>
                  </a:moveTo>
                  <a:cubicBezTo>
                    <a:pt x="34" y="0"/>
                    <a:pt x="7" y="26"/>
                    <a:pt x="4" y="59"/>
                  </a:cubicBezTo>
                  <a:cubicBezTo>
                    <a:pt x="0" y="95"/>
                    <a:pt x="26" y="128"/>
                    <a:pt x="63" y="132"/>
                  </a:cubicBezTo>
                  <a:cubicBezTo>
                    <a:pt x="71" y="133"/>
                    <a:pt x="863" y="223"/>
                    <a:pt x="1232" y="756"/>
                  </a:cubicBezTo>
                  <a:cubicBezTo>
                    <a:pt x="1245" y="774"/>
                    <a:pt x="1265" y="784"/>
                    <a:pt x="1286" y="784"/>
                  </a:cubicBezTo>
                  <a:cubicBezTo>
                    <a:pt x="1299" y="784"/>
                    <a:pt x="1312" y="780"/>
                    <a:pt x="1324" y="772"/>
                  </a:cubicBezTo>
                  <a:cubicBezTo>
                    <a:pt x="1354" y="752"/>
                    <a:pt x="1362" y="711"/>
                    <a:pt x="1341" y="680"/>
                  </a:cubicBezTo>
                  <a:cubicBezTo>
                    <a:pt x="937" y="97"/>
                    <a:pt x="112" y="4"/>
                    <a:pt x="77" y="1"/>
                  </a:cubicBezTo>
                  <a:cubicBezTo>
                    <a:pt x="74" y="0"/>
                    <a:pt x="71"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g33adf7f9e96_1_411"/>
            <p:cNvSpPr/>
            <p:nvPr/>
          </p:nvSpPr>
          <p:spPr>
            <a:xfrm>
              <a:off x="9548898" y="3923484"/>
              <a:ext cx="47862" cy="81535"/>
            </a:xfrm>
            <a:custGeom>
              <a:rect b="b" l="l" r="r" t="t"/>
              <a:pathLst>
                <a:path extrusionOk="0" h="1879" w="1103">
                  <a:moveTo>
                    <a:pt x="516" y="1"/>
                  </a:moveTo>
                  <a:lnTo>
                    <a:pt x="0" y="1362"/>
                  </a:lnTo>
                  <a:lnTo>
                    <a:pt x="399" y="1879"/>
                  </a:lnTo>
                  <a:lnTo>
                    <a:pt x="1103" y="283"/>
                  </a:lnTo>
                  <a:lnTo>
                    <a:pt x="516" y="1"/>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g33adf7f9e96_1_411"/>
            <p:cNvSpPr/>
            <p:nvPr/>
          </p:nvSpPr>
          <p:spPr>
            <a:xfrm>
              <a:off x="9545861" y="3920576"/>
              <a:ext cx="54197" cy="87306"/>
            </a:xfrm>
            <a:custGeom>
              <a:rect b="b" l="l" r="r" t="t"/>
              <a:pathLst>
                <a:path extrusionOk="0" h="2012" w="1249">
                  <a:moveTo>
                    <a:pt x="623" y="159"/>
                  </a:moveTo>
                  <a:lnTo>
                    <a:pt x="1086" y="382"/>
                  </a:lnTo>
                  <a:lnTo>
                    <a:pt x="453" y="1817"/>
                  </a:lnTo>
                  <a:lnTo>
                    <a:pt x="145" y="1418"/>
                  </a:lnTo>
                  <a:lnTo>
                    <a:pt x="623" y="159"/>
                  </a:lnTo>
                  <a:close/>
                  <a:moveTo>
                    <a:pt x="586" y="1"/>
                  </a:moveTo>
                  <a:cubicBezTo>
                    <a:pt x="578" y="1"/>
                    <a:pt x="570" y="2"/>
                    <a:pt x="562" y="5"/>
                  </a:cubicBezTo>
                  <a:cubicBezTo>
                    <a:pt x="545" y="12"/>
                    <a:pt x="530" y="27"/>
                    <a:pt x="524" y="43"/>
                  </a:cubicBezTo>
                  <a:lnTo>
                    <a:pt x="7" y="1405"/>
                  </a:lnTo>
                  <a:cubicBezTo>
                    <a:pt x="0" y="1426"/>
                    <a:pt x="4" y="1451"/>
                    <a:pt x="18" y="1469"/>
                  </a:cubicBezTo>
                  <a:lnTo>
                    <a:pt x="417" y="1986"/>
                  </a:lnTo>
                  <a:cubicBezTo>
                    <a:pt x="429" y="2002"/>
                    <a:pt x="449" y="2012"/>
                    <a:pt x="469" y="2012"/>
                  </a:cubicBezTo>
                  <a:cubicBezTo>
                    <a:pt x="471" y="2012"/>
                    <a:pt x="475" y="2012"/>
                    <a:pt x="477" y="2011"/>
                  </a:cubicBezTo>
                  <a:cubicBezTo>
                    <a:pt x="501" y="2008"/>
                    <a:pt x="521" y="1993"/>
                    <a:pt x="530" y="1972"/>
                  </a:cubicBezTo>
                  <a:lnTo>
                    <a:pt x="1234" y="376"/>
                  </a:lnTo>
                  <a:cubicBezTo>
                    <a:pt x="1249" y="342"/>
                    <a:pt x="1234" y="305"/>
                    <a:pt x="1202" y="289"/>
                  </a:cubicBezTo>
                  <a:lnTo>
                    <a:pt x="616" y="8"/>
                  </a:lnTo>
                  <a:cubicBezTo>
                    <a:pt x="606" y="3"/>
                    <a:pt x="596" y="1"/>
                    <a:pt x="5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g33adf7f9e96_1_411"/>
            <p:cNvSpPr/>
            <p:nvPr/>
          </p:nvSpPr>
          <p:spPr>
            <a:xfrm>
              <a:off x="9393077" y="3783977"/>
              <a:ext cx="193531" cy="222083"/>
            </a:xfrm>
            <a:custGeom>
              <a:rect b="b" l="l" r="r" t="t"/>
              <a:pathLst>
                <a:path extrusionOk="0" h="5118" w="4460">
                  <a:moveTo>
                    <a:pt x="798" y="0"/>
                  </a:moveTo>
                  <a:cubicBezTo>
                    <a:pt x="798" y="0"/>
                    <a:pt x="0" y="2042"/>
                    <a:pt x="23" y="2136"/>
                  </a:cubicBezTo>
                  <a:cubicBezTo>
                    <a:pt x="46" y="2228"/>
                    <a:pt x="3278" y="5117"/>
                    <a:pt x="3513" y="5117"/>
                  </a:cubicBezTo>
                  <a:cubicBezTo>
                    <a:pt x="3516" y="5117"/>
                    <a:pt x="3518" y="5117"/>
                    <a:pt x="3520" y="5116"/>
                  </a:cubicBezTo>
                  <a:cubicBezTo>
                    <a:pt x="3685" y="5046"/>
                    <a:pt x="4412" y="3121"/>
                    <a:pt x="4436" y="3028"/>
                  </a:cubicBezTo>
                  <a:cubicBezTo>
                    <a:pt x="4460" y="2933"/>
                    <a:pt x="2793" y="563"/>
                    <a:pt x="2793" y="563"/>
                  </a:cubicBezTo>
                  <a:lnTo>
                    <a:pt x="79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g33adf7f9e96_1_411"/>
            <p:cNvSpPr/>
            <p:nvPr/>
          </p:nvSpPr>
          <p:spPr>
            <a:xfrm>
              <a:off x="9390473" y="3781070"/>
              <a:ext cx="199215" cy="227897"/>
            </a:xfrm>
            <a:custGeom>
              <a:rect b="b" l="l" r="r" t="t"/>
              <a:pathLst>
                <a:path extrusionOk="0" h="5252" w="4591">
                  <a:moveTo>
                    <a:pt x="857" y="1"/>
                  </a:moveTo>
                  <a:cubicBezTo>
                    <a:pt x="831" y="1"/>
                    <a:pt x="806" y="16"/>
                    <a:pt x="796" y="42"/>
                  </a:cubicBezTo>
                  <a:cubicBezTo>
                    <a:pt x="261" y="1411"/>
                    <a:pt x="0" y="2142"/>
                    <a:pt x="19" y="2219"/>
                  </a:cubicBezTo>
                  <a:cubicBezTo>
                    <a:pt x="64" y="2397"/>
                    <a:pt x="3119" y="5041"/>
                    <a:pt x="3497" y="5228"/>
                  </a:cubicBezTo>
                  <a:cubicBezTo>
                    <a:pt x="3521" y="5240"/>
                    <a:pt x="3547" y="5252"/>
                    <a:pt x="3574" y="5252"/>
                  </a:cubicBezTo>
                  <a:cubicBezTo>
                    <a:pt x="3585" y="5252"/>
                    <a:pt x="3596" y="5249"/>
                    <a:pt x="3606" y="5245"/>
                  </a:cubicBezTo>
                  <a:cubicBezTo>
                    <a:pt x="3819" y="5153"/>
                    <a:pt x="4555" y="3130"/>
                    <a:pt x="4560" y="3111"/>
                  </a:cubicBezTo>
                  <a:cubicBezTo>
                    <a:pt x="4569" y="3074"/>
                    <a:pt x="4591" y="2988"/>
                    <a:pt x="2907" y="593"/>
                  </a:cubicBezTo>
                  <a:cubicBezTo>
                    <a:pt x="2894" y="574"/>
                    <a:pt x="2873" y="564"/>
                    <a:pt x="2852" y="564"/>
                  </a:cubicBezTo>
                  <a:cubicBezTo>
                    <a:pt x="2839" y="564"/>
                    <a:pt x="2826" y="568"/>
                    <a:pt x="2815" y="576"/>
                  </a:cubicBezTo>
                  <a:cubicBezTo>
                    <a:pt x="2785" y="597"/>
                    <a:pt x="2778" y="639"/>
                    <a:pt x="2798" y="668"/>
                  </a:cubicBezTo>
                  <a:cubicBezTo>
                    <a:pt x="3398" y="1521"/>
                    <a:pt x="4355" y="2913"/>
                    <a:pt x="4427" y="3092"/>
                  </a:cubicBezTo>
                  <a:cubicBezTo>
                    <a:pt x="4357" y="3329"/>
                    <a:pt x="3716" y="4954"/>
                    <a:pt x="3564" y="5114"/>
                  </a:cubicBezTo>
                  <a:cubicBezTo>
                    <a:pt x="3224" y="4981"/>
                    <a:pt x="379" y="2461"/>
                    <a:pt x="151" y="2185"/>
                  </a:cubicBezTo>
                  <a:cubicBezTo>
                    <a:pt x="185" y="2006"/>
                    <a:pt x="634" y="821"/>
                    <a:pt x="919" y="91"/>
                  </a:cubicBezTo>
                  <a:cubicBezTo>
                    <a:pt x="933" y="57"/>
                    <a:pt x="917" y="19"/>
                    <a:pt x="883" y="6"/>
                  </a:cubicBezTo>
                  <a:cubicBezTo>
                    <a:pt x="874" y="2"/>
                    <a:pt x="866" y="1"/>
                    <a:pt x="8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g33adf7f9e96_1_411"/>
            <p:cNvSpPr/>
            <p:nvPr/>
          </p:nvSpPr>
          <p:spPr>
            <a:xfrm>
              <a:off x="9546989" y="3607935"/>
              <a:ext cx="14016" cy="252284"/>
            </a:xfrm>
            <a:custGeom>
              <a:rect b="b" l="l" r="r" t="t"/>
              <a:pathLst>
                <a:path extrusionOk="0" h="5814" w="323">
                  <a:moveTo>
                    <a:pt x="257" y="0"/>
                  </a:moveTo>
                  <a:cubicBezTo>
                    <a:pt x="214" y="3"/>
                    <a:pt x="190" y="29"/>
                    <a:pt x="188" y="65"/>
                  </a:cubicBezTo>
                  <a:lnTo>
                    <a:pt x="2" y="5744"/>
                  </a:lnTo>
                  <a:cubicBezTo>
                    <a:pt x="0" y="5781"/>
                    <a:pt x="29" y="5812"/>
                    <a:pt x="65" y="5813"/>
                  </a:cubicBezTo>
                  <a:lnTo>
                    <a:pt x="68" y="5813"/>
                  </a:lnTo>
                  <a:cubicBezTo>
                    <a:pt x="103" y="5813"/>
                    <a:pt x="133" y="5785"/>
                    <a:pt x="134" y="5749"/>
                  </a:cubicBezTo>
                  <a:lnTo>
                    <a:pt x="321" y="69"/>
                  </a:lnTo>
                  <a:cubicBezTo>
                    <a:pt x="322" y="32"/>
                    <a:pt x="294" y="2"/>
                    <a:pt x="2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g33adf7f9e96_1_411"/>
            <p:cNvSpPr/>
            <p:nvPr/>
          </p:nvSpPr>
          <p:spPr>
            <a:xfrm>
              <a:off x="9546729" y="3904304"/>
              <a:ext cx="84919" cy="154521"/>
            </a:xfrm>
            <a:custGeom>
              <a:rect b="b" l="l" r="r" t="t"/>
              <a:pathLst>
                <a:path extrusionOk="0" h="3561" w="1957">
                  <a:moveTo>
                    <a:pt x="1514" y="155"/>
                  </a:moveTo>
                  <a:lnTo>
                    <a:pt x="1794" y="287"/>
                  </a:lnTo>
                  <a:lnTo>
                    <a:pt x="469" y="3388"/>
                  </a:lnTo>
                  <a:lnTo>
                    <a:pt x="155" y="3145"/>
                  </a:lnTo>
                  <a:lnTo>
                    <a:pt x="1514" y="155"/>
                  </a:lnTo>
                  <a:close/>
                  <a:moveTo>
                    <a:pt x="1481" y="0"/>
                  </a:moveTo>
                  <a:cubicBezTo>
                    <a:pt x="1474" y="0"/>
                    <a:pt x="1466" y="1"/>
                    <a:pt x="1459" y="4"/>
                  </a:cubicBezTo>
                  <a:cubicBezTo>
                    <a:pt x="1443" y="11"/>
                    <a:pt x="1428" y="23"/>
                    <a:pt x="1421" y="40"/>
                  </a:cubicBezTo>
                  <a:lnTo>
                    <a:pt x="13" y="3137"/>
                  </a:lnTo>
                  <a:cubicBezTo>
                    <a:pt x="0" y="3165"/>
                    <a:pt x="9" y="3198"/>
                    <a:pt x="32" y="3217"/>
                  </a:cubicBezTo>
                  <a:lnTo>
                    <a:pt x="455" y="3546"/>
                  </a:lnTo>
                  <a:cubicBezTo>
                    <a:pt x="467" y="3556"/>
                    <a:pt x="481" y="3561"/>
                    <a:pt x="496" y="3561"/>
                  </a:cubicBezTo>
                  <a:cubicBezTo>
                    <a:pt x="501" y="3561"/>
                    <a:pt x="507" y="3559"/>
                    <a:pt x="513" y="3558"/>
                  </a:cubicBezTo>
                  <a:cubicBezTo>
                    <a:pt x="533" y="3552"/>
                    <a:pt x="549" y="3538"/>
                    <a:pt x="558" y="3519"/>
                  </a:cubicBezTo>
                  <a:lnTo>
                    <a:pt x="1942" y="281"/>
                  </a:lnTo>
                  <a:cubicBezTo>
                    <a:pt x="1956" y="248"/>
                    <a:pt x="1941" y="210"/>
                    <a:pt x="1909" y="195"/>
                  </a:cubicBezTo>
                  <a:lnTo>
                    <a:pt x="1510" y="6"/>
                  </a:lnTo>
                  <a:cubicBezTo>
                    <a:pt x="1501" y="2"/>
                    <a:pt x="1491" y="0"/>
                    <a:pt x="14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g33adf7f9e96_1_411"/>
            <p:cNvSpPr/>
            <p:nvPr/>
          </p:nvSpPr>
          <p:spPr>
            <a:xfrm>
              <a:off x="9572287" y="3388848"/>
              <a:ext cx="122280" cy="377862"/>
            </a:xfrm>
            <a:custGeom>
              <a:rect b="b" l="l" r="r" t="t"/>
              <a:pathLst>
                <a:path extrusionOk="0" h="8708" w="2818">
                  <a:moveTo>
                    <a:pt x="2544" y="1"/>
                  </a:moveTo>
                  <a:cubicBezTo>
                    <a:pt x="1902" y="1"/>
                    <a:pt x="174" y="846"/>
                    <a:pt x="94" y="985"/>
                  </a:cubicBezTo>
                  <a:cubicBezTo>
                    <a:pt x="1" y="1150"/>
                    <a:pt x="1010" y="1877"/>
                    <a:pt x="1198" y="2206"/>
                  </a:cubicBezTo>
                  <a:cubicBezTo>
                    <a:pt x="1385" y="2534"/>
                    <a:pt x="2818" y="8708"/>
                    <a:pt x="2818" y="8708"/>
                  </a:cubicBezTo>
                  <a:lnTo>
                    <a:pt x="2770" y="93"/>
                  </a:lnTo>
                  <a:cubicBezTo>
                    <a:pt x="2741" y="28"/>
                    <a:pt x="2661" y="1"/>
                    <a:pt x="254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g33adf7f9e96_1_411"/>
            <p:cNvSpPr/>
            <p:nvPr/>
          </p:nvSpPr>
          <p:spPr>
            <a:xfrm>
              <a:off x="9570594" y="3385984"/>
              <a:ext cx="126836" cy="383590"/>
            </a:xfrm>
            <a:custGeom>
              <a:rect b="b" l="l" r="r" t="t"/>
              <a:pathLst>
                <a:path extrusionOk="0" h="8840" w="2923">
                  <a:moveTo>
                    <a:pt x="2583" y="133"/>
                  </a:moveTo>
                  <a:cubicBezTo>
                    <a:pt x="2605" y="133"/>
                    <a:pt x="2624" y="134"/>
                    <a:pt x="2642" y="137"/>
                  </a:cubicBezTo>
                  <a:cubicBezTo>
                    <a:pt x="2679" y="140"/>
                    <a:pt x="2723" y="151"/>
                    <a:pt x="2743" y="177"/>
                  </a:cubicBezTo>
                  <a:lnTo>
                    <a:pt x="2787" y="8182"/>
                  </a:lnTo>
                  <a:cubicBezTo>
                    <a:pt x="2424" y="6631"/>
                    <a:pt x="1452" y="2515"/>
                    <a:pt x="1295" y="2239"/>
                  </a:cubicBezTo>
                  <a:cubicBezTo>
                    <a:pt x="1206" y="2084"/>
                    <a:pt x="970" y="1868"/>
                    <a:pt x="718" y="1637"/>
                  </a:cubicBezTo>
                  <a:cubicBezTo>
                    <a:pt x="509" y="1445"/>
                    <a:pt x="193" y="1157"/>
                    <a:pt x="190" y="1087"/>
                  </a:cubicBezTo>
                  <a:cubicBezTo>
                    <a:pt x="299" y="944"/>
                    <a:pt x="1987" y="133"/>
                    <a:pt x="2583" y="133"/>
                  </a:cubicBezTo>
                  <a:close/>
                  <a:moveTo>
                    <a:pt x="2584" y="1"/>
                  </a:moveTo>
                  <a:cubicBezTo>
                    <a:pt x="1928" y="1"/>
                    <a:pt x="180" y="838"/>
                    <a:pt x="76" y="1018"/>
                  </a:cubicBezTo>
                  <a:cubicBezTo>
                    <a:pt x="1" y="1149"/>
                    <a:pt x="214" y="1354"/>
                    <a:pt x="629" y="1735"/>
                  </a:cubicBezTo>
                  <a:cubicBezTo>
                    <a:pt x="861" y="1948"/>
                    <a:pt x="1101" y="2169"/>
                    <a:pt x="1179" y="2305"/>
                  </a:cubicBezTo>
                  <a:cubicBezTo>
                    <a:pt x="1329" y="2568"/>
                    <a:pt x="2394" y="7073"/>
                    <a:pt x="2792" y="8788"/>
                  </a:cubicBezTo>
                  <a:cubicBezTo>
                    <a:pt x="2799" y="8818"/>
                    <a:pt x="2826" y="8840"/>
                    <a:pt x="2857" y="8840"/>
                  </a:cubicBezTo>
                  <a:cubicBezTo>
                    <a:pt x="2859" y="8840"/>
                    <a:pt x="2861" y="8840"/>
                    <a:pt x="2864" y="8839"/>
                  </a:cubicBezTo>
                  <a:cubicBezTo>
                    <a:pt x="2898" y="8835"/>
                    <a:pt x="2923" y="8807"/>
                    <a:pt x="2923" y="8772"/>
                  </a:cubicBezTo>
                  <a:lnTo>
                    <a:pt x="2876" y="159"/>
                  </a:lnTo>
                  <a:cubicBezTo>
                    <a:pt x="2876" y="150"/>
                    <a:pt x="2873" y="141"/>
                    <a:pt x="2870" y="133"/>
                  </a:cubicBezTo>
                  <a:cubicBezTo>
                    <a:pt x="2834" y="53"/>
                    <a:pt x="2750" y="8"/>
                    <a:pt x="2620" y="2"/>
                  </a:cubicBezTo>
                  <a:cubicBezTo>
                    <a:pt x="2608" y="1"/>
                    <a:pt x="2596" y="1"/>
                    <a:pt x="25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g33adf7f9e96_1_411"/>
            <p:cNvSpPr/>
            <p:nvPr/>
          </p:nvSpPr>
          <p:spPr>
            <a:xfrm>
              <a:off x="9841144" y="3392883"/>
              <a:ext cx="285176" cy="770000"/>
            </a:xfrm>
            <a:custGeom>
              <a:rect b="b" l="l" r="r" t="t"/>
              <a:pathLst>
                <a:path extrusionOk="0" h="17745" w="6572">
                  <a:moveTo>
                    <a:pt x="188" y="0"/>
                  </a:moveTo>
                  <a:cubicBezTo>
                    <a:pt x="188" y="0"/>
                    <a:pt x="1" y="17368"/>
                    <a:pt x="1" y="17438"/>
                  </a:cubicBezTo>
                  <a:cubicBezTo>
                    <a:pt x="1" y="17509"/>
                    <a:pt x="1" y="17697"/>
                    <a:pt x="259" y="17744"/>
                  </a:cubicBezTo>
                  <a:cubicBezTo>
                    <a:pt x="261" y="17744"/>
                    <a:pt x="264" y="17744"/>
                    <a:pt x="268" y="17744"/>
                  </a:cubicBezTo>
                  <a:cubicBezTo>
                    <a:pt x="596" y="17744"/>
                    <a:pt x="4436" y="15489"/>
                    <a:pt x="4436" y="15350"/>
                  </a:cubicBezTo>
                  <a:cubicBezTo>
                    <a:pt x="4436" y="15209"/>
                    <a:pt x="3897" y="11829"/>
                    <a:pt x="3897" y="11829"/>
                  </a:cubicBezTo>
                  <a:lnTo>
                    <a:pt x="6572" y="9811"/>
                  </a:lnTo>
                  <a:cubicBezTo>
                    <a:pt x="6572" y="9811"/>
                    <a:pt x="4343" y="1596"/>
                    <a:pt x="4201" y="1550"/>
                  </a:cubicBezTo>
                  <a:cubicBezTo>
                    <a:pt x="4061" y="1503"/>
                    <a:pt x="188" y="0"/>
                    <a:pt x="18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g33adf7f9e96_1_411"/>
            <p:cNvSpPr/>
            <p:nvPr/>
          </p:nvSpPr>
          <p:spPr>
            <a:xfrm>
              <a:off x="9838281" y="3390019"/>
              <a:ext cx="291120" cy="775684"/>
            </a:xfrm>
            <a:custGeom>
              <a:rect b="b" l="l" r="r" t="t"/>
              <a:pathLst>
                <a:path extrusionOk="0" h="17876" w="6709">
                  <a:moveTo>
                    <a:pt x="320" y="163"/>
                  </a:moveTo>
                  <a:cubicBezTo>
                    <a:pt x="896" y="387"/>
                    <a:pt x="3930" y="1563"/>
                    <a:pt x="4226" y="1672"/>
                  </a:cubicBezTo>
                  <a:cubicBezTo>
                    <a:pt x="4397" y="1990"/>
                    <a:pt x="5705" y="6695"/>
                    <a:pt x="6562" y="9851"/>
                  </a:cubicBezTo>
                  <a:lnTo>
                    <a:pt x="3922" y="11842"/>
                  </a:lnTo>
                  <a:cubicBezTo>
                    <a:pt x="3902" y="11857"/>
                    <a:pt x="3893" y="11882"/>
                    <a:pt x="3896" y="11906"/>
                  </a:cubicBezTo>
                  <a:cubicBezTo>
                    <a:pt x="4106" y="13214"/>
                    <a:pt x="4413" y="15176"/>
                    <a:pt x="4435" y="15399"/>
                  </a:cubicBezTo>
                  <a:cubicBezTo>
                    <a:pt x="4176" y="15687"/>
                    <a:pt x="582" y="17744"/>
                    <a:pt x="336" y="17744"/>
                  </a:cubicBezTo>
                  <a:cubicBezTo>
                    <a:pt x="133" y="17708"/>
                    <a:pt x="133" y="17575"/>
                    <a:pt x="133" y="17504"/>
                  </a:cubicBezTo>
                  <a:cubicBezTo>
                    <a:pt x="133" y="17425"/>
                    <a:pt x="304" y="1555"/>
                    <a:pt x="320" y="163"/>
                  </a:cubicBezTo>
                  <a:close/>
                  <a:moveTo>
                    <a:pt x="254" y="1"/>
                  </a:moveTo>
                  <a:cubicBezTo>
                    <a:pt x="241" y="1"/>
                    <a:pt x="228" y="4"/>
                    <a:pt x="217" y="12"/>
                  </a:cubicBezTo>
                  <a:cubicBezTo>
                    <a:pt x="199" y="24"/>
                    <a:pt x="187" y="44"/>
                    <a:pt x="187" y="66"/>
                  </a:cubicBezTo>
                  <a:cubicBezTo>
                    <a:pt x="180" y="775"/>
                    <a:pt x="0" y="17434"/>
                    <a:pt x="0" y="17505"/>
                  </a:cubicBezTo>
                  <a:cubicBezTo>
                    <a:pt x="0" y="17712"/>
                    <a:pt x="104" y="17838"/>
                    <a:pt x="313" y="17876"/>
                  </a:cubicBezTo>
                  <a:lnTo>
                    <a:pt x="326" y="17876"/>
                  </a:lnTo>
                  <a:cubicBezTo>
                    <a:pt x="690" y="17876"/>
                    <a:pt x="4058" y="15887"/>
                    <a:pt x="4494" y="15523"/>
                  </a:cubicBezTo>
                  <a:cubicBezTo>
                    <a:pt x="4542" y="15482"/>
                    <a:pt x="4568" y="15454"/>
                    <a:pt x="4568" y="15416"/>
                  </a:cubicBezTo>
                  <a:cubicBezTo>
                    <a:pt x="4568" y="15279"/>
                    <a:pt x="4113" y="12416"/>
                    <a:pt x="4034" y="11925"/>
                  </a:cubicBezTo>
                  <a:lnTo>
                    <a:pt x="6678" y="9930"/>
                  </a:lnTo>
                  <a:cubicBezTo>
                    <a:pt x="6699" y="9913"/>
                    <a:pt x="6709" y="9886"/>
                    <a:pt x="6702" y="9860"/>
                  </a:cubicBezTo>
                  <a:cubicBezTo>
                    <a:pt x="4463" y="1611"/>
                    <a:pt x="4332" y="1568"/>
                    <a:pt x="4288" y="1552"/>
                  </a:cubicBezTo>
                  <a:cubicBezTo>
                    <a:pt x="4151" y="1507"/>
                    <a:pt x="316" y="20"/>
                    <a:pt x="278" y="5"/>
                  </a:cubicBezTo>
                  <a:cubicBezTo>
                    <a:pt x="270" y="2"/>
                    <a:pt x="262" y="1"/>
                    <a:pt x="2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g33adf7f9e96_1_411"/>
            <p:cNvSpPr/>
            <p:nvPr/>
          </p:nvSpPr>
          <p:spPr>
            <a:xfrm>
              <a:off x="10000437" y="3763496"/>
              <a:ext cx="106051" cy="45345"/>
            </a:xfrm>
            <a:custGeom>
              <a:rect b="b" l="l" r="r" t="t"/>
              <a:pathLst>
                <a:path extrusionOk="0" h="1045" w="2444">
                  <a:moveTo>
                    <a:pt x="2378" y="0"/>
                  </a:moveTo>
                  <a:cubicBezTo>
                    <a:pt x="2340" y="0"/>
                    <a:pt x="1445" y="1"/>
                    <a:pt x="1088" y="180"/>
                  </a:cubicBezTo>
                  <a:cubicBezTo>
                    <a:pt x="738" y="355"/>
                    <a:pt x="62" y="903"/>
                    <a:pt x="33" y="927"/>
                  </a:cubicBezTo>
                  <a:cubicBezTo>
                    <a:pt x="4" y="950"/>
                    <a:pt x="1" y="992"/>
                    <a:pt x="23" y="1020"/>
                  </a:cubicBezTo>
                  <a:cubicBezTo>
                    <a:pt x="36" y="1037"/>
                    <a:pt x="55" y="1045"/>
                    <a:pt x="75" y="1045"/>
                  </a:cubicBezTo>
                  <a:cubicBezTo>
                    <a:pt x="90" y="1045"/>
                    <a:pt x="105" y="1040"/>
                    <a:pt x="117" y="1030"/>
                  </a:cubicBezTo>
                  <a:cubicBezTo>
                    <a:pt x="124" y="1024"/>
                    <a:pt x="810" y="468"/>
                    <a:pt x="1147" y="300"/>
                  </a:cubicBezTo>
                  <a:cubicBezTo>
                    <a:pt x="1476" y="134"/>
                    <a:pt x="2368" y="133"/>
                    <a:pt x="2378" y="133"/>
                  </a:cubicBezTo>
                  <a:cubicBezTo>
                    <a:pt x="2414" y="133"/>
                    <a:pt x="2444" y="103"/>
                    <a:pt x="2444" y="66"/>
                  </a:cubicBezTo>
                  <a:cubicBezTo>
                    <a:pt x="2444" y="30"/>
                    <a:pt x="2414" y="0"/>
                    <a:pt x="23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g33adf7f9e96_1_411"/>
            <p:cNvSpPr/>
            <p:nvPr/>
          </p:nvSpPr>
          <p:spPr>
            <a:xfrm>
              <a:off x="9998571" y="3738936"/>
              <a:ext cx="85310" cy="45432"/>
            </a:xfrm>
            <a:custGeom>
              <a:rect b="b" l="l" r="r" t="t"/>
              <a:pathLst>
                <a:path extrusionOk="0" h="1047" w="1966">
                  <a:moveTo>
                    <a:pt x="1291" y="1"/>
                  </a:moveTo>
                  <a:cubicBezTo>
                    <a:pt x="1280" y="1"/>
                    <a:pt x="1271" y="3"/>
                    <a:pt x="1261" y="8"/>
                  </a:cubicBezTo>
                  <a:cubicBezTo>
                    <a:pt x="997" y="140"/>
                    <a:pt x="72" y="896"/>
                    <a:pt x="33" y="928"/>
                  </a:cubicBezTo>
                  <a:cubicBezTo>
                    <a:pt x="5" y="952"/>
                    <a:pt x="0" y="993"/>
                    <a:pt x="24" y="1022"/>
                  </a:cubicBezTo>
                  <a:cubicBezTo>
                    <a:pt x="37" y="1038"/>
                    <a:pt x="56" y="1047"/>
                    <a:pt x="75" y="1047"/>
                  </a:cubicBezTo>
                  <a:cubicBezTo>
                    <a:pt x="90" y="1047"/>
                    <a:pt x="104" y="1042"/>
                    <a:pt x="117" y="1031"/>
                  </a:cubicBezTo>
                  <a:cubicBezTo>
                    <a:pt x="125" y="1023"/>
                    <a:pt x="1038" y="279"/>
                    <a:pt x="1307" y="134"/>
                  </a:cubicBezTo>
                  <a:lnTo>
                    <a:pt x="1899" y="134"/>
                  </a:lnTo>
                  <a:cubicBezTo>
                    <a:pt x="1936" y="134"/>
                    <a:pt x="1965" y="104"/>
                    <a:pt x="1965" y="67"/>
                  </a:cubicBezTo>
                  <a:cubicBezTo>
                    <a:pt x="1965" y="31"/>
                    <a:pt x="1936" y="1"/>
                    <a:pt x="18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g33adf7f9e96_1_411"/>
            <p:cNvSpPr/>
            <p:nvPr/>
          </p:nvSpPr>
          <p:spPr>
            <a:xfrm>
              <a:off x="9945025" y="3923484"/>
              <a:ext cx="47862" cy="81535"/>
            </a:xfrm>
            <a:custGeom>
              <a:rect b="b" l="l" r="r" t="t"/>
              <a:pathLst>
                <a:path extrusionOk="0" h="1879" w="1103">
                  <a:moveTo>
                    <a:pt x="587" y="1"/>
                  </a:moveTo>
                  <a:lnTo>
                    <a:pt x="0" y="283"/>
                  </a:lnTo>
                  <a:lnTo>
                    <a:pt x="704" y="1879"/>
                  </a:lnTo>
                  <a:lnTo>
                    <a:pt x="1103" y="1362"/>
                  </a:lnTo>
                  <a:lnTo>
                    <a:pt x="587" y="1"/>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g33adf7f9e96_1_411"/>
            <p:cNvSpPr/>
            <p:nvPr/>
          </p:nvSpPr>
          <p:spPr>
            <a:xfrm>
              <a:off x="9941771" y="3920576"/>
              <a:ext cx="54197" cy="87306"/>
            </a:xfrm>
            <a:custGeom>
              <a:rect b="b" l="l" r="r" t="t"/>
              <a:pathLst>
                <a:path extrusionOk="0" h="2012" w="1249">
                  <a:moveTo>
                    <a:pt x="625" y="159"/>
                  </a:moveTo>
                  <a:lnTo>
                    <a:pt x="1103" y="1418"/>
                  </a:lnTo>
                  <a:lnTo>
                    <a:pt x="796" y="1817"/>
                  </a:lnTo>
                  <a:lnTo>
                    <a:pt x="161" y="382"/>
                  </a:lnTo>
                  <a:lnTo>
                    <a:pt x="625" y="159"/>
                  </a:lnTo>
                  <a:close/>
                  <a:moveTo>
                    <a:pt x="662" y="1"/>
                  </a:moveTo>
                  <a:cubicBezTo>
                    <a:pt x="652" y="1"/>
                    <a:pt x="642" y="3"/>
                    <a:pt x="634" y="8"/>
                  </a:cubicBezTo>
                  <a:lnTo>
                    <a:pt x="47" y="289"/>
                  </a:lnTo>
                  <a:cubicBezTo>
                    <a:pt x="14" y="305"/>
                    <a:pt x="1" y="344"/>
                    <a:pt x="15" y="376"/>
                  </a:cubicBezTo>
                  <a:lnTo>
                    <a:pt x="719" y="1972"/>
                  </a:lnTo>
                  <a:cubicBezTo>
                    <a:pt x="728" y="1993"/>
                    <a:pt x="748" y="2008"/>
                    <a:pt x="771" y="2011"/>
                  </a:cubicBezTo>
                  <a:cubicBezTo>
                    <a:pt x="774" y="2011"/>
                    <a:pt x="777" y="2012"/>
                    <a:pt x="779" y="2012"/>
                  </a:cubicBezTo>
                  <a:cubicBezTo>
                    <a:pt x="800" y="2012"/>
                    <a:pt x="819" y="2002"/>
                    <a:pt x="832" y="1986"/>
                  </a:cubicBezTo>
                  <a:lnTo>
                    <a:pt x="1231" y="1470"/>
                  </a:lnTo>
                  <a:cubicBezTo>
                    <a:pt x="1245" y="1451"/>
                    <a:pt x="1249" y="1427"/>
                    <a:pt x="1240" y="1405"/>
                  </a:cubicBezTo>
                  <a:lnTo>
                    <a:pt x="725" y="44"/>
                  </a:lnTo>
                  <a:cubicBezTo>
                    <a:pt x="718" y="27"/>
                    <a:pt x="705" y="12"/>
                    <a:pt x="687" y="6"/>
                  </a:cubicBezTo>
                  <a:cubicBezTo>
                    <a:pt x="679" y="3"/>
                    <a:pt x="670" y="1"/>
                    <a:pt x="6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g33adf7f9e96_1_411"/>
            <p:cNvSpPr/>
            <p:nvPr/>
          </p:nvSpPr>
          <p:spPr>
            <a:xfrm>
              <a:off x="9955222" y="3783977"/>
              <a:ext cx="193487" cy="222083"/>
            </a:xfrm>
            <a:custGeom>
              <a:rect b="b" l="l" r="r" t="t"/>
              <a:pathLst>
                <a:path extrusionOk="0" h="5118" w="4459">
                  <a:moveTo>
                    <a:pt x="3661" y="0"/>
                  </a:moveTo>
                  <a:lnTo>
                    <a:pt x="1666" y="563"/>
                  </a:lnTo>
                  <a:cubicBezTo>
                    <a:pt x="1666" y="563"/>
                    <a:pt x="1" y="2933"/>
                    <a:pt x="23" y="3028"/>
                  </a:cubicBezTo>
                  <a:cubicBezTo>
                    <a:pt x="47" y="3121"/>
                    <a:pt x="774" y="5046"/>
                    <a:pt x="939" y="5116"/>
                  </a:cubicBezTo>
                  <a:cubicBezTo>
                    <a:pt x="941" y="5117"/>
                    <a:pt x="943" y="5117"/>
                    <a:pt x="946" y="5117"/>
                  </a:cubicBezTo>
                  <a:cubicBezTo>
                    <a:pt x="1181" y="5117"/>
                    <a:pt x="4413" y="2228"/>
                    <a:pt x="4436" y="2136"/>
                  </a:cubicBezTo>
                  <a:cubicBezTo>
                    <a:pt x="4459" y="2042"/>
                    <a:pt x="3661" y="0"/>
                    <a:pt x="366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g33adf7f9e96_1_411"/>
            <p:cNvSpPr/>
            <p:nvPr/>
          </p:nvSpPr>
          <p:spPr>
            <a:xfrm>
              <a:off x="9952098" y="3781070"/>
              <a:ext cx="199215" cy="227897"/>
            </a:xfrm>
            <a:custGeom>
              <a:rect b="b" l="l" r="r" t="t"/>
              <a:pathLst>
                <a:path extrusionOk="0" h="5252" w="4591">
                  <a:moveTo>
                    <a:pt x="3733" y="0"/>
                  </a:moveTo>
                  <a:cubicBezTo>
                    <a:pt x="3725" y="0"/>
                    <a:pt x="3717" y="2"/>
                    <a:pt x="3709" y="5"/>
                  </a:cubicBezTo>
                  <a:cubicBezTo>
                    <a:pt x="3675" y="19"/>
                    <a:pt x="3659" y="57"/>
                    <a:pt x="3672" y="91"/>
                  </a:cubicBezTo>
                  <a:cubicBezTo>
                    <a:pt x="3961" y="833"/>
                    <a:pt x="4420" y="2044"/>
                    <a:pt x="4443" y="2180"/>
                  </a:cubicBezTo>
                  <a:cubicBezTo>
                    <a:pt x="4237" y="2439"/>
                    <a:pt x="1376" y="4972"/>
                    <a:pt x="1028" y="5113"/>
                  </a:cubicBezTo>
                  <a:cubicBezTo>
                    <a:pt x="869" y="4938"/>
                    <a:pt x="233" y="3327"/>
                    <a:pt x="164" y="3092"/>
                  </a:cubicBezTo>
                  <a:cubicBezTo>
                    <a:pt x="236" y="2913"/>
                    <a:pt x="1193" y="1521"/>
                    <a:pt x="1793" y="668"/>
                  </a:cubicBezTo>
                  <a:cubicBezTo>
                    <a:pt x="1814" y="639"/>
                    <a:pt x="1807" y="597"/>
                    <a:pt x="1776" y="576"/>
                  </a:cubicBezTo>
                  <a:cubicBezTo>
                    <a:pt x="1765" y="568"/>
                    <a:pt x="1752" y="564"/>
                    <a:pt x="1738" y="564"/>
                  </a:cubicBezTo>
                  <a:cubicBezTo>
                    <a:pt x="1718" y="564"/>
                    <a:pt x="1697" y="574"/>
                    <a:pt x="1684" y="593"/>
                  </a:cubicBezTo>
                  <a:cubicBezTo>
                    <a:pt x="0" y="2987"/>
                    <a:pt x="22" y="3074"/>
                    <a:pt x="31" y="3110"/>
                  </a:cubicBezTo>
                  <a:cubicBezTo>
                    <a:pt x="36" y="3130"/>
                    <a:pt x="772" y="5153"/>
                    <a:pt x="985" y="5245"/>
                  </a:cubicBezTo>
                  <a:cubicBezTo>
                    <a:pt x="995" y="5249"/>
                    <a:pt x="1006" y="5252"/>
                    <a:pt x="1018" y="5252"/>
                  </a:cubicBezTo>
                  <a:cubicBezTo>
                    <a:pt x="1044" y="5252"/>
                    <a:pt x="1070" y="5240"/>
                    <a:pt x="1094" y="5228"/>
                  </a:cubicBezTo>
                  <a:cubicBezTo>
                    <a:pt x="1472" y="5041"/>
                    <a:pt x="4527" y="2397"/>
                    <a:pt x="4572" y="2218"/>
                  </a:cubicBezTo>
                  <a:cubicBezTo>
                    <a:pt x="4591" y="2142"/>
                    <a:pt x="4329" y="1410"/>
                    <a:pt x="3795" y="42"/>
                  </a:cubicBezTo>
                  <a:cubicBezTo>
                    <a:pt x="3785" y="16"/>
                    <a:pt x="3760" y="0"/>
                    <a:pt x="37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g33adf7f9e96_1_411"/>
            <p:cNvSpPr/>
            <p:nvPr/>
          </p:nvSpPr>
          <p:spPr>
            <a:xfrm>
              <a:off x="9980780" y="3607935"/>
              <a:ext cx="14059" cy="252284"/>
            </a:xfrm>
            <a:custGeom>
              <a:rect b="b" l="l" r="r" t="t"/>
              <a:pathLst>
                <a:path extrusionOk="0" h="5814" w="324">
                  <a:moveTo>
                    <a:pt x="66" y="0"/>
                  </a:moveTo>
                  <a:cubicBezTo>
                    <a:pt x="29" y="2"/>
                    <a:pt x="1" y="32"/>
                    <a:pt x="2" y="69"/>
                  </a:cubicBezTo>
                  <a:lnTo>
                    <a:pt x="189" y="5749"/>
                  </a:lnTo>
                  <a:cubicBezTo>
                    <a:pt x="190" y="5785"/>
                    <a:pt x="220" y="5813"/>
                    <a:pt x="256" y="5813"/>
                  </a:cubicBezTo>
                  <a:lnTo>
                    <a:pt x="257" y="5813"/>
                  </a:lnTo>
                  <a:cubicBezTo>
                    <a:pt x="294" y="5812"/>
                    <a:pt x="324" y="5781"/>
                    <a:pt x="323" y="5744"/>
                  </a:cubicBezTo>
                  <a:lnTo>
                    <a:pt x="134" y="65"/>
                  </a:lnTo>
                  <a:cubicBezTo>
                    <a:pt x="133" y="29"/>
                    <a:pt x="10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g33adf7f9e96_1_411"/>
            <p:cNvSpPr/>
            <p:nvPr/>
          </p:nvSpPr>
          <p:spPr>
            <a:xfrm>
              <a:off x="9910181" y="3904304"/>
              <a:ext cx="84876" cy="154521"/>
            </a:xfrm>
            <a:custGeom>
              <a:rect b="b" l="l" r="r" t="t"/>
              <a:pathLst>
                <a:path extrusionOk="0" h="3561" w="1956">
                  <a:moveTo>
                    <a:pt x="442" y="155"/>
                  </a:moveTo>
                  <a:lnTo>
                    <a:pt x="1800" y="3145"/>
                  </a:lnTo>
                  <a:lnTo>
                    <a:pt x="1488" y="3388"/>
                  </a:lnTo>
                  <a:lnTo>
                    <a:pt x="162" y="288"/>
                  </a:lnTo>
                  <a:lnTo>
                    <a:pt x="442" y="155"/>
                  </a:lnTo>
                  <a:close/>
                  <a:moveTo>
                    <a:pt x="475" y="0"/>
                  </a:moveTo>
                  <a:cubicBezTo>
                    <a:pt x="465" y="0"/>
                    <a:pt x="455" y="2"/>
                    <a:pt x="446" y="6"/>
                  </a:cubicBezTo>
                  <a:lnTo>
                    <a:pt x="47" y="195"/>
                  </a:lnTo>
                  <a:cubicBezTo>
                    <a:pt x="15" y="210"/>
                    <a:pt x="1" y="248"/>
                    <a:pt x="15" y="281"/>
                  </a:cubicBezTo>
                  <a:lnTo>
                    <a:pt x="1399" y="3519"/>
                  </a:lnTo>
                  <a:cubicBezTo>
                    <a:pt x="1408" y="3538"/>
                    <a:pt x="1424" y="3552"/>
                    <a:pt x="1443" y="3558"/>
                  </a:cubicBezTo>
                  <a:cubicBezTo>
                    <a:pt x="1449" y="3559"/>
                    <a:pt x="1455" y="3561"/>
                    <a:pt x="1461" y="3561"/>
                  </a:cubicBezTo>
                  <a:cubicBezTo>
                    <a:pt x="1475" y="3561"/>
                    <a:pt x="1489" y="3556"/>
                    <a:pt x="1501" y="3546"/>
                  </a:cubicBezTo>
                  <a:lnTo>
                    <a:pt x="1923" y="3217"/>
                  </a:lnTo>
                  <a:cubicBezTo>
                    <a:pt x="1947" y="3198"/>
                    <a:pt x="1955" y="3165"/>
                    <a:pt x="1944" y="3138"/>
                  </a:cubicBezTo>
                  <a:lnTo>
                    <a:pt x="535" y="40"/>
                  </a:lnTo>
                  <a:cubicBezTo>
                    <a:pt x="527" y="23"/>
                    <a:pt x="514" y="11"/>
                    <a:pt x="498" y="4"/>
                  </a:cubicBezTo>
                  <a:cubicBezTo>
                    <a:pt x="490" y="1"/>
                    <a:pt x="482" y="0"/>
                    <a:pt x="4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g33adf7f9e96_1_411"/>
            <p:cNvSpPr/>
            <p:nvPr/>
          </p:nvSpPr>
          <p:spPr>
            <a:xfrm>
              <a:off x="9847263" y="3388848"/>
              <a:ext cx="122237" cy="377862"/>
            </a:xfrm>
            <a:custGeom>
              <a:rect b="b" l="l" r="r" t="t"/>
              <a:pathLst>
                <a:path extrusionOk="0" h="8708" w="2817">
                  <a:moveTo>
                    <a:pt x="273" y="1"/>
                  </a:moveTo>
                  <a:cubicBezTo>
                    <a:pt x="156" y="1"/>
                    <a:pt x="75" y="28"/>
                    <a:pt x="47" y="93"/>
                  </a:cubicBezTo>
                  <a:lnTo>
                    <a:pt x="0" y="8708"/>
                  </a:lnTo>
                  <a:cubicBezTo>
                    <a:pt x="0" y="8708"/>
                    <a:pt x="1432" y="2534"/>
                    <a:pt x="1620" y="2206"/>
                  </a:cubicBezTo>
                  <a:cubicBezTo>
                    <a:pt x="1807" y="1877"/>
                    <a:pt x="2816" y="1150"/>
                    <a:pt x="2723" y="985"/>
                  </a:cubicBezTo>
                  <a:cubicBezTo>
                    <a:pt x="2644" y="846"/>
                    <a:pt x="915" y="1"/>
                    <a:pt x="27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g33adf7f9e96_1_411"/>
            <p:cNvSpPr/>
            <p:nvPr/>
          </p:nvSpPr>
          <p:spPr>
            <a:xfrm>
              <a:off x="9844312" y="3385984"/>
              <a:ext cx="126880" cy="383590"/>
            </a:xfrm>
            <a:custGeom>
              <a:rect b="b" l="l" r="r" t="t"/>
              <a:pathLst>
                <a:path extrusionOk="0" h="8840" w="2924">
                  <a:moveTo>
                    <a:pt x="344" y="133"/>
                  </a:moveTo>
                  <a:cubicBezTo>
                    <a:pt x="944" y="133"/>
                    <a:pt x="2626" y="944"/>
                    <a:pt x="2730" y="1076"/>
                  </a:cubicBezTo>
                  <a:cubicBezTo>
                    <a:pt x="2730" y="1157"/>
                    <a:pt x="2415" y="1446"/>
                    <a:pt x="2206" y="1637"/>
                  </a:cubicBezTo>
                  <a:cubicBezTo>
                    <a:pt x="1954" y="1868"/>
                    <a:pt x="1718" y="2085"/>
                    <a:pt x="1630" y="2239"/>
                  </a:cubicBezTo>
                  <a:cubicBezTo>
                    <a:pt x="1472" y="2515"/>
                    <a:pt x="500" y="6631"/>
                    <a:pt x="138" y="8182"/>
                  </a:cubicBezTo>
                  <a:lnTo>
                    <a:pt x="181" y="177"/>
                  </a:lnTo>
                  <a:cubicBezTo>
                    <a:pt x="201" y="151"/>
                    <a:pt x="246" y="140"/>
                    <a:pt x="281" y="137"/>
                  </a:cubicBezTo>
                  <a:cubicBezTo>
                    <a:pt x="301" y="134"/>
                    <a:pt x="322" y="133"/>
                    <a:pt x="344" y="133"/>
                  </a:cubicBezTo>
                  <a:close/>
                  <a:moveTo>
                    <a:pt x="343" y="1"/>
                  </a:moveTo>
                  <a:cubicBezTo>
                    <a:pt x="330" y="1"/>
                    <a:pt x="317" y="1"/>
                    <a:pt x="305" y="2"/>
                  </a:cubicBezTo>
                  <a:cubicBezTo>
                    <a:pt x="175" y="8"/>
                    <a:pt x="90" y="52"/>
                    <a:pt x="54" y="132"/>
                  </a:cubicBezTo>
                  <a:cubicBezTo>
                    <a:pt x="51" y="141"/>
                    <a:pt x="48" y="150"/>
                    <a:pt x="48" y="159"/>
                  </a:cubicBezTo>
                  <a:lnTo>
                    <a:pt x="2" y="8772"/>
                  </a:lnTo>
                  <a:cubicBezTo>
                    <a:pt x="1" y="8807"/>
                    <a:pt x="27" y="8835"/>
                    <a:pt x="60" y="8839"/>
                  </a:cubicBezTo>
                  <a:cubicBezTo>
                    <a:pt x="63" y="8840"/>
                    <a:pt x="66" y="8840"/>
                    <a:pt x="68" y="8840"/>
                  </a:cubicBezTo>
                  <a:cubicBezTo>
                    <a:pt x="99" y="8840"/>
                    <a:pt x="125" y="8818"/>
                    <a:pt x="132" y="8788"/>
                  </a:cubicBezTo>
                  <a:cubicBezTo>
                    <a:pt x="530" y="7073"/>
                    <a:pt x="1595" y="2567"/>
                    <a:pt x="1745" y="2304"/>
                  </a:cubicBezTo>
                  <a:cubicBezTo>
                    <a:pt x="1823" y="2168"/>
                    <a:pt x="2063" y="1948"/>
                    <a:pt x="2296" y="1735"/>
                  </a:cubicBezTo>
                  <a:cubicBezTo>
                    <a:pt x="2710" y="1354"/>
                    <a:pt x="2923" y="1149"/>
                    <a:pt x="2849" y="1018"/>
                  </a:cubicBezTo>
                  <a:cubicBezTo>
                    <a:pt x="2745" y="838"/>
                    <a:pt x="998" y="1"/>
                    <a:pt x="3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g33adf7f9e96_1_411"/>
            <p:cNvSpPr/>
            <p:nvPr/>
          </p:nvSpPr>
          <p:spPr>
            <a:xfrm>
              <a:off x="9543561" y="2501519"/>
              <a:ext cx="462955" cy="518584"/>
            </a:xfrm>
            <a:custGeom>
              <a:rect b="b" l="l" r="r" t="t"/>
              <a:pathLst>
                <a:path extrusionOk="0" h="11951" w="10669">
                  <a:moveTo>
                    <a:pt x="5334" y="1"/>
                  </a:moveTo>
                  <a:cubicBezTo>
                    <a:pt x="2388" y="1"/>
                    <a:pt x="0" y="2390"/>
                    <a:pt x="0" y="5336"/>
                  </a:cubicBezTo>
                  <a:cubicBezTo>
                    <a:pt x="0" y="7931"/>
                    <a:pt x="1854" y="10093"/>
                    <a:pt x="4311" y="10571"/>
                  </a:cubicBezTo>
                  <a:lnTo>
                    <a:pt x="5376" y="11950"/>
                  </a:lnTo>
                  <a:lnTo>
                    <a:pt x="6402" y="10563"/>
                  </a:lnTo>
                  <a:cubicBezTo>
                    <a:pt x="8837" y="10068"/>
                    <a:pt x="10668" y="7916"/>
                    <a:pt x="10668" y="5336"/>
                  </a:cubicBezTo>
                  <a:cubicBezTo>
                    <a:pt x="10668" y="2390"/>
                    <a:pt x="8280" y="1"/>
                    <a:pt x="53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g33adf7f9e96_1_411"/>
            <p:cNvSpPr/>
            <p:nvPr/>
          </p:nvSpPr>
          <p:spPr>
            <a:xfrm>
              <a:off x="9532843" y="2480214"/>
              <a:ext cx="462998" cy="518540"/>
            </a:xfrm>
            <a:custGeom>
              <a:rect b="b" l="l" r="r" t="t"/>
              <a:pathLst>
                <a:path extrusionOk="0" h="11950" w="10670">
                  <a:moveTo>
                    <a:pt x="5336" y="1"/>
                  </a:moveTo>
                  <a:cubicBezTo>
                    <a:pt x="2390" y="1"/>
                    <a:pt x="1" y="2388"/>
                    <a:pt x="1" y="5336"/>
                  </a:cubicBezTo>
                  <a:cubicBezTo>
                    <a:pt x="1" y="7931"/>
                    <a:pt x="1856" y="10093"/>
                    <a:pt x="4312" y="10570"/>
                  </a:cubicBezTo>
                  <a:lnTo>
                    <a:pt x="5378" y="11949"/>
                  </a:lnTo>
                  <a:lnTo>
                    <a:pt x="6404" y="10563"/>
                  </a:lnTo>
                  <a:cubicBezTo>
                    <a:pt x="8838" y="10067"/>
                    <a:pt x="10669" y="7915"/>
                    <a:pt x="10669" y="5336"/>
                  </a:cubicBezTo>
                  <a:cubicBezTo>
                    <a:pt x="10669" y="2390"/>
                    <a:pt x="8282" y="1"/>
                    <a:pt x="53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g33adf7f9e96_1_411"/>
            <p:cNvSpPr/>
            <p:nvPr/>
          </p:nvSpPr>
          <p:spPr>
            <a:xfrm>
              <a:off x="9529979" y="2477350"/>
              <a:ext cx="468769" cy="524268"/>
            </a:xfrm>
            <a:custGeom>
              <a:rect b="b" l="l" r="r" t="t"/>
              <a:pathLst>
                <a:path extrusionOk="0" h="12082" w="10803">
                  <a:moveTo>
                    <a:pt x="5402" y="133"/>
                  </a:moveTo>
                  <a:cubicBezTo>
                    <a:pt x="8306" y="133"/>
                    <a:pt x="10669" y="2496"/>
                    <a:pt x="10669" y="5402"/>
                  </a:cubicBezTo>
                  <a:cubicBezTo>
                    <a:pt x="10669" y="7896"/>
                    <a:pt x="8898" y="10067"/>
                    <a:pt x="6456" y="10564"/>
                  </a:cubicBezTo>
                  <a:cubicBezTo>
                    <a:pt x="6440" y="10566"/>
                    <a:pt x="6426" y="10575"/>
                    <a:pt x="6416" y="10588"/>
                  </a:cubicBezTo>
                  <a:lnTo>
                    <a:pt x="5443" y="11905"/>
                  </a:lnTo>
                  <a:lnTo>
                    <a:pt x="4430" y="10595"/>
                  </a:lnTo>
                  <a:cubicBezTo>
                    <a:pt x="4421" y="10582"/>
                    <a:pt x="4407" y="10574"/>
                    <a:pt x="4391" y="10571"/>
                  </a:cubicBezTo>
                  <a:cubicBezTo>
                    <a:pt x="1923" y="10091"/>
                    <a:pt x="133" y="7917"/>
                    <a:pt x="133" y="5402"/>
                  </a:cubicBezTo>
                  <a:cubicBezTo>
                    <a:pt x="133" y="2496"/>
                    <a:pt x="2497" y="133"/>
                    <a:pt x="5402" y="133"/>
                  </a:cubicBezTo>
                  <a:close/>
                  <a:moveTo>
                    <a:pt x="5402" y="1"/>
                  </a:moveTo>
                  <a:cubicBezTo>
                    <a:pt x="2424" y="1"/>
                    <a:pt x="1" y="2422"/>
                    <a:pt x="1" y="5400"/>
                  </a:cubicBezTo>
                  <a:cubicBezTo>
                    <a:pt x="1" y="7972"/>
                    <a:pt x="1825" y="10196"/>
                    <a:pt x="4340" y="10696"/>
                  </a:cubicBezTo>
                  <a:lnTo>
                    <a:pt x="5391" y="12055"/>
                  </a:lnTo>
                  <a:cubicBezTo>
                    <a:pt x="5404" y="12072"/>
                    <a:pt x="5423" y="12081"/>
                    <a:pt x="5444" y="12081"/>
                  </a:cubicBezTo>
                  <a:cubicBezTo>
                    <a:pt x="5466" y="12081"/>
                    <a:pt x="5486" y="12072"/>
                    <a:pt x="5498" y="12055"/>
                  </a:cubicBezTo>
                  <a:lnTo>
                    <a:pt x="6508" y="10688"/>
                  </a:lnTo>
                  <a:cubicBezTo>
                    <a:pt x="8997" y="10170"/>
                    <a:pt x="10803" y="7950"/>
                    <a:pt x="10803" y="5400"/>
                  </a:cubicBezTo>
                  <a:cubicBezTo>
                    <a:pt x="10803" y="2422"/>
                    <a:pt x="8380" y="1"/>
                    <a:pt x="5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g33adf7f9e96_1_411"/>
            <p:cNvSpPr/>
            <p:nvPr/>
          </p:nvSpPr>
          <p:spPr>
            <a:xfrm>
              <a:off x="9670093" y="2702643"/>
              <a:ext cx="35582" cy="35538"/>
            </a:xfrm>
            <a:custGeom>
              <a:rect b="b" l="l" r="r" t="t"/>
              <a:pathLst>
                <a:path extrusionOk="0" h="819" w="820">
                  <a:moveTo>
                    <a:pt x="410" y="0"/>
                  </a:moveTo>
                  <a:cubicBezTo>
                    <a:pt x="184" y="0"/>
                    <a:pt x="0" y="184"/>
                    <a:pt x="0" y="409"/>
                  </a:cubicBezTo>
                  <a:cubicBezTo>
                    <a:pt x="0" y="635"/>
                    <a:pt x="184" y="819"/>
                    <a:pt x="410" y="819"/>
                  </a:cubicBezTo>
                  <a:cubicBezTo>
                    <a:pt x="636" y="819"/>
                    <a:pt x="819" y="635"/>
                    <a:pt x="819" y="409"/>
                  </a:cubicBezTo>
                  <a:cubicBezTo>
                    <a:pt x="819" y="184"/>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g33adf7f9e96_1_411"/>
            <p:cNvSpPr/>
            <p:nvPr/>
          </p:nvSpPr>
          <p:spPr>
            <a:xfrm>
              <a:off x="9751843" y="2702643"/>
              <a:ext cx="35538" cy="35538"/>
            </a:xfrm>
            <a:custGeom>
              <a:rect b="b" l="l" r="r" t="t"/>
              <a:pathLst>
                <a:path extrusionOk="0" h="819" w="819">
                  <a:moveTo>
                    <a:pt x="409" y="0"/>
                  </a:moveTo>
                  <a:cubicBezTo>
                    <a:pt x="183" y="0"/>
                    <a:pt x="0" y="184"/>
                    <a:pt x="0" y="409"/>
                  </a:cubicBezTo>
                  <a:cubicBezTo>
                    <a:pt x="0" y="635"/>
                    <a:pt x="183" y="819"/>
                    <a:pt x="409" y="819"/>
                  </a:cubicBezTo>
                  <a:cubicBezTo>
                    <a:pt x="635" y="819"/>
                    <a:pt x="819" y="635"/>
                    <a:pt x="819" y="409"/>
                  </a:cubicBezTo>
                  <a:cubicBezTo>
                    <a:pt x="819" y="184"/>
                    <a:pt x="635"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g33adf7f9e96_1_411"/>
            <p:cNvSpPr/>
            <p:nvPr/>
          </p:nvSpPr>
          <p:spPr>
            <a:xfrm>
              <a:off x="9833551" y="2702643"/>
              <a:ext cx="35582" cy="35538"/>
            </a:xfrm>
            <a:custGeom>
              <a:rect b="b" l="l" r="r" t="t"/>
              <a:pathLst>
                <a:path extrusionOk="0" h="819" w="820">
                  <a:moveTo>
                    <a:pt x="410" y="0"/>
                  </a:moveTo>
                  <a:cubicBezTo>
                    <a:pt x="184" y="0"/>
                    <a:pt x="1" y="184"/>
                    <a:pt x="1" y="409"/>
                  </a:cubicBezTo>
                  <a:cubicBezTo>
                    <a:pt x="1" y="635"/>
                    <a:pt x="184" y="819"/>
                    <a:pt x="410" y="819"/>
                  </a:cubicBezTo>
                  <a:cubicBezTo>
                    <a:pt x="636" y="819"/>
                    <a:pt x="819" y="635"/>
                    <a:pt x="819" y="409"/>
                  </a:cubicBezTo>
                  <a:cubicBezTo>
                    <a:pt x="819" y="184"/>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8" name="Google Shape;1648;g33adf7f9e96_1_411"/>
          <p:cNvGrpSpPr/>
          <p:nvPr/>
        </p:nvGrpSpPr>
        <p:grpSpPr>
          <a:xfrm>
            <a:off x="7351850" y="2625498"/>
            <a:ext cx="864503" cy="2518009"/>
            <a:chOff x="8502800" y="2625448"/>
            <a:chExt cx="864503" cy="2518009"/>
          </a:xfrm>
        </p:grpSpPr>
        <p:sp>
          <p:nvSpPr>
            <p:cNvPr id="1649" name="Google Shape;1649;g33adf7f9e96_1_411"/>
            <p:cNvSpPr/>
            <p:nvPr/>
          </p:nvSpPr>
          <p:spPr>
            <a:xfrm>
              <a:off x="8803030" y="5010676"/>
              <a:ext cx="196785" cy="129917"/>
            </a:xfrm>
            <a:custGeom>
              <a:rect b="b" l="l" r="r" t="t"/>
              <a:pathLst>
                <a:path extrusionOk="0" h="2994" w="4535">
                  <a:moveTo>
                    <a:pt x="1663" y="1"/>
                  </a:moveTo>
                  <a:lnTo>
                    <a:pt x="1572" y="485"/>
                  </a:lnTo>
                  <a:cubicBezTo>
                    <a:pt x="1572" y="485"/>
                    <a:pt x="485" y="1844"/>
                    <a:pt x="273" y="2056"/>
                  </a:cubicBezTo>
                  <a:cubicBezTo>
                    <a:pt x="61" y="2268"/>
                    <a:pt x="1" y="2993"/>
                    <a:pt x="1" y="2993"/>
                  </a:cubicBezTo>
                  <a:lnTo>
                    <a:pt x="4292" y="2993"/>
                  </a:lnTo>
                  <a:cubicBezTo>
                    <a:pt x="4292" y="2993"/>
                    <a:pt x="4534" y="2056"/>
                    <a:pt x="4504" y="1784"/>
                  </a:cubicBezTo>
                  <a:cubicBezTo>
                    <a:pt x="4474" y="1513"/>
                    <a:pt x="4474" y="726"/>
                    <a:pt x="4474" y="726"/>
                  </a:cubicBezTo>
                  <a:lnTo>
                    <a:pt x="16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g33adf7f9e96_1_411"/>
            <p:cNvSpPr/>
            <p:nvPr/>
          </p:nvSpPr>
          <p:spPr>
            <a:xfrm>
              <a:off x="8800123" y="5007812"/>
              <a:ext cx="202556" cy="135645"/>
            </a:xfrm>
            <a:custGeom>
              <a:rect b="b" l="l" r="r" t="t"/>
              <a:pathLst>
                <a:path extrusionOk="0" h="3126" w="4668">
                  <a:moveTo>
                    <a:pt x="1782" y="150"/>
                  </a:moveTo>
                  <a:lnTo>
                    <a:pt x="4475" y="844"/>
                  </a:lnTo>
                  <a:cubicBezTo>
                    <a:pt x="4475" y="1025"/>
                    <a:pt x="4478" y="1623"/>
                    <a:pt x="4504" y="1858"/>
                  </a:cubicBezTo>
                  <a:cubicBezTo>
                    <a:pt x="4527" y="2058"/>
                    <a:pt x="4380" y="2703"/>
                    <a:pt x="4308" y="2993"/>
                  </a:cubicBezTo>
                  <a:lnTo>
                    <a:pt x="141" y="2993"/>
                  </a:lnTo>
                  <a:cubicBezTo>
                    <a:pt x="167" y="2761"/>
                    <a:pt x="244" y="2313"/>
                    <a:pt x="386" y="2169"/>
                  </a:cubicBezTo>
                  <a:cubicBezTo>
                    <a:pt x="598" y="1958"/>
                    <a:pt x="1646" y="648"/>
                    <a:pt x="1691" y="592"/>
                  </a:cubicBezTo>
                  <a:cubicBezTo>
                    <a:pt x="1698" y="584"/>
                    <a:pt x="1703" y="575"/>
                    <a:pt x="1704" y="563"/>
                  </a:cubicBezTo>
                  <a:lnTo>
                    <a:pt x="1782" y="150"/>
                  </a:lnTo>
                  <a:close/>
                  <a:moveTo>
                    <a:pt x="1729" y="1"/>
                  </a:moveTo>
                  <a:cubicBezTo>
                    <a:pt x="1717" y="1"/>
                    <a:pt x="1705" y="4"/>
                    <a:pt x="1695" y="11"/>
                  </a:cubicBezTo>
                  <a:cubicBezTo>
                    <a:pt x="1679" y="21"/>
                    <a:pt x="1667" y="36"/>
                    <a:pt x="1665" y="55"/>
                  </a:cubicBezTo>
                  <a:lnTo>
                    <a:pt x="1576" y="522"/>
                  </a:lnTo>
                  <a:cubicBezTo>
                    <a:pt x="1465" y="662"/>
                    <a:pt x="488" y="1880"/>
                    <a:pt x="293" y="2076"/>
                  </a:cubicBezTo>
                  <a:cubicBezTo>
                    <a:pt x="70" y="2298"/>
                    <a:pt x="7" y="2977"/>
                    <a:pt x="1" y="3053"/>
                  </a:cubicBezTo>
                  <a:cubicBezTo>
                    <a:pt x="0" y="3072"/>
                    <a:pt x="6" y="3091"/>
                    <a:pt x="18" y="3104"/>
                  </a:cubicBezTo>
                  <a:cubicBezTo>
                    <a:pt x="31" y="3118"/>
                    <a:pt x="49" y="3125"/>
                    <a:pt x="68" y="3125"/>
                  </a:cubicBezTo>
                  <a:lnTo>
                    <a:pt x="4359" y="3125"/>
                  </a:lnTo>
                  <a:cubicBezTo>
                    <a:pt x="4390" y="3125"/>
                    <a:pt x="4416" y="3105"/>
                    <a:pt x="4424" y="3076"/>
                  </a:cubicBezTo>
                  <a:cubicBezTo>
                    <a:pt x="4433" y="3037"/>
                    <a:pt x="4668" y="2123"/>
                    <a:pt x="4637" y="1843"/>
                  </a:cubicBezTo>
                  <a:cubicBezTo>
                    <a:pt x="4607" y="1578"/>
                    <a:pt x="4607" y="801"/>
                    <a:pt x="4607" y="792"/>
                  </a:cubicBezTo>
                  <a:cubicBezTo>
                    <a:pt x="4607" y="763"/>
                    <a:pt x="4586" y="735"/>
                    <a:pt x="4557" y="728"/>
                  </a:cubicBezTo>
                  <a:lnTo>
                    <a:pt x="1747" y="3"/>
                  </a:lnTo>
                  <a:cubicBezTo>
                    <a:pt x="1741" y="2"/>
                    <a:pt x="1735" y="1"/>
                    <a:pt x="17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g33adf7f9e96_1_411"/>
            <p:cNvSpPr/>
            <p:nvPr/>
          </p:nvSpPr>
          <p:spPr>
            <a:xfrm>
              <a:off x="8800123" y="5112778"/>
              <a:ext cx="197913" cy="30678"/>
            </a:xfrm>
            <a:custGeom>
              <a:rect b="b" l="l" r="r" t="t"/>
              <a:pathLst>
                <a:path extrusionOk="0" h="707" w="4561">
                  <a:moveTo>
                    <a:pt x="4410" y="133"/>
                  </a:moveTo>
                  <a:cubicBezTo>
                    <a:pt x="4370" y="321"/>
                    <a:pt x="4328" y="492"/>
                    <a:pt x="4307" y="574"/>
                  </a:cubicBezTo>
                  <a:lnTo>
                    <a:pt x="141" y="574"/>
                  </a:lnTo>
                  <a:cubicBezTo>
                    <a:pt x="153" y="478"/>
                    <a:pt x="177" y="303"/>
                    <a:pt x="219" y="133"/>
                  </a:cubicBezTo>
                  <a:close/>
                  <a:moveTo>
                    <a:pt x="168" y="0"/>
                  </a:moveTo>
                  <a:cubicBezTo>
                    <a:pt x="139" y="0"/>
                    <a:pt x="112" y="20"/>
                    <a:pt x="104" y="49"/>
                  </a:cubicBezTo>
                  <a:cubicBezTo>
                    <a:pt x="29" y="323"/>
                    <a:pt x="3" y="622"/>
                    <a:pt x="1" y="634"/>
                  </a:cubicBezTo>
                  <a:cubicBezTo>
                    <a:pt x="0" y="653"/>
                    <a:pt x="6" y="672"/>
                    <a:pt x="18" y="685"/>
                  </a:cubicBezTo>
                  <a:cubicBezTo>
                    <a:pt x="31" y="699"/>
                    <a:pt x="49" y="706"/>
                    <a:pt x="68" y="706"/>
                  </a:cubicBezTo>
                  <a:lnTo>
                    <a:pt x="4359" y="706"/>
                  </a:lnTo>
                  <a:cubicBezTo>
                    <a:pt x="4390" y="706"/>
                    <a:pt x="4416" y="686"/>
                    <a:pt x="4424" y="657"/>
                  </a:cubicBezTo>
                  <a:cubicBezTo>
                    <a:pt x="4424" y="654"/>
                    <a:pt x="4496" y="374"/>
                    <a:pt x="4557" y="79"/>
                  </a:cubicBezTo>
                  <a:cubicBezTo>
                    <a:pt x="4560" y="59"/>
                    <a:pt x="4555" y="39"/>
                    <a:pt x="4542" y="24"/>
                  </a:cubicBezTo>
                  <a:cubicBezTo>
                    <a:pt x="4529" y="8"/>
                    <a:pt x="4512" y="0"/>
                    <a:pt x="44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g33adf7f9e96_1_411"/>
            <p:cNvSpPr/>
            <p:nvPr/>
          </p:nvSpPr>
          <p:spPr>
            <a:xfrm>
              <a:off x="9132203" y="5010676"/>
              <a:ext cx="196742" cy="129917"/>
            </a:xfrm>
            <a:custGeom>
              <a:rect b="b" l="l" r="r" t="t"/>
              <a:pathLst>
                <a:path extrusionOk="0" h="2994" w="4534">
                  <a:moveTo>
                    <a:pt x="2872" y="1"/>
                  </a:moveTo>
                  <a:lnTo>
                    <a:pt x="61" y="726"/>
                  </a:lnTo>
                  <a:cubicBezTo>
                    <a:pt x="61" y="726"/>
                    <a:pt x="61" y="1513"/>
                    <a:pt x="30" y="1784"/>
                  </a:cubicBezTo>
                  <a:cubicBezTo>
                    <a:pt x="1" y="2056"/>
                    <a:pt x="242" y="2993"/>
                    <a:pt x="242" y="2993"/>
                  </a:cubicBezTo>
                  <a:lnTo>
                    <a:pt x="4533" y="2993"/>
                  </a:lnTo>
                  <a:cubicBezTo>
                    <a:pt x="4533" y="2993"/>
                    <a:pt x="4473" y="2268"/>
                    <a:pt x="4263" y="2056"/>
                  </a:cubicBezTo>
                  <a:cubicBezTo>
                    <a:pt x="4051" y="1844"/>
                    <a:pt x="2962" y="485"/>
                    <a:pt x="2962" y="485"/>
                  </a:cubicBezTo>
                  <a:lnTo>
                    <a:pt x="287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g33adf7f9e96_1_411"/>
            <p:cNvSpPr/>
            <p:nvPr/>
          </p:nvSpPr>
          <p:spPr>
            <a:xfrm>
              <a:off x="9129296" y="5007812"/>
              <a:ext cx="202643" cy="135645"/>
            </a:xfrm>
            <a:custGeom>
              <a:rect b="b" l="l" r="r" t="t"/>
              <a:pathLst>
                <a:path extrusionOk="0" h="3126" w="4670">
                  <a:moveTo>
                    <a:pt x="2887" y="150"/>
                  </a:moveTo>
                  <a:lnTo>
                    <a:pt x="2964" y="563"/>
                  </a:lnTo>
                  <a:cubicBezTo>
                    <a:pt x="2967" y="575"/>
                    <a:pt x="2971" y="584"/>
                    <a:pt x="2977" y="592"/>
                  </a:cubicBezTo>
                  <a:cubicBezTo>
                    <a:pt x="3022" y="648"/>
                    <a:pt x="4070" y="1958"/>
                    <a:pt x="4282" y="2169"/>
                  </a:cubicBezTo>
                  <a:cubicBezTo>
                    <a:pt x="4425" y="2313"/>
                    <a:pt x="4501" y="2761"/>
                    <a:pt x="4528" y="2993"/>
                  </a:cubicBezTo>
                  <a:lnTo>
                    <a:pt x="361" y="2993"/>
                  </a:lnTo>
                  <a:cubicBezTo>
                    <a:pt x="288" y="2703"/>
                    <a:pt x="141" y="2058"/>
                    <a:pt x="164" y="1858"/>
                  </a:cubicBezTo>
                  <a:cubicBezTo>
                    <a:pt x="190" y="1623"/>
                    <a:pt x="195" y="1025"/>
                    <a:pt x="195" y="844"/>
                  </a:cubicBezTo>
                  <a:lnTo>
                    <a:pt x="2887" y="150"/>
                  </a:lnTo>
                  <a:close/>
                  <a:moveTo>
                    <a:pt x="2940" y="1"/>
                  </a:moveTo>
                  <a:cubicBezTo>
                    <a:pt x="2934" y="1"/>
                    <a:pt x="2929" y="2"/>
                    <a:pt x="2923" y="3"/>
                  </a:cubicBezTo>
                  <a:lnTo>
                    <a:pt x="112" y="728"/>
                  </a:lnTo>
                  <a:cubicBezTo>
                    <a:pt x="82" y="735"/>
                    <a:pt x="62" y="763"/>
                    <a:pt x="62" y="792"/>
                  </a:cubicBezTo>
                  <a:cubicBezTo>
                    <a:pt x="62" y="801"/>
                    <a:pt x="61" y="1578"/>
                    <a:pt x="32" y="1843"/>
                  </a:cubicBezTo>
                  <a:cubicBezTo>
                    <a:pt x="0" y="2124"/>
                    <a:pt x="235" y="3037"/>
                    <a:pt x="245" y="3076"/>
                  </a:cubicBezTo>
                  <a:cubicBezTo>
                    <a:pt x="252" y="3105"/>
                    <a:pt x="280" y="3125"/>
                    <a:pt x="309" y="3125"/>
                  </a:cubicBezTo>
                  <a:lnTo>
                    <a:pt x="4602" y="3125"/>
                  </a:lnTo>
                  <a:cubicBezTo>
                    <a:pt x="4619" y="3125"/>
                    <a:pt x="4637" y="3118"/>
                    <a:pt x="4650" y="3104"/>
                  </a:cubicBezTo>
                  <a:cubicBezTo>
                    <a:pt x="4663" y="3091"/>
                    <a:pt x="4669" y="3072"/>
                    <a:pt x="4668" y="3053"/>
                  </a:cubicBezTo>
                  <a:cubicBezTo>
                    <a:pt x="4661" y="2977"/>
                    <a:pt x="4598" y="2298"/>
                    <a:pt x="4376" y="2076"/>
                  </a:cubicBezTo>
                  <a:cubicBezTo>
                    <a:pt x="4180" y="1880"/>
                    <a:pt x="3203" y="662"/>
                    <a:pt x="3092" y="522"/>
                  </a:cubicBezTo>
                  <a:lnTo>
                    <a:pt x="3004" y="55"/>
                  </a:lnTo>
                  <a:cubicBezTo>
                    <a:pt x="3001" y="37"/>
                    <a:pt x="2990" y="21"/>
                    <a:pt x="2975" y="11"/>
                  </a:cubicBezTo>
                  <a:cubicBezTo>
                    <a:pt x="2964" y="4"/>
                    <a:pt x="2952" y="1"/>
                    <a:pt x="29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g33adf7f9e96_1_411"/>
            <p:cNvSpPr/>
            <p:nvPr/>
          </p:nvSpPr>
          <p:spPr>
            <a:xfrm>
              <a:off x="9133982" y="5112778"/>
              <a:ext cx="197957" cy="30678"/>
            </a:xfrm>
            <a:custGeom>
              <a:rect b="b" l="l" r="r" t="t"/>
              <a:pathLst>
                <a:path extrusionOk="0" h="707" w="4562">
                  <a:moveTo>
                    <a:pt x="4341" y="133"/>
                  </a:moveTo>
                  <a:cubicBezTo>
                    <a:pt x="4384" y="303"/>
                    <a:pt x="4408" y="478"/>
                    <a:pt x="4419" y="574"/>
                  </a:cubicBezTo>
                  <a:lnTo>
                    <a:pt x="253" y="574"/>
                  </a:lnTo>
                  <a:cubicBezTo>
                    <a:pt x="233" y="492"/>
                    <a:pt x="192" y="321"/>
                    <a:pt x="152" y="133"/>
                  </a:cubicBezTo>
                  <a:close/>
                  <a:moveTo>
                    <a:pt x="70" y="0"/>
                  </a:moveTo>
                  <a:cubicBezTo>
                    <a:pt x="50" y="0"/>
                    <a:pt x="31" y="8"/>
                    <a:pt x="18" y="24"/>
                  </a:cubicBezTo>
                  <a:cubicBezTo>
                    <a:pt x="6" y="39"/>
                    <a:pt x="0" y="60"/>
                    <a:pt x="5" y="79"/>
                  </a:cubicBezTo>
                  <a:cubicBezTo>
                    <a:pt x="65" y="374"/>
                    <a:pt x="136" y="654"/>
                    <a:pt x="137" y="657"/>
                  </a:cubicBezTo>
                  <a:cubicBezTo>
                    <a:pt x="144" y="686"/>
                    <a:pt x="172" y="706"/>
                    <a:pt x="201" y="706"/>
                  </a:cubicBezTo>
                  <a:lnTo>
                    <a:pt x="4494" y="706"/>
                  </a:lnTo>
                  <a:cubicBezTo>
                    <a:pt x="4511" y="706"/>
                    <a:pt x="4529" y="699"/>
                    <a:pt x="4542" y="685"/>
                  </a:cubicBezTo>
                  <a:cubicBezTo>
                    <a:pt x="4555" y="672"/>
                    <a:pt x="4561" y="653"/>
                    <a:pt x="4560" y="634"/>
                  </a:cubicBezTo>
                  <a:cubicBezTo>
                    <a:pt x="4559" y="622"/>
                    <a:pt x="4533" y="323"/>
                    <a:pt x="4457" y="49"/>
                  </a:cubicBezTo>
                  <a:cubicBezTo>
                    <a:pt x="4449" y="20"/>
                    <a:pt x="4423" y="0"/>
                    <a:pt x="43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g33adf7f9e96_1_411"/>
            <p:cNvSpPr/>
            <p:nvPr/>
          </p:nvSpPr>
          <p:spPr>
            <a:xfrm>
              <a:off x="8872545" y="4050710"/>
              <a:ext cx="386931" cy="991519"/>
            </a:xfrm>
            <a:custGeom>
              <a:rect b="b" l="l" r="r" t="t"/>
              <a:pathLst>
                <a:path extrusionOk="0" h="22850" w="8917">
                  <a:moveTo>
                    <a:pt x="4352" y="1"/>
                  </a:moveTo>
                  <a:lnTo>
                    <a:pt x="1" y="907"/>
                  </a:lnTo>
                  <a:lnTo>
                    <a:pt x="302" y="13451"/>
                  </a:lnTo>
                  <a:lnTo>
                    <a:pt x="454" y="21338"/>
                  </a:lnTo>
                  <a:lnTo>
                    <a:pt x="31" y="21702"/>
                  </a:lnTo>
                  <a:lnTo>
                    <a:pt x="61" y="22124"/>
                  </a:lnTo>
                  <a:lnTo>
                    <a:pt x="2872" y="22849"/>
                  </a:lnTo>
                  <a:cubicBezTo>
                    <a:pt x="2872" y="22849"/>
                    <a:pt x="2932" y="21731"/>
                    <a:pt x="2962" y="21580"/>
                  </a:cubicBezTo>
                  <a:cubicBezTo>
                    <a:pt x="2993" y="21429"/>
                    <a:pt x="2872" y="20794"/>
                    <a:pt x="2872" y="20673"/>
                  </a:cubicBezTo>
                  <a:cubicBezTo>
                    <a:pt x="2872" y="20553"/>
                    <a:pt x="3809" y="10247"/>
                    <a:pt x="3809" y="10247"/>
                  </a:cubicBezTo>
                  <a:lnTo>
                    <a:pt x="4171" y="4534"/>
                  </a:lnTo>
                  <a:lnTo>
                    <a:pt x="4459" y="4462"/>
                  </a:lnTo>
                  <a:lnTo>
                    <a:pt x="4745" y="4534"/>
                  </a:lnTo>
                  <a:lnTo>
                    <a:pt x="5108" y="10247"/>
                  </a:lnTo>
                  <a:cubicBezTo>
                    <a:pt x="5108" y="10247"/>
                    <a:pt x="6045" y="20553"/>
                    <a:pt x="6045" y="20673"/>
                  </a:cubicBezTo>
                  <a:cubicBezTo>
                    <a:pt x="6045" y="20794"/>
                    <a:pt x="5925" y="21429"/>
                    <a:pt x="5954" y="21580"/>
                  </a:cubicBezTo>
                  <a:cubicBezTo>
                    <a:pt x="5985" y="21731"/>
                    <a:pt x="6045" y="22849"/>
                    <a:pt x="6045" y="22849"/>
                  </a:cubicBezTo>
                  <a:lnTo>
                    <a:pt x="8856" y="22124"/>
                  </a:lnTo>
                  <a:lnTo>
                    <a:pt x="8886" y="21702"/>
                  </a:lnTo>
                  <a:lnTo>
                    <a:pt x="8462" y="21338"/>
                  </a:lnTo>
                  <a:lnTo>
                    <a:pt x="8614" y="13451"/>
                  </a:lnTo>
                  <a:lnTo>
                    <a:pt x="8917" y="907"/>
                  </a:lnTo>
                  <a:lnTo>
                    <a:pt x="456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g33adf7f9e96_1_411"/>
            <p:cNvSpPr/>
            <p:nvPr/>
          </p:nvSpPr>
          <p:spPr>
            <a:xfrm>
              <a:off x="8869637" y="4047846"/>
              <a:ext cx="392702" cy="997290"/>
            </a:xfrm>
            <a:custGeom>
              <a:rect b="b" l="l" r="r" t="t"/>
              <a:pathLst>
                <a:path extrusionOk="0" h="22983" w="9050">
                  <a:moveTo>
                    <a:pt x="4624" y="133"/>
                  </a:moveTo>
                  <a:lnTo>
                    <a:pt x="8915" y="1027"/>
                  </a:lnTo>
                  <a:lnTo>
                    <a:pt x="8615" y="13514"/>
                  </a:lnTo>
                  <a:lnTo>
                    <a:pt x="8463" y="21403"/>
                  </a:lnTo>
                  <a:cubicBezTo>
                    <a:pt x="8463" y="21423"/>
                    <a:pt x="8471" y="21442"/>
                    <a:pt x="8487" y="21455"/>
                  </a:cubicBezTo>
                  <a:lnTo>
                    <a:pt x="8884" y="21796"/>
                  </a:lnTo>
                  <a:lnTo>
                    <a:pt x="8859" y="22138"/>
                  </a:lnTo>
                  <a:lnTo>
                    <a:pt x="6174" y="22831"/>
                  </a:lnTo>
                  <a:cubicBezTo>
                    <a:pt x="6160" y="22569"/>
                    <a:pt x="6112" y="21764"/>
                    <a:pt x="6086" y="21633"/>
                  </a:cubicBezTo>
                  <a:cubicBezTo>
                    <a:pt x="6070" y="21549"/>
                    <a:pt x="6113" y="21242"/>
                    <a:pt x="6143" y="21039"/>
                  </a:cubicBezTo>
                  <a:cubicBezTo>
                    <a:pt x="6163" y="20899"/>
                    <a:pt x="6179" y="20788"/>
                    <a:pt x="6179" y="20739"/>
                  </a:cubicBezTo>
                  <a:cubicBezTo>
                    <a:pt x="6179" y="20616"/>
                    <a:pt x="5279" y="10727"/>
                    <a:pt x="5241" y="10308"/>
                  </a:cubicBezTo>
                  <a:lnTo>
                    <a:pt x="4878" y="4596"/>
                  </a:lnTo>
                  <a:cubicBezTo>
                    <a:pt x="4877" y="4567"/>
                    <a:pt x="4857" y="4543"/>
                    <a:pt x="4829" y="4535"/>
                  </a:cubicBezTo>
                  <a:lnTo>
                    <a:pt x="4541" y="4464"/>
                  </a:lnTo>
                  <a:cubicBezTo>
                    <a:pt x="4536" y="4462"/>
                    <a:pt x="4530" y="4462"/>
                    <a:pt x="4526" y="4462"/>
                  </a:cubicBezTo>
                  <a:cubicBezTo>
                    <a:pt x="4520" y="4462"/>
                    <a:pt x="4515" y="4462"/>
                    <a:pt x="4509" y="4463"/>
                  </a:cubicBezTo>
                  <a:lnTo>
                    <a:pt x="4222" y="4535"/>
                  </a:lnTo>
                  <a:cubicBezTo>
                    <a:pt x="4194" y="4543"/>
                    <a:pt x="4173" y="4566"/>
                    <a:pt x="4172" y="4596"/>
                  </a:cubicBezTo>
                  <a:lnTo>
                    <a:pt x="3809" y="10307"/>
                  </a:lnTo>
                  <a:cubicBezTo>
                    <a:pt x="3771" y="10727"/>
                    <a:pt x="2872" y="20616"/>
                    <a:pt x="2872" y="20739"/>
                  </a:cubicBezTo>
                  <a:cubicBezTo>
                    <a:pt x="2872" y="20788"/>
                    <a:pt x="2888" y="20899"/>
                    <a:pt x="2908" y="21039"/>
                  </a:cubicBezTo>
                  <a:cubicBezTo>
                    <a:pt x="2937" y="21242"/>
                    <a:pt x="2981" y="21549"/>
                    <a:pt x="2964" y="21633"/>
                  </a:cubicBezTo>
                  <a:cubicBezTo>
                    <a:pt x="2938" y="21764"/>
                    <a:pt x="2891" y="22569"/>
                    <a:pt x="2876" y="22831"/>
                  </a:cubicBezTo>
                  <a:lnTo>
                    <a:pt x="191" y="22138"/>
                  </a:lnTo>
                  <a:lnTo>
                    <a:pt x="166" y="21796"/>
                  </a:lnTo>
                  <a:lnTo>
                    <a:pt x="563" y="21455"/>
                  </a:lnTo>
                  <a:cubicBezTo>
                    <a:pt x="579" y="21442"/>
                    <a:pt x="587" y="21423"/>
                    <a:pt x="587" y="21403"/>
                  </a:cubicBezTo>
                  <a:lnTo>
                    <a:pt x="436" y="13514"/>
                  </a:lnTo>
                  <a:lnTo>
                    <a:pt x="135" y="1027"/>
                  </a:lnTo>
                  <a:lnTo>
                    <a:pt x="4426" y="133"/>
                  </a:lnTo>
                  <a:close/>
                  <a:moveTo>
                    <a:pt x="4419" y="1"/>
                  </a:moveTo>
                  <a:cubicBezTo>
                    <a:pt x="4416" y="1"/>
                    <a:pt x="4411" y="1"/>
                    <a:pt x="4406" y="2"/>
                  </a:cubicBezTo>
                  <a:lnTo>
                    <a:pt x="53" y="908"/>
                  </a:lnTo>
                  <a:cubicBezTo>
                    <a:pt x="23" y="915"/>
                    <a:pt x="0" y="943"/>
                    <a:pt x="1" y="975"/>
                  </a:cubicBezTo>
                  <a:lnTo>
                    <a:pt x="303" y="13518"/>
                  </a:lnTo>
                  <a:lnTo>
                    <a:pt x="455" y="21375"/>
                  </a:lnTo>
                  <a:lnTo>
                    <a:pt x="55" y="21717"/>
                  </a:lnTo>
                  <a:cubicBezTo>
                    <a:pt x="39" y="21731"/>
                    <a:pt x="30" y="21751"/>
                    <a:pt x="32" y="21772"/>
                  </a:cubicBezTo>
                  <a:lnTo>
                    <a:pt x="62" y="22195"/>
                  </a:lnTo>
                  <a:cubicBezTo>
                    <a:pt x="64" y="22224"/>
                    <a:pt x="84" y="22248"/>
                    <a:pt x="111" y="22255"/>
                  </a:cubicBezTo>
                  <a:lnTo>
                    <a:pt x="2923" y="22980"/>
                  </a:lnTo>
                  <a:cubicBezTo>
                    <a:pt x="2928" y="22982"/>
                    <a:pt x="2933" y="22982"/>
                    <a:pt x="2939" y="22982"/>
                  </a:cubicBezTo>
                  <a:cubicBezTo>
                    <a:pt x="2953" y="22982"/>
                    <a:pt x="2966" y="22978"/>
                    <a:pt x="2978" y="22970"/>
                  </a:cubicBezTo>
                  <a:cubicBezTo>
                    <a:pt x="2994" y="22958"/>
                    <a:pt x="3004" y="22939"/>
                    <a:pt x="3005" y="22919"/>
                  </a:cubicBezTo>
                  <a:cubicBezTo>
                    <a:pt x="3022" y="22610"/>
                    <a:pt x="3070" y="21779"/>
                    <a:pt x="3094" y="21660"/>
                  </a:cubicBezTo>
                  <a:cubicBezTo>
                    <a:pt x="3114" y="21561"/>
                    <a:pt x="3083" y="21323"/>
                    <a:pt x="3040" y="21021"/>
                  </a:cubicBezTo>
                  <a:cubicBezTo>
                    <a:pt x="3022" y="20897"/>
                    <a:pt x="3005" y="20780"/>
                    <a:pt x="3005" y="20741"/>
                  </a:cubicBezTo>
                  <a:cubicBezTo>
                    <a:pt x="3010" y="20574"/>
                    <a:pt x="3933" y="10421"/>
                    <a:pt x="3942" y="10316"/>
                  </a:cubicBezTo>
                  <a:lnTo>
                    <a:pt x="4302" y="4653"/>
                  </a:lnTo>
                  <a:lnTo>
                    <a:pt x="4526" y="4597"/>
                  </a:lnTo>
                  <a:lnTo>
                    <a:pt x="4749" y="4653"/>
                  </a:lnTo>
                  <a:lnTo>
                    <a:pt x="5109" y="10319"/>
                  </a:lnTo>
                  <a:cubicBezTo>
                    <a:pt x="5118" y="10421"/>
                    <a:pt x="6041" y="20574"/>
                    <a:pt x="6046" y="20739"/>
                  </a:cubicBezTo>
                  <a:cubicBezTo>
                    <a:pt x="6046" y="20780"/>
                    <a:pt x="6029" y="20897"/>
                    <a:pt x="6012" y="21021"/>
                  </a:cubicBezTo>
                  <a:cubicBezTo>
                    <a:pt x="5968" y="21322"/>
                    <a:pt x="5937" y="21561"/>
                    <a:pt x="5956" y="21659"/>
                  </a:cubicBezTo>
                  <a:cubicBezTo>
                    <a:pt x="5981" y="21779"/>
                    <a:pt x="6029" y="22610"/>
                    <a:pt x="6046" y="22919"/>
                  </a:cubicBezTo>
                  <a:cubicBezTo>
                    <a:pt x="6047" y="22939"/>
                    <a:pt x="6057" y="22958"/>
                    <a:pt x="6073" y="22970"/>
                  </a:cubicBezTo>
                  <a:cubicBezTo>
                    <a:pt x="6084" y="22978"/>
                    <a:pt x="6098" y="22981"/>
                    <a:pt x="6112" y="22981"/>
                  </a:cubicBezTo>
                  <a:cubicBezTo>
                    <a:pt x="6118" y="22981"/>
                    <a:pt x="6123" y="22981"/>
                    <a:pt x="6129" y="22980"/>
                  </a:cubicBezTo>
                  <a:lnTo>
                    <a:pt x="8939" y="22255"/>
                  </a:lnTo>
                  <a:cubicBezTo>
                    <a:pt x="8967" y="22248"/>
                    <a:pt x="8987" y="22223"/>
                    <a:pt x="8988" y="22195"/>
                  </a:cubicBezTo>
                  <a:lnTo>
                    <a:pt x="9019" y="21772"/>
                  </a:lnTo>
                  <a:cubicBezTo>
                    <a:pt x="9020" y="21751"/>
                    <a:pt x="9012" y="21731"/>
                    <a:pt x="8996" y="21717"/>
                  </a:cubicBezTo>
                  <a:lnTo>
                    <a:pt x="8597" y="21375"/>
                  </a:lnTo>
                  <a:lnTo>
                    <a:pt x="8747" y="13518"/>
                  </a:lnTo>
                  <a:lnTo>
                    <a:pt x="9050" y="975"/>
                  </a:lnTo>
                  <a:cubicBezTo>
                    <a:pt x="9050" y="943"/>
                    <a:pt x="9029" y="915"/>
                    <a:pt x="8997" y="908"/>
                  </a:cubicBezTo>
                  <a:lnTo>
                    <a:pt x="4644" y="2"/>
                  </a:lnTo>
                  <a:cubicBezTo>
                    <a:pt x="4640" y="1"/>
                    <a:pt x="4636" y="1"/>
                    <a:pt x="46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g33adf7f9e96_1_411"/>
            <p:cNvSpPr/>
            <p:nvPr/>
          </p:nvSpPr>
          <p:spPr>
            <a:xfrm>
              <a:off x="8504015" y="3559639"/>
              <a:ext cx="362024" cy="340544"/>
            </a:xfrm>
            <a:custGeom>
              <a:rect b="b" l="l" r="r" t="t"/>
              <a:pathLst>
                <a:path extrusionOk="0" h="7848" w="8343">
                  <a:moveTo>
                    <a:pt x="1917" y="0"/>
                  </a:moveTo>
                  <a:cubicBezTo>
                    <a:pt x="1810" y="0"/>
                    <a:pt x="1742" y="120"/>
                    <a:pt x="1874" y="347"/>
                  </a:cubicBezTo>
                  <a:cubicBezTo>
                    <a:pt x="2086" y="710"/>
                    <a:pt x="2479" y="920"/>
                    <a:pt x="2479" y="920"/>
                  </a:cubicBezTo>
                  <a:cubicBezTo>
                    <a:pt x="2479" y="920"/>
                    <a:pt x="1452" y="891"/>
                    <a:pt x="1300" y="831"/>
                  </a:cubicBezTo>
                  <a:cubicBezTo>
                    <a:pt x="1174" y="780"/>
                    <a:pt x="605" y="350"/>
                    <a:pt x="316" y="350"/>
                  </a:cubicBezTo>
                  <a:cubicBezTo>
                    <a:pt x="258" y="350"/>
                    <a:pt x="212" y="367"/>
                    <a:pt x="182" y="407"/>
                  </a:cubicBezTo>
                  <a:cubicBezTo>
                    <a:pt x="0" y="650"/>
                    <a:pt x="393" y="951"/>
                    <a:pt x="484" y="1163"/>
                  </a:cubicBezTo>
                  <a:cubicBezTo>
                    <a:pt x="575" y="1375"/>
                    <a:pt x="1390" y="1918"/>
                    <a:pt x="2117" y="2341"/>
                  </a:cubicBezTo>
                  <a:cubicBezTo>
                    <a:pt x="2842" y="2765"/>
                    <a:pt x="3597" y="3067"/>
                    <a:pt x="3597" y="3067"/>
                  </a:cubicBezTo>
                  <a:cubicBezTo>
                    <a:pt x="3597" y="3067"/>
                    <a:pt x="5984" y="6996"/>
                    <a:pt x="6377" y="7328"/>
                  </a:cubicBezTo>
                  <a:cubicBezTo>
                    <a:pt x="6665" y="7572"/>
                    <a:pt x="7066" y="7847"/>
                    <a:pt x="7343" y="7847"/>
                  </a:cubicBezTo>
                  <a:cubicBezTo>
                    <a:pt x="7445" y="7847"/>
                    <a:pt x="7529" y="7810"/>
                    <a:pt x="7586" y="7721"/>
                  </a:cubicBezTo>
                  <a:cubicBezTo>
                    <a:pt x="7798" y="7389"/>
                    <a:pt x="8251" y="6301"/>
                    <a:pt x="8251" y="6301"/>
                  </a:cubicBezTo>
                  <a:lnTo>
                    <a:pt x="8342" y="3943"/>
                  </a:lnTo>
                  <a:lnTo>
                    <a:pt x="6348" y="3218"/>
                  </a:lnTo>
                  <a:lnTo>
                    <a:pt x="6045" y="4457"/>
                  </a:lnTo>
                  <a:lnTo>
                    <a:pt x="4141" y="2281"/>
                  </a:lnTo>
                  <a:cubicBezTo>
                    <a:pt x="4141" y="2281"/>
                    <a:pt x="3990" y="1253"/>
                    <a:pt x="3869" y="1132"/>
                  </a:cubicBezTo>
                  <a:cubicBezTo>
                    <a:pt x="3748" y="1012"/>
                    <a:pt x="3295" y="800"/>
                    <a:pt x="2992" y="648"/>
                  </a:cubicBezTo>
                  <a:cubicBezTo>
                    <a:pt x="2690" y="498"/>
                    <a:pt x="2267" y="377"/>
                    <a:pt x="2117" y="135"/>
                  </a:cubicBezTo>
                  <a:cubicBezTo>
                    <a:pt x="2060" y="44"/>
                    <a:pt x="1981" y="0"/>
                    <a:pt x="191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g33adf7f9e96_1_411"/>
            <p:cNvSpPr/>
            <p:nvPr/>
          </p:nvSpPr>
          <p:spPr>
            <a:xfrm>
              <a:off x="8502800" y="3556776"/>
              <a:ext cx="366146" cy="346272"/>
            </a:xfrm>
            <a:custGeom>
              <a:rect b="b" l="l" r="r" t="t"/>
              <a:pathLst>
                <a:path extrusionOk="0" h="7980" w="8438">
                  <a:moveTo>
                    <a:pt x="1945" y="133"/>
                  </a:moveTo>
                  <a:cubicBezTo>
                    <a:pt x="1984" y="133"/>
                    <a:pt x="2042" y="163"/>
                    <a:pt x="2088" y="236"/>
                  </a:cubicBezTo>
                  <a:cubicBezTo>
                    <a:pt x="2211" y="434"/>
                    <a:pt x="2482" y="550"/>
                    <a:pt x="2745" y="663"/>
                  </a:cubicBezTo>
                  <a:cubicBezTo>
                    <a:pt x="2830" y="700"/>
                    <a:pt x="2915" y="736"/>
                    <a:pt x="2992" y="775"/>
                  </a:cubicBezTo>
                  <a:lnTo>
                    <a:pt x="3144" y="850"/>
                  </a:lnTo>
                  <a:cubicBezTo>
                    <a:pt x="3418" y="984"/>
                    <a:pt x="3756" y="1152"/>
                    <a:pt x="3851" y="1246"/>
                  </a:cubicBezTo>
                  <a:cubicBezTo>
                    <a:pt x="3916" y="1311"/>
                    <a:pt x="4033" y="1873"/>
                    <a:pt x="4104" y="2357"/>
                  </a:cubicBezTo>
                  <a:cubicBezTo>
                    <a:pt x="4105" y="2370"/>
                    <a:pt x="4111" y="2381"/>
                    <a:pt x="4119" y="2391"/>
                  </a:cubicBezTo>
                  <a:lnTo>
                    <a:pt x="6023" y="4567"/>
                  </a:lnTo>
                  <a:cubicBezTo>
                    <a:pt x="6036" y="4581"/>
                    <a:pt x="6054" y="4590"/>
                    <a:pt x="6073" y="4590"/>
                  </a:cubicBezTo>
                  <a:cubicBezTo>
                    <a:pt x="6079" y="4590"/>
                    <a:pt x="6084" y="4589"/>
                    <a:pt x="6089" y="4588"/>
                  </a:cubicBezTo>
                  <a:cubicBezTo>
                    <a:pt x="6113" y="4582"/>
                    <a:pt x="6132" y="4563"/>
                    <a:pt x="6138" y="4538"/>
                  </a:cubicBezTo>
                  <a:lnTo>
                    <a:pt x="6423" y="3372"/>
                  </a:lnTo>
                  <a:lnTo>
                    <a:pt x="8303" y="4055"/>
                  </a:lnTo>
                  <a:lnTo>
                    <a:pt x="8214" y="6352"/>
                  </a:lnTo>
                  <a:cubicBezTo>
                    <a:pt x="8166" y="6467"/>
                    <a:pt x="7754" y="7445"/>
                    <a:pt x="7559" y="7752"/>
                  </a:cubicBezTo>
                  <a:cubicBezTo>
                    <a:pt x="7526" y="7804"/>
                    <a:pt x="7479" y="7834"/>
                    <a:pt x="7417" y="7844"/>
                  </a:cubicBezTo>
                  <a:cubicBezTo>
                    <a:pt x="7402" y="7846"/>
                    <a:pt x="7387" y="7847"/>
                    <a:pt x="7372" y="7847"/>
                  </a:cubicBezTo>
                  <a:cubicBezTo>
                    <a:pt x="7165" y="7847"/>
                    <a:pt x="6826" y="7662"/>
                    <a:pt x="6449" y="7343"/>
                  </a:cubicBezTo>
                  <a:cubicBezTo>
                    <a:pt x="6145" y="7085"/>
                    <a:pt x="4506" y="4454"/>
                    <a:pt x="3683" y="3098"/>
                  </a:cubicBezTo>
                  <a:cubicBezTo>
                    <a:pt x="3674" y="3085"/>
                    <a:pt x="3664" y="3076"/>
                    <a:pt x="3650" y="3071"/>
                  </a:cubicBezTo>
                  <a:cubicBezTo>
                    <a:pt x="3643" y="3068"/>
                    <a:pt x="2890" y="2766"/>
                    <a:pt x="2178" y="2351"/>
                  </a:cubicBezTo>
                  <a:cubicBezTo>
                    <a:pt x="1318" y="1849"/>
                    <a:pt x="643" y="1366"/>
                    <a:pt x="573" y="1203"/>
                  </a:cubicBezTo>
                  <a:cubicBezTo>
                    <a:pt x="542" y="1130"/>
                    <a:pt x="484" y="1054"/>
                    <a:pt x="422" y="972"/>
                  </a:cubicBezTo>
                  <a:cubicBezTo>
                    <a:pt x="273" y="778"/>
                    <a:pt x="175" y="632"/>
                    <a:pt x="264" y="513"/>
                  </a:cubicBezTo>
                  <a:cubicBezTo>
                    <a:pt x="280" y="491"/>
                    <a:pt x="308" y="480"/>
                    <a:pt x="346" y="480"/>
                  </a:cubicBezTo>
                  <a:cubicBezTo>
                    <a:pt x="529" y="480"/>
                    <a:pt x="913" y="721"/>
                    <a:pt x="1095" y="836"/>
                  </a:cubicBezTo>
                  <a:cubicBezTo>
                    <a:pt x="1192" y="897"/>
                    <a:pt x="1262" y="942"/>
                    <a:pt x="1303" y="958"/>
                  </a:cubicBezTo>
                  <a:cubicBezTo>
                    <a:pt x="1461" y="1021"/>
                    <a:pt x="2399" y="1050"/>
                    <a:pt x="2506" y="1053"/>
                  </a:cubicBezTo>
                  <a:cubicBezTo>
                    <a:pt x="2534" y="1052"/>
                    <a:pt x="2563" y="1034"/>
                    <a:pt x="2572" y="1004"/>
                  </a:cubicBezTo>
                  <a:cubicBezTo>
                    <a:pt x="2579" y="975"/>
                    <a:pt x="2566" y="943"/>
                    <a:pt x="2539" y="928"/>
                  </a:cubicBezTo>
                  <a:cubicBezTo>
                    <a:pt x="2535" y="926"/>
                    <a:pt x="2159" y="720"/>
                    <a:pt x="1960" y="380"/>
                  </a:cubicBezTo>
                  <a:cubicBezTo>
                    <a:pt x="1876" y="235"/>
                    <a:pt x="1889" y="157"/>
                    <a:pt x="1919" y="139"/>
                  </a:cubicBezTo>
                  <a:cubicBezTo>
                    <a:pt x="1926" y="135"/>
                    <a:pt x="1935" y="133"/>
                    <a:pt x="1945" y="133"/>
                  </a:cubicBezTo>
                  <a:close/>
                  <a:moveTo>
                    <a:pt x="1944" y="0"/>
                  </a:moveTo>
                  <a:cubicBezTo>
                    <a:pt x="1909" y="0"/>
                    <a:pt x="1877" y="9"/>
                    <a:pt x="1850" y="25"/>
                  </a:cubicBezTo>
                  <a:cubicBezTo>
                    <a:pt x="1760" y="79"/>
                    <a:pt x="1712" y="219"/>
                    <a:pt x="1845" y="446"/>
                  </a:cubicBezTo>
                  <a:cubicBezTo>
                    <a:pt x="1965" y="652"/>
                    <a:pt x="2139" y="810"/>
                    <a:pt x="2274" y="912"/>
                  </a:cubicBezTo>
                  <a:cubicBezTo>
                    <a:pt x="1895" y="897"/>
                    <a:pt x="1436" y="868"/>
                    <a:pt x="1353" y="834"/>
                  </a:cubicBezTo>
                  <a:cubicBezTo>
                    <a:pt x="1322" y="822"/>
                    <a:pt x="1245" y="775"/>
                    <a:pt x="1165" y="724"/>
                  </a:cubicBezTo>
                  <a:cubicBezTo>
                    <a:pt x="916" y="568"/>
                    <a:pt x="572" y="351"/>
                    <a:pt x="341" y="351"/>
                  </a:cubicBezTo>
                  <a:cubicBezTo>
                    <a:pt x="265" y="351"/>
                    <a:pt x="201" y="375"/>
                    <a:pt x="157" y="433"/>
                  </a:cubicBezTo>
                  <a:cubicBezTo>
                    <a:pt x="1" y="641"/>
                    <a:pt x="176" y="869"/>
                    <a:pt x="317" y="1054"/>
                  </a:cubicBezTo>
                  <a:cubicBezTo>
                    <a:pt x="374" y="1127"/>
                    <a:pt x="427" y="1197"/>
                    <a:pt x="450" y="1255"/>
                  </a:cubicBezTo>
                  <a:cubicBezTo>
                    <a:pt x="585" y="1569"/>
                    <a:pt x="1955" y="2374"/>
                    <a:pt x="2110" y="2464"/>
                  </a:cubicBezTo>
                  <a:cubicBezTo>
                    <a:pt x="2766" y="2846"/>
                    <a:pt x="3453" y="3134"/>
                    <a:pt x="3580" y="3186"/>
                  </a:cubicBezTo>
                  <a:cubicBezTo>
                    <a:pt x="3780" y="3515"/>
                    <a:pt x="5976" y="7117"/>
                    <a:pt x="6362" y="7445"/>
                  </a:cubicBezTo>
                  <a:cubicBezTo>
                    <a:pt x="6606" y="7650"/>
                    <a:pt x="7045" y="7980"/>
                    <a:pt x="7372" y="7980"/>
                  </a:cubicBezTo>
                  <a:cubicBezTo>
                    <a:pt x="7394" y="7980"/>
                    <a:pt x="7415" y="7978"/>
                    <a:pt x="7437" y="7975"/>
                  </a:cubicBezTo>
                  <a:cubicBezTo>
                    <a:pt x="7537" y="7960"/>
                    <a:pt x="7617" y="7908"/>
                    <a:pt x="7671" y="7823"/>
                  </a:cubicBezTo>
                  <a:cubicBezTo>
                    <a:pt x="7883" y="7489"/>
                    <a:pt x="8323" y="6436"/>
                    <a:pt x="8341" y="6392"/>
                  </a:cubicBezTo>
                  <a:cubicBezTo>
                    <a:pt x="8344" y="6385"/>
                    <a:pt x="8345" y="6377"/>
                    <a:pt x="8347" y="6368"/>
                  </a:cubicBezTo>
                  <a:lnTo>
                    <a:pt x="8437" y="4012"/>
                  </a:lnTo>
                  <a:cubicBezTo>
                    <a:pt x="8438" y="3982"/>
                    <a:pt x="8420" y="3956"/>
                    <a:pt x="8393" y="3947"/>
                  </a:cubicBezTo>
                  <a:lnTo>
                    <a:pt x="6398" y="3221"/>
                  </a:lnTo>
                  <a:cubicBezTo>
                    <a:pt x="6390" y="3218"/>
                    <a:pt x="6383" y="3217"/>
                    <a:pt x="6375" y="3217"/>
                  </a:cubicBezTo>
                  <a:cubicBezTo>
                    <a:pt x="6364" y="3217"/>
                    <a:pt x="6354" y="3220"/>
                    <a:pt x="6345" y="3225"/>
                  </a:cubicBezTo>
                  <a:cubicBezTo>
                    <a:pt x="6327" y="3233"/>
                    <a:pt x="6315" y="3250"/>
                    <a:pt x="6312" y="3268"/>
                  </a:cubicBezTo>
                  <a:lnTo>
                    <a:pt x="6040" y="4383"/>
                  </a:lnTo>
                  <a:lnTo>
                    <a:pt x="4232" y="2317"/>
                  </a:lnTo>
                  <a:cubicBezTo>
                    <a:pt x="4193" y="2051"/>
                    <a:pt x="4067" y="1275"/>
                    <a:pt x="3944" y="1151"/>
                  </a:cubicBezTo>
                  <a:cubicBezTo>
                    <a:pt x="3834" y="1042"/>
                    <a:pt x="3499" y="876"/>
                    <a:pt x="3204" y="731"/>
                  </a:cubicBezTo>
                  <a:lnTo>
                    <a:pt x="3051" y="655"/>
                  </a:lnTo>
                  <a:cubicBezTo>
                    <a:pt x="2972" y="616"/>
                    <a:pt x="2885" y="578"/>
                    <a:pt x="2797" y="540"/>
                  </a:cubicBezTo>
                  <a:cubicBezTo>
                    <a:pt x="2553" y="436"/>
                    <a:pt x="2302" y="327"/>
                    <a:pt x="2200" y="165"/>
                  </a:cubicBezTo>
                  <a:cubicBezTo>
                    <a:pt x="2129" y="52"/>
                    <a:pt x="2029" y="0"/>
                    <a:pt x="19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g33adf7f9e96_1_411"/>
            <p:cNvSpPr/>
            <p:nvPr/>
          </p:nvSpPr>
          <p:spPr>
            <a:xfrm>
              <a:off x="8542764" y="3603249"/>
              <a:ext cx="119329" cy="67475"/>
            </a:xfrm>
            <a:custGeom>
              <a:rect b="b" l="l" r="r" t="t"/>
              <a:pathLst>
                <a:path extrusionOk="0" h="1555" w="2750">
                  <a:moveTo>
                    <a:pt x="74" y="1"/>
                  </a:moveTo>
                  <a:cubicBezTo>
                    <a:pt x="46" y="1"/>
                    <a:pt x="21" y="18"/>
                    <a:pt x="12" y="47"/>
                  </a:cubicBezTo>
                  <a:cubicBezTo>
                    <a:pt x="0" y="81"/>
                    <a:pt x="19" y="119"/>
                    <a:pt x="55" y="130"/>
                  </a:cubicBezTo>
                  <a:cubicBezTo>
                    <a:pt x="659" y="328"/>
                    <a:pt x="1840" y="721"/>
                    <a:pt x="1980" y="791"/>
                  </a:cubicBezTo>
                  <a:cubicBezTo>
                    <a:pt x="2102" y="853"/>
                    <a:pt x="2438" y="1275"/>
                    <a:pt x="2620" y="1527"/>
                  </a:cubicBezTo>
                  <a:cubicBezTo>
                    <a:pt x="2633" y="1545"/>
                    <a:pt x="2653" y="1554"/>
                    <a:pt x="2674" y="1554"/>
                  </a:cubicBezTo>
                  <a:cubicBezTo>
                    <a:pt x="2687" y="1554"/>
                    <a:pt x="2701" y="1549"/>
                    <a:pt x="2713" y="1541"/>
                  </a:cubicBezTo>
                  <a:cubicBezTo>
                    <a:pt x="2743" y="1520"/>
                    <a:pt x="2750" y="1478"/>
                    <a:pt x="2727" y="1449"/>
                  </a:cubicBezTo>
                  <a:cubicBezTo>
                    <a:pt x="2678" y="1379"/>
                    <a:pt x="2229" y="767"/>
                    <a:pt x="2039" y="673"/>
                  </a:cubicBezTo>
                  <a:cubicBezTo>
                    <a:pt x="1855" y="580"/>
                    <a:pt x="167" y="28"/>
                    <a:pt x="95" y="4"/>
                  </a:cubicBezTo>
                  <a:cubicBezTo>
                    <a:pt x="88" y="2"/>
                    <a:pt x="81" y="1"/>
                    <a:pt x="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g33adf7f9e96_1_411"/>
            <p:cNvSpPr/>
            <p:nvPr/>
          </p:nvSpPr>
          <p:spPr>
            <a:xfrm>
              <a:off x="8763066" y="3750131"/>
              <a:ext cx="70817" cy="47775"/>
            </a:xfrm>
            <a:custGeom>
              <a:rect b="b" l="l" r="r" t="t"/>
              <a:pathLst>
                <a:path extrusionOk="0" h="1101" w="1632">
                  <a:moveTo>
                    <a:pt x="75" y="0"/>
                  </a:moveTo>
                  <a:cubicBezTo>
                    <a:pt x="54" y="0"/>
                    <a:pt x="33" y="11"/>
                    <a:pt x="20" y="30"/>
                  </a:cubicBezTo>
                  <a:cubicBezTo>
                    <a:pt x="0" y="61"/>
                    <a:pt x="8" y="102"/>
                    <a:pt x="39" y="122"/>
                  </a:cubicBezTo>
                  <a:lnTo>
                    <a:pt x="1520" y="1090"/>
                  </a:lnTo>
                  <a:cubicBezTo>
                    <a:pt x="1531" y="1097"/>
                    <a:pt x="1544" y="1101"/>
                    <a:pt x="1556" y="1101"/>
                  </a:cubicBezTo>
                  <a:cubicBezTo>
                    <a:pt x="1578" y="1101"/>
                    <a:pt x="1600" y="1090"/>
                    <a:pt x="1612" y="1070"/>
                  </a:cubicBezTo>
                  <a:cubicBezTo>
                    <a:pt x="1632" y="1039"/>
                    <a:pt x="1623" y="998"/>
                    <a:pt x="1593" y="978"/>
                  </a:cubicBezTo>
                  <a:lnTo>
                    <a:pt x="111" y="11"/>
                  </a:lnTo>
                  <a:cubicBezTo>
                    <a:pt x="100" y="4"/>
                    <a:pt x="88"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g33adf7f9e96_1_411"/>
            <p:cNvSpPr/>
            <p:nvPr/>
          </p:nvSpPr>
          <p:spPr>
            <a:xfrm>
              <a:off x="9234479" y="3675627"/>
              <a:ext cx="129874" cy="653404"/>
            </a:xfrm>
            <a:custGeom>
              <a:rect b="b" l="l" r="r" t="t"/>
              <a:pathLst>
                <a:path extrusionOk="0" h="15058" w="2993">
                  <a:moveTo>
                    <a:pt x="1735" y="1"/>
                  </a:moveTo>
                  <a:lnTo>
                    <a:pt x="1" y="1826"/>
                  </a:lnTo>
                  <a:lnTo>
                    <a:pt x="304" y="6179"/>
                  </a:lnTo>
                  <a:lnTo>
                    <a:pt x="1663" y="10803"/>
                  </a:lnTo>
                  <a:cubicBezTo>
                    <a:pt x="1663" y="10803"/>
                    <a:pt x="1270" y="12163"/>
                    <a:pt x="1241" y="12344"/>
                  </a:cubicBezTo>
                  <a:cubicBezTo>
                    <a:pt x="1210" y="12527"/>
                    <a:pt x="1331" y="12677"/>
                    <a:pt x="1361" y="12889"/>
                  </a:cubicBezTo>
                  <a:cubicBezTo>
                    <a:pt x="1392" y="13100"/>
                    <a:pt x="1513" y="13705"/>
                    <a:pt x="1513" y="13946"/>
                  </a:cubicBezTo>
                  <a:cubicBezTo>
                    <a:pt x="1513" y="14189"/>
                    <a:pt x="1663" y="14249"/>
                    <a:pt x="1814" y="14279"/>
                  </a:cubicBezTo>
                  <a:cubicBezTo>
                    <a:pt x="1834" y="14283"/>
                    <a:pt x="1850" y="14285"/>
                    <a:pt x="1865" y="14285"/>
                  </a:cubicBezTo>
                  <a:cubicBezTo>
                    <a:pt x="1966" y="14285"/>
                    <a:pt x="1966" y="14192"/>
                    <a:pt x="1966" y="14007"/>
                  </a:cubicBezTo>
                  <a:cubicBezTo>
                    <a:pt x="1966" y="13795"/>
                    <a:pt x="1935" y="12859"/>
                    <a:pt x="1935" y="12859"/>
                  </a:cubicBezTo>
                  <a:lnTo>
                    <a:pt x="1935" y="12859"/>
                  </a:lnTo>
                  <a:cubicBezTo>
                    <a:pt x="1935" y="12859"/>
                    <a:pt x="2298" y="13433"/>
                    <a:pt x="2298" y="13645"/>
                  </a:cubicBezTo>
                  <a:lnTo>
                    <a:pt x="2298" y="14430"/>
                  </a:lnTo>
                  <a:cubicBezTo>
                    <a:pt x="2298" y="14551"/>
                    <a:pt x="2117" y="14732"/>
                    <a:pt x="2026" y="14883"/>
                  </a:cubicBezTo>
                  <a:cubicBezTo>
                    <a:pt x="1959" y="14996"/>
                    <a:pt x="2141" y="15058"/>
                    <a:pt x="2289" y="15058"/>
                  </a:cubicBezTo>
                  <a:cubicBezTo>
                    <a:pt x="2341" y="15058"/>
                    <a:pt x="2388" y="15050"/>
                    <a:pt x="2419" y="15035"/>
                  </a:cubicBezTo>
                  <a:cubicBezTo>
                    <a:pt x="2540" y="14974"/>
                    <a:pt x="2782" y="14672"/>
                    <a:pt x="2843" y="14491"/>
                  </a:cubicBezTo>
                  <a:cubicBezTo>
                    <a:pt x="2903" y="14310"/>
                    <a:pt x="2993" y="12556"/>
                    <a:pt x="2963" y="12435"/>
                  </a:cubicBezTo>
                  <a:cubicBezTo>
                    <a:pt x="2932" y="12315"/>
                    <a:pt x="2570" y="10713"/>
                    <a:pt x="2570" y="10713"/>
                  </a:cubicBezTo>
                  <a:lnTo>
                    <a:pt x="2117" y="3882"/>
                  </a:lnTo>
                  <a:lnTo>
                    <a:pt x="173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g33adf7f9e96_1_411"/>
            <p:cNvSpPr/>
            <p:nvPr/>
          </p:nvSpPr>
          <p:spPr>
            <a:xfrm>
              <a:off x="9231571" y="3672763"/>
              <a:ext cx="135732" cy="659175"/>
            </a:xfrm>
            <a:custGeom>
              <a:rect b="b" l="l" r="r" t="t"/>
              <a:pathLst>
                <a:path extrusionOk="0" h="15191" w="3128">
                  <a:moveTo>
                    <a:pt x="1750" y="218"/>
                  </a:moveTo>
                  <a:lnTo>
                    <a:pt x="2117" y="3952"/>
                  </a:lnTo>
                  <a:lnTo>
                    <a:pt x="2572" y="10793"/>
                  </a:lnTo>
                  <a:cubicBezTo>
                    <a:pt x="2587" y="10859"/>
                    <a:pt x="2936" y="12397"/>
                    <a:pt x="2965" y="12517"/>
                  </a:cubicBezTo>
                  <a:cubicBezTo>
                    <a:pt x="2990" y="12634"/>
                    <a:pt x="2906" y="14355"/>
                    <a:pt x="2846" y="14535"/>
                  </a:cubicBezTo>
                  <a:cubicBezTo>
                    <a:pt x="2790" y="14704"/>
                    <a:pt x="2558" y="14990"/>
                    <a:pt x="2456" y="15042"/>
                  </a:cubicBezTo>
                  <a:cubicBezTo>
                    <a:pt x="2435" y="15052"/>
                    <a:pt x="2398" y="15057"/>
                    <a:pt x="2357" y="15057"/>
                  </a:cubicBezTo>
                  <a:cubicBezTo>
                    <a:pt x="2298" y="15057"/>
                    <a:pt x="2230" y="15047"/>
                    <a:pt x="2182" y="15024"/>
                  </a:cubicBezTo>
                  <a:cubicBezTo>
                    <a:pt x="2154" y="15010"/>
                    <a:pt x="2145" y="14998"/>
                    <a:pt x="2150" y="14984"/>
                  </a:cubicBezTo>
                  <a:cubicBezTo>
                    <a:pt x="2178" y="14936"/>
                    <a:pt x="2219" y="14883"/>
                    <a:pt x="2256" y="14831"/>
                  </a:cubicBezTo>
                  <a:cubicBezTo>
                    <a:pt x="2346" y="14712"/>
                    <a:pt x="2432" y="14599"/>
                    <a:pt x="2432" y="14496"/>
                  </a:cubicBezTo>
                  <a:lnTo>
                    <a:pt x="2432" y="13711"/>
                  </a:lnTo>
                  <a:cubicBezTo>
                    <a:pt x="2432" y="13486"/>
                    <a:pt x="2097" y="12949"/>
                    <a:pt x="2059" y="12890"/>
                  </a:cubicBezTo>
                  <a:cubicBezTo>
                    <a:pt x="2046" y="12869"/>
                    <a:pt x="2025" y="12858"/>
                    <a:pt x="2002" y="12858"/>
                  </a:cubicBezTo>
                  <a:cubicBezTo>
                    <a:pt x="1996" y="12858"/>
                    <a:pt x="1989" y="12859"/>
                    <a:pt x="1983" y="12861"/>
                  </a:cubicBezTo>
                  <a:cubicBezTo>
                    <a:pt x="1955" y="12869"/>
                    <a:pt x="1935" y="12897"/>
                    <a:pt x="1936" y="12926"/>
                  </a:cubicBezTo>
                  <a:cubicBezTo>
                    <a:pt x="1936" y="12936"/>
                    <a:pt x="1967" y="13866"/>
                    <a:pt x="1967" y="14073"/>
                  </a:cubicBezTo>
                  <a:cubicBezTo>
                    <a:pt x="1967" y="14159"/>
                    <a:pt x="1967" y="14267"/>
                    <a:pt x="1948" y="14282"/>
                  </a:cubicBezTo>
                  <a:cubicBezTo>
                    <a:pt x="1948" y="14282"/>
                    <a:pt x="1944" y="14284"/>
                    <a:pt x="1932" y="14284"/>
                  </a:cubicBezTo>
                  <a:cubicBezTo>
                    <a:pt x="1924" y="14284"/>
                    <a:pt x="1912" y="14283"/>
                    <a:pt x="1894" y="14280"/>
                  </a:cubicBezTo>
                  <a:cubicBezTo>
                    <a:pt x="1737" y="14249"/>
                    <a:pt x="1646" y="14195"/>
                    <a:pt x="1646" y="14012"/>
                  </a:cubicBezTo>
                  <a:cubicBezTo>
                    <a:pt x="1646" y="13832"/>
                    <a:pt x="1582" y="13466"/>
                    <a:pt x="1536" y="13198"/>
                  </a:cubicBezTo>
                  <a:cubicBezTo>
                    <a:pt x="1518" y="13094"/>
                    <a:pt x="1503" y="13004"/>
                    <a:pt x="1493" y="12945"/>
                  </a:cubicBezTo>
                  <a:cubicBezTo>
                    <a:pt x="1480" y="12852"/>
                    <a:pt x="1451" y="12769"/>
                    <a:pt x="1425" y="12697"/>
                  </a:cubicBezTo>
                  <a:cubicBezTo>
                    <a:pt x="1389" y="12597"/>
                    <a:pt x="1357" y="12511"/>
                    <a:pt x="1373" y="12421"/>
                  </a:cubicBezTo>
                  <a:cubicBezTo>
                    <a:pt x="1402" y="12246"/>
                    <a:pt x="1790" y="10902"/>
                    <a:pt x="1794" y="10888"/>
                  </a:cubicBezTo>
                  <a:cubicBezTo>
                    <a:pt x="1797" y="10876"/>
                    <a:pt x="1797" y="10863"/>
                    <a:pt x="1794" y="10851"/>
                  </a:cubicBezTo>
                  <a:lnTo>
                    <a:pt x="436" y="6233"/>
                  </a:lnTo>
                  <a:lnTo>
                    <a:pt x="136" y="1917"/>
                  </a:lnTo>
                  <a:lnTo>
                    <a:pt x="1750" y="218"/>
                  </a:lnTo>
                  <a:close/>
                  <a:moveTo>
                    <a:pt x="1802" y="1"/>
                  </a:moveTo>
                  <a:cubicBezTo>
                    <a:pt x="1784" y="1"/>
                    <a:pt x="1766" y="8"/>
                    <a:pt x="1754" y="22"/>
                  </a:cubicBezTo>
                  <a:lnTo>
                    <a:pt x="20" y="1847"/>
                  </a:lnTo>
                  <a:cubicBezTo>
                    <a:pt x="7" y="1860"/>
                    <a:pt x="0" y="1878"/>
                    <a:pt x="1" y="1897"/>
                  </a:cubicBezTo>
                  <a:lnTo>
                    <a:pt x="304" y="6249"/>
                  </a:lnTo>
                  <a:cubicBezTo>
                    <a:pt x="304" y="6255"/>
                    <a:pt x="305" y="6259"/>
                    <a:pt x="307" y="6264"/>
                  </a:cubicBezTo>
                  <a:lnTo>
                    <a:pt x="1661" y="10869"/>
                  </a:lnTo>
                  <a:cubicBezTo>
                    <a:pt x="1612" y="11040"/>
                    <a:pt x="1271" y="12226"/>
                    <a:pt x="1241" y="12400"/>
                  </a:cubicBezTo>
                  <a:cubicBezTo>
                    <a:pt x="1221" y="12524"/>
                    <a:pt x="1260" y="12634"/>
                    <a:pt x="1299" y="12742"/>
                  </a:cubicBezTo>
                  <a:cubicBezTo>
                    <a:pt x="1324" y="12811"/>
                    <a:pt x="1351" y="12884"/>
                    <a:pt x="1362" y="12964"/>
                  </a:cubicBezTo>
                  <a:cubicBezTo>
                    <a:pt x="1370" y="13023"/>
                    <a:pt x="1387" y="13114"/>
                    <a:pt x="1405" y="13221"/>
                  </a:cubicBezTo>
                  <a:cubicBezTo>
                    <a:pt x="1451" y="13483"/>
                    <a:pt x="1512" y="13844"/>
                    <a:pt x="1512" y="14012"/>
                  </a:cubicBezTo>
                  <a:cubicBezTo>
                    <a:pt x="1512" y="14301"/>
                    <a:pt x="1703" y="14377"/>
                    <a:pt x="1868" y="14410"/>
                  </a:cubicBezTo>
                  <a:cubicBezTo>
                    <a:pt x="1887" y="14414"/>
                    <a:pt x="1909" y="14417"/>
                    <a:pt x="1931" y="14417"/>
                  </a:cubicBezTo>
                  <a:cubicBezTo>
                    <a:pt x="1965" y="14417"/>
                    <a:pt x="2001" y="14409"/>
                    <a:pt x="2032" y="14384"/>
                  </a:cubicBezTo>
                  <a:cubicBezTo>
                    <a:pt x="2099" y="14329"/>
                    <a:pt x="2099" y="14232"/>
                    <a:pt x="2099" y="14073"/>
                  </a:cubicBezTo>
                  <a:cubicBezTo>
                    <a:pt x="2099" y="13931"/>
                    <a:pt x="2086" y="13474"/>
                    <a:pt x="2077" y="13181"/>
                  </a:cubicBezTo>
                  <a:lnTo>
                    <a:pt x="2077" y="13181"/>
                  </a:lnTo>
                  <a:cubicBezTo>
                    <a:pt x="2182" y="13369"/>
                    <a:pt x="2299" y="13603"/>
                    <a:pt x="2299" y="13711"/>
                  </a:cubicBezTo>
                  <a:lnTo>
                    <a:pt x="2299" y="14496"/>
                  </a:lnTo>
                  <a:cubicBezTo>
                    <a:pt x="2299" y="14554"/>
                    <a:pt x="2216" y="14664"/>
                    <a:pt x="2151" y="14752"/>
                  </a:cubicBezTo>
                  <a:cubicBezTo>
                    <a:pt x="2110" y="14806"/>
                    <a:pt x="2068" y="14862"/>
                    <a:pt x="2036" y="14915"/>
                  </a:cubicBezTo>
                  <a:cubicBezTo>
                    <a:pt x="2000" y="14975"/>
                    <a:pt x="2006" y="15042"/>
                    <a:pt x="2052" y="15091"/>
                  </a:cubicBezTo>
                  <a:cubicBezTo>
                    <a:pt x="2112" y="15158"/>
                    <a:pt x="2240" y="15191"/>
                    <a:pt x="2353" y="15191"/>
                  </a:cubicBezTo>
                  <a:cubicBezTo>
                    <a:pt x="2416" y="15191"/>
                    <a:pt x="2475" y="15180"/>
                    <a:pt x="2516" y="15160"/>
                  </a:cubicBezTo>
                  <a:cubicBezTo>
                    <a:pt x="2656" y="15089"/>
                    <a:pt x="2908" y="14768"/>
                    <a:pt x="2972" y="14578"/>
                  </a:cubicBezTo>
                  <a:cubicBezTo>
                    <a:pt x="3040" y="14373"/>
                    <a:pt x="3127" y="12615"/>
                    <a:pt x="3094" y="12485"/>
                  </a:cubicBezTo>
                  <a:cubicBezTo>
                    <a:pt x="3065" y="12367"/>
                    <a:pt x="2705" y="10780"/>
                    <a:pt x="2704" y="10774"/>
                  </a:cubicBezTo>
                  <a:lnTo>
                    <a:pt x="2249" y="3942"/>
                  </a:lnTo>
                  <a:lnTo>
                    <a:pt x="1867" y="61"/>
                  </a:lnTo>
                  <a:cubicBezTo>
                    <a:pt x="1865" y="35"/>
                    <a:pt x="1848" y="12"/>
                    <a:pt x="1823" y="4"/>
                  </a:cubicBezTo>
                  <a:cubicBezTo>
                    <a:pt x="1817" y="2"/>
                    <a:pt x="1809" y="1"/>
                    <a:pt x="18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g33adf7f9e96_1_411"/>
            <p:cNvSpPr/>
            <p:nvPr/>
          </p:nvSpPr>
          <p:spPr>
            <a:xfrm>
              <a:off x="8762372" y="3406769"/>
              <a:ext cx="569223" cy="739755"/>
            </a:xfrm>
            <a:custGeom>
              <a:rect b="b" l="l" r="r" t="t"/>
              <a:pathLst>
                <a:path extrusionOk="0" h="17048" w="13118">
                  <a:moveTo>
                    <a:pt x="8464" y="1"/>
                  </a:moveTo>
                  <a:lnTo>
                    <a:pt x="4534" y="213"/>
                  </a:lnTo>
                  <a:lnTo>
                    <a:pt x="708" y="2049"/>
                  </a:lnTo>
                  <a:lnTo>
                    <a:pt x="1" y="6348"/>
                  </a:lnTo>
                  <a:lnTo>
                    <a:pt x="1995" y="7436"/>
                  </a:lnTo>
                  <a:lnTo>
                    <a:pt x="2328" y="16050"/>
                  </a:lnTo>
                  <a:lnTo>
                    <a:pt x="6348" y="16956"/>
                  </a:lnTo>
                  <a:lnTo>
                    <a:pt x="7013" y="15838"/>
                  </a:lnTo>
                  <a:lnTo>
                    <a:pt x="7496" y="17047"/>
                  </a:lnTo>
                  <a:lnTo>
                    <a:pt x="11576" y="15959"/>
                  </a:lnTo>
                  <a:lnTo>
                    <a:pt x="11395" y="7285"/>
                  </a:lnTo>
                  <a:lnTo>
                    <a:pt x="13118" y="6137"/>
                  </a:lnTo>
                  <a:lnTo>
                    <a:pt x="12154" y="1818"/>
                  </a:lnTo>
                  <a:lnTo>
                    <a:pt x="846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g33adf7f9e96_1_411"/>
            <p:cNvSpPr/>
            <p:nvPr/>
          </p:nvSpPr>
          <p:spPr>
            <a:xfrm>
              <a:off x="8759291" y="3403905"/>
              <a:ext cx="575341" cy="745483"/>
            </a:xfrm>
            <a:custGeom>
              <a:rect b="b" l="l" r="r" t="t"/>
              <a:pathLst>
                <a:path extrusionOk="0" h="17180" w="13259">
                  <a:moveTo>
                    <a:pt x="8520" y="134"/>
                  </a:moveTo>
                  <a:lnTo>
                    <a:pt x="12167" y="1930"/>
                  </a:lnTo>
                  <a:lnTo>
                    <a:pt x="13114" y="6173"/>
                  </a:lnTo>
                  <a:lnTo>
                    <a:pt x="11428" y="7296"/>
                  </a:lnTo>
                  <a:cubicBezTo>
                    <a:pt x="11410" y="7308"/>
                    <a:pt x="11399" y="7329"/>
                    <a:pt x="11399" y="7353"/>
                  </a:cubicBezTo>
                  <a:lnTo>
                    <a:pt x="11580" y="15974"/>
                  </a:lnTo>
                  <a:lnTo>
                    <a:pt x="7607" y="17034"/>
                  </a:lnTo>
                  <a:lnTo>
                    <a:pt x="7146" y="15879"/>
                  </a:lnTo>
                  <a:cubicBezTo>
                    <a:pt x="7136" y="15856"/>
                    <a:pt x="7114" y="15840"/>
                    <a:pt x="7089" y="15838"/>
                  </a:cubicBezTo>
                  <a:lnTo>
                    <a:pt x="7084" y="15838"/>
                  </a:lnTo>
                  <a:cubicBezTo>
                    <a:pt x="7060" y="15838"/>
                    <a:pt x="7039" y="15850"/>
                    <a:pt x="7026" y="15870"/>
                  </a:cubicBezTo>
                  <a:lnTo>
                    <a:pt x="6386" y="16946"/>
                  </a:lnTo>
                  <a:lnTo>
                    <a:pt x="2463" y="16061"/>
                  </a:lnTo>
                  <a:lnTo>
                    <a:pt x="2133" y="7499"/>
                  </a:lnTo>
                  <a:cubicBezTo>
                    <a:pt x="2132" y="7476"/>
                    <a:pt x="2119" y="7454"/>
                    <a:pt x="2098" y="7444"/>
                  </a:cubicBezTo>
                  <a:lnTo>
                    <a:pt x="145" y="6378"/>
                  </a:lnTo>
                  <a:lnTo>
                    <a:pt x="838" y="2160"/>
                  </a:lnTo>
                  <a:lnTo>
                    <a:pt x="4622" y="344"/>
                  </a:lnTo>
                  <a:lnTo>
                    <a:pt x="8520" y="134"/>
                  </a:lnTo>
                  <a:close/>
                  <a:moveTo>
                    <a:pt x="8536" y="0"/>
                  </a:moveTo>
                  <a:cubicBezTo>
                    <a:pt x="8534" y="0"/>
                    <a:pt x="8532" y="0"/>
                    <a:pt x="8530" y="1"/>
                  </a:cubicBezTo>
                  <a:lnTo>
                    <a:pt x="4602" y="212"/>
                  </a:lnTo>
                  <a:cubicBezTo>
                    <a:pt x="4592" y="212"/>
                    <a:pt x="4584" y="215"/>
                    <a:pt x="4576" y="218"/>
                  </a:cubicBezTo>
                  <a:lnTo>
                    <a:pt x="750" y="2056"/>
                  </a:lnTo>
                  <a:cubicBezTo>
                    <a:pt x="731" y="2064"/>
                    <a:pt x="717" y="2083"/>
                    <a:pt x="713" y="2104"/>
                  </a:cubicBezTo>
                  <a:lnTo>
                    <a:pt x="5" y="6404"/>
                  </a:lnTo>
                  <a:cubicBezTo>
                    <a:pt x="1" y="6431"/>
                    <a:pt x="15" y="6459"/>
                    <a:pt x="40" y="6472"/>
                  </a:cubicBezTo>
                  <a:lnTo>
                    <a:pt x="2001" y="7542"/>
                  </a:lnTo>
                  <a:lnTo>
                    <a:pt x="2333" y="16118"/>
                  </a:lnTo>
                  <a:cubicBezTo>
                    <a:pt x="2334" y="16148"/>
                    <a:pt x="2355" y="16174"/>
                    <a:pt x="2384" y="16180"/>
                  </a:cubicBezTo>
                  <a:lnTo>
                    <a:pt x="6404" y="17087"/>
                  </a:lnTo>
                  <a:cubicBezTo>
                    <a:pt x="6409" y="17089"/>
                    <a:pt x="6414" y="17089"/>
                    <a:pt x="6419" y="17089"/>
                  </a:cubicBezTo>
                  <a:cubicBezTo>
                    <a:pt x="6442" y="17089"/>
                    <a:pt x="6463" y="17077"/>
                    <a:pt x="6476" y="17056"/>
                  </a:cubicBezTo>
                  <a:lnTo>
                    <a:pt x="7072" y="16053"/>
                  </a:lnTo>
                  <a:lnTo>
                    <a:pt x="7505" y="17138"/>
                  </a:lnTo>
                  <a:cubicBezTo>
                    <a:pt x="7516" y="17163"/>
                    <a:pt x="7541" y="17180"/>
                    <a:pt x="7567" y="17180"/>
                  </a:cubicBezTo>
                  <a:cubicBezTo>
                    <a:pt x="7573" y="17180"/>
                    <a:pt x="7579" y="17178"/>
                    <a:pt x="7585" y="17177"/>
                  </a:cubicBezTo>
                  <a:lnTo>
                    <a:pt x="11664" y="16089"/>
                  </a:lnTo>
                  <a:cubicBezTo>
                    <a:pt x="11694" y="16082"/>
                    <a:pt x="11714" y="16054"/>
                    <a:pt x="11714" y="16024"/>
                  </a:cubicBezTo>
                  <a:lnTo>
                    <a:pt x="11533" y="7386"/>
                  </a:lnTo>
                  <a:lnTo>
                    <a:pt x="13226" y="6258"/>
                  </a:lnTo>
                  <a:cubicBezTo>
                    <a:pt x="13248" y="6243"/>
                    <a:pt x="13259" y="6214"/>
                    <a:pt x="13253" y="6188"/>
                  </a:cubicBezTo>
                  <a:lnTo>
                    <a:pt x="12290" y="1870"/>
                  </a:lnTo>
                  <a:cubicBezTo>
                    <a:pt x="12285" y="1851"/>
                    <a:pt x="12272" y="1834"/>
                    <a:pt x="12254" y="1825"/>
                  </a:cubicBezTo>
                  <a:lnTo>
                    <a:pt x="8563" y="8"/>
                  </a:lnTo>
                  <a:cubicBezTo>
                    <a:pt x="8555" y="3"/>
                    <a:pt x="8546" y="0"/>
                    <a:pt x="85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g33adf7f9e96_1_411"/>
            <p:cNvSpPr/>
            <p:nvPr/>
          </p:nvSpPr>
          <p:spPr>
            <a:xfrm>
              <a:off x="9047979" y="3461616"/>
              <a:ext cx="21653" cy="620860"/>
            </a:xfrm>
            <a:custGeom>
              <a:rect b="b" l="l" r="r" t="t"/>
              <a:pathLst>
                <a:path extrusionOk="0" h="14308" w="499">
                  <a:moveTo>
                    <a:pt x="67" y="0"/>
                  </a:moveTo>
                  <a:cubicBezTo>
                    <a:pt x="29" y="2"/>
                    <a:pt x="0" y="31"/>
                    <a:pt x="2" y="68"/>
                  </a:cubicBezTo>
                  <a:lnTo>
                    <a:pt x="364" y="14243"/>
                  </a:lnTo>
                  <a:cubicBezTo>
                    <a:pt x="365" y="14280"/>
                    <a:pt x="394" y="14308"/>
                    <a:pt x="431" y="14308"/>
                  </a:cubicBezTo>
                  <a:lnTo>
                    <a:pt x="432" y="14308"/>
                  </a:lnTo>
                  <a:cubicBezTo>
                    <a:pt x="469" y="14307"/>
                    <a:pt x="499" y="14276"/>
                    <a:pt x="497" y="14239"/>
                  </a:cubicBezTo>
                  <a:lnTo>
                    <a:pt x="134" y="64"/>
                  </a:lnTo>
                  <a:cubicBezTo>
                    <a:pt x="133" y="28"/>
                    <a:pt x="102" y="3"/>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g33adf7f9e96_1_411"/>
            <p:cNvSpPr/>
            <p:nvPr/>
          </p:nvSpPr>
          <p:spPr>
            <a:xfrm>
              <a:off x="9241985" y="3573134"/>
              <a:ext cx="17834" cy="152655"/>
            </a:xfrm>
            <a:custGeom>
              <a:rect b="b" l="l" r="r" t="t"/>
              <a:pathLst>
                <a:path extrusionOk="0" h="3518" w="411">
                  <a:moveTo>
                    <a:pt x="69" y="0"/>
                  </a:moveTo>
                  <a:cubicBezTo>
                    <a:pt x="68" y="0"/>
                    <a:pt x="66" y="0"/>
                    <a:pt x="64" y="0"/>
                  </a:cubicBezTo>
                  <a:cubicBezTo>
                    <a:pt x="28" y="3"/>
                    <a:pt x="0" y="34"/>
                    <a:pt x="4" y="71"/>
                  </a:cubicBezTo>
                  <a:lnTo>
                    <a:pt x="276" y="3456"/>
                  </a:lnTo>
                  <a:cubicBezTo>
                    <a:pt x="278" y="3492"/>
                    <a:pt x="308" y="3518"/>
                    <a:pt x="342" y="3518"/>
                  </a:cubicBezTo>
                  <a:lnTo>
                    <a:pt x="347" y="3518"/>
                  </a:lnTo>
                  <a:cubicBezTo>
                    <a:pt x="384" y="3514"/>
                    <a:pt x="411" y="3482"/>
                    <a:pt x="407" y="3445"/>
                  </a:cubicBezTo>
                  <a:lnTo>
                    <a:pt x="136" y="61"/>
                  </a:lnTo>
                  <a:cubicBezTo>
                    <a:pt x="133" y="25"/>
                    <a:pt x="105"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g33adf7f9e96_1_411"/>
            <p:cNvSpPr/>
            <p:nvPr/>
          </p:nvSpPr>
          <p:spPr>
            <a:xfrm>
              <a:off x="8839436" y="3552133"/>
              <a:ext cx="12454" cy="180252"/>
            </a:xfrm>
            <a:custGeom>
              <a:rect b="b" l="l" r="r" t="t"/>
              <a:pathLst>
                <a:path extrusionOk="0" h="4154" w="287">
                  <a:moveTo>
                    <a:pt x="68" y="0"/>
                  </a:moveTo>
                  <a:cubicBezTo>
                    <a:pt x="67" y="0"/>
                    <a:pt x="66" y="0"/>
                    <a:pt x="66" y="0"/>
                  </a:cubicBezTo>
                  <a:cubicBezTo>
                    <a:pt x="29" y="1"/>
                    <a:pt x="1" y="32"/>
                    <a:pt x="2" y="69"/>
                  </a:cubicBezTo>
                  <a:lnTo>
                    <a:pt x="153" y="4089"/>
                  </a:lnTo>
                  <a:cubicBezTo>
                    <a:pt x="154" y="4125"/>
                    <a:pt x="184" y="4153"/>
                    <a:pt x="219" y="4153"/>
                  </a:cubicBezTo>
                  <a:lnTo>
                    <a:pt x="222" y="4153"/>
                  </a:lnTo>
                  <a:cubicBezTo>
                    <a:pt x="258" y="4151"/>
                    <a:pt x="287" y="4120"/>
                    <a:pt x="286" y="4083"/>
                  </a:cubicBezTo>
                  <a:lnTo>
                    <a:pt x="134" y="64"/>
                  </a:lnTo>
                  <a:cubicBezTo>
                    <a:pt x="133" y="28"/>
                    <a:pt x="106"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g33adf7f9e96_1_411"/>
            <p:cNvSpPr/>
            <p:nvPr/>
          </p:nvSpPr>
          <p:spPr>
            <a:xfrm>
              <a:off x="9061127" y="3580988"/>
              <a:ext cx="21566" cy="21479"/>
            </a:xfrm>
            <a:custGeom>
              <a:rect b="b" l="l" r="r" t="t"/>
              <a:pathLst>
                <a:path extrusionOk="0" h="495" w="497">
                  <a:moveTo>
                    <a:pt x="249" y="133"/>
                  </a:moveTo>
                  <a:cubicBezTo>
                    <a:pt x="311" y="133"/>
                    <a:pt x="364" y="184"/>
                    <a:pt x="364" y="247"/>
                  </a:cubicBezTo>
                  <a:cubicBezTo>
                    <a:pt x="364" y="311"/>
                    <a:pt x="311" y="362"/>
                    <a:pt x="249" y="362"/>
                  </a:cubicBezTo>
                  <a:cubicBezTo>
                    <a:pt x="185" y="362"/>
                    <a:pt x="134" y="311"/>
                    <a:pt x="134" y="247"/>
                  </a:cubicBezTo>
                  <a:cubicBezTo>
                    <a:pt x="134" y="184"/>
                    <a:pt x="185" y="133"/>
                    <a:pt x="249" y="133"/>
                  </a:cubicBezTo>
                  <a:close/>
                  <a:moveTo>
                    <a:pt x="249" y="0"/>
                  </a:moveTo>
                  <a:cubicBezTo>
                    <a:pt x="112" y="0"/>
                    <a:pt x="0" y="111"/>
                    <a:pt x="0" y="247"/>
                  </a:cubicBezTo>
                  <a:cubicBezTo>
                    <a:pt x="0" y="384"/>
                    <a:pt x="112" y="495"/>
                    <a:pt x="249" y="495"/>
                  </a:cubicBezTo>
                  <a:cubicBezTo>
                    <a:pt x="385" y="495"/>
                    <a:pt x="496" y="384"/>
                    <a:pt x="496" y="247"/>
                  </a:cubicBezTo>
                  <a:cubicBezTo>
                    <a:pt x="496" y="111"/>
                    <a:pt x="385"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g33adf7f9e96_1_411"/>
            <p:cNvSpPr/>
            <p:nvPr/>
          </p:nvSpPr>
          <p:spPr>
            <a:xfrm>
              <a:off x="9061127" y="3782936"/>
              <a:ext cx="21566" cy="21523"/>
            </a:xfrm>
            <a:custGeom>
              <a:rect b="b" l="l" r="r" t="t"/>
              <a:pathLst>
                <a:path extrusionOk="0" h="496" w="497">
                  <a:moveTo>
                    <a:pt x="249" y="133"/>
                  </a:moveTo>
                  <a:cubicBezTo>
                    <a:pt x="311" y="133"/>
                    <a:pt x="364" y="184"/>
                    <a:pt x="364" y="248"/>
                  </a:cubicBezTo>
                  <a:cubicBezTo>
                    <a:pt x="364" y="312"/>
                    <a:pt x="311" y="363"/>
                    <a:pt x="249" y="363"/>
                  </a:cubicBezTo>
                  <a:cubicBezTo>
                    <a:pt x="185" y="363"/>
                    <a:pt x="134" y="312"/>
                    <a:pt x="134" y="248"/>
                  </a:cubicBezTo>
                  <a:cubicBezTo>
                    <a:pt x="134" y="184"/>
                    <a:pt x="185" y="133"/>
                    <a:pt x="249" y="133"/>
                  </a:cubicBezTo>
                  <a:close/>
                  <a:moveTo>
                    <a:pt x="249" y="1"/>
                  </a:moveTo>
                  <a:cubicBezTo>
                    <a:pt x="112" y="1"/>
                    <a:pt x="0" y="112"/>
                    <a:pt x="0" y="248"/>
                  </a:cubicBezTo>
                  <a:cubicBezTo>
                    <a:pt x="0" y="384"/>
                    <a:pt x="112" y="495"/>
                    <a:pt x="249" y="495"/>
                  </a:cubicBezTo>
                  <a:cubicBezTo>
                    <a:pt x="385" y="495"/>
                    <a:pt x="496" y="384"/>
                    <a:pt x="496" y="248"/>
                  </a:cubicBezTo>
                  <a:cubicBezTo>
                    <a:pt x="496" y="112"/>
                    <a:pt x="385" y="1"/>
                    <a:pt x="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g33adf7f9e96_1_411"/>
            <p:cNvSpPr/>
            <p:nvPr/>
          </p:nvSpPr>
          <p:spPr>
            <a:xfrm>
              <a:off x="9070326" y="3984884"/>
              <a:ext cx="21523" cy="21523"/>
            </a:xfrm>
            <a:custGeom>
              <a:rect b="b" l="l" r="r" t="t"/>
              <a:pathLst>
                <a:path extrusionOk="0" h="496" w="496">
                  <a:moveTo>
                    <a:pt x="247" y="134"/>
                  </a:moveTo>
                  <a:cubicBezTo>
                    <a:pt x="311" y="134"/>
                    <a:pt x="363" y="184"/>
                    <a:pt x="363" y="248"/>
                  </a:cubicBezTo>
                  <a:cubicBezTo>
                    <a:pt x="363" y="312"/>
                    <a:pt x="311" y="363"/>
                    <a:pt x="247" y="363"/>
                  </a:cubicBezTo>
                  <a:cubicBezTo>
                    <a:pt x="185" y="363"/>
                    <a:pt x="133" y="312"/>
                    <a:pt x="133" y="248"/>
                  </a:cubicBezTo>
                  <a:cubicBezTo>
                    <a:pt x="133" y="184"/>
                    <a:pt x="185" y="134"/>
                    <a:pt x="247" y="134"/>
                  </a:cubicBezTo>
                  <a:close/>
                  <a:moveTo>
                    <a:pt x="247" y="1"/>
                  </a:moveTo>
                  <a:cubicBezTo>
                    <a:pt x="111" y="1"/>
                    <a:pt x="0" y="112"/>
                    <a:pt x="0" y="248"/>
                  </a:cubicBezTo>
                  <a:cubicBezTo>
                    <a:pt x="0" y="384"/>
                    <a:pt x="111" y="496"/>
                    <a:pt x="247" y="496"/>
                  </a:cubicBezTo>
                  <a:cubicBezTo>
                    <a:pt x="385" y="496"/>
                    <a:pt x="496" y="386"/>
                    <a:pt x="496" y="248"/>
                  </a:cubicBezTo>
                  <a:cubicBezTo>
                    <a:pt x="496" y="112"/>
                    <a:pt x="385"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g33adf7f9e96_1_411"/>
            <p:cNvSpPr/>
            <p:nvPr/>
          </p:nvSpPr>
          <p:spPr>
            <a:xfrm>
              <a:off x="8747966" y="3648073"/>
              <a:ext cx="102363" cy="98414"/>
            </a:xfrm>
            <a:custGeom>
              <a:rect b="b" l="l" r="r" t="t"/>
              <a:pathLst>
                <a:path extrusionOk="0" h="2268" w="2359">
                  <a:moveTo>
                    <a:pt x="363" y="1"/>
                  </a:moveTo>
                  <a:lnTo>
                    <a:pt x="0" y="1210"/>
                  </a:lnTo>
                  <a:lnTo>
                    <a:pt x="2327" y="2267"/>
                  </a:lnTo>
                  <a:lnTo>
                    <a:pt x="2358" y="1330"/>
                  </a:lnTo>
                  <a:lnTo>
                    <a:pt x="3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g33adf7f9e96_1_411"/>
            <p:cNvSpPr/>
            <p:nvPr/>
          </p:nvSpPr>
          <p:spPr>
            <a:xfrm>
              <a:off x="8744755" y="3645209"/>
              <a:ext cx="108438" cy="104185"/>
            </a:xfrm>
            <a:custGeom>
              <a:rect b="b" l="l" r="r" t="t"/>
              <a:pathLst>
                <a:path extrusionOk="0" h="2401" w="2499">
                  <a:moveTo>
                    <a:pt x="475" y="172"/>
                  </a:moveTo>
                  <a:lnTo>
                    <a:pt x="2364" y="1432"/>
                  </a:lnTo>
                  <a:lnTo>
                    <a:pt x="2339" y="2232"/>
                  </a:lnTo>
                  <a:lnTo>
                    <a:pt x="155" y="1239"/>
                  </a:lnTo>
                  <a:lnTo>
                    <a:pt x="475" y="172"/>
                  </a:lnTo>
                  <a:close/>
                  <a:moveTo>
                    <a:pt x="436" y="1"/>
                  </a:moveTo>
                  <a:cubicBezTo>
                    <a:pt x="429" y="1"/>
                    <a:pt x="422" y="2"/>
                    <a:pt x="415" y="4"/>
                  </a:cubicBezTo>
                  <a:cubicBezTo>
                    <a:pt x="395" y="11"/>
                    <a:pt x="380" y="27"/>
                    <a:pt x="374" y="48"/>
                  </a:cubicBezTo>
                  <a:lnTo>
                    <a:pt x="10" y="1257"/>
                  </a:lnTo>
                  <a:cubicBezTo>
                    <a:pt x="1" y="1289"/>
                    <a:pt x="16" y="1323"/>
                    <a:pt x="47" y="1336"/>
                  </a:cubicBezTo>
                  <a:lnTo>
                    <a:pt x="2374" y="2395"/>
                  </a:lnTo>
                  <a:cubicBezTo>
                    <a:pt x="2383" y="2398"/>
                    <a:pt x="2392" y="2401"/>
                    <a:pt x="2401" y="2401"/>
                  </a:cubicBezTo>
                  <a:cubicBezTo>
                    <a:pt x="2413" y="2401"/>
                    <a:pt x="2426" y="2397"/>
                    <a:pt x="2437" y="2390"/>
                  </a:cubicBezTo>
                  <a:cubicBezTo>
                    <a:pt x="2456" y="2378"/>
                    <a:pt x="2468" y="2358"/>
                    <a:pt x="2468" y="2336"/>
                  </a:cubicBezTo>
                  <a:lnTo>
                    <a:pt x="2498" y="1399"/>
                  </a:lnTo>
                  <a:cubicBezTo>
                    <a:pt x="2498" y="1376"/>
                    <a:pt x="2488" y="1354"/>
                    <a:pt x="2469" y="1342"/>
                  </a:cubicBezTo>
                  <a:lnTo>
                    <a:pt x="474" y="12"/>
                  </a:lnTo>
                  <a:cubicBezTo>
                    <a:pt x="463" y="4"/>
                    <a:pt x="449"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g33adf7f9e96_1_411"/>
            <p:cNvSpPr/>
            <p:nvPr/>
          </p:nvSpPr>
          <p:spPr>
            <a:xfrm>
              <a:off x="9256826" y="3645469"/>
              <a:ext cx="89215" cy="101018"/>
            </a:xfrm>
            <a:custGeom>
              <a:rect b="b" l="l" r="r" t="t"/>
              <a:pathLst>
                <a:path extrusionOk="0" h="2328" w="2056">
                  <a:moveTo>
                    <a:pt x="1511" y="0"/>
                  </a:moveTo>
                  <a:lnTo>
                    <a:pt x="0" y="1028"/>
                  </a:lnTo>
                  <a:lnTo>
                    <a:pt x="0" y="2327"/>
                  </a:lnTo>
                  <a:lnTo>
                    <a:pt x="2055" y="817"/>
                  </a:lnTo>
                  <a:lnTo>
                    <a:pt x="151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g33adf7f9e96_1_411"/>
            <p:cNvSpPr/>
            <p:nvPr/>
          </p:nvSpPr>
          <p:spPr>
            <a:xfrm>
              <a:off x="9253962" y="3642605"/>
              <a:ext cx="95290" cy="106789"/>
            </a:xfrm>
            <a:custGeom>
              <a:rect b="b" l="l" r="r" t="t"/>
              <a:pathLst>
                <a:path extrusionOk="0" h="2461" w="2196">
                  <a:moveTo>
                    <a:pt x="1559" y="158"/>
                  </a:moveTo>
                  <a:lnTo>
                    <a:pt x="2030" y="866"/>
                  </a:lnTo>
                  <a:lnTo>
                    <a:pt x="133" y="2262"/>
                  </a:lnTo>
                  <a:lnTo>
                    <a:pt x="133" y="1130"/>
                  </a:lnTo>
                  <a:lnTo>
                    <a:pt x="1559" y="158"/>
                  </a:lnTo>
                  <a:close/>
                  <a:moveTo>
                    <a:pt x="1578" y="0"/>
                  </a:moveTo>
                  <a:cubicBezTo>
                    <a:pt x="1564" y="0"/>
                    <a:pt x="1551" y="4"/>
                    <a:pt x="1539" y="12"/>
                  </a:cubicBezTo>
                  <a:lnTo>
                    <a:pt x="28" y="1039"/>
                  </a:lnTo>
                  <a:cubicBezTo>
                    <a:pt x="11" y="1052"/>
                    <a:pt x="0" y="1072"/>
                    <a:pt x="0" y="1094"/>
                  </a:cubicBezTo>
                  <a:lnTo>
                    <a:pt x="0" y="2393"/>
                  </a:lnTo>
                  <a:cubicBezTo>
                    <a:pt x="0" y="2418"/>
                    <a:pt x="13" y="2442"/>
                    <a:pt x="36" y="2454"/>
                  </a:cubicBezTo>
                  <a:cubicBezTo>
                    <a:pt x="45" y="2458"/>
                    <a:pt x="56" y="2461"/>
                    <a:pt x="66" y="2461"/>
                  </a:cubicBezTo>
                  <a:cubicBezTo>
                    <a:pt x="79" y="2461"/>
                    <a:pt x="94" y="2456"/>
                    <a:pt x="105" y="2448"/>
                  </a:cubicBezTo>
                  <a:lnTo>
                    <a:pt x="2160" y="936"/>
                  </a:lnTo>
                  <a:cubicBezTo>
                    <a:pt x="2189" y="914"/>
                    <a:pt x="2196" y="875"/>
                    <a:pt x="2177" y="846"/>
                  </a:cubicBezTo>
                  <a:lnTo>
                    <a:pt x="1633" y="30"/>
                  </a:lnTo>
                  <a:cubicBezTo>
                    <a:pt x="1622" y="15"/>
                    <a:pt x="1607" y="5"/>
                    <a:pt x="1590" y="1"/>
                  </a:cubicBezTo>
                  <a:cubicBezTo>
                    <a:pt x="1586" y="1"/>
                    <a:pt x="1582" y="0"/>
                    <a:pt x="15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g33adf7f9e96_1_411"/>
            <p:cNvSpPr/>
            <p:nvPr/>
          </p:nvSpPr>
          <p:spPr>
            <a:xfrm>
              <a:off x="8982717" y="3326797"/>
              <a:ext cx="137728" cy="137728"/>
            </a:xfrm>
            <a:custGeom>
              <a:rect b="b" l="l" r="r" t="t"/>
              <a:pathLst>
                <a:path extrusionOk="0" h="3174" w="3174">
                  <a:moveTo>
                    <a:pt x="1" y="1"/>
                  </a:moveTo>
                  <a:lnTo>
                    <a:pt x="1" y="393"/>
                  </a:lnTo>
                  <a:lnTo>
                    <a:pt x="182" y="1814"/>
                  </a:lnTo>
                  <a:lnTo>
                    <a:pt x="1572" y="3174"/>
                  </a:lnTo>
                  <a:lnTo>
                    <a:pt x="3174" y="1451"/>
                  </a:lnTo>
                  <a:lnTo>
                    <a:pt x="3143" y="182"/>
                  </a:lnTo>
                  <a:lnTo>
                    <a:pt x="2297" y="755"/>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g33adf7f9e96_1_411"/>
            <p:cNvSpPr/>
            <p:nvPr/>
          </p:nvSpPr>
          <p:spPr>
            <a:xfrm>
              <a:off x="8979810" y="3323889"/>
              <a:ext cx="143542" cy="143499"/>
            </a:xfrm>
            <a:custGeom>
              <a:rect b="b" l="l" r="r" t="t"/>
              <a:pathLst>
                <a:path extrusionOk="0" h="3307" w="3308">
                  <a:moveTo>
                    <a:pt x="134" y="159"/>
                  </a:moveTo>
                  <a:lnTo>
                    <a:pt x="2344" y="886"/>
                  </a:lnTo>
                  <a:cubicBezTo>
                    <a:pt x="2351" y="888"/>
                    <a:pt x="2357" y="889"/>
                    <a:pt x="2364" y="889"/>
                  </a:cubicBezTo>
                  <a:cubicBezTo>
                    <a:pt x="2377" y="889"/>
                    <a:pt x="2390" y="886"/>
                    <a:pt x="2402" y="878"/>
                  </a:cubicBezTo>
                  <a:lnTo>
                    <a:pt x="3147" y="372"/>
                  </a:lnTo>
                  <a:lnTo>
                    <a:pt x="3173" y="1492"/>
                  </a:lnTo>
                  <a:lnTo>
                    <a:pt x="1636" y="3146"/>
                  </a:lnTo>
                  <a:lnTo>
                    <a:pt x="311" y="1849"/>
                  </a:lnTo>
                  <a:lnTo>
                    <a:pt x="134" y="456"/>
                  </a:lnTo>
                  <a:lnTo>
                    <a:pt x="134" y="159"/>
                  </a:lnTo>
                  <a:close/>
                  <a:moveTo>
                    <a:pt x="68" y="1"/>
                  </a:moveTo>
                  <a:cubicBezTo>
                    <a:pt x="54" y="1"/>
                    <a:pt x="40" y="5"/>
                    <a:pt x="29" y="13"/>
                  </a:cubicBezTo>
                  <a:cubicBezTo>
                    <a:pt x="11" y="26"/>
                    <a:pt x="0" y="46"/>
                    <a:pt x="0" y="68"/>
                  </a:cubicBezTo>
                  <a:lnTo>
                    <a:pt x="0" y="460"/>
                  </a:lnTo>
                  <a:cubicBezTo>
                    <a:pt x="0" y="463"/>
                    <a:pt x="0" y="466"/>
                    <a:pt x="1" y="469"/>
                  </a:cubicBezTo>
                  <a:lnTo>
                    <a:pt x="182" y="1890"/>
                  </a:lnTo>
                  <a:cubicBezTo>
                    <a:pt x="185" y="1904"/>
                    <a:pt x="192" y="1918"/>
                    <a:pt x="203" y="1929"/>
                  </a:cubicBezTo>
                  <a:lnTo>
                    <a:pt x="1593" y="3288"/>
                  </a:lnTo>
                  <a:cubicBezTo>
                    <a:pt x="1605" y="3300"/>
                    <a:pt x="1621" y="3307"/>
                    <a:pt x="1639" y="3307"/>
                  </a:cubicBezTo>
                  <a:lnTo>
                    <a:pt x="1640" y="3307"/>
                  </a:lnTo>
                  <a:cubicBezTo>
                    <a:pt x="1658" y="3307"/>
                    <a:pt x="1676" y="3299"/>
                    <a:pt x="1687" y="3286"/>
                  </a:cubicBezTo>
                  <a:lnTo>
                    <a:pt x="3289" y="1563"/>
                  </a:lnTo>
                  <a:cubicBezTo>
                    <a:pt x="3301" y="1550"/>
                    <a:pt x="3307" y="1533"/>
                    <a:pt x="3307" y="1516"/>
                  </a:cubicBezTo>
                  <a:lnTo>
                    <a:pt x="3276" y="247"/>
                  </a:lnTo>
                  <a:cubicBezTo>
                    <a:pt x="3276" y="223"/>
                    <a:pt x="3262" y="200"/>
                    <a:pt x="3241" y="189"/>
                  </a:cubicBezTo>
                  <a:cubicBezTo>
                    <a:pt x="3231" y="185"/>
                    <a:pt x="3221" y="182"/>
                    <a:pt x="3210" y="182"/>
                  </a:cubicBezTo>
                  <a:cubicBezTo>
                    <a:pt x="3197" y="182"/>
                    <a:pt x="3184" y="186"/>
                    <a:pt x="3173" y="193"/>
                  </a:cubicBezTo>
                  <a:lnTo>
                    <a:pt x="2353" y="749"/>
                  </a:lnTo>
                  <a:lnTo>
                    <a:pt x="88" y="4"/>
                  </a:lnTo>
                  <a:cubicBezTo>
                    <a:pt x="81" y="2"/>
                    <a:pt x="75"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g33adf7f9e96_1_411"/>
            <p:cNvSpPr/>
            <p:nvPr/>
          </p:nvSpPr>
          <p:spPr>
            <a:xfrm>
              <a:off x="8982717" y="3326797"/>
              <a:ext cx="113775" cy="93988"/>
            </a:xfrm>
            <a:custGeom>
              <a:rect b="b" l="l" r="r" t="t"/>
              <a:pathLst>
                <a:path extrusionOk="0" h="2166" w="2622">
                  <a:moveTo>
                    <a:pt x="1" y="1"/>
                  </a:moveTo>
                  <a:lnTo>
                    <a:pt x="1" y="393"/>
                  </a:lnTo>
                  <a:lnTo>
                    <a:pt x="182" y="1814"/>
                  </a:lnTo>
                  <a:lnTo>
                    <a:pt x="541" y="2166"/>
                  </a:lnTo>
                  <a:lnTo>
                    <a:pt x="2621" y="1502"/>
                  </a:lnTo>
                  <a:lnTo>
                    <a:pt x="1268" y="417"/>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g33adf7f9e96_1_411"/>
            <p:cNvSpPr/>
            <p:nvPr/>
          </p:nvSpPr>
          <p:spPr>
            <a:xfrm>
              <a:off x="8979810" y="3323889"/>
              <a:ext cx="119633" cy="99759"/>
            </a:xfrm>
            <a:custGeom>
              <a:rect b="b" l="l" r="r" t="t"/>
              <a:pathLst>
                <a:path extrusionOk="0" h="2299" w="2757">
                  <a:moveTo>
                    <a:pt x="134" y="159"/>
                  </a:moveTo>
                  <a:lnTo>
                    <a:pt x="1303" y="543"/>
                  </a:lnTo>
                  <a:lnTo>
                    <a:pt x="2550" y="1544"/>
                  </a:lnTo>
                  <a:lnTo>
                    <a:pt x="626" y="2157"/>
                  </a:lnTo>
                  <a:lnTo>
                    <a:pt x="311" y="1849"/>
                  </a:lnTo>
                  <a:lnTo>
                    <a:pt x="134" y="460"/>
                  </a:lnTo>
                  <a:lnTo>
                    <a:pt x="134" y="159"/>
                  </a:lnTo>
                  <a:close/>
                  <a:moveTo>
                    <a:pt x="68" y="1"/>
                  </a:moveTo>
                  <a:cubicBezTo>
                    <a:pt x="54" y="1"/>
                    <a:pt x="40" y="5"/>
                    <a:pt x="29" y="13"/>
                  </a:cubicBezTo>
                  <a:cubicBezTo>
                    <a:pt x="11" y="26"/>
                    <a:pt x="0" y="46"/>
                    <a:pt x="0" y="68"/>
                  </a:cubicBezTo>
                  <a:lnTo>
                    <a:pt x="1" y="469"/>
                  </a:lnTo>
                  <a:lnTo>
                    <a:pt x="182" y="1890"/>
                  </a:lnTo>
                  <a:cubicBezTo>
                    <a:pt x="185" y="1904"/>
                    <a:pt x="192" y="1918"/>
                    <a:pt x="203" y="1929"/>
                  </a:cubicBezTo>
                  <a:lnTo>
                    <a:pt x="561" y="2280"/>
                  </a:lnTo>
                  <a:cubicBezTo>
                    <a:pt x="574" y="2292"/>
                    <a:pt x="591" y="2299"/>
                    <a:pt x="608" y="2299"/>
                  </a:cubicBezTo>
                  <a:cubicBezTo>
                    <a:pt x="614" y="2299"/>
                    <a:pt x="621" y="2298"/>
                    <a:pt x="628" y="2295"/>
                  </a:cubicBezTo>
                  <a:lnTo>
                    <a:pt x="2707" y="1633"/>
                  </a:lnTo>
                  <a:cubicBezTo>
                    <a:pt x="2731" y="1626"/>
                    <a:pt x="2749" y="1606"/>
                    <a:pt x="2753" y="1582"/>
                  </a:cubicBezTo>
                  <a:cubicBezTo>
                    <a:pt x="2757" y="1557"/>
                    <a:pt x="2749" y="1532"/>
                    <a:pt x="2729" y="1517"/>
                  </a:cubicBezTo>
                  <a:lnTo>
                    <a:pt x="1376" y="432"/>
                  </a:lnTo>
                  <a:cubicBezTo>
                    <a:pt x="1370" y="427"/>
                    <a:pt x="1363" y="424"/>
                    <a:pt x="1356" y="421"/>
                  </a:cubicBezTo>
                  <a:lnTo>
                    <a:pt x="88" y="4"/>
                  </a:lnTo>
                  <a:cubicBezTo>
                    <a:pt x="81" y="2"/>
                    <a:pt x="75"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g33adf7f9e96_1_411"/>
            <p:cNvSpPr/>
            <p:nvPr/>
          </p:nvSpPr>
          <p:spPr>
            <a:xfrm>
              <a:off x="8949913" y="3384508"/>
              <a:ext cx="101018" cy="137728"/>
            </a:xfrm>
            <a:custGeom>
              <a:rect b="b" l="l" r="r" t="t"/>
              <a:pathLst>
                <a:path extrusionOk="0" h="3174" w="2328">
                  <a:moveTo>
                    <a:pt x="817" y="0"/>
                  </a:moveTo>
                  <a:lnTo>
                    <a:pt x="1" y="786"/>
                  </a:lnTo>
                  <a:lnTo>
                    <a:pt x="1603" y="3174"/>
                  </a:lnTo>
                  <a:lnTo>
                    <a:pt x="2328" y="1844"/>
                  </a:lnTo>
                  <a:lnTo>
                    <a:pt x="81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g33adf7f9e96_1_411"/>
            <p:cNvSpPr/>
            <p:nvPr/>
          </p:nvSpPr>
          <p:spPr>
            <a:xfrm>
              <a:off x="8946745" y="3381601"/>
              <a:ext cx="107266" cy="143499"/>
            </a:xfrm>
            <a:custGeom>
              <a:rect b="b" l="l" r="r" t="t"/>
              <a:pathLst>
                <a:path extrusionOk="0" h="3307" w="2472">
                  <a:moveTo>
                    <a:pt x="884" y="164"/>
                  </a:moveTo>
                  <a:lnTo>
                    <a:pt x="2322" y="1918"/>
                  </a:lnTo>
                  <a:lnTo>
                    <a:pt x="1670" y="3113"/>
                  </a:lnTo>
                  <a:lnTo>
                    <a:pt x="160" y="862"/>
                  </a:lnTo>
                  <a:lnTo>
                    <a:pt x="884" y="164"/>
                  </a:lnTo>
                  <a:close/>
                  <a:moveTo>
                    <a:pt x="889" y="1"/>
                  </a:moveTo>
                  <a:cubicBezTo>
                    <a:pt x="872" y="1"/>
                    <a:pt x="856" y="8"/>
                    <a:pt x="844" y="19"/>
                  </a:cubicBezTo>
                  <a:lnTo>
                    <a:pt x="28" y="806"/>
                  </a:lnTo>
                  <a:cubicBezTo>
                    <a:pt x="4" y="827"/>
                    <a:pt x="0" y="864"/>
                    <a:pt x="18" y="890"/>
                  </a:cubicBezTo>
                  <a:lnTo>
                    <a:pt x="1620" y="3277"/>
                  </a:lnTo>
                  <a:cubicBezTo>
                    <a:pt x="1633" y="3296"/>
                    <a:pt x="1653" y="3307"/>
                    <a:pt x="1676" y="3307"/>
                  </a:cubicBezTo>
                  <a:lnTo>
                    <a:pt x="1678" y="3307"/>
                  </a:lnTo>
                  <a:cubicBezTo>
                    <a:pt x="1702" y="3306"/>
                    <a:pt x="1723" y="3293"/>
                    <a:pt x="1734" y="3272"/>
                  </a:cubicBezTo>
                  <a:lnTo>
                    <a:pt x="2459" y="1943"/>
                  </a:lnTo>
                  <a:cubicBezTo>
                    <a:pt x="2472" y="1919"/>
                    <a:pt x="2469" y="1889"/>
                    <a:pt x="2452" y="1869"/>
                  </a:cubicBezTo>
                  <a:lnTo>
                    <a:pt x="941" y="25"/>
                  </a:lnTo>
                  <a:cubicBezTo>
                    <a:pt x="929" y="11"/>
                    <a:pt x="912" y="2"/>
                    <a:pt x="894" y="1"/>
                  </a:cubicBezTo>
                  <a:cubicBezTo>
                    <a:pt x="892" y="1"/>
                    <a:pt x="891" y="1"/>
                    <a:pt x="8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g33adf7f9e96_1_411"/>
            <p:cNvSpPr/>
            <p:nvPr/>
          </p:nvSpPr>
          <p:spPr>
            <a:xfrm>
              <a:off x="9050886" y="3389759"/>
              <a:ext cx="98414" cy="127227"/>
            </a:xfrm>
            <a:custGeom>
              <a:rect b="b" l="l" r="r" t="t"/>
              <a:pathLst>
                <a:path extrusionOk="0" h="2932" w="2268">
                  <a:moveTo>
                    <a:pt x="1603" y="0"/>
                  </a:moveTo>
                  <a:lnTo>
                    <a:pt x="1" y="1723"/>
                  </a:lnTo>
                  <a:lnTo>
                    <a:pt x="878" y="2932"/>
                  </a:lnTo>
                  <a:lnTo>
                    <a:pt x="2268" y="544"/>
                  </a:lnTo>
                  <a:lnTo>
                    <a:pt x="160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g33adf7f9e96_1_411"/>
            <p:cNvSpPr/>
            <p:nvPr/>
          </p:nvSpPr>
          <p:spPr>
            <a:xfrm>
              <a:off x="9047762" y="3386852"/>
              <a:ext cx="104749" cy="133041"/>
            </a:xfrm>
            <a:custGeom>
              <a:rect b="b" l="l" r="r" t="t"/>
              <a:pathLst>
                <a:path extrusionOk="0" h="3066" w="2414">
                  <a:moveTo>
                    <a:pt x="1681" y="158"/>
                  </a:moveTo>
                  <a:lnTo>
                    <a:pt x="2253" y="627"/>
                  </a:lnTo>
                  <a:lnTo>
                    <a:pt x="944" y="2877"/>
                  </a:lnTo>
                  <a:lnTo>
                    <a:pt x="159" y="1796"/>
                  </a:lnTo>
                  <a:lnTo>
                    <a:pt x="1681" y="158"/>
                  </a:lnTo>
                  <a:close/>
                  <a:moveTo>
                    <a:pt x="1675" y="1"/>
                  </a:moveTo>
                  <a:cubicBezTo>
                    <a:pt x="1657" y="1"/>
                    <a:pt x="1639" y="8"/>
                    <a:pt x="1626" y="22"/>
                  </a:cubicBezTo>
                  <a:lnTo>
                    <a:pt x="24" y="1745"/>
                  </a:lnTo>
                  <a:cubicBezTo>
                    <a:pt x="3" y="1768"/>
                    <a:pt x="1" y="1803"/>
                    <a:pt x="20" y="1829"/>
                  </a:cubicBezTo>
                  <a:lnTo>
                    <a:pt x="895" y="3038"/>
                  </a:lnTo>
                  <a:cubicBezTo>
                    <a:pt x="908" y="3056"/>
                    <a:pt x="928" y="3065"/>
                    <a:pt x="950" y="3065"/>
                  </a:cubicBezTo>
                  <a:lnTo>
                    <a:pt x="953" y="3065"/>
                  </a:lnTo>
                  <a:cubicBezTo>
                    <a:pt x="976" y="3064"/>
                    <a:pt x="996" y="3052"/>
                    <a:pt x="1006" y="3032"/>
                  </a:cubicBezTo>
                  <a:lnTo>
                    <a:pt x="2397" y="644"/>
                  </a:lnTo>
                  <a:cubicBezTo>
                    <a:pt x="2413" y="616"/>
                    <a:pt x="2407" y="581"/>
                    <a:pt x="2381" y="559"/>
                  </a:cubicBezTo>
                  <a:lnTo>
                    <a:pt x="1716" y="16"/>
                  </a:lnTo>
                  <a:cubicBezTo>
                    <a:pt x="1704" y="6"/>
                    <a:pt x="1689" y="1"/>
                    <a:pt x="16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g33adf7f9e96_1_411"/>
            <p:cNvSpPr/>
            <p:nvPr/>
          </p:nvSpPr>
          <p:spPr>
            <a:xfrm>
              <a:off x="8928477" y="3064707"/>
              <a:ext cx="221302" cy="338505"/>
            </a:xfrm>
            <a:custGeom>
              <a:rect b="b" l="l" r="r" t="t"/>
              <a:pathLst>
                <a:path extrusionOk="0" h="7801" w="5100">
                  <a:moveTo>
                    <a:pt x="2769" y="1"/>
                  </a:moveTo>
                  <a:cubicBezTo>
                    <a:pt x="2600" y="1"/>
                    <a:pt x="2426" y="17"/>
                    <a:pt x="2252" y="53"/>
                  </a:cubicBezTo>
                  <a:cubicBezTo>
                    <a:pt x="1126" y="285"/>
                    <a:pt x="166" y="517"/>
                    <a:pt x="265" y="1840"/>
                  </a:cubicBezTo>
                  <a:lnTo>
                    <a:pt x="431" y="3927"/>
                  </a:lnTo>
                  <a:cubicBezTo>
                    <a:pt x="431" y="3927"/>
                    <a:pt x="323" y="3845"/>
                    <a:pt x="215" y="3845"/>
                  </a:cubicBezTo>
                  <a:cubicBezTo>
                    <a:pt x="108" y="3845"/>
                    <a:pt x="0" y="3927"/>
                    <a:pt x="0" y="4258"/>
                  </a:cubicBezTo>
                  <a:cubicBezTo>
                    <a:pt x="0" y="4920"/>
                    <a:pt x="99" y="5483"/>
                    <a:pt x="331" y="5550"/>
                  </a:cubicBezTo>
                  <a:cubicBezTo>
                    <a:pt x="563" y="5616"/>
                    <a:pt x="795" y="5649"/>
                    <a:pt x="795" y="5649"/>
                  </a:cubicBezTo>
                  <a:cubicBezTo>
                    <a:pt x="795" y="5649"/>
                    <a:pt x="895" y="6476"/>
                    <a:pt x="1126" y="6676"/>
                  </a:cubicBezTo>
                  <a:cubicBezTo>
                    <a:pt x="1357" y="6873"/>
                    <a:pt x="2616" y="7602"/>
                    <a:pt x="2848" y="7735"/>
                  </a:cubicBezTo>
                  <a:cubicBezTo>
                    <a:pt x="2931" y="7782"/>
                    <a:pt x="3079" y="7800"/>
                    <a:pt x="3241" y="7800"/>
                  </a:cubicBezTo>
                  <a:cubicBezTo>
                    <a:pt x="3530" y="7800"/>
                    <a:pt x="3867" y="7744"/>
                    <a:pt x="3973" y="7702"/>
                  </a:cubicBezTo>
                  <a:cubicBezTo>
                    <a:pt x="4139" y="7635"/>
                    <a:pt x="4735" y="6576"/>
                    <a:pt x="4867" y="6278"/>
                  </a:cubicBezTo>
                  <a:cubicBezTo>
                    <a:pt x="5000" y="5980"/>
                    <a:pt x="5099" y="4854"/>
                    <a:pt x="5099" y="4854"/>
                  </a:cubicBezTo>
                  <a:cubicBezTo>
                    <a:pt x="5099" y="4854"/>
                    <a:pt x="4967" y="2867"/>
                    <a:pt x="4967" y="2304"/>
                  </a:cubicBezTo>
                  <a:cubicBezTo>
                    <a:pt x="4967" y="1742"/>
                    <a:pt x="5000" y="1212"/>
                    <a:pt x="4735" y="815"/>
                  </a:cubicBezTo>
                  <a:cubicBezTo>
                    <a:pt x="4511" y="479"/>
                    <a:pt x="3696" y="1"/>
                    <a:pt x="276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g33adf7f9e96_1_411"/>
            <p:cNvSpPr/>
            <p:nvPr/>
          </p:nvSpPr>
          <p:spPr>
            <a:xfrm>
              <a:off x="8925570" y="3061800"/>
              <a:ext cx="227073" cy="344319"/>
            </a:xfrm>
            <a:custGeom>
              <a:rect b="b" l="l" r="r" t="t"/>
              <a:pathLst>
                <a:path extrusionOk="0" h="7935" w="5233">
                  <a:moveTo>
                    <a:pt x="2830" y="135"/>
                  </a:moveTo>
                  <a:cubicBezTo>
                    <a:pt x="3737" y="135"/>
                    <a:pt x="4540" y="608"/>
                    <a:pt x="4748" y="918"/>
                  </a:cubicBezTo>
                  <a:cubicBezTo>
                    <a:pt x="4974" y="1259"/>
                    <a:pt x="4971" y="1717"/>
                    <a:pt x="4968" y="2202"/>
                  </a:cubicBezTo>
                  <a:lnTo>
                    <a:pt x="4968" y="2371"/>
                  </a:lnTo>
                  <a:cubicBezTo>
                    <a:pt x="4968" y="2930"/>
                    <a:pt x="5099" y="4905"/>
                    <a:pt x="5100" y="4915"/>
                  </a:cubicBezTo>
                  <a:cubicBezTo>
                    <a:pt x="5099" y="4927"/>
                    <a:pt x="5001" y="6033"/>
                    <a:pt x="4874" y="6318"/>
                  </a:cubicBezTo>
                  <a:cubicBezTo>
                    <a:pt x="4723" y="6657"/>
                    <a:pt x="4144" y="7653"/>
                    <a:pt x="4016" y="7707"/>
                  </a:cubicBezTo>
                  <a:cubicBezTo>
                    <a:pt x="3907" y="7751"/>
                    <a:pt x="3580" y="7800"/>
                    <a:pt x="3308" y="7800"/>
                  </a:cubicBezTo>
                  <a:cubicBezTo>
                    <a:pt x="3155" y="7800"/>
                    <a:pt x="3019" y="7785"/>
                    <a:pt x="2948" y="7744"/>
                  </a:cubicBezTo>
                  <a:cubicBezTo>
                    <a:pt x="2571" y="7528"/>
                    <a:pt x="1448" y="6873"/>
                    <a:pt x="1236" y="6692"/>
                  </a:cubicBezTo>
                  <a:cubicBezTo>
                    <a:pt x="1062" y="6543"/>
                    <a:pt x="954" y="5931"/>
                    <a:pt x="927" y="5708"/>
                  </a:cubicBezTo>
                  <a:cubicBezTo>
                    <a:pt x="925" y="5678"/>
                    <a:pt x="901" y="5654"/>
                    <a:pt x="872" y="5650"/>
                  </a:cubicBezTo>
                  <a:cubicBezTo>
                    <a:pt x="869" y="5650"/>
                    <a:pt x="641" y="5617"/>
                    <a:pt x="416" y="5553"/>
                  </a:cubicBezTo>
                  <a:cubicBezTo>
                    <a:pt x="245" y="5503"/>
                    <a:pt x="133" y="5021"/>
                    <a:pt x="133" y="4325"/>
                  </a:cubicBezTo>
                  <a:cubicBezTo>
                    <a:pt x="133" y="4140"/>
                    <a:pt x="170" y="4021"/>
                    <a:pt x="235" y="3987"/>
                  </a:cubicBezTo>
                  <a:cubicBezTo>
                    <a:pt x="249" y="3980"/>
                    <a:pt x="266" y="3978"/>
                    <a:pt x="282" y="3978"/>
                  </a:cubicBezTo>
                  <a:cubicBezTo>
                    <a:pt x="350" y="3978"/>
                    <a:pt x="429" y="4025"/>
                    <a:pt x="458" y="4047"/>
                  </a:cubicBezTo>
                  <a:cubicBezTo>
                    <a:pt x="470" y="4056"/>
                    <a:pt x="484" y="4061"/>
                    <a:pt x="498" y="4061"/>
                  </a:cubicBezTo>
                  <a:cubicBezTo>
                    <a:pt x="509" y="4061"/>
                    <a:pt x="520" y="4058"/>
                    <a:pt x="530" y="4052"/>
                  </a:cubicBezTo>
                  <a:cubicBezTo>
                    <a:pt x="552" y="4039"/>
                    <a:pt x="566" y="4015"/>
                    <a:pt x="564" y="3989"/>
                  </a:cubicBezTo>
                  <a:lnTo>
                    <a:pt x="398" y="1903"/>
                  </a:lnTo>
                  <a:cubicBezTo>
                    <a:pt x="308" y="694"/>
                    <a:pt x="1106" y="438"/>
                    <a:pt x="2333" y="185"/>
                  </a:cubicBezTo>
                  <a:cubicBezTo>
                    <a:pt x="2500" y="151"/>
                    <a:pt x="2666" y="135"/>
                    <a:pt x="2830" y="135"/>
                  </a:cubicBezTo>
                  <a:close/>
                  <a:moveTo>
                    <a:pt x="2838" y="1"/>
                  </a:moveTo>
                  <a:cubicBezTo>
                    <a:pt x="2664" y="1"/>
                    <a:pt x="2485" y="18"/>
                    <a:pt x="2306" y="55"/>
                  </a:cubicBezTo>
                  <a:cubicBezTo>
                    <a:pt x="1250" y="272"/>
                    <a:pt x="159" y="496"/>
                    <a:pt x="266" y="1913"/>
                  </a:cubicBezTo>
                  <a:lnTo>
                    <a:pt x="422" y="3875"/>
                  </a:lnTo>
                  <a:cubicBezTo>
                    <a:pt x="381" y="3858"/>
                    <a:pt x="332" y="3844"/>
                    <a:pt x="282" y="3844"/>
                  </a:cubicBezTo>
                  <a:cubicBezTo>
                    <a:pt x="247" y="3844"/>
                    <a:pt x="211" y="3851"/>
                    <a:pt x="176" y="3868"/>
                  </a:cubicBezTo>
                  <a:cubicBezTo>
                    <a:pt x="59" y="3927"/>
                    <a:pt x="1" y="4076"/>
                    <a:pt x="1" y="4325"/>
                  </a:cubicBezTo>
                  <a:cubicBezTo>
                    <a:pt x="1" y="4791"/>
                    <a:pt x="51" y="5586"/>
                    <a:pt x="379" y="5680"/>
                  </a:cubicBezTo>
                  <a:cubicBezTo>
                    <a:pt x="552" y="5729"/>
                    <a:pt x="720" y="5760"/>
                    <a:pt x="802" y="5774"/>
                  </a:cubicBezTo>
                  <a:cubicBezTo>
                    <a:pt x="829" y="5969"/>
                    <a:pt x="932" y="6606"/>
                    <a:pt x="1150" y="6793"/>
                  </a:cubicBezTo>
                  <a:cubicBezTo>
                    <a:pt x="1411" y="7016"/>
                    <a:pt x="2868" y="7850"/>
                    <a:pt x="2882" y="7860"/>
                  </a:cubicBezTo>
                  <a:cubicBezTo>
                    <a:pt x="2978" y="7914"/>
                    <a:pt x="3138" y="7934"/>
                    <a:pt x="3312" y="7934"/>
                  </a:cubicBezTo>
                  <a:cubicBezTo>
                    <a:pt x="3615" y="7934"/>
                    <a:pt x="3957" y="7874"/>
                    <a:pt x="4065" y="7830"/>
                  </a:cubicBezTo>
                  <a:cubicBezTo>
                    <a:pt x="4280" y="7744"/>
                    <a:pt x="4906" y="6571"/>
                    <a:pt x="4995" y="6371"/>
                  </a:cubicBezTo>
                  <a:cubicBezTo>
                    <a:pt x="5131" y="6067"/>
                    <a:pt x="5228" y="4973"/>
                    <a:pt x="5233" y="4916"/>
                  </a:cubicBezTo>
                  <a:cubicBezTo>
                    <a:pt x="5231" y="4897"/>
                    <a:pt x="5100" y="2926"/>
                    <a:pt x="5100" y="2371"/>
                  </a:cubicBezTo>
                  <a:lnTo>
                    <a:pt x="5100" y="2203"/>
                  </a:lnTo>
                  <a:cubicBezTo>
                    <a:pt x="5104" y="1697"/>
                    <a:pt x="5107" y="1219"/>
                    <a:pt x="4858" y="845"/>
                  </a:cubicBezTo>
                  <a:cubicBezTo>
                    <a:pt x="4629" y="503"/>
                    <a:pt x="3797" y="1"/>
                    <a:pt x="28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g33adf7f9e96_1_411"/>
            <p:cNvSpPr/>
            <p:nvPr/>
          </p:nvSpPr>
          <p:spPr>
            <a:xfrm>
              <a:off x="8943621" y="3232028"/>
              <a:ext cx="4947" cy="5424"/>
            </a:xfrm>
            <a:custGeom>
              <a:rect b="b" l="l" r="r" t="t"/>
              <a:pathLst>
                <a:path extrusionOk="0" h="125" w="114">
                  <a:moveTo>
                    <a:pt x="76" y="0"/>
                  </a:moveTo>
                  <a:cubicBezTo>
                    <a:pt x="55" y="0"/>
                    <a:pt x="34" y="10"/>
                    <a:pt x="21" y="28"/>
                  </a:cubicBezTo>
                  <a:cubicBezTo>
                    <a:pt x="0" y="58"/>
                    <a:pt x="7" y="100"/>
                    <a:pt x="37" y="120"/>
                  </a:cubicBezTo>
                  <a:lnTo>
                    <a:pt x="43" y="125"/>
                  </a:lnTo>
                  <a:lnTo>
                    <a:pt x="82" y="71"/>
                  </a:lnTo>
                  <a:lnTo>
                    <a:pt x="114" y="12"/>
                  </a:lnTo>
                  <a:cubicBezTo>
                    <a:pt x="102" y="4"/>
                    <a:pt x="89"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g33adf7f9e96_1_411"/>
            <p:cNvSpPr/>
            <p:nvPr/>
          </p:nvSpPr>
          <p:spPr>
            <a:xfrm>
              <a:off x="8935637" y="3064707"/>
              <a:ext cx="207763" cy="170446"/>
            </a:xfrm>
            <a:custGeom>
              <a:rect b="b" l="l" r="r" t="t"/>
              <a:pathLst>
                <a:path extrusionOk="0" h="3928" w="4788">
                  <a:moveTo>
                    <a:pt x="2604" y="1"/>
                  </a:moveTo>
                  <a:cubicBezTo>
                    <a:pt x="2435" y="1"/>
                    <a:pt x="2261" y="17"/>
                    <a:pt x="2087" y="53"/>
                  </a:cubicBezTo>
                  <a:cubicBezTo>
                    <a:pt x="961" y="285"/>
                    <a:pt x="1" y="517"/>
                    <a:pt x="100" y="1840"/>
                  </a:cubicBezTo>
                  <a:lnTo>
                    <a:pt x="266" y="3927"/>
                  </a:lnTo>
                  <a:lnTo>
                    <a:pt x="696" y="3894"/>
                  </a:lnTo>
                  <a:lnTo>
                    <a:pt x="597" y="3166"/>
                  </a:lnTo>
                  <a:cubicBezTo>
                    <a:pt x="597" y="3166"/>
                    <a:pt x="1060" y="3099"/>
                    <a:pt x="1060" y="2901"/>
                  </a:cubicBezTo>
                  <a:cubicBezTo>
                    <a:pt x="1060" y="2702"/>
                    <a:pt x="465" y="1610"/>
                    <a:pt x="927" y="1378"/>
                  </a:cubicBezTo>
                  <a:cubicBezTo>
                    <a:pt x="1317" y="1183"/>
                    <a:pt x="1544" y="1105"/>
                    <a:pt x="1783" y="1105"/>
                  </a:cubicBezTo>
                  <a:cubicBezTo>
                    <a:pt x="1828" y="1105"/>
                    <a:pt x="1874" y="1108"/>
                    <a:pt x="1921" y="1113"/>
                  </a:cubicBezTo>
                  <a:cubicBezTo>
                    <a:pt x="2174" y="1141"/>
                    <a:pt x="2571" y="1480"/>
                    <a:pt x="3090" y="1480"/>
                  </a:cubicBezTo>
                  <a:cubicBezTo>
                    <a:pt x="3182" y="1480"/>
                    <a:pt x="3278" y="1469"/>
                    <a:pt x="3377" y="1444"/>
                  </a:cubicBezTo>
                  <a:cubicBezTo>
                    <a:pt x="4040" y="1278"/>
                    <a:pt x="4338" y="980"/>
                    <a:pt x="4338" y="980"/>
                  </a:cubicBezTo>
                  <a:lnTo>
                    <a:pt x="4788" y="1535"/>
                  </a:lnTo>
                  <a:cubicBezTo>
                    <a:pt x="4765" y="1269"/>
                    <a:pt x="4710" y="1023"/>
                    <a:pt x="4570" y="815"/>
                  </a:cubicBezTo>
                  <a:cubicBezTo>
                    <a:pt x="4346" y="479"/>
                    <a:pt x="3531" y="1"/>
                    <a:pt x="26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g33adf7f9e96_1_411"/>
            <p:cNvSpPr/>
            <p:nvPr/>
          </p:nvSpPr>
          <p:spPr>
            <a:xfrm>
              <a:off x="8932469" y="3061844"/>
              <a:ext cx="213925" cy="176174"/>
            </a:xfrm>
            <a:custGeom>
              <a:rect b="b" l="l" r="r" t="t"/>
              <a:pathLst>
                <a:path extrusionOk="0" h="4060" w="4930">
                  <a:moveTo>
                    <a:pt x="2672" y="134"/>
                  </a:moveTo>
                  <a:cubicBezTo>
                    <a:pt x="3578" y="134"/>
                    <a:pt x="4380" y="606"/>
                    <a:pt x="4589" y="917"/>
                  </a:cubicBezTo>
                  <a:cubicBezTo>
                    <a:pt x="4671" y="1042"/>
                    <a:pt x="4729" y="1191"/>
                    <a:pt x="4764" y="1375"/>
                  </a:cubicBezTo>
                  <a:lnTo>
                    <a:pt x="4463" y="1004"/>
                  </a:lnTo>
                  <a:cubicBezTo>
                    <a:pt x="4451" y="990"/>
                    <a:pt x="4434" y="980"/>
                    <a:pt x="4415" y="979"/>
                  </a:cubicBezTo>
                  <a:cubicBezTo>
                    <a:pt x="4393" y="979"/>
                    <a:pt x="4378" y="986"/>
                    <a:pt x="4365" y="999"/>
                  </a:cubicBezTo>
                  <a:cubicBezTo>
                    <a:pt x="4361" y="1001"/>
                    <a:pt x="4068" y="1286"/>
                    <a:pt x="3435" y="1445"/>
                  </a:cubicBezTo>
                  <a:cubicBezTo>
                    <a:pt x="3341" y="1468"/>
                    <a:pt x="3251" y="1478"/>
                    <a:pt x="3164" y="1478"/>
                  </a:cubicBezTo>
                  <a:cubicBezTo>
                    <a:pt x="2856" y="1478"/>
                    <a:pt x="2593" y="1354"/>
                    <a:pt x="2371" y="1249"/>
                  </a:cubicBezTo>
                  <a:cubicBezTo>
                    <a:pt x="2231" y="1181"/>
                    <a:pt x="2109" y="1124"/>
                    <a:pt x="2002" y="1113"/>
                  </a:cubicBezTo>
                  <a:cubicBezTo>
                    <a:pt x="1952" y="1107"/>
                    <a:pt x="1904" y="1104"/>
                    <a:pt x="1856" y="1104"/>
                  </a:cubicBezTo>
                  <a:cubicBezTo>
                    <a:pt x="1611" y="1104"/>
                    <a:pt x="1376" y="1182"/>
                    <a:pt x="972" y="1384"/>
                  </a:cubicBezTo>
                  <a:cubicBezTo>
                    <a:pt x="578" y="1580"/>
                    <a:pt x="817" y="2238"/>
                    <a:pt x="975" y="2673"/>
                  </a:cubicBezTo>
                  <a:cubicBezTo>
                    <a:pt x="1020" y="2797"/>
                    <a:pt x="1068" y="2925"/>
                    <a:pt x="1068" y="2967"/>
                  </a:cubicBezTo>
                  <a:cubicBezTo>
                    <a:pt x="1068" y="3062"/>
                    <a:pt x="825" y="3142"/>
                    <a:pt x="661" y="3165"/>
                  </a:cubicBezTo>
                  <a:cubicBezTo>
                    <a:pt x="624" y="3171"/>
                    <a:pt x="599" y="3204"/>
                    <a:pt x="604" y="3240"/>
                  </a:cubicBezTo>
                  <a:lnTo>
                    <a:pt x="694" y="3899"/>
                  </a:lnTo>
                  <a:lnTo>
                    <a:pt x="400" y="3921"/>
                  </a:lnTo>
                  <a:lnTo>
                    <a:pt x="239" y="1902"/>
                  </a:lnTo>
                  <a:cubicBezTo>
                    <a:pt x="148" y="693"/>
                    <a:pt x="946" y="437"/>
                    <a:pt x="2174" y="184"/>
                  </a:cubicBezTo>
                  <a:cubicBezTo>
                    <a:pt x="2341" y="150"/>
                    <a:pt x="2507" y="134"/>
                    <a:pt x="2672" y="134"/>
                  </a:cubicBezTo>
                  <a:close/>
                  <a:moveTo>
                    <a:pt x="2679" y="0"/>
                  </a:moveTo>
                  <a:cubicBezTo>
                    <a:pt x="2504" y="0"/>
                    <a:pt x="2326" y="17"/>
                    <a:pt x="2147" y="54"/>
                  </a:cubicBezTo>
                  <a:cubicBezTo>
                    <a:pt x="1091" y="271"/>
                    <a:pt x="0" y="496"/>
                    <a:pt x="107" y="1912"/>
                  </a:cubicBezTo>
                  <a:lnTo>
                    <a:pt x="273" y="3998"/>
                  </a:lnTo>
                  <a:cubicBezTo>
                    <a:pt x="275" y="4033"/>
                    <a:pt x="304" y="4060"/>
                    <a:pt x="339" y="4060"/>
                  </a:cubicBezTo>
                  <a:lnTo>
                    <a:pt x="343" y="4060"/>
                  </a:lnTo>
                  <a:lnTo>
                    <a:pt x="774" y="4027"/>
                  </a:lnTo>
                  <a:cubicBezTo>
                    <a:pt x="792" y="4024"/>
                    <a:pt x="810" y="4016"/>
                    <a:pt x="820" y="4002"/>
                  </a:cubicBezTo>
                  <a:cubicBezTo>
                    <a:pt x="832" y="3988"/>
                    <a:pt x="837" y="3969"/>
                    <a:pt x="834" y="3951"/>
                  </a:cubicBezTo>
                  <a:lnTo>
                    <a:pt x="745" y="3286"/>
                  </a:lnTo>
                  <a:cubicBezTo>
                    <a:pt x="894" y="3256"/>
                    <a:pt x="1200" y="3171"/>
                    <a:pt x="1200" y="2967"/>
                  </a:cubicBezTo>
                  <a:cubicBezTo>
                    <a:pt x="1200" y="2905"/>
                    <a:pt x="1166" y="2808"/>
                    <a:pt x="1100" y="2628"/>
                  </a:cubicBezTo>
                  <a:cubicBezTo>
                    <a:pt x="967" y="2261"/>
                    <a:pt x="743" y="1646"/>
                    <a:pt x="1031" y="1503"/>
                  </a:cubicBezTo>
                  <a:cubicBezTo>
                    <a:pt x="1417" y="1309"/>
                    <a:pt x="1629" y="1237"/>
                    <a:pt x="1852" y="1237"/>
                  </a:cubicBezTo>
                  <a:cubicBezTo>
                    <a:pt x="1896" y="1237"/>
                    <a:pt x="1941" y="1240"/>
                    <a:pt x="1987" y="1245"/>
                  </a:cubicBezTo>
                  <a:cubicBezTo>
                    <a:pt x="2072" y="1255"/>
                    <a:pt x="2184" y="1308"/>
                    <a:pt x="2315" y="1369"/>
                  </a:cubicBezTo>
                  <a:cubicBezTo>
                    <a:pt x="2538" y="1475"/>
                    <a:pt x="2825" y="1612"/>
                    <a:pt x="3164" y="1612"/>
                  </a:cubicBezTo>
                  <a:cubicBezTo>
                    <a:pt x="3261" y="1612"/>
                    <a:pt x="3362" y="1600"/>
                    <a:pt x="3467" y="1574"/>
                  </a:cubicBezTo>
                  <a:cubicBezTo>
                    <a:pt x="3986" y="1444"/>
                    <a:pt x="4287" y="1236"/>
                    <a:pt x="4403" y="1142"/>
                  </a:cubicBezTo>
                  <a:lnTo>
                    <a:pt x="4809" y="1644"/>
                  </a:lnTo>
                  <a:cubicBezTo>
                    <a:pt x="4822" y="1659"/>
                    <a:pt x="4841" y="1668"/>
                    <a:pt x="4860" y="1668"/>
                  </a:cubicBezTo>
                  <a:cubicBezTo>
                    <a:pt x="4868" y="1668"/>
                    <a:pt x="4877" y="1666"/>
                    <a:pt x="4885" y="1663"/>
                  </a:cubicBezTo>
                  <a:cubicBezTo>
                    <a:pt x="4913" y="1652"/>
                    <a:pt x="4929" y="1625"/>
                    <a:pt x="4927" y="1595"/>
                  </a:cubicBezTo>
                  <a:cubicBezTo>
                    <a:pt x="4900" y="1276"/>
                    <a:pt x="4828" y="1037"/>
                    <a:pt x="4699" y="844"/>
                  </a:cubicBezTo>
                  <a:cubicBezTo>
                    <a:pt x="4470" y="503"/>
                    <a:pt x="3638" y="0"/>
                    <a:pt x="26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g33adf7f9e96_1_411"/>
            <p:cNvSpPr/>
            <p:nvPr/>
          </p:nvSpPr>
          <p:spPr>
            <a:xfrm>
              <a:off x="9064815" y="3220703"/>
              <a:ext cx="34757" cy="79105"/>
            </a:xfrm>
            <a:custGeom>
              <a:rect b="b" l="l" r="r" t="t"/>
              <a:pathLst>
                <a:path extrusionOk="0" h="1823" w="801">
                  <a:moveTo>
                    <a:pt x="500" y="1"/>
                  </a:moveTo>
                  <a:cubicBezTo>
                    <a:pt x="497" y="1"/>
                    <a:pt x="494" y="1"/>
                    <a:pt x="491" y="1"/>
                  </a:cubicBezTo>
                  <a:cubicBezTo>
                    <a:pt x="455" y="6"/>
                    <a:pt x="430" y="40"/>
                    <a:pt x="435" y="77"/>
                  </a:cubicBezTo>
                  <a:lnTo>
                    <a:pt x="657" y="1630"/>
                  </a:lnTo>
                  <a:lnTo>
                    <a:pt x="63" y="1690"/>
                  </a:lnTo>
                  <a:cubicBezTo>
                    <a:pt x="27" y="1693"/>
                    <a:pt x="0" y="1726"/>
                    <a:pt x="4" y="1763"/>
                  </a:cubicBezTo>
                  <a:cubicBezTo>
                    <a:pt x="8" y="1796"/>
                    <a:pt x="36" y="1822"/>
                    <a:pt x="70" y="1822"/>
                  </a:cubicBezTo>
                  <a:lnTo>
                    <a:pt x="76" y="1822"/>
                  </a:lnTo>
                  <a:lnTo>
                    <a:pt x="739" y="1756"/>
                  </a:lnTo>
                  <a:cubicBezTo>
                    <a:pt x="756" y="1753"/>
                    <a:pt x="773" y="1745"/>
                    <a:pt x="785" y="1731"/>
                  </a:cubicBezTo>
                  <a:cubicBezTo>
                    <a:pt x="796" y="1716"/>
                    <a:pt x="800" y="1698"/>
                    <a:pt x="798" y="1680"/>
                  </a:cubicBezTo>
                  <a:lnTo>
                    <a:pt x="566" y="58"/>
                  </a:lnTo>
                  <a:cubicBezTo>
                    <a:pt x="562" y="24"/>
                    <a:pt x="532" y="1"/>
                    <a:pt x="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g33adf7f9e96_1_411"/>
            <p:cNvSpPr/>
            <p:nvPr/>
          </p:nvSpPr>
          <p:spPr>
            <a:xfrm>
              <a:off x="8999944" y="3208770"/>
              <a:ext cx="61097" cy="17748"/>
            </a:xfrm>
            <a:custGeom>
              <a:rect b="b" l="l" r="r" t="t"/>
              <a:pathLst>
                <a:path extrusionOk="0" h="409" w="1408">
                  <a:moveTo>
                    <a:pt x="864" y="0"/>
                  </a:moveTo>
                  <a:cubicBezTo>
                    <a:pt x="616" y="0"/>
                    <a:pt x="311" y="61"/>
                    <a:pt x="33" y="290"/>
                  </a:cubicBezTo>
                  <a:cubicBezTo>
                    <a:pt x="5" y="314"/>
                    <a:pt x="0" y="355"/>
                    <a:pt x="24" y="384"/>
                  </a:cubicBezTo>
                  <a:cubicBezTo>
                    <a:pt x="37" y="400"/>
                    <a:pt x="56" y="409"/>
                    <a:pt x="75" y="409"/>
                  </a:cubicBezTo>
                  <a:cubicBezTo>
                    <a:pt x="90" y="409"/>
                    <a:pt x="105" y="404"/>
                    <a:pt x="117" y="393"/>
                  </a:cubicBezTo>
                  <a:cubicBezTo>
                    <a:pt x="364" y="190"/>
                    <a:pt x="641" y="135"/>
                    <a:pt x="866" y="135"/>
                  </a:cubicBezTo>
                  <a:cubicBezTo>
                    <a:pt x="1119" y="135"/>
                    <a:pt x="1306" y="204"/>
                    <a:pt x="1310" y="205"/>
                  </a:cubicBezTo>
                  <a:cubicBezTo>
                    <a:pt x="1318" y="208"/>
                    <a:pt x="1326" y="210"/>
                    <a:pt x="1334" y="210"/>
                  </a:cubicBezTo>
                  <a:cubicBezTo>
                    <a:pt x="1360" y="210"/>
                    <a:pt x="1385" y="194"/>
                    <a:pt x="1395" y="167"/>
                  </a:cubicBezTo>
                  <a:cubicBezTo>
                    <a:pt x="1408" y="132"/>
                    <a:pt x="1391" y="94"/>
                    <a:pt x="1357" y="81"/>
                  </a:cubicBezTo>
                  <a:cubicBezTo>
                    <a:pt x="1341" y="75"/>
                    <a:pt x="1138"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g33adf7f9e96_1_411"/>
            <p:cNvSpPr/>
            <p:nvPr/>
          </p:nvSpPr>
          <p:spPr>
            <a:xfrm>
              <a:off x="9094756" y="3202131"/>
              <a:ext cx="45302" cy="12888"/>
            </a:xfrm>
            <a:custGeom>
              <a:rect b="b" l="l" r="r" t="t"/>
              <a:pathLst>
                <a:path extrusionOk="0" h="297" w="1044">
                  <a:moveTo>
                    <a:pt x="591" y="1"/>
                  </a:moveTo>
                  <a:cubicBezTo>
                    <a:pt x="313" y="1"/>
                    <a:pt x="56" y="164"/>
                    <a:pt x="39" y="174"/>
                  </a:cubicBezTo>
                  <a:cubicBezTo>
                    <a:pt x="9" y="194"/>
                    <a:pt x="0" y="235"/>
                    <a:pt x="19" y="266"/>
                  </a:cubicBezTo>
                  <a:cubicBezTo>
                    <a:pt x="32" y="286"/>
                    <a:pt x="54" y="297"/>
                    <a:pt x="76" y="297"/>
                  </a:cubicBezTo>
                  <a:cubicBezTo>
                    <a:pt x="88" y="297"/>
                    <a:pt x="100" y="293"/>
                    <a:pt x="111" y="286"/>
                  </a:cubicBezTo>
                  <a:cubicBezTo>
                    <a:pt x="115" y="284"/>
                    <a:pt x="348" y="136"/>
                    <a:pt x="589" y="136"/>
                  </a:cubicBezTo>
                  <a:cubicBezTo>
                    <a:pt x="706" y="136"/>
                    <a:pt x="826" y="171"/>
                    <a:pt x="921" y="275"/>
                  </a:cubicBezTo>
                  <a:cubicBezTo>
                    <a:pt x="934" y="290"/>
                    <a:pt x="951" y="297"/>
                    <a:pt x="969" y="297"/>
                  </a:cubicBezTo>
                  <a:cubicBezTo>
                    <a:pt x="986" y="297"/>
                    <a:pt x="1001" y="291"/>
                    <a:pt x="1014" y="279"/>
                  </a:cubicBezTo>
                  <a:cubicBezTo>
                    <a:pt x="1041" y="254"/>
                    <a:pt x="1044" y="213"/>
                    <a:pt x="1019" y="185"/>
                  </a:cubicBezTo>
                  <a:cubicBezTo>
                    <a:pt x="892" y="46"/>
                    <a:pt x="739" y="1"/>
                    <a:pt x="5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g33adf7f9e96_1_411"/>
            <p:cNvSpPr/>
            <p:nvPr/>
          </p:nvSpPr>
          <p:spPr>
            <a:xfrm>
              <a:off x="9027585" y="3230813"/>
              <a:ext cx="17314" cy="22955"/>
            </a:xfrm>
            <a:custGeom>
              <a:rect b="b" l="l" r="r" t="t"/>
              <a:pathLst>
                <a:path extrusionOk="0" h="529" w="399">
                  <a:moveTo>
                    <a:pt x="199" y="0"/>
                  </a:moveTo>
                  <a:cubicBezTo>
                    <a:pt x="89" y="0"/>
                    <a:pt x="1" y="118"/>
                    <a:pt x="1" y="265"/>
                  </a:cubicBezTo>
                  <a:cubicBezTo>
                    <a:pt x="1" y="411"/>
                    <a:pt x="89" y="529"/>
                    <a:pt x="199" y="529"/>
                  </a:cubicBezTo>
                  <a:cubicBezTo>
                    <a:pt x="310" y="529"/>
                    <a:pt x="398" y="411"/>
                    <a:pt x="398" y="265"/>
                  </a:cubicBezTo>
                  <a:cubicBezTo>
                    <a:pt x="398" y="118"/>
                    <a:pt x="310"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g33adf7f9e96_1_411"/>
            <p:cNvSpPr/>
            <p:nvPr/>
          </p:nvSpPr>
          <p:spPr>
            <a:xfrm>
              <a:off x="9113805" y="3230813"/>
              <a:ext cx="17270" cy="22955"/>
            </a:xfrm>
            <a:custGeom>
              <a:rect b="b" l="l" r="r" t="t"/>
              <a:pathLst>
                <a:path extrusionOk="0" h="529" w="398">
                  <a:moveTo>
                    <a:pt x="199" y="0"/>
                  </a:moveTo>
                  <a:cubicBezTo>
                    <a:pt x="90" y="0"/>
                    <a:pt x="0" y="118"/>
                    <a:pt x="0" y="265"/>
                  </a:cubicBezTo>
                  <a:cubicBezTo>
                    <a:pt x="0" y="411"/>
                    <a:pt x="90" y="529"/>
                    <a:pt x="199" y="529"/>
                  </a:cubicBezTo>
                  <a:cubicBezTo>
                    <a:pt x="309" y="529"/>
                    <a:pt x="398" y="411"/>
                    <a:pt x="398" y="265"/>
                  </a:cubicBezTo>
                  <a:cubicBezTo>
                    <a:pt x="398" y="118"/>
                    <a:pt x="30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g33adf7f9e96_1_411"/>
            <p:cNvSpPr/>
            <p:nvPr/>
          </p:nvSpPr>
          <p:spPr>
            <a:xfrm>
              <a:off x="9072149" y="3332741"/>
              <a:ext cx="17314" cy="11586"/>
            </a:xfrm>
            <a:custGeom>
              <a:rect b="b" l="l" r="r" t="t"/>
              <a:pathLst>
                <a:path extrusionOk="0" h="267" w="399">
                  <a:moveTo>
                    <a:pt x="199" y="1"/>
                  </a:moveTo>
                  <a:cubicBezTo>
                    <a:pt x="89" y="1"/>
                    <a:pt x="1" y="61"/>
                    <a:pt x="1" y="134"/>
                  </a:cubicBezTo>
                  <a:cubicBezTo>
                    <a:pt x="1" y="207"/>
                    <a:pt x="89" y="267"/>
                    <a:pt x="199" y="267"/>
                  </a:cubicBezTo>
                  <a:cubicBezTo>
                    <a:pt x="308" y="267"/>
                    <a:pt x="398" y="207"/>
                    <a:pt x="398" y="134"/>
                  </a:cubicBezTo>
                  <a:cubicBezTo>
                    <a:pt x="398" y="61"/>
                    <a:pt x="308" y="1"/>
                    <a:pt x="1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g33adf7f9e96_1_411"/>
            <p:cNvSpPr/>
            <p:nvPr/>
          </p:nvSpPr>
          <p:spPr>
            <a:xfrm>
              <a:off x="8839436" y="2649704"/>
              <a:ext cx="462955" cy="355558"/>
            </a:xfrm>
            <a:custGeom>
              <a:rect b="b" l="l" r="r" t="t"/>
              <a:pathLst>
                <a:path extrusionOk="0" h="8194" w="10669">
                  <a:moveTo>
                    <a:pt x="1" y="0"/>
                  </a:moveTo>
                  <a:lnTo>
                    <a:pt x="1" y="6571"/>
                  </a:lnTo>
                  <a:lnTo>
                    <a:pt x="3990" y="6571"/>
                  </a:lnTo>
                  <a:lnTo>
                    <a:pt x="5206" y="8193"/>
                  </a:lnTo>
                  <a:lnTo>
                    <a:pt x="6288" y="6571"/>
                  </a:lnTo>
                  <a:lnTo>
                    <a:pt x="10669" y="6571"/>
                  </a:lnTo>
                  <a:lnTo>
                    <a:pt x="106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g33adf7f9e96_1_411"/>
            <p:cNvSpPr/>
            <p:nvPr/>
          </p:nvSpPr>
          <p:spPr>
            <a:xfrm>
              <a:off x="8818131" y="2628355"/>
              <a:ext cx="462955" cy="355602"/>
            </a:xfrm>
            <a:custGeom>
              <a:rect b="b" l="l" r="r" t="t"/>
              <a:pathLst>
                <a:path extrusionOk="0" h="8195" w="10669">
                  <a:moveTo>
                    <a:pt x="1" y="0"/>
                  </a:moveTo>
                  <a:lnTo>
                    <a:pt x="1" y="6572"/>
                  </a:lnTo>
                  <a:lnTo>
                    <a:pt x="3990" y="6572"/>
                  </a:lnTo>
                  <a:lnTo>
                    <a:pt x="5206" y="8194"/>
                  </a:lnTo>
                  <a:lnTo>
                    <a:pt x="6288" y="6572"/>
                  </a:lnTo>
                  <a:lnTo>
                    <a:pt x="10669" y="6572"/>
                  </a:lnTo>
                  <a:lnTo>
                    <a:pt x="1066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g33adf7f9e96_1_411"/>
            <p:cNvSpPr/>
            <p:nvPr/>
          </p:nvSpPr>
          <p:spPr>
            <a:xfrm>
              <a:off x="8815224" y="2625448"/>
              <a:ext cx="468769" cy="361373"/>
            </a:xfrm>
            <a:custGeom>
              <a:rect b="b" l="l" r="r" t="t"/>
              <a:pathLst>
                <a:path extrusionOk="0" h="8328" w="10803">
                  <a:moveTo>
                    <a:pt x="10670" y="135"/>
                  </a:moveTo>
                  <a:lnTo>
                    <a:pt x="10670" y="6573"/>
                  </a:lnTo>
                  <a:lnTo>
                    <a:pt x="6355" y="6573"/>
                  </a:lnTo>
                  <a:cubicBezTo>
                    <a:pt x="6332" y="6573"/>
                    <a:pt x="6311" y="6584"/>
                    <a:pt x="6299" y="6603"/>
                  </a:cubicBezTo>
                  <a:lnTo>
                    <a:pt x="5270" y="8147"/>
                  </a:lnTo>
                  <a:lnTo>
                    <a:pt x="4110" y="6599"/>
                  </a:lnTo>
                  <a:cubicBezTo>
                    <a:pt x="4097" y="6583"/>
                    <a:pt x="4078" y="6573"/>
                    <a:pt x="4057" y="6573"/>
                  </a:cubicBezTo>
                  <a:lnTo>
                    <a:pt x="134" y="6573"/>
                  </a:lnTo>
                  <a:lnTo>
                    <a:pt x="134" y="135"/>
                  </a:lnTo>
                  <a:close/>
                  <a:moveTo>
                    <a:pt x="68" y="1"/>
                  </a:moveTo>
                  <a:cubicBezTo>
                    <a:pt x="31" y="1"/>
                    <a:pt x="0" y="30"/>
                    <a:pt x="0" y="67"/>
                  </a:cubicBezTo>
                  <a:lnTo>
                    <a:pt x="0" y="6639"/>
                  </a:lnTo>
                  <a:cubicBezTo>
                    <a:pt x="0" y="6676"/>
                    <a:pt x="31" y="6706"/>
                    <a:pt x="68" y="6706"/>
                  </a:cubicBezTo>
                  <a:lnTo>
                    <a:pt x="4024" y="6706"/>
                  </a:lnTo>
                  <a:lnTo>
                    <a:pt x="5220" y="8301"/>
                  </a:lnTo>
                  <a:cubicBezTo>
                    <a:pt x="5233" y="8317"/>
                    <a:pt x="5252" y="8328"/>
                    <a:pt x="5273" y="8328"/>
                  </a:cubicBezTo>
                  <a:lnTo>
                    <a:pt x="5276" y="8328"/>
                  </a:lnTo>
                  <a:cubicBezTo>
                    <a:pt x="5297" y="8327"/>
                    <a:pt x="5317" y="8316"/>
                    <a:pt x="5329" y="8298"/>
                  </a:cubicBezTo>
                  <a:lnTo>
                    <a:pt x="6390" y="6706"/>
                  </a:lnTo>
                  <a:lnTo>
                    <a:pt x="10736" y="6706"/>
                  </a:lnTo>
                  <a:cubicBezTo>
                    <a:pt x="10772" y="6706"/>
                    <a:pt x="10802" y="6676"/>
                    <a:pt x="10802" y="6639"/>
                  </a:cubicBezTo>
                  <a:lnTo>
                    <a:pt x="10802" y="67"/>
                  </a:lnTo>
                  <a:cubicBezTo>
                    <a:pt x="10802" y="30"/>
                    <a:pt x="10772" y="1"/>
                    <a:pt x="107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g33adf7f9e96_1_411"/>
            <p:cNvSpPr/>
            <p:nvPr/>
          </p:nvSpPr>
          <p:spPr>
            <a:xfrm>
              <a:off x="8950086" y="2746642"/>
              <a:ext cx="35538" cy="35538"/>
            </a:xfrm>
            <a:custGeom>
              <a:rect b="b" l="l" r="r" t="t"/>
              <a:pathLst>
                <a:path extrusionOk="0" h="819" w="819">
                  <a:moveTo>
                    <a:pt x="410" y="0"/>
                  </a:moveTo>
                  <a:cubicBezTo>
                    <a:pt x="184" y="0"/>
                    <a:pt x="0" y="183"/>
                    <a:pt x="0" y="409"/>
                  </a:cubicBezTo>
                  <a:cubicBezTo>
                    <a:pt x="0"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g33adf7f9e96_1_411"/>
            <p:cNvSpPr/>
            <p:nvPr/>
          </p:nvSpPr>
          <p:spPr>
            <a:xfrm>
              <a:off x="9031794"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g33adf7f9e96_1_411"/>
            <p:cNvSpPr/>
            <p:nvPr/>
          </p:nvSpPr>
          <p:spPr>
            <a:xfrm>
              <a:off x="9113545" y="2746642"/>
              <a:ext cx="35538" cy="35538"/>
            </a:xfrm>
            <a:custGeom>
              <a:rect b="b" l="l" r="r" t="t"/>
              <a:pathLst>
                <a:path extrusionOk="0" h="819" w="819">
                  <a:moveTo>
                    <a:pt x="410" y="0"/>
                  </a:moveTo>
                  <a:cubicBezTo>
                    <a:pt x="184" y="0"/>
                    <a:pt x="0" y="183"/>
                    <a:pt x="0" y="409"/>
                  </a:cubicBezTo>
                  <a:cubicBezTo>
                    <a:pt x="0" y="635"/>
                    <a:pt x="184" y="819"/>
                    <a:pt x="410" y="819"/>
                  </a:cubicBezTo>
                  <a:cubicBezTo>
                    <a:pt x="637" y="819"/>
                    <a:pt x="819" y="635"/>
                    <a:pt x="819" y="409"/>
                  </a:cubicBezTo>
                  <a:cubicBezTo>
                    <a:pt x="819" y="183"/>
                    <a:pt x="637"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g33adf7f9e96_1_4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&amp; Citations</a:t>
            </a:r>
            <a:endParaRPr/>
          </a:p>
        </p:txBody>
      </p:sp>
      <p:sp>
        <p:nvSpPr>
          <p:cNvPr id="1705" name="Google Shape;1705;g33adf7f9e96_1_416"/>
          <p:cNvSpPr txBox="1"/>
          <p:nvPr>
            <p:ph idx="1" type="body"/>
          </p:nvPr>
        </p:nvSpPr>
        <p:spPr>
          <a:xfrm>
            <a:off x="311700" y="1655400"/>
            <a:ext cx="8520600" cy="348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00000"/>
                </a:solidFill>
              </a:rPr>
              <a:t>Key Takeaways</a:t>
            </a:r>
            <a:endParaRPr b="1">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Active Listening:</a:t>
            </a:r>
            <a:r>
              <a:rPr lang="en">
                <a:solidFill>
                  <a:srgbClr val="000000"/>
                </a:solidFill>
              </a:rPr>
              <a:t> A cornerstone of effective communication; fosters trust and clarity.</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Dismantling Hierarchies:</a:t>
            </a:r>
            <a:r>
              <a:rPr lang="en">
                <a:solidFill>
                  <a:srgbClr val="000000"/>
                </a:solidFill>
              </a:rPr>
              <a:t> A modern, inclusive approach that boosts innovation and performance.</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b="1" lang="en">
                <a:solidFill>
                  <a:srgbClr val="000000"/>
                </a:solidFill>
              </a:rPr>
              <a:t>Action: </a:t>
            </a:r>
            <a:r>
              <a:rPr lang="en">
                <a:solidFill>
                  <a:srgbClr val="000000"/>
                </a:solidFill>
              </a:rPr>
              <a:t>Implement these strategies to enhance workplace culture and outcomes.’</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rPr b="1" lang="en">
                <a:solidFill>
                  <a:srgbClr val="000000"/>
                </a:solidFill>
              </a:rPr>
              <a:t>Select References:</a:t>
            </a:r>
            <a:endParaRPr b="1">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Carl Rogers (1951). Client-Centered Therapy.</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Harvard Business Review (2018). Employee Voice and Organizational Performance.</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Gallup (2017). State of the American Workplace.</a:t>
            </a:r>
            <a:endParaRPr>
              <a:solidFill>
                <a:srgbClr val="000000"/>
              </a:solidFill>
            </a:endParaRPr>
          </a:p>
          <a:p>
            <a:pPr indent="-317500" lvl="0" marL="457200" rtl="0" algn="l">
              <a:lnSpc>
                <a:spcPct val="100000"/>
              </a:lnSpc>
              <a:spcBef>
                <a:spcPts val="0"/>
              </a:spcBef>
              <a:spcAft>
                <a:spcPts val="0"/>
              </a:spcAft>
              <a:buClr>
                <a:srgbClr val="000000"/>
              </a:buClr>
              <a:buSzPts val="1400"/>
              <a:buChar char="-"/>
            </a:pPr>
            <a:r>
              <a:rPr lang="en">
                <a:solidFill>
                  <a:srgbClr val="000000"/>
                </a:solidFill>
              </a:rPr>
              <a:t>Frederick Taylor (1911). The Principles of Scientific Management.</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p:txBody>
      </p:sp>
      <p:grpSp>
        <p:nvGrpSpPr>
          <p:cNvPr id="1706" name="Google Shape;1706;g33adf7f9e96_1_416"/>
          <p:cNvGrpSpPr/>
          <p:nvPr/>
        </p:nvGrpSpPr>
        <p:grpSpPr>
          <a:xfrm>
            <a:off x="8283592" y="4346805"/>
            <a:ext cx="367165" cy="368901"/>
            <a:chOff x="-60254550" y="1938025"/>
            <a:chExt cx="317425" cy="318925"/>
          </a:xfrm>
        </p:grpSpPr>
        <p:sp>
          <p:nvSpPr>
            <p:cNvPr id="1707" name="Google Shape;1707;g33adf7f9e96_1_416"/>
            <p:cNvSpPr/>
            <p:nvPr/>
          </p:nvSpPr>
          <p:spPr>
            <a:xfrm>
              <a:off x="-60254550" y="2049000"/>
              <a:ext cx="317425" cy="207950"/>
            </a:xfrm>
            <a:custGeom>
              <a:rect b="b" l="l" r="r" t="t"/>
              <a:pathLst>
                <a:path extrusionOk="0" h="8318" w="12697">
                  <a:moveTo>
                    <a:pt x="10428" y="1639"/>
                  </a:moveTo>
                  <a:cubicBezTo>
                    <a:pt x="11184" y="1639"/>
                    <a:pt x="11814" y="2269"/>
                    <a:pt x="11814" y="3025"/>
                  </a:cubicBezTo>
                  <a:cubicBezTo>
                    <a:pt x="11814" y="3781"/>
                    <a:pt x="11184" y="4411"/>
                    <a:pt x="10428" y="4411"/>
                  </a:cubicBezTo>
                  <a:lnTo>
                    <a:pt x="9767" y="4411"/>
                  </a:lnTo>
                  <a:cubicBezTo>
                    <a:pt x="9861" y="4033"/>
                    <a:pt x="9893" y="3686"/>
                    <a:pt x="9893" y="3308"/>
                  </a:cubicBezTo>
                  <a:lnTo>
                    <a:pt x="9893" y="1639"/>
                  </a:lnTo>
                  <a:close/>
                  <a:moveTo>
                    <a:pt x="9073" y="819"/>
                  </a:moveTo>
                  <a:lnTo>
                    <a:pt x="9073" y="3308"/>
                  </a:lnTo>
                  <a:cubicBezTo>
                    <a:pt x="9073" y="5577"/>
                    <a:pt x="7215" y="7435"/>
                    <a:pt x="4915" y="7435"/>
                  </a:cubicBezTo>
                  <a:cubicBezTo>
                    <a:pt x="2646" y="7435"/>
                    <a:pt x="788" y="5577"/>
                    <a:pt x="788" y="3308"/>
                  </a:cubicBezTo>
                  <a:lnTo>
                    <a:pt x="788" y="819"/>
                  </a:lnTo>
                  <a:close/>
                  <a:moveTo>
                    <a:pt x="410" y="0"/>
                  </a:moveTo>
                  <a:cubicBezTo>
                    <a:pt x="158" y="0"/>
                    <a:pt x="0" y="189"/>
                    <a:pt x="0" y="441"/>
                  </a:cubicBezTo>
                  <a:lnTo>
                    <a:pt x="0" y="3308"/>
                  </a:lnTo>
                  <a:cubicBezTo>
                    <a:pt x="0" y="5041"/>
                    <a:pt x="882" y="6522"/>
                    <a:pt x="2205" y="7435"/>
                  </a:cubicBezTo>
                  <a:lnTo>
                    <a:pt x="410" y="7435"/>
                  </a:lnTo>
                  <a:cubicBezTo>
                    <a:pt x="158" y="7435"/>
                    <a:pt x="0" y="7624"/>
                    <a:pt x="0" y="7877"/>
                  </a:cubicBezTo>
                  <a:cubicBezTo>
                    <a:pt x="0" y="8097"/>
                    <a:pt x="189" y="8318"/>
                    <a:pt x="410" y="8318"/>
                  </a:cubicBezTo>
                  <a:lnTo>
                    <a:pt x="9483" y="8318"/>
                  </a:lnTo>
                  <a:cubicBezTo>
                    <a:pt x="9735" y="8318"/>
                    <a:pt x="9893" y="8097"/>
                    <a:pt x="9893" y="7877"/>
                  </a:cubicBezTo>
                  <a:cubicBezTo>
                    <a:pt x="9893" y="7624"/>
                    <a:pt x="9704" y="7435"/>
                    <a:pt x="9483" y="7435"/>
                  </a:cubicBezTo>
                  <a:lnTo>
                    <a:pt x="7687" y="7435"/>
                  </a:lnTo>
                  <a:cubicBezTo>
                    <a:pt x="8506" y="6900"/>
                    <a:pt x="9137" y="6144"/>
                    <a:pt x="9546" y="5230"/>
                  </a:cubicBezTo>
                  <a:lnTo>
                    <a:pt x="10491" y="5230"/>
                  </a:lnTo>
                  <a:cubicBezTo>
                    <a:pt x="11688" y="5230"/>
                    <a:pt x="12697" y="4253"/>
                    <a:pt x="12697" y="3025"/>
                  </a:cubicBezTo>
                  <a:cubicBezTo>
                    <a:pt x="12697" y="1796"/>
                    <a:pt x="11657" y="819"/>
                    <a:pt x="10428" y="819"/>
                  </a:cubicBezTo>
                  <a:lnTo>
                    <a:pt x="9893" y="819"/>
                  </a:lnTo>
                  <a:lnTo>
                    <a:pt x="9893" y="441"/>
                  </a:lnTo>
                  <a:cubicBezTo>
                    <a:pt x="9893" y="189"/>
                    <a:pt x="9704" y="0"/>
                    <a:pt x="94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g33adf7f9e96_1_416"/>
            <p:cNvSpPr/>
            <p:nvPr/>
          </p:nvSpPr>
          <p:spPr>
            <a:xfrm>
              <a:off x="-60219125" y="1938025"/>
              <a:ext cx="51225" cy="103625"/>
            </a:xfrm>
            <a:custGeom>
              <a:rect b="b" l="l" r="r" t="t"/>
              <a:pathLst>
                <a:path extrusionOk="0" h="4145" w="2049">
                  <a:moveTo>
                    <a:pt x="1068" y="0"/>
                  </a:moveTo>
                  <a:cubicBezTo>
                    <a:pt x="947" y="0"/>
                    <a:pt x="819" y="61"/>
                    <a:pt x="725" y="155"/>
                  </a:cubicBezTo>
                  <a:cubicBezTo>
                    <a:pt x="568" y="312"/>
                    <a:pt x="568" y="564"/>
                    <a:pt x="757" y="722"/>
                  </a:cubicBezTo>
                  <a:cubicBezTo>
                    <a:pt x="1103" y="1100"/>
                    <a:pt x="1103" y="1446"/>
                    <a:pt x="757" y="1761"/>
                  </a:cubicBezTo>
                  <a:cubicBezTo>
                    <a:pt x="32" y="2392"/>
                    <a:pt x="1" y="3368"/>
                    <a:pt x="757" y="4030"/>
                  </a:cubicBezTo>
                  <a:cubicBezTo>
                    <a:pt x="832" y="4105"/>
                    <a:pt x="936" y="4144"/>
                    <a:pt x="1041" y="4144"/>
                  </a:cubicBezTo>
                  <a:cubicBezTo>
                    <a:pt x="1156" y="4144"/>
                    <a:pt x="1273" y="4097"/>
                    <a:pt x="1356" y="3998"/>
                  </a:cubicBezTo>
                  <a:cubicBezTo>
                    <a:pt x="1513" y="3841"/>
                    <a:pt x="1513" y="3557"/>
                    <a:pt x="1292" y="3400"/>
                  </a:cubicBezTo>
                  <a:cubicBezTo>
                    <a:pt x="946" y="3085"/>
                    <a:pt x="946" y="2707"/>
                    <a:pt x="1292" y="2392"/>
                  </a:cubicBezTo>
                  <a:cubicBezTo>
                    <a:pt x="2017" y="1761"/>
                    <a:pt x="2049" y="785"/>
                    <a:pt x="1292" y="92"/>
                  </a:cubicBezTo>
                  <a:cubicBezTo>
                    <a:pt x="1229" y="28"/>
                    <a:pt x="1150" y="0"/>
                    <a:pt x="10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g33adf7f9e96_1_416"/>
            <p:cNvSpPr/>
            <p:nvPr/>
          </p:nvSpPr>
          <p:spPr>
            <a:xfrm>
              <a:off x="-60156900" y="1938025"/>
              <a:ext cx="51225" cy="103625"/>
            </a:xfrm>
            <a:custGeom>
              <a:rect b="b" l="l" r="r" t="t"/>
              <a:pathLst>
                <a:path extrusionOk="0" h="4145" w="2049">
                  <a:moveTo>
                    <a:pt x="1057" y="0"/>
                  </a:moveTo>
                  <a:cubicBezTo>
                    <a:pt x="926" y="0"/>
                    <a:pt x="788" y="61"/>
                    <a:pt x="694" y="155"/>
                  </a:cubicBezTo>
                  <a:cubicBezTo>
                    <a:pt x="536" y="312"/>
                    <a:pt x="536" y="564"/>
                    <a:pt x="757" y="722"/>
                  </a:cubicBezTo>
                  <a:cubicBezTo>
                    <a:pt x="1103" y="1100"/>
                    <a:pt x="1103" y="1446"/>
                    <a:pt x="757" y="1761"/>
                  </a:cubicBezTo>
                  <a:cubicBezTo>
                    <a:pt x="32" y="2392"/>
                    <a:pt x="1" y="3368"/>
                    <a:pt x="757" y="4030"/>
                  </a:cubicBezTo>
                  <a:cubicBezTo>
                    <a:pt x="832" y="4105"/>
                    <a:pt x="929" y="4144"/>
                    <a:pt x="1026" y="4144"/>
                  </a:cubicBezTo>
                  <a:cubicBezTo>
                    <a:pt x="1133" y="4144"/>
                    <a:pt x="1242" y="4097"/>
                    <a:pt x="1324" y="3998"/>
                  </a:cubicBezTo>
                  <a:cubicBezTo>
                    <a:pt x="1859" y="3463"/>
                    <a:pt x="473" y="3179"/>
                    <a:pt x="1292" y="2392"/>
                  </a:cubicBezTo>
                  <a:cubicBezTo>
                    <a:pt x="2017" y="1761"/>
                    <a:pt x="2049" y="785"/>
                    <a:pt x="1292" y="92"/>
                  </a:cubicBezTo>
                  <a:cubicBezTo>
                    <a:pt x="1229" y="28"/>
                    <a:pt x="1145" y="0"/>
                    <a:pt x="105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g33adf7f9e96_1_416"/>
            <p:cNvSpPr/>
            <p:nvPr/>
          </p:nvSpPr>
          <p:spPr>
            <a:xfrm>
              <a:off x="-60094675" y="1938025"/>
              <a:ext cx="51225" cy="103625"/>
            </a:xfrm>
            <a:custGeom>
              <a:rect b="b" l="l" r="r" t="t"/>
              <a:pathLst>
                <a:path extrusionOk="0" h="4145" w="2049">
                  <a:moveTo>
                    <a:pt x="1056" y="0"/>
                  </a:moveTo>
                  <a:cubicBezTo>
                    <a:pt x="926" y="0"/>
                    <a:pt x="788" y="61"/>
                    <a:pt x="694" y="155"/>
                  </a:cubicBezTo>
                  <a:cubicBezTo>
                    <a:pt x="536" y="312"/>
                    <a:pt x="536" y="564"/>
                    <a:pt x="725" y="722"/>
                  </a:cubicBezTo>
                  <a:cubicBezTo>
                    <a:pt x="1103" y="1100"/>
                    <a:pt x="1103" y="1446"/>
                    <a:pt x="725" y="1761"/>
                  </a:cubicBezTo>
                  <a:cubicBezTo>
                    <a:pt x="32" y="2392"/>
                    <a:pt x="1" y="3368"/>
                    <a:pt x="725" y="4030"/>
                  </a:cubicBezTo>
                  <a:cubicBezTo>
                    <a:pt x="800" y="4105"/>
                    <a:pt x="904" y="4144"/>
                    <a:pt x="1009" y="4144"/>
                  </a:cubicBezTo>
                  <a:cubicBezTo>
                    <a:pt x="1125" y="4144"/>
                    <a:pt x="1241" y="4097"/>
                    <a:pt x="1324" y="3998"/>
                  </a:cubicBezTo>
                  <a:cubicBezTo>
                    <a:pt x="1481" y="3841"/>
                    <a:pt x="1481" y="3557"/>
                    <a:pt x="1292" y="3400"/>
                  </a:cubicBezTo>
                  <a:cubicBezTo>
                    <a:pt x="946" y="3085"/>
                    <a:pt x="946" y="2707"/>
                    <a:pt x="1292" y="2392"/>
                  </a:cubicBezTo>
                  <a:cubicBezTo>
                    <a:pt x="1985" y="1761"/>
                    <a:pt x="2048" y="785"/>
                    <a:pt x="1292" y="92"/>
                  </a:cubicBezTo>
                  <a:cubicBezTo>
                    <a:pt x="1229" y="28"/>
                    <a:pt x="1145" y="0"/>
                    <a:pt x="10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g332bf0ce26c_1_0"/>
          <p:cNvSpPr/>
          <p:nvPr/>
        </p:nvSpPr>
        <p:spPr>
          <a:xfrm>
            <a:off x="2204825" y="802300"/>
            <a:ext cx="1251600" cy="939600"/>
          </a:xfrm>
          <a:prstGeom prst="wedgeRectCallout">
            <a:avLst>
              <a:gd fmla="val 63518" name="adj1"/>
              <a:gd fmla="val -2300"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1716" name="Google Shape;1716;g332bf0ce26c_1_0"/>
          <p:cNvSpPr txBox="1"/>
          <p:nvPr>
            <p:ph type="title"/>
          </p:nvPr>
        </p:nvSpPr>
        <p:spPr>
          <a:xfrm>
            <a:off x="-265825" y="1929450"/>
            <a:ext cx="6192900" cy="14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t>Using Proper Language</a:t>
            </a:r>
            <a:endParaRPr sz="4500">
              <a:solidFill>
                <a:schemeClr val="accent1"/>
              </a:solidFill>
            </a:endParaRPr>
          </a:p>
        </p:txBody>
      </p:sp>
      <p:sp>
        <p:nvSpPr>
          <p:cNvPr id="1717" name="Google Shape;1717;g332bf0ce26c_1_0"/>
          <p:cNvSpPr txBox="1"/>
          <p:nvPr>
            <p:ph idx="2" type="title"/>
          </p:nvPr>
        </p:nvSpPr>
        <p:spPr>
          <a:xfrm>
            <a:off x="2297975" y="851200"/>
            <a:ext cx="1065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04</a:t>
            </a:r>
            <a:endParaRPr/>
          </a:p>
        </p:txBody>
      </p:sp>
      <p:grpSp>
        <p:nvGrpSpPr>
          <p:cNvPr id="1718" name="Google Shape;1718;g332bf0ce26c_1_0"/>
          <p:cNvGrpSpPr/>
          <p:nvPr/>
        </p:nvGrpSpPr>
        <p:grpSpPr>
          <a:xfrm>
            <a:off x="5622626" y="1230360"/>
            <a:ext cx="3247870" cy="3586730"/>
            <a:chOff x="8480400" y="2892750"/>
            <a:chExt cx="2008205" cy="2217727"/>
          </a:xfrm>
        </p:grpSpPr>
        <p:sp>
          <p:nvSpPr>
            <p:cNvPr id="1719" name="Google Shape;1719;g332bf0ce26c_1_0"/>
            <p:cNvSpPr/>
            <p:nvPr/>
          </p:nvSpPr>
          <p:spPr>
            <a:xfrm>
              <a:off x="10066025" y="2978235"/>
              <a:ext cx="420097" cy="317081"/>
            </a:xfrm>
            <a:custGeom>
              <a:rect b="b" l="l" r="r" t="t"/>
              <a:pathLst>
                <a:path extrusionOk="0" h="8683" w="11504">
                  <a:moveTo>
                    <a:pt x="1205" y="1"/>
                  </a:moveTo>
                  <a:cubicBezTo>
                    <a:pt x="540" y="1"/>
                    <a:pt x="0" y="540"/>
                    <a:pt x="0" y="1205"/>
                  </a:cubicBezTo>
                  <a:lnTo>
                    <a:pt x="0" y="5284"/>
                  </a:lnTo>
                  <a:cubicBezTo>
                    <a:pt x="0" y="5949"/>
                    <a:pt x="540" y="6489"/>
                    <a:pt x="1205" y="6489"/>
                  </a:cubicBezTo>
                  <a:lnTo>
                    <a:pt x="1273" y="6489"/>
                  </a:lnTo>
                  <a:lnTo>
                    <a:pt x="382" y="8682"/>
                  </a:lnTo>
                  <a:lnTo>
                    <a:pt x="3203" y="6489"/>
                  </a:lnTo>
                  <a:lnTo>
                    <a:pt x="10299" y="6489"/>
                  </a:lnTo>
                  <a:cubicBezTo>
                    <a:pt x="10965" y="6489"/>
                    <a:pt x="11504" y="5949"/>
                    <a:pt x="11504" y="5284"/>
                  </a:cubicBezTo>
                  <a:lnTo>
                    <a:pt x="11504" y="1205"/>
                  </a:lnTo>
                  <a:cubicBezTo>
                    <a:pt x="11504" y="540"/>
                    <a:pt x="10965" y="1"/>
                    <a:pt x="10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g332bf0ce26c_1_0"/>
            <p:cNvSpPr/>
            <p:nvPr/>
          </p:nvSpPr>
          <p:spPr>
            <a:xfrm>
              <a:off x="10063578" y="2975825"/>
              <a:ext cx="425027" cy="321938"/>
            </a:xfrm>
            <a:custGeom>
              <a:rect b="b" l="l" r="r" t="t"/>
              <a:pathLst>
                <a:path extrusionOk="0" h="8816" w="11639">
                  <a:moveTo>
                    <a:pt x="10366" y="133"/>
                  </a:moveTo>
                  <a:cubicBezTo>
                    <a:pt x="10994" y="133"/>
                    <a:pt x="11504" y="644"/>
                    <a:pt x="11504" y="1271"/>
                  </a:cubicBezTo>
                  <a:lnTo>
                    <a:pt x="11504" y="5350"/>
                  </a:lnTo>
                  <a:cubicBezTo>
                    <a:pt x="11504" y="5978"/>
                    <a:pt x="10994" y="6489"/>
                    <a:pt x="10366" y="6489"/>
                  </a:cubicBezTo>
                  <a:lnTo>
                    <a:pt x="3270" y="6489"/>
                  </a:lnTo>
                  <a:cubicBezTo>
                    <a:pt x="3256" y="6489"/>
                    <a:pt x="3241" y="6493"/>
                    <a:pt x="3230" y="6502"/>
                  </a:cubicBezTo>
                  <a:lnTo>
                    <a:pt x="604" y="8545"/>
                  </a:lnTo>
                  <a:lnTo>
                    <a:pt x="1402" y="6580"/>
                  </a:lnTo>
                  <a:cubicBezTo>
                    <a:pt x="1410" y="6560"/>
                    <a:pt x="1408" y="6536"/>
                    <a:pt x="1396" y="6517"/>
                  </a:cubicBezTo>
                  <a:cubicBezTo>
                    <a:pt x="1383" y="6499"/>
                    <a:pt x="1363" y="6489"/>
                    <a:pt x="1340" y="6489"/>
                  </a:cubicBezTo>
                  <a:lnTo>
                    <a:pt x="1272" y="6489"/>
                  </a:lnTo>
                  <a:cubicBezTo>
                    <a:pt x="644" y="6489"/>
                    <a:pt x="133" y="5978"/>
                    <a:pt x="133" y="5350"/>
                  </a:cubicBezTo>
                  <a:lnTo>
                    <a:pt x="133" y="1271"/>
                  </a:lnTo>
                  <a:cubicBezTo>
                    <a:pt x="133" y="644"/>
                    <a:pt x="644" y="133"/>
                    <a:pt x="1272" y="133"/>
                  </a:cubicBezTo>
                  <a:close/>
                  <a:moveTo>
                    <a:pt x="1272" y="0"/>
                  </a:moveTo>
                  <a:cubicBezTo>
                    <a:pt x="571" y="0"/>
                    <a:pt x="1" y="571"/>
                    <a:pt x="1" y="1271"/>
                  </a:cubicBezTo>
                  <a:lnTo>
                    <a:pt x="1" y="5349"/>
                  </a:lnTo>
                  <a:cubicBezTo>
                    <a:pt x="1" y="6040"/>
                    <a:pt x="555" y="6605"/>
                    <a:pt x="1242" y="6620"/>
                  </a:cubicBezTo>
                  <a:lnTo>
                    <a:pt x="388" y="8724"/>
                  </a:lnTo>
                  <a:cubicBezTo>
                    <a:pt x="376" y="8752"/>
                    <a:pt x="385" y="8784"/>
                    <a:pt x="409" y="8802"/>
                  </a:cubicBezTo>
                  <a:cubicBezTo>
                    <a:pt x="421" y="8811"/>
                    <a:pt x="435" y="8816"/>
                    <a:pt x="449" y="8816"/>
                  </a:cubicBezTo>
                  <a:cubicBezTo>
                    <a:pt x="463" y="8816"/>
                    <a:pt x="478" y="8811"/>
                    <a:pt x="489" y="8802"/>
                  </a:cubicBezTo>
                  <a:lnTo>
                    <a:pt x="3293" y="6621"/>
                  </a:lnTo>
                  <a:lnTo>
                    <a:pt x="10366" y="6621"/>
                  </a:lnTo>
                  <a:cubicBezTo>
                    <a:pt x="11068" y="6621"/>
                    <a:pt x="11638" y="6051"/>
                    <a:pt x="11638" y="5349"/>
                  </a:cubicBezTo>
                  <a:lnTo>
                    <a:pt x="11638" y="1271"/>
                  </a:lnTo>
                  <a:cubicBezTo>
                    <a:pt x="11638" y="571"/>
                    <a:pt x="11068" y="0"/>
                    <a:pt x="10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g332bf0ce26c_1_0"/>
            <p:cNvSpPr/>
            <p:nvPr/>
          </p:nvSpPr>
          <p:spPr>
            <a:xfrm>
              <a:off x="10060474" y="2964322"/>
              <a:ext cx="420170" cy="317081"/>
            </a:xfrm>
            <a:custGeom>
              <a:rect b="b" l="l" r="r" t="t"/>
              <a:pathLst>
                <a:path extrusionOk="0" h="8683" w="11506">
                  <a:moveTo>
                    <a:pt x="1205" y="1"/>
                  </a:moveTo>
                  <a:cubicBezTo>
                    <a:pt x="540" y="1"/>
                    <a:pt x="1" y="540"/>
                    <a:pt x="1" y="1205"/>
                  </a:cubicBezTo>
                  <a:lnTo>
                    <a:pt x="1" y="5283"/>
                  </a:lnTo>
                  <a:cubicBezTo>
                    <a:pt x="1" y="5948"/>
                    <a:pt x="540" y="6488"/>
                    <a:pt x="1205" y="6488"/>
                  </a:cubicBezTo>
                  <a:lnTo>
                    <a:pt x="1274" y="6488"/>
                  </a:lnTo>
                  <a:lnTo>
                    <a:pt x="383" y="8682"/>
                  </a:lnTo>
                  <a:lnTo>
                    <a:pt x="3203" y="6488"/>
                  </a:lnTo>
                  <a:lnTo>
                    <a:pt x="10300" y="6488"/>
                  </a:lnTo>
                  <a:cubicBezTo>
                    <a:pt x="10966" y="6488"/>
                    <a:pt x="11505" y="5948"/>
                    <a:pt x="11505" y="5283"/>
                  </a:cubicBezTo>
                  <a:lnTo>
                    <a:pt x="11505" y="1205"/>
                  </a:lnTo>
                  <a:cubicBezTo>
                    <a:pt x="11505" y="540"/>
                    <a:pt x="10966" y="1"/>
                    <a:pt x="103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g332bf0ce26c_1_0"/>
            <p:cNvSpPr/>
            <p:nvPr/>
          </p:nvSpPr>
          <p:spPr>
            <a:xfrm>
              <a:off x="10058064" y="2961912"/>
              <a:ext cx="424954" cy="321902"/>
            </a:xfrm>
            <a:custGeom>
              <a:rect b="b" l="l" r="r" t="t"/>
              <a:pathLst>
                <a:path extrusionOk="0" h="8815" w="11637">
                  <a:moveTo>
                    <a:pt x="10366" y="133"/>
                  </a:moveTo>
                  <a:cubicBezTo>
                    <a:pt x="10994" y="133"/>
                    <a:pt x="11504" y="643"/>
                    <a:pt x="11504" y="1271"/>
                  </a:cubicBezTo>
                  <a:lnTo>
                    <a:pt x="11504" y="5349"/>
                  </a:lnTo>
                  <a:cubicBezTo>
                    <a:pt x="11504" y="5976"/>
                    <a:pt x="10994" y="6487"/>
                    <a:pt x="10366" y="6487"/>
                  </a:cubicBezTo>
                  <a:lnTo>
                    <a:pt x="3269" y="6487"/>
                  </a:lnTo>
                  <a:cubicBezTo>
                    <a:pt x="3255" y="6487"/>
                    <a:pt x="3241" y="6492"/>
                    <a:pt x="3229" y="6502"/>
                  </a:cubicBezTo>
                  <a:lnTo>
                    <a:pt x="604" y="8544"/>
                  </a:lnTo>
                  <a:lnTo>
                    <a:pt x="1401" y="6579"/>
                  </a:lnTo>
                  <a:cubicBezTo>
                    <a:pt x="1409" y="6558"/>
                    <a:pt x="1407" y="6535"/>
                    <a:pt x="1395" y="6517"/>
                  </a:cubicBezTo>
                  <a:cubicBezTo>
                    <a:pt x="1382" y="6498"/>
                    <a:pt x="1362" y="6487"/>
                    <a:pt x="1340" y="6487"/>
                  </a:cubicBezTo>
                  <a:lnTo>
                    <a:pt x="1271" y="6487"/>
                  </a:lnTo>
                  <a:cubicBezTo>
                    <a:pt x="644" y="6487"/>
                    <a:pt x="133" y="5978"/>
                    <a:pt x="133" y="5349"/>
                  </a:cubicBezTo>
                  <a:lnTo>
                    <a:pt x="133" y="1271"/>
                  </a:lnTo>
                  <a:cubicBezTo>
                    <a:pt x="133" y="643"/>
                    <a:pt x="644" y="133"/>
                    <a:pt x="1271" y="133"/>
                  </a:cubicBezTo>
                  <a:close/>
                  <a:moveTo>
                    <a:pt x="1271" y="0"/>
                  </a:moveTo>
                  <a:cubicBezTo>
                    <a:pt x="571" y="0"/>
                    <a:pt x="0" y="571"/>
                    <a:pt x="0" y="1271"/>
                  </a:cubicBezTo>
                  <a:lnTo>
                    <a:pt x="0" y="5349"/>
                  </a:lnTo>
                  <a:cubicBezTo>
                    <a:pt x="0" y="6040"/>
                    <a:pt x="554" y="6603"/>
                    <a:pt x="1241" y="6620"/>
                  </a:cubicBezTo>
                  <a:lnTo>
                    <a:pt x="387" y="8724"/>
                  </a:lnTo>
                  <a:cubicBezTo>
                    <a:pt x="375" y="8751"/>
                    <a:pt x="385" y="8783"/>
                    <a:pt x="409" y="8802"/>
                  </a:cubicBezTo>
                  <a:cubicBezTo>
                    <a:pt x="420" y="8810"/>
                    <a:pt x="435" y="8815"/>
                    <a:pt x="449" y="8815"/>
                  </a:cubicBezTo>
                  <a:cubicBezTo>
                    <a:pt x="463" y="8815"/>
                    <a:pt x="477" y="8810"/>
                    <a:pt x="489" y="8800"/>
                  </a:cubicBezTo>
                  <a:lnTo>
                    <a:pt x="3292" y="6620"/>
                  </a:lnTo>
                  <a:lnTo>
                    <a:pt x="10366" y="6620"/>
                  </a:lnTo>
                  <a:cubicBezTo>
                    <a:pt x="11067" y="6620"/>
                    <a:pt x="11636" y="6050"/>
                    <a:pt x="11636" y="5349"/>
                  </a:cubicBezTo>
                  <a:lnTo>
                    <a:pt x="11636" y="1271"/>
                  </a:lnTo>
                  <a:cubicBezTo>
                    <a:pt x="11636" y="571"/>
                    <a:pt x="11067" y="0"/>
                    <a:pt x="10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g332bf0ce26c_1_0"/>
            <p:cNvSpPr/>
            <p:nvPr/>
          </p:nvSpPr>
          <p:spPr>
            <a:xfrm>
              <a:off x="10163816" y="3065327"/>
              <a:ext cx="34874" cy="34911"/>
            </a:xfrm>
            <a:custGeom>
              <a:rect b="b" l="l" r="r" t="t"/>
              <a:pathLst>
                <a:path extrusionOk="0" h="956" w="955">
                  <a:moveTo>
                    <a:pt x="477" y="1"/>
                  </a:moveTo>
                  <a:cubicBezTo>
                    <a:pt x="214" y="1"/>
                    <a:pt x="1" y="215"/>
                    <a:pt x="1" y="478"/>
                  </a:cubicBezTo>
                  <a:cubicBezTo>
                    <a:pt x="1" y="741"/>
                    <a:pt x="214" y="956"/>
                    <a:pt x="477" y="956"/>
                  </a:cubicBezTo>
                  <a:cubicBezTo>
                    <a:pt x="741" y="956"/>
                    <a:pt x="954" y="741"/>
                    <a:pt x="954" y="478"/>
                  </a:cubicBezTo>
                  <a:cubicBezTo>
                    <a:pt x="954" y="215"/>
                    <a:pt x="74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g332bf0ce26c_1_0"/>
            <p:cNvSpPr/>
            <p:nvPr/>
          </p:nvSpPr>
          <p:spPr>
            <a:xfrm>
              <a:off x="10254378" y="3065327"/>
              <a:ext cx="34911" cy="34911"/>
            </a:xfrm>
            <a:custGeom>
              <a:rect b="b" l="l" r="r" t="t"/>
              <a:pathLst>
                <a:path extrusionOk="0" h="956" w="956">
                  <a:moveTo>
                    <a:pt x="478" y="1"/>
                  </a:moveTo>
                  <a:cubicBezTo>
                    <a:pt x="215" y="1"/>
                    <a:pt x="0" y="215"/>
                    <a:pt x="0" y="478"/>
                  </a:cubicBezTo>
                  <a:cubicBezTo>
                    <a:pt x="0" y="741"/>
                    <a:pt x="215" y="956"/>
                    <a:pt x="478" y="956"/>
                  </a:cubicBezTo>
                  <a:cubicBezTo>
                    <a:pt x="741" y="956"/>
                    <a:pt x="955" y="741"/>
                    <a:pt x="955" y="478"/>
                  </a:cubicBezTo>
                  <a:cubicBezTo>
                    <a:pt x="955" y="215"/>
                    <a:pt x="742" y="1"/>
                    <a:pt x="4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g332bf0ce26c_1_0"/>
            <p:cNvSpPr/>
            <p:nvPr/>
          </p:nvSpPr>
          <p:spPr>
            <a:xfrm>
              <a:off x="10344975" y="3065327"/>
              <a:ext cx="34911" cy="34911"/>
            </a:xfrm>
            <a:custGeom>
              <a:rect b="b" l="l" r="r" t="t"/>
              <a:pathLst>
                <a:path extrusionOk="0" h="956" w="956">
                  <a:moveTo>
                    <a:pt x="477" y="1"/>
                  </a:moveTo>
                  <a:cubicBezTo>
                    <a:pt x="215" y="1"/>
                    <a:pt x="1" y="215"/>
                    <a:pt x="1" y="478"/>
                  </a:cubicBezTo>
                  <a:cubicBezTo>
                    <a:pt x="1" y="741"/>
                    <a:pt x="215" y="956"/>
                    <a:pt x="477" y="956"/>
                  </a:cubicBezTo>
                  <a:cubicBezTo>
                    <a:pt x="741" y="956"/>
                    <a:pt x="955" y="741"/>
                    <a:pt x="955" y="478"/>
                  </a:cubicBezTo>
                  <a:cubicBezTo>
                    <a:pt x="955" y="215"/>
                    <a:pt x="74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g332bf0ce26c_1_0"/>
            <p:cNvSpPr/>
            <p:nvPr/>
          </p:nvSpPr>
          <p:spPr>
            <a:xfrm>
              <a:off x="9085773" y="2910972"/>
              <a:ext cx="635843" cy="359405"/>
            </a:xfrm>
            <a:custGeom>
              <a:rect b="b" l="l" r="r" t="t"/>
              <a:pathLst>
                <a:path extrusionOk="0" h="9842" w="17412">
                  <a:moveTo>
                    <a:pt x="1366" y="1"/>
                  </a:moveTo>
                  <a:cubicBezTo>
                    <a:pt x="611" y="1"/>
                    <a:pt x="0" y="612"/>
                    <a:pt x="0" y="1366"/>
                  </a:cubicBezTo>
                  <a:lnTo>
                    <a:pt x="0" y="5989"/>
                  </a:lnTo>
                  <a:cubicBezTo>
                    <a:pt x="0" y="6743"/>
                    <a:pt x="611" y="7355"/>
                    <a:pt x="1366" y="7355"/>
                  </a:cubicBezTo>
                  <a:lnTo>
                    <a:pt x="13780" y="7355"/>
                  </a:lnTo>
                  <a:lnTo>
                    <a:pt x="16978" y="9842"/>
                  </a:lnTo>
                  <a:lnTo>
                    <a:pt x="15968" y="7355"/>
                  </a:lnTo>
                  <a:lnTo>
                    <a:pt x="16046" y="7355"/>
                  </a:lnTo>
                  <a:cubicBezTo>
                    <a:pt x="16799" y="7355"/>
                    <a:pt x="17411" y="6743"/>
                    <a:pt x="17411" y="5989"/>
                  </a:cubicBezTo>
                  <a:lnTo>
                    <a:pt x="17411" y="1366"/>
                  </a:lnTo>
                  <a:cubicBezTo>
                    <a:pt x="17411" y="612"/>
                    <a:pt x="16799" y="1"/>
                    <a:pt x="160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g332bf0ce26c_1_0"/>
            <p:cNvSpPr/>
            <p:nvPr/>
          </p:nvSpPr>
          <p:spPr>
            <a:xfrm>
              <a:off x="9083289" y="2908562"/>
              <a:ext cx="640736" cy="364226"/>
            </a:xfrm>
            <a:custGeom>
              <a:rect b="b" l="l" r="r" t="t"/>
              <a:pathLst>
                <a:path extrusionOk="0" h="9974" w="17546">
                  <a:moveTo>
                    <a:pt x="16114" y="133"/>
                  </a:moveTo>
                  <a:cubicBezTo>
                    <a:pt x="16830" y="133"/>
                    <a:pt x="17413" y="716"/>
                    <a:pt x="17413" y="1432"/>
                  </a:cubicBezTo>
                  <a:lnTo>
                    <a:pt x="17413" y="6055"/>
                  </a:lnTo>
                  <a:cubicBezTo>
                    <a:pt x="17413" y="6771"/>
                    <a:pt x="16830" y="7355"/>
                    <a:pt x="16114" y="7355"/>
                  </a:cubicBezTo>
                  <a:lnTo>
                    <a:pt x="16036" y="7355"/>
                  </a:lnTo>
                  <a:cubicBezTo>
                    <a:pt x="16013" y="7355"/>
                    <a:pt x="15993" y="7365"/>
                    <a:pt x="15981" y="7384"/>
                  </a:cubicBezTo>
                  <a:cubicBezTo>
                    <a:pt x="15968" y="7402"/>
                    <a:pt x="15966" y="7426"/>
                    <a:pt x="15974" y="7446"/>
                  </a:cubicBezTo>
                  <a:lnTo>
                    <a:pt x="16891" y="9703"/>
                  </a:lnTo>
                  <a:lnTo>
                    <a:pt x="13889" y="7369"/>
                  </a:lnTo>
                  <a:cubicBezTo>
                    <a:pt x="13878" y="7359"/>
                    <a:pt x="13863" y="7355"/>
                    <a:pt x="13848" y="7355"/>
                  </a:cubicBezTo>
                  <a:lnTo>
                    <a:pt x="1434" y="7355"/>
                  </a:lnTo>
                  <a:cubicBezTo>
                    <a:pt x="717" y="7355"/>
                    <a:pt x="135" y="6771"/>
                    <a:pt x="135" y="6055"/>
                  </a:cubicBezTo>
                  <a:lnTo>
                    <a:pt x="135" y="1432"/>
                  </a:lnTo>
                  <a:cubicBezTo>
                    <a:pt x="135" y="716"/>
                    <a:pt x="717" y="133"/>
                    <a:pt x="1434" y="133"/>
                  </a:cubicBezTo>
                  <a:close/>
                  <a:moveTo>
                    <a:pt x="1432" y="0"/>
                  </a:moveTo>
                  <a:cubicBezTo>
                    <a:pt x="643" y="0"/>
                    <a:pt x="1" y="643"/>
                    <a:pt x="1" y="1432"/>
                  </a:cubicBezTo>
                  <a:lnTo>
                    <a:pt x="1" y="6055"/>
                  </a:lnTo>
                  <a:cubicBezTo>
                    <a:pt x="1" y="6845"/>
                    <a:pt x="643" y="7487"/>
                    <a:pt x="1432" y="7487"/>
                  </a:cubicBezTo>
                  <a:lnTo>
                    <a:pt x="13826" y="7487"/>
                  </a:lnTo>
                  <a:lnTo>
                    <a:pt x="17006" y="9961"/>
                  </a:lnTo>
                  <a:cubicBezTo>
                    <a:pt x="17018" y="9969"/>
                    <a:pt x="17032" y="9974"/>
                    <a:pt x="17046" y="9974"/>
                  </a:cubicBezTo>
                  <a:cubicBezTo>
                    <a:pt x="17060" y="9974"/>
                    <a:pt x="17074" y="9970"/>
                    <a:pt x="17086" y="9961"/>
                  </a:cubicBezTo>
                  <a:cubicBezTo>
                    <a:pt x="17110" y="9943"/>
                    <a:pt x="17119" y="9911"/>
                    <a:pt x="17108" y="9883"/>
                  </a:cubicBezTo>
                  <a:lnTo>
                    <a:pt x="16134" y="7487"/>
                  </a:lnTo>
                  <a:cubicBezTo>
                    <a:pt x="16915" y="7475"/>
                    <a:pt x="17545" y="6838"/>
                    <a:pt x="17545" y="6055"/>
                  </a:cubicBezTo>
                  <a:lnTo>
                    <a:pt x="17545" y="1432"/>
                  </a:lnTo>
                  <a:cubicBezTo>
                    <a:pt x="17545" y="643"/>
                    <a:pt x="16903" y="0"/>
                    <a:pt x="161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g332bf0ce26c_1_0"/>
            <p:cNvSpPr/>
            <p:nvPr/>
          </p:nvSpPr>
          <p:spPr>
            <a:xfrm>
              <a:off x="9067624" y="2895197"/>
              <a:ext cx="635843" cy="359405"/>
            </a:xfrm>
            <a:custGeom>
              <a:rect b="b" l="l" r="r" t="t"/>
              <a:pathLst>
                <a:path extrusionOk="0" h="9842" w="17412">
                  <a:moveTo>
                    <a:pt x="1366" y="1"/>
                  </a:moveTo>
                  <a:cubicBezTo>
                    <a:pt x="611" y="1"/>
                    <a:pt x="0" y="611"/>
                    <a:pt x="0" y="1366"/>
                  </a:cubicBezTo>
                  <a:lnTo>
                    <a:pt x="0" y="5988"/>
                  </a:lnTo>
                  <a:cubicBezTo>
                    <a:pt x="0" y="6743"/>
                    <a:pt x="611" y="7354"/>
                    <a:pt x="1366" y="7354"/>
                  </a:cubicBezTo>
                  <a:lnTo>
                    <a:pt x="13780" y="7354"/>
                  </a:lnTo>
                  <a:lnTo>
                    <a:pt x="16978" y="9842"/>
                  </a:lnTo>
                  <a:lnTo>
                    <a:pt x="15968" y="7354"/>
                  </a:lnTo>
                  <a:lnTo>
                    <a:pt x="16046" y="7354"/>
                  </a:lnTo>
                  <a:cubicBezTo>
                    <a:pt x="16799" y="7354"/>
                    <a:pt x="17411" y="6742"/>
                    <a:pt x="17411" y="5988"/>
                  </a:cubicBezTo>
                  <a:lnTo>
                    <a:pt x="17411" y="1366"/>
                  </a:lnTo>
                  <a:cubicBezTo>
                    <a:pt x="17411" y="611"/>
                    <a:pt x="16799" y="1"/>
                    <a:pt x="1604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g332bf0ce26c_1_0"/>
            <p:cNvSpPr/>
            <p:nvPr/>
          </p:nvSpPr>
          <p:spPr>
            <a:xfrm>
              <a:off x="9065214" y="2892750"/>
              <a:ext cx="640663" cy="364299"/>
            </a:xfrm>
            <a:custGeom>
              <a:rect b="b" l="l" r="r" t="t"/>
              <a:pathLst>
                <a:path extrusionOk="0" h="9976" w="17544">
                  <a:moveTo>
                    <a:pt x="16112" y="134"/>
                  </a:moveTo>
                  <a:cubicBezTo>
                    <a:pt x="16828" y="134"/>
                    <a:pt x="17411" y="716"/>
                    <a:pt x="17411" y="1433"/>
                  </a:cubicBezTo>
                  <a:lnTo>
                    <a:pt x="17411" y="6055"/>
                  </a:lnTo>
                  <a:cubicBezTo>
                    <a:pt x="17411" y="6771"/>
                    <a:pt x="16828" y="7355"/>
                    <a:pt x="16112" y="7355"/>
                  </a:cubicBezTo>
                  <a:lnTo>
                    <a:pt x="16034" y="7355"/>
                  </a:lnTo>
                  <a:cubicBezTo>
                    <a:pt x="16011" y="7355"/>
                    <a:pt x="15991" y="7365"/>
                    <a:pt x="15978" y="7384"/>
                  </a:cubicBezTo>
                  <a:cubicBezTo>
                    <a:pt x="15966" y="7402"/>
                    <a:pt x="15964" y="7426"/>
                    <a:pt x="15972" y="7446"/>
                  </a:cubicBezTo>
                  <a:lnTo>
                    <a:pt x="16889" y="9704"/>
                  </a:lnTo>
                  <a:lnTo>
                    <a:pt x="13888" y="7369"/>
                  </a:lnTo>
                  <a:cubicBezTo>
                    <a:pt x="13876" y="7359"/>
                    <a:pt x="13862" y="7355"/>
                    <a:pt x="13846" y="7355"/>
                  </a:cubicBezTo>
                  <a:lnTo>
                    <a:pt x="1432" y="7355"/>
                  </a:lnTo>
                  <a:cubicBezTo>
                    <a:pt x="715" y="7355"/>
                    <a:pt x="133" y="6772"/>
                    <a:pt x="133" y="6055"/>
                  </a:cubicBezTo>
                  <a:lnTo>
                    <a:pt x="133" y="1433"/>
                  </a:lnTo>
                  <a:cubicBezTo>
                    <a:pt x="133" y="716"/>
                    <a:pt x="715" y="134"/>
                    <a:pt x="1432" y="134"/>
                  </a:cubicBezTo>
                  <a:close/>
                  <a:moveTo>
                    <a:pt x="1432" y="0"/>
                  </a:moveTo>
                  <a:cubicBezTo>
                    <a:pt x="641" y="0"/>
                    <a:pt x="0" y="643"/>
                    <a:pt x="0" y="1433"/>
                  </a:cubicBezTo>
                  <a:lnTo>
                    <a:pt x="0" y="6055"/>
                  </a:lnTo>
                  <a:cubicBezTo>
                    <a:pt x="0" y="6846"/>
                    <a:pt x="641" y="7487"/>
                    <a:pt x="1432" y="7487"/>
                  </a:cubicBezTo>
                  <a:lnTo>
                    <a:pt x="13824" y="7487"/>
                  </a:lnTo>
                  <a:lnTo>
                    <a:pt x="17004" y="9961"/>
                  </a:lnTo>
                  <a:cubicBezTo>
                    <a:pt x="17016" y="9970"/>
                    <a:pt x="17030" y="9975"/>
                    <a:pt x="17044" y="9975"/>
                  </a:cubicBezTo>
                  <a:cubicBezTo>
                    <a:pt x="17058" y="9975"/>
                    <a:pt x="17073" y="9970"/>
                    <a:pt x="17084" y="9961"/>
                  </a:cubicBezTo>
                  <a:cubicBezTo>
                    <a:pt x="17109" y="9943"/>
                    <a:pt x="17117" y="9911"/>
                    <a:pt x="17106" y="9883"/>
                  </a:cubicBezTo>
                  <a:lnTo>
                    <a:pt x="16133" y="7487"/>
                  </a:lnTo>
                  <a:cubicBezTo>
                    <a:pt x="16913" y="7476"/>
                    <a:pt x="17543" y="6839"/>
                    <a:pt x="17543" y="6055"/>
                  </a:cubicBezTo>
                  <a:lnTo>
                    <a:pt x="17543" y="1433"/>
                  </a:lnTo>
                  <a:cubicBezTo>
                    <a:pt x="17543" y="643"/>
                    <a:pt x="16901" y="0"/>
                    <a:pt x="161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g332bf0ce26c_1_0"/>
            <p:cNvSpPr/>
            <p:nvPr/>
          </p:nvSpPr>
          <p:spPr>
            <a:xfrm>
              <a:off x="9263061" y="3009749"/>
              <a:ext cx="39548" cy="39475"/>
            </a:xfrm>
            <a:custGeom>
              <a:rect b="b" l="l" r="r" t="t"/>
              <a:pathLst>
                <a:path extrusionOk="0" h="1081" w="1083">
                  <a:moveTo>
                    <a:pt x="544" y="0"/>
                  </a:moveTo>
                  <a:cubicBezTo>
                    <a:pt x="543" y="0"/>
                    <a:pt x="542" y="0"/>
                    <a:pt x="541" y="0"/>
                  </a:cubicBezTo>
                  <a:cubicBezTo>
                    <a:pt x="243" y="0"/>
                    <a:pt x="1" y="241"/>
                    <a:pt x="1" y="540"/>
                  </a:cubicBezTo>
                  <a:cubicBezTo>
                    <a:pt x="1" y="839"/>
                    <a:pt x="243" y="1080"/>
                    <a:pt x="541" y="1080"/>
                  </a:cubicBezTo>
                  <a:cubicBezTo>
                    <a:pt x="841" y="1080"/>
                    <a:pt x="1082" y="839"/>
                    <a:pt x="1082" y="540"/>
                  </a:cubicBezTo>
                  <a:cubicBezTo>
                    <a:pt x="1082" y="242"/>
                    <a:pt x="842" y="0"/>
                    <a:pt x="5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g332bf0ce26c_1_0"/>
            <p:cNvSpPr/>
            <p:nvPr/>
          </p:nvSpPr>
          <p:spPr>
            <a:xfrm>
              <a:off x="9365782" y="3009749"/>
              <a:ext cx="39512" cy="39475"/>
            </a:xfrm>
            <a:custGeom>
              <a:rect b="b" l="l" r="r" t="t"/>
              <a:pathLst>
                <a:path extrusionOk="0" h="1081" w="1082">
                  <a:moveTo>
                    <a:pt x="543" y="0"/>
                  </a:moveTo>
                  <a:cubicBezTo>
                    <a:pt x="542" y="0"/>
                    <a:pt x="541" y="0"/>
                    <a:pt x="541" y="0"/>
                  </a:cubicBezTo>
                  <a:cubicBezTo>
                    <a:pt x="241" y="0"/>
                    <a:pt x="0" y="241"/>
                    <a:pt x="0" y="540"/>
                  </a:cubicBezTo>
                  <a:cubicBezTo>
                    <a:pt x="0" y="839"/>
                    <a:pt x="241" y="1080"/>
                    <a:pt x="541" y="1080"/>
                  </a:cubicBezTo>
                  <a:cubicBezTo>
                    <a:pt x="839" y="1080"/>
                    <a:pt x="1081" y="839"/>
                    <a:pt x="1081" y="540"/>
                  </a:cubicBezTo>
                  <a:cubicBezTo>
                    <a:pt x="1081" y="242"/>
                    <a:pt x="840" y="0"/>
                    <a:pt x="5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g332bf0ce26c_1_0"/>
            <p:cNvSpPr/>
            <p:nvPr/>
          </p:nvSpPr>
          <p:spPr>
            <a:xfrm>
              <a:off x="9468430" y="3009749"/>
              <a:ext cx="39512" cy="39475"/>
            </a:xfrm>
            <a:custGeom>
              <a:rect b="b" l="l" r="r" t="t"/>
              <a:pathLst>
                <a:path extrusionOk="0" h="1081" w="1082">
                  <a:moveTo>
                    <a:pt x="543" y="0"/>
                  </a:moveTo>
                  <a:cubicBezTo>
                    <a:pt x="542" y="0"/>
                    <a:pt x="542" y="0"/>
                    <a:pt x="541" y="0"/>
                  </a:cubicBezTo>
                  <a:cubicBezTo>
                    <a:pt x="243" y="0"/>
                    <a:pt x="0" y="241"/>
                    <a:pt x="0" y="540"/>
                  </a:cubicBezTo>
                  <a:cubicBezTo>
                    <a:pt x="0" y="839"/>
                    <a:pt x="243" y="1080"/>
                    <a:pt x="541" y="1080"/>
                  </a:cubicBezTo>
                  <a:cubicBezTo>
                    <a:pt x="840" y="1080"/>
                    <a:pt x="1082" y="839"/>
                    <a:pt x="1082" y="540"/>
                  </a:cubicBezTo>
                  <a:cubicBezTo>
                    <a:pt x="1082" y="242"/>
                    <a:pt x="841" y="0"/>
                    <a:pt x="5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g332bf0ce26c_1_0"/>
            <p:cNvSpPr/>
            <p:nvPr/>
          </p:nvSpPr>
          <p:spPr>
            <a:xfrm>
              <a:off x="9603359" y="4860152"/>
              <a:ext cx="256353" cy="135553"/>
            </a:xfrm>
            <a:custGeom>
              <a:rect b="b" l="l" r="r" t="t"/>
              <a:pathLst>
                <a:path extrusionOk="0" h="3712" w="7020">
                  <a:moveTo>
                    <a:pt x="4263" y="0"/>
                  </a:moveTo>
                  <a:lnTo>
                    <a:pt x="3856" y="610"/>
                  </a:lnTo>
                  <a:cubicBezTo>
                    <a:pt x="3856" y="610"/>
                    <a:pt x="3145" y="1219"/>
                    <a:pt x="2333" y="1575"/>
                  </a:cubicBezTo>
                  <a:cubicBezTo>
                    <a:pt x="2119" y="1669"/>
                    <a:pt x="1855" y="1697"/>
                    <a:pt x="1582" y="1697"/>
                  </a:cubicBezTo>
                  <a:cubicBezTo>
                    <a:pt x="1173" y="1697"/>
                    <a:pt x="745" y="1633"/>
                    <a:pt x="438" y="1633"/>
                  </a:cubicBezTo>
                  <a:cubicBezTo>
                    <a:pt x="175" y="1633"/>
                    <a:pt x="0" y="1680"/>
                    <a:pt x="0" y="1852"/>
                  </a:cubicBezTo>
                  <a:cubicBezTo>
                    <a:pt x="0" y="2361"/>
                    <a:pt x="1215" y="3250"/>
                    <a:pt x="3196" y="3505"/>
                  </a:cubicBezTo>
                  <a:cubicBezTo>
                    <a:pt x="4604" y="3685"/>
                    <a:pt x="5936" y="3712"/>
                    <a:pt x="6588" y="3712"/>
                  </a:cubicBezTo>
                  <a:cubicBezTo>
                    <a:pt x="6603" y="3712"/>
                    <a:pt x="6617" y="3712"/>
                    <a:pt x="6631" y="3712"/>
                  </a:cubicBezTo>
                  <a:cubicBezTo>
                    <a:pt x="6838" y="3712"/>
                    <a:pt x="7005" y="3544"/>
                    <a:pt x="7006" y="3337"/>
                  </a:cubicBezTo>
                  <a:lnTo>
                    <a:pt x="7020" y="566"/>
                  </a:lnTo>
                  <a:lnTo>
                    <a:pt x="426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g332bf0ce26c_1_0"/>
            <p:cNvSpPr/>
            <p:nvPr/>
          </p:nvSpPr>
          <p:spPr>
            <a:xfrm>
              <a:off x="9600913" y="4857705"/>
              <a:ext cx="261210" cy="140410"/>
            </a:xfrm>
            <a:custGeom>
              <a:rect b="b" l="l" r="r" t="t"/>
              <a:pathLst>
                <a:path extrusionOk="0" h="3845" w="7153">
                  <a:moveTo>
                    <a:pt x="4359" y="142"/>
                  </a:moveTo>
                  <a:lnTo>
                    <a:pt x="7020" y="687"/>
                  </a:lnTo>
                  <a:lnTo>
                    <a:pt x="7007" y="3404"/>
                  </a:lnTo>
                  <a:cubicBezTo>
                    <a:pt x="7006" y="3573"/>
                    <a:pt x="6868" y="3711"/>
                    <a:pt x="6698" y="3712"/>
                  </a:cubicBezTo>
                  <a:cubicBezTo>
                    <a:pt x="6684" y="3713"/>
                    <a:pt x="6670" y="3713"/>
                    <a:pt x="6656" y="3713"/>
                  </a:cubicBezTo>
                  <a:cubicBezTo>
                    <a:pt x="5969" y="3713"/>
                    <a:pt x="4662" y="3684"/>
                    <a:pt x="3271" y="3505"/>
                  </a:cubicBezTo>
                  <a:cubicBezTo>
                    <a:pt x="1355" y="3259"/>
                    <a:pt x="133" y="2402"/>
                    <a:pt x="133" y="1919"/>
                  </a:cubicBezTo>
                  <a:cubicBezTo>
                    <a:pt x="133" y="1882"/>
                    <a:pt x="144" y="1856"/>
                    <a:pt x="166" y="1836"/>
                  </a:cubicBezTo>
                  <a:cubicBezTo>
                    <a:pt x="222" y="1784"/>
                    <a:pt x="345" y="1767"/>
                    <a:pt x="502" y="1767"/>
                  </a:cubicBezTo>
                  <a:cubicBezTo>
                    <a:pt x="644" y="1767"/>
                    <a:pt x="816" y="1780"/>
                    <a:pt x="991" y="1795"/>
                  </a:cubicBezTo>
                  <a:cubicBezTo>
                    <a:pt x="1205" y="1812"/>
                    <a:pt x="1431" y="1830"/>
                    <a:pt x="1652" y="1830"/>
                  </a:cubicBezTo>
                  <a:cubicBezTo>
                    <a:pt x="1931" y="1830"/>
                    <a:pt x="2202" y="1801"/>
                    <a:pt x="2426" y="1702"/>
                  </a:cubicBezTo>
                  <a:cubicBezTo>
                    <a:pt x="3239" y="1347"/>
                    <a:pt x="3960" y="733"/>
                    <a:pt x="3967" y="727"/>
                  </a:cubicBezTo>
                  <a:cubicBezTo>
                    <a:pt x="3971" y="723"/>
                    <a:pt x="3975" y="719"/>
                    <a:pt x="3978" y="713"/>
                  </a:cubicBezTo>
                  <a:lnTo>
                    <a:pt x="4359" y="142"/>
                  </a:lnTo>
                  <a:close/>
                  <a:moveTo>
                    <a:pt x="4329" y="1"/>
                  </a:moveTo>
                  <a:cubicBezTo>
                    <a:pt x="4307" y="1"/>
                    <a:pt x="4286" y="12"/>
                    <a:pt x="4274" y="31"/>
                  </a:cubicBezTo>
                  <a:lnTo>
                    <a:pt x="3873" y="632"/>
                  </a:lnTo>
                  <a:cubicBezTo>
                    <a:pt x="3799" y="694"/>
                    <a:pt x="3125" y="1252"/>
                    <a:pt x="2373" y="1580"/>
                  </a:cubicBezTo>
                  <a:cubicBezTo>
                    <a:pt x="2169" y="1670"/>
                    <a:pt x="1916" y="1697"/>
                    <a:pt x="1653" y="1697"/>
                  </a:cubicBezTo>
                  <a:cubicBezTo>
                    <a:pt x="1436" y="1697"/>
                    <a:pt x="1213" y="1679"/>
                    <a:pt x="1002" y="1662"/>
                  </a:cubicBezTo>
                  <a:cubicBezTo>
                    <a:pt x="817" y="1647"/>
                    <a:pt x="649" y="1634"/>
                    <a:pt x="505" y="1634"/>
                  </a:cubicBezTo>
                  <a:cubicBezTo>
                    <a:pt x="312" y="1634"/>
                    <a:pt x="163" y="1658"/>
                    <a:pt x="77" y="1738"/>
                  </a:cubicBezTo>
                  <a:cubicBezTo>
                    <a:pt x="27" y="1784"/>
                    <a:pt x="1" y="1844"/>
                    <a:pt x="1" y="1919"/>
                  </a:cubicBezTo>
                  <a:cubicBezTo>
                    <a:pt x="1" y="2462"/>
                    <a:pt x="1238" y="3379"/>
                    <a:pt x="3254" y="3637"/>
                  </a:cubicBezTo>
                  <a:cubicBezTo>
                    <a:pt x="4658" y="3817"/>
                    <a:pt x="5979" y="3845"/>
                    <a:pt x="6663" y="3845"/>
                  </a:cubicBezTo>
                  <a:lnTo>
                    <a:pt x="6698" y="3845"/>
                  </a:lnTo>
                  <a:cubicBezTo>
                    <a:pt x="6941" y="3844"/>
                    <a:pt x="7139" y="3646"/>
                    <a:pt x="7140" y="3404"/>
                  </a:cubicBezTo>
                  <a:lnTo>
                    <a:pt x="7153" y="633"/>
                  </a:lnTo>
                  <a:cubicBezTo>
                    <a:pt x="7153" y="601"/>
                    <a:pt x="7130" y="574"/>
                    <a:pt x="7100" y="568"/>
                  </a:cubicBezTo>
                  <a:lnTo>
                    <a:pt x="4343" y="2"/>
                  </a:lnTo>
                  <a:cubicBezTo>
                    <a:pt x="4338" y="1"/>
                    <a:pt x="4334" y="1"/>
                    <a:pt x="43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g332bf0ce26c_1_0"/>
            <p:cNvSpPr/>
            <p:nvPr/>
          </p:nvSpPr>
          <p:spPr>
            <a:xfrm>
              <a:off x="9600913" y="4920075"/>
              <a:ext cx="260771" cy="78038"/>
            </a:xfrm>
            <a:custGeom>
              <a:rect b="b" l="l" r="r" t="t"/>
              <a:pathLst>
                <a:path extrusionOk="0" h="2137" w="7141">
                  <a:moveTo>
                    <a:pt x="142" y="162"/>
                  </a:moveTo>
                  <a:cubicBezTo>
                    <a:pt x="536" y="517"/>
                    <a:pt x="1313" y="1103"/>
                    <a:pt x="2406" y="1376"/>
                  </a:cubicBezTo>
                  <a:cubicBezTo>
                    <a:pt x="3262" y="1591"/>
                    <a:pt x="4153" y="1655"/>
                    <a:pt x="4911" y="1655"/>
                  </a:cubicBezTo>
                  <a:cubicBezTo>
                    <a:pt x="5743" y="1655"/>
                    <a:pt x="6416" y="1577"/>
                    <a:pt x="6706" y="1537"/>
                  </a:cubicBezTo>
                  <a:cubicBezTo>
                    <a:pt x="6812" y="1523"/>
                    <a:pt x="6913" y="1511"/>
                    <a:pt x="7007" y="1499"/>
                  </a:cubicBezTo>
                  <a:lnTo>
                    <a:pt x="7007" y="1696"/>
                  </a:lnTo>
                  <a:cubicBezTo>
                    <a:pt x="7006" y="1865"/>
                    <a:pt x="6868" y="2003"/>
                    <a:pt x="6698" y="2004"/>
                  </a:cubicBezTo>
                  <a:cubicBezTo>
                    <a:pt x="6684" y="2005"/>
                    <a:pt x="6670" y="2005"/>
                    <a:pt x="6656" y="2005"/>
                  </a:cubicBezTo>
                  <a:cubicBezTo>
                    <a:pt x="5969" y="2005"/>
                    <a:pt x="4662" y="1976"/>
                    <a:pt x="3271" y="1797"/>
                  </a:cubicBezTo>
                  <a:cubicBezTo>
                    <a:pt x="1355" y="1553"/>
                    <a:pt x="133" y="694"/>
                    <a:pt x="133" y="211"/>
                  </a:cubicBezTo>
                  <a:cubicBezTo>
                    <a:pt x="133" y="193"/>
                    <a:pt x="136" y="177"/>
                    <a:pt x="142" y="162"/>
                  </a:cubicBezTo>
                  <a:close/>
                  <a:moveTo>
                    <a:pt x="136" y="0"/>
                  </a:moveTo>
                  <a:cubicBezTo>
                    <a:pt x="122" y="0"/>
                    <a:pt x="108" y="4"/>
                    <a:pt x="95" y="13"/>
                  </a:cubicBezTo>
                  <a:cubicBezTo>
                    <a:pt x="33" y="62"/>
                    <a:pt x="1" y="128"/>
                    <a:pt x="1" y="211"/>
                  </a:cubicBezTo>
                  <a:cubicBezTo>
                    <a:pt x="1" y="754"/>
                    <a:pt x="1238" y="1671"/>
                    <a:pt x="3254" y="1929"/>
                  </a:cubicBezTo>
                  <a:cubicBezTo>
                    <a:pt x="4658" y="2109"/>
                    <a:pt x="5979" y="2137"/>
                    <a:pt x="6663" y="2137"/>
                  </a:cubicBezTo>
                  <a:lnTo>
                    <a:pt x="6698" y="2137"/>
                  </a:lnTo>
                  <a:cubicBezTo>
                    <a:pt x="6941" y="2137"/>
                    <a:pt x="7139" y="1938"/>
                    <a:pt x="7140" y="1696"/>
                  </a:cubicBezTo>
                  <a:lnTo>
                    <a:pt x="7141" y="1425"/>
                  </a:lnTo>
                  <a:cubicBezTo>
                    <a:pt x="7141" y="1406"/>
                    <a:pt x="7133" y="1388"/>
                    <a:pt x="7118" y="1375"/>
                  </a:cubicBezTo>
                  <a:cubicBezTo>
                    <a:pt x="7105" y="1364"/>
                    <a:pt x="7089" y="1358"/>
                    <a:pt x="7072" y="1358"/>
                  </a:cubicBezTo>
                  <a:cubicBezTo>
                    <a:pt x="7071" y="1358"/>
                    <a:pt x="7069" y="1358"/>
                    <a:pt x="7068" y="1358"/>
                  </a:cubicBezTo>
                  <a:cubicBezTo>
                    <a:pt x="6949" y="1373"/>
                    <a:pt x="6824" y="1387"/>
                    <a:pt x="6688" y="1406"/>
                  </a:cubicBezTo>
                  <a:cubicBezTo>
                    <a:pt x="6400" y="1445"/>
                    <a:pt x="5734" y="1521"/>
                    <a:pt x="4911" y="1521"/>
                  </a:cubicBezTo>
                  <a:cubicBezTo>
                    <a:pt x="4162" y="1521"/>
                    <a:pt x="3282" y="1458"/>
                    <a:pt x="2438" y="1247"/>
                  </a:cubicBezTo>
                  <a:cubicBezTo>
                    <a:pt x="1325" y="969"/>
                    <a:pt x="546" y="358"/>
                    <a:pt x="182" y="18"/>
                  </a:cubicBezTo>
                  <a:cubicBezTo>
                    <a:pt x="169" y="6"/>
                    <a:pt x="153" y="0"/>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g332bf0ce26c_1_0"/>
            <p:cNvSpPr/>
            <p:nvPr/>
          </p:nvSpPr>
          <p:spPr>
            <a:xfrm>
              <a:off x="9757423" y="3917441"/>
              <a:ext cx="494849" cy="968517"/>
            </a:xfrm>
            <a:custGeom>
              <a:rect b="b" l="l" r="r" t="t"/>
              <a:pathLst>
                <a:path extrusionOk="0" h="26522" w="13551">
                  <a:moveTo>
                    <a:pt x="13108" y="1"/>
                  </a:moveTo>
                  <a:lnTo>
                    <a:pt x="4011" y="436"/>
                  </a:lnTo>
                  <a:lnTo>
                    <a:pt x="3335" y="3436"/>
                  </a:lnTo>
                  <a:cubicBezTo>
                    <a:pt x="3335" y="3436"/>
                    <a:pt x="350" y="14200"/>
                    <a:pt x="420" y="15601"/>
                  </a:cubicBezTo>
                  <a:cubicBezTo>
                    <a:pt x="490" y="17001"/>
                    <a:pt x="0" y="26032"/>
                    <a:pt x="0" y="26032"/>
                  </a:cubicBezTo>
                  <a:lnTo>
                    <a:pt x="2801" y="26382"/>
                  </a:lnTo>
                  <a:lnTo>
                    <a:pt x="4481" y="15671"/>
                  </a:lnTo>
                  <a:lnTo>
                    <a:pt x="8025" y="6237"/>
                  </a:lnTo>
                  <a:cubicBezTo>
                    <a:pt x="8025" y="6237"/>
                    <a:pt x="8471" y="15110"/>
                    <a:pt x="8471" y="15671"/>
                  </a:cubicBezTo>
                  <a:cubicBezTo>
                    <a:pt x="8471" y="16231"/>
                    <a:pt x="10991" y="26521"/>
                    <a:pt x="10991" y="26521"/>
                  </a:cubicBezTo>
                  <a:lnTo>
                    <a:pt x="13550" y="26324"/>
                  </a:lnTo>
                  <a:lnTo>
                    <a:pt x="12601" y="14761"/>
                  </a:lnTo>
                  <a:lnTo>
                    <a:pt x="13276" y="2387"/>
                  </a:lnTo>
                  <a:lnTo>
                    <a:pt x="1310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g332bf0ce26c_1_0"/>
            <p:cNvSpPr/>
            <p:nvPr/>
          </p:nvSpPr>
          <p:spPr>
            <a:xfrm>
              <a:off x="9754903" y="3915031"/>
              <a:ext cx="499852" cy="973374"/>
            </a:xfrm>
            <a:custGeom>
              <a:rect b="b" l="l" r="r" t="t"/>
              <a:pathLst>
                <a:path extrusionOk="0" h="26655" w="13688">
                  <a:moveTo>
                    <a:pt x="13115" y="136"/>
                  </a:moveTo>
                  <a:lnTo>
                    <a:pt x="13279" y="2449"/>
                  </a:lnTo>
                  <a:lnTo>
                    <a:pt x="12604" y="14832"/>
                  </a:lnTo>
                  <a:lnTo>
                    <a:pt x="13548" y="26330"/>
                  </a:lnTo>
                  <a:lnTo>
                    <a:pt x="11111" y="26518"/>
                  </a:lnTo>
                  <a:cubicBezTo>
                    <a:pt x="10912" y="25706"/>
                    <a:pt x="8606" y="16261"/>
                    <a:pt x="8606" y="15737"/>
                  </a:cubicBezTo>
                  <a:cubicBezTo>
                    <a:pt x="8606" y="15181"/>
                    <a:pt x="8179" y="6662"/>
                    <a:pt x="8160" y="6299"/>
                  </a:cubicBezTo>
                  <a:cubicBezTo>
                    <a:pt x="8159" y="6268"/>
                    <a:pt x="8136" y="6242"/>
                    <a:pt x="8105" y="6238"/>
                  </a:cubicBezTo>
                  <a:cubicBezTo>
                    <a:pt x="8101" y="6237"/>
                    <a:pt x="8098" y="6237"/>
                    <a:pt x="8094" y="6237"/>
                  </a:cubicBezTo>
                  <a:cubicBezTo>
                    <a:pt x="8067" y="6237"/>
                    <a:pt x="8042" y="6253"/>
                    <a:pt x="8033" y="6279"/>
                  </a:cubicBezTo>
                  <a:lnTo>
                    <a:pt x="4487" y="15713"/>
                  </a:lnTo>
                  <a:cubicBezTo>
                    <a:pt x="4486" y="15718"/>
                    <a:pt x="4484" y="15722"/>
                    <a:pt x="4483" y="15726"/>
                  </a:cubicBezTo>
                  <a:lnTo>
                    <a:pt x="2814" y="26374"/>
                  </a:lnTo>
                  <a:lnTo>
                    <a:pt x="139" y="26040"/>
                  </a:lnTo>
                  <a:cubicBezTo>
                    <a:pt x="181" y="25239"/>
                    <a:pt x="622" y="16990"/>
                    <a:pt x="555" y="15664"/>
                  </a:cubicBezTo>
                  <a:cubicBezTo>
                    <a:pt x="487" y="14290"/>
                    <a:pt x="3439" y="3628"/>
                    <a:pt x="3468" y="3518"/>
                  </a:cubicBezTo>
                  <a:lnTo>
                    <a:pt x="4134" y="566"/>
                  </a:lnTo>
                  <a:lnTo>
                    <a:pt x="13115" y="136"/>
                  </a:lnTo>
                  <a:close/>
                  <a:moveTo>
                    <a:pt x="13178" y="0"/>
                  </a:moveTo>
                  <a:cubicBezTo>
                    <a:pt x="13176" y="0"/>
                    <a:pt x="13175" y="0"/>
                    <a:pt x="13173" y="0"/>
                  </a:cubicBezTo>
                  <a:lnTo>
                    <a:pt x="4077" y="434"/>
                  </a:lnTo>
                  <a:cubicBezTo>
                    <a:pt x="4047" y="437"/>
                    <a:pt x="4022" y="458"/>
                    <a:pt x="4015" y="487"/>
                  </a:cubicBezTo>
                  <a:lnTo>
                    <a:pt x="3340" y="3485"/>
                  </a:lnTo>
                  <a:cubicBezTo>
                    <a:pt x="3217" y="3925"/>
                    <a:pt x="353" y="14275"/>
                    <a:pt x="423" y="15670"/>
                  </a:cubicBezTo>
                  <a:cubicBezTo>
                    <a:pt x="491" y="17050"/>
                    <a:pt x="8" y="26004"/>
                    <a:pt x="3" y="26094"/>
                  </a:cubicBezTo>
                  <a:cubicBezTo>
                    <a:pt x="0" y="26128"/>
                    <a:pt x="26" y="26159"/>
                    <a:pt x="61" y="26164"/>
                  </a:cubicBezTo>
                  <a:lnTo>
                    <a:pt x="2861" y="26514"/>
                  </a:lnTo>
                  <a:cubicBezTo>
                    <a:pt x="2864" y="26514"/>
                    <a:pt x="2866" y="26514"/>
                    <a:pt x="2868" y="26514"/>
                  </a:cubicBezTo>
                  <a:cubicBezTo>
                    <a:pt x="2900" y="26514"/>
                    <a:pt x="2929" y="26492"/>
                    <a:pt x="2935" y="26458"/>
                  </a:cubicBezTo>
                  <a:lnTo>
                    <a:pt x="4615" y="15754"/>
                  </a:lnTo>
                  <a:lnTo>
                    <a:pt x="8044" y="6626"/>
                  </a:lnTo>
                  <a:cubicBezTo>
                    <a:pt x="8124" y="8219"/>
                    <a:pt x="8474" y="15245"/>
                    <a:pt x="8474" y="15737"/>
                  </a:cubicBezTo>
                  <a:cubicBezTo>
                    <a:pt x="8474" y="16298"/>
                    <a:pt x="10892" y="26183"/>
                    <a:pt x="10995" y="26604"/>
                  </a:cubicBezTo>
                  <a:cubicBezTo>
                    <a:pt x="11003" y="26634"/>
                    <a:pt x="11029" y="26655"/>
                    <a:pt x="11060" y="26655"/>
                  </a:cubicBezTo>
                  <a:cubicBezTo>
                    <a:pt x="11061" y="26655"/>
                    <a:pt x="11064" y="26655"/>
                    <a:pt x="11065" y="26654"/>
                  </a:cubicBezTo>
                  <a:lnTo>
                    <a:pt x="13625" y="26456"/>
                  </a:lnTo>
                  <a:cubicBezTo>
                    <a:pt x="13643" y="26455"/>
                    <a:pt x="13658" y="26447"/>
                    <a:pt x="13670" y="26434"/>
                  </a:cubicBezTo>
                  <a:cubicBezTo>
                    <a:pt x="13682" y="26419"/>
                    <a:pt x="13688" y="26403"/>
                    <a:pt x="13686" y="26385"/>
                  </a:cubicBezTo>
                  <a:lnTo>
                    <a:pt x="12737" y="14831"/>
                  </a:lnTo>
                  <a:lnTo>
                    <a:pt x="13411" y="2448"/>
                  </a:lnTo>
                  <a:lnTo>
                    <a:pt x="13243" y="62"/>
                  </a:lnTo>
                  <a:cubicBezTo>
                    <a:pt x="13241" y="27"/>
                    <a:pt x="13212" y="0"/>
                    <a:pt x="131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g332bf0ce26c_1_0"/>
            <p:cNvSpPr/>
            <p:nvPr/>
          </p:nvSpPr>
          <p:spPr>
            <a:xfrm>
              <a:off x="9903855" y="3879902"/>
              <a:ext cx="332236" cy="79426"/>
            </a:xfrm>
            <a:custGeom>
              <a:rect b="b" l="l" r="r" t="t"/>
              <a:pathLst>
                <a:path extrusionOk="0" h="2175" w="9098">
                  <a:moveTo>
                    <a:pt x="8860" y="0"/>
                  </a:moveTo>
                  <a:cubicBezTo>
                    <a:pt x="8860" y="0"/>
                    <a:pt x="6802" y="801"/>
                    <a:pt x="4048" y="801"/>
                  </a:cubicBezTo>
                  <a:cubicBezTo>
                    <a:pt x="2834" y="801"/>
                    <a:pt x="1486" y="646"/>
                    <a:pt x="119" y="198"/>
                  </a:cubicBezTo>
                  <a:lnTo>
                    <a:pt x="1" y="1464"/>
                  </a:lnTo>
                  <a:cubicBezTo>
                    <a:pt x="1" y="1464"/>
                    <a:pt x="515" y="2175"/>
                    <a:pt x="4550" y="2175"/>
                  </a:cubicBezTo>
                  <a:cubicBezTo>
                    <a:pt x="8584" y="2175"/>
                    <a:pt x="9098" y="1029"/>
                    <a:pt x="9098" y="1029"/>
                  </a:cubicBezTo>
                  <a:lnTo>
                    <a:pt x="88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g332bf0ce26c_1_0"/>
            <p:cNvSpPr/>
            <p:nvPr/>
          </p:nvSpPr>
          <p:spPr>
            <a:xfrm>
              <a:off x="9901408" y="3877455"/>
              <a:ext cx="337203" cy="84355"/>
            </a:xfrm>
            <a:custGeom>
              <a:rect b="b" l="l" r="r" t="t"/>
              <a:pathLst>
                <a:path extrusionOk="0" h="2310" w="9234">
                  <a:moveTo>
                    <a:pt x="8880" y="155"/>
                  </a:moveTo>
                  <a:lnTo>
                    <a:pt x="9094" y="1085"/>
                  </a:lnTo>
                  <a:cubicBezTo>
                    <a:pt x="9004" y="1227"/>
                    <a:pt x="8262" y="2176"/>
                    <a:pt x="4616" y="2176"/>
                  </a:cubicBezTo>
                  <a:cubicBezTo>
                    <a:pt x="1037" y="2176"/>
                    <a:pt x="248" y="1607"/>
                    <a:pt x="136" y="1506"/>
                  </a:cubicBezTo>
                  <a:lnTo>
                    <a:pt x="245" y="354"/>
                  </a:lnTo>
                  <a:cubicBezTo>
                    <a:pt x="1582" y="781"/>
                    <a:pt x="2904" y="930"/>
                    <a:pt x="4099" y="930"/>
                  </a:cubicBezTo>
                  <a:cubicBezTo>
                    <a:pt x="6566" y="930"/>
                    <a:pt x="8491" y="294"/>
                    <a:pt x="8880" y="155"/>
                  </a:cubicBezTo>
                  <a:close/>
                  <a:moveTo>
                    <a:pt x="8926" y="0"/>
                  </a:moveTo>
                  <a:cubicBezTo>
                    <a:pt x="8918" y="0"/>
                    <a:pt x="8911" y="2"/>
                    <a:pt x="8903" y="5"/>
                  </a:cubicBezTo>
                  <a:cubicBezTo>
                    <a:pt x="8874" y="16"/>
                    <a:pt x="6820" y="797"/>
                    <a:pt x="4099" y="797"/>
                  </a:cubicBezTo>
                  <a:cubicBezTo>
                    <a:pt x="2893" y="797"/>
                    <a:pt x="1557" y="644"/>
                    <a:pt x="207" y="202"/>
                  </a:cubicBezTo>
                  <a:cubicBezTo>
                    <a:pt x="201" y="200"/>
                    <a:pt x="194" y="199"/>
                    <a:pt x="187" y="199"/>
                  </a:cubicBezTo>
                  <a:cubicBezTo>
                    <a:pt x="174" y="199"/>
                    <a:pt x="161" y="203"/>
                    <a:pt x="151" y="209"/>
                  </a:cubicBezTo>
                  <a:cubicBezTo>
                    <a:pt x="133" y="220"/>
                    <a:pt x="122" y="239"/>
                    <a:pt x="121" y="259"/>
                  </a:cubicBezTo>
                  <a:lnTo>
                    <a:pt x="2" y="1524"/>
                  </a:lnTo>
                  <a:cubicBezTo>
                    <a:pt x="0" y="1540"/>
                    <a:pt x="5" y="1557"/>
                    <a:pt x="15" y="1570"/>
                  </a:cubicBezTo>
                  <a:cubicBezTo>
                    <a:pt x="36" y="1600"/>
                    <a:pt x="594" y="2309"/>
                    <a:pt x="4617" y="2309"/>
                  </a:cubicBezTo>
                  <a:cubicBezTo>
                    <a:pt x="8648" y="2309"/>
                    <a:pt x="9204" y="1171"/>
                    <a:pt x="9225" y="1123"/>
                  </a:cubicBezTo>
                  <a:cubicBezTo>
                    <a:pt x="9231" y="1110"/>
                    <a:pt x="9233" y="1094"/>
                    <a:pt x="9230" y="1080"/>
                  </a:cubicBezTo>
                  <a:lnTo>
                    <a:pt x="8992" y="52"/>
                  </a:lnTo>
                  <a:cubicBezTo>
                    <a:pt x="8987" y="33"/>
                    <a:pt x="8976" y="18"/>
                    <a:pt x="8959" y="8"/>
                  </a:cubicBezTo>
                  <a:cubicBezTo>
                    <a:pt x="8948" y="3"/>
                    <a:pt x="8937" y="0"/>
                    <a:pt x="89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g332bf0ce26c_1_0"/>
            <p:cNvSpPr/>
            <p:nvPr/>
          </p:nvSpPr>
          <p:spPr>
            <a:xfrm>
              <a:off x="9476026" y="3314041"/>
              <a:ext cx="757373" cy="611522"/>
            </a:xfrm>
            <a:custGeom>
              <a:rect b="b" l="l" r="r" t="t"/>
              <a:pathLst>
                <a:path extrusionOk="0" h="16746" w="20740">
                  <a:moveTo>
                    <a:pt x="14952" y="0"/>
                  </a:moveTo>
                  <a:cubicBezTo>
                    <a:pt x="14505" y="0"/>
                    <a:pt x="11197" y="1643"/>
                    <a:pt x="11197" y="1643"/>
                  </a:cubicBezTo>
                  <a:cubicBezTo>
                    <a:pt x="11197" y="1643"/>
                    <a:pt x="9519" y="2981"/>
                    <a:pt x="9226" y="3566"/>
                  </a:cubicBezTo>
                  <a:cubicBezTo>
                    <a:pt x="8934" y="4150"/>
                    <a:pt x="6613" y="8676"/>
                    <a:pt x="6588" y="8749"/>
                  </a:cubicBezTo>
                  <a:cubicBezTo>
                    <a:pt x="6588" y="8750"/>
                    <a:pt x="6586" y="8751"/>
                    <a:pt x="6583" y="8751"/>
                  </a:cubicBezTo>
                  <a:cubicBezTo>
                    <a:pt x="6402" y="8751"/>
                    <a:pt x="1004" y="6399"/>
                    <a:pt x="1004" y="6399"/>
                  </a:cubicBezTo>
                  <a:lnTo>
                    <a:pt x="0" y="8118"/>
                  </a:lnTo>
                  <a:cubicBezTo>
                    <a:pt x="0" y="8118"/>
                    <a:pt x="4773" y="11648"/>
                    <a:pt x="5472" y="12056"/>
                  </a:cubicBezTo>
                  <a:cubicBezTo>
                    <a:pt x="6092" y="12417"/>
                    <a:pt x="6865" y="12865"/>
                    <a:pt x="7187" y="12865"/>
                  </a:cubicBezTo>
                  <a:cubicBezTo>
                    <a:pt x="7229" y="12865"/>
                    <a:pt x="7263" y="12858"/>
                    <a:pt x="7288" y="12841"/>
                  </a:cubicBezTo>
                  <a:cubicBezTo>
                    <a:pt x="7508" y="12698"/>
                    <a:pt x="10711" y="9894"/>
                    <a:pt x="10711" y="9894"/>
                  </a:cubicBezTo>
                  <a:cubicBezTo>
                    <a:pt x="10711" y="9894"/>
                    <a:pt x="11709" y="12304"/>
                    <a:pt x="11807" y="12475"/>
                  </a:cubicBezTo>
                  <a:cubicBezTo>
                    <a:pt x="11904" y="12645"/>
                    <a:pt x="11855" y="14544"/>
                    <a:pt x="11855" y="14691"/>
                  </a:cubicBezTo>
                  <a:cubicBezTo>
                    <a:pt x="11855" y="14836"/>
                    <a:pt x="11465" y="15664"/>
                    <a:pt x="11685" y="15955"/>
                  </a:cubicBezTo>
                  <a:cubicBezTo>
                    <a:pt x="11876" y="16211"/>
                    <a:pt x="13891" y="16746"/>
                    <a:pt x="15533" y="16746"/>
                  </a:cubicBezTo>
                  <a:cubicBezTo>
                    <a:pt x="15769" y="16746"/>
                    <a:pt x="15997" y="16735"/>
                    <a:pt x="16212" y="16710"/>
                  </a:cubicBezTo>
                  <a:cubicBezTo>
                    <a:pt x="17916" y="16516"/>
                    <a:pt x="19984" y="16151"/>
                    <a:pt x="20253" y="16005"/>
                  </a:cubicBezTo>
                  <a:cubicBezTo>
                    <a:pt x="20520" y="15858"/>
                    <a:pt x="20739" y="15543"/>
                    <a:pt x="20739" y="15152"/>
                  </a:cubicBezTo>
                  <a:cubicBezTo>
                    <a:pt x="20739" y="14763"/>
                    <a:pt x="20717" y="8956"/>
                    <a:pt x="20229" y="6985"/>
                  </a:cubicBezTo>
                  <a:cubicBezTo>
                    <a:pt x="19743" y="5013"/>
                    <a:pt x="19420" y="3547"/>
                    <a:pt x="18568" y="2379"/>
                  </a:cubicBezTo>
                  <a:cubicBezTo>
                    <a:pt x="17716" y="1210"/>
                    <a:pt x="15166" y="182"/>
                    <a:pt x="14995" y="12"/>
                  </a:cubicBezTo>
                  <a:cubicBezTo>
                    <a:pt x="14988" y="4"/>
                    <a:pt x="14973" y="0"/>
                    <a:pt x="1495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g332bf0ce26c_1_0"/>
            <p:cNvSpPr/>
            <p:nvPr/>
          </p:nvSpPr>
          <p:spPr>
            <a:xfrm>
              <a:off x="9473287" y="3312069"/>
              <a:ext cx="762558" cy="615941"/>
            </a:xfrm>
            <a:custGeom>
              <a:rect b="b" l="l" r="r" t="t"/>
              <a:pathLst>
                <a:path extrusionOk="0" h="16867" w="20882">
                  <a:moveTo>
                    <a:pt x="15018" y="121"/>
                  </a:moveTo>
                  <a:cubicBezTo>
                    <a:pt x="15023" y="121"/>
                    <a:pt x="15027" y="121"/>
                    <a:pt x="15031" y="121"/>
                  </a:cubicBezTo>
                  <a:cubicBezTo>
                    <a:pt x="15088" y="170"/>
                    <a:pt x="15241" y="248"/>
                    <a:pt x="15560" y="408"/>
                  </a:cubicBezTo>
                  <a:cubicBezTo>
                    <a:pt x="16400" y="829"/>
                    <a:pt x="17962" y="1612"/>
                    <a:pt x="18589" y="2472"/>
                  </a:cubicBezTo>
                  <a:cubicBezTo>
                    <a:pt x="19382" y="3558"/>
                    <a:pt x="19721" y="4943"/>
                    <a:pt x="20152" y="6696"/>
                  </a:cubicBezTo>
                  <a:lnTo>
                    <a:pt x="20241" y="7054"/>
                  </a:lnTo>
                  <a:cubicBezTo>
                    <a:pt x="20742" y="9087"/>
                    <a:pt x="20748" y="15146"/>
                    <a:pt x="20748" y="15207"/>
                  </a:cubicBezTo>
                  <a:cubicBezTo>
                    <a:pt x="20748" y="15539"/>
                    <a:pt x="20571" y="15851"/>
                    <a:pt x="20296" y="16000"/>
                  </a:cubicBezTo>
                  <a:cubicBezTo>
                    <a:pt x="20054" y="16132"/>
                    <a:pt x="18062" y="16495"/>
                    <a:pt x="16279" y="16699"/>
                  </a:cubicBezTo>
                  <a:cubicBezTo>
                    <a:pt x="16057" y="16725"/>
                    <a:pt x="15824" y="16736"/>
                    <a:pt x="15584" y="16736"/>
                  </a:cubicBezTo>
                  <a:cubicBezTo>
                    <a:pt x="13912" y="16736"/>
                    <a:pt x="11970" y="16182"/>
                    <a:pt x="11813" y="15970"/>
                  </a:cubicBezTo>
                  <a:cubicBezTo>
                    <a:pt x="11676" y="15787"/>
                    <a:pt x="11831" y="15308"/>
                    <a:pt x="11923" y="15020"/>
                  </a:cubicBezTo>
                  <a:cubicBezTo>
                    <a:pt x="11972" y="14872"/>
                    <a:pt x="11997" y="14793"/>
                    <a:pt x="11997" y="14745"/>
                  </a:cubicBezTo>
                  <a:cubicBezTo>
                    <a:pt x="11997" y="14725"/>
                    <a:pt x="11998" y="14673"/>
                    <a:pt x="11999" y="14596"/>
                  </a:cubicBezTo>
                  <a:cubicBezTo>
                    <a:pt x="12023" y="13239"/>
                    <a:pt x="12004" y="12610"/>
                    <a:pt x="11939" y="12496"/>
                  </a:cubicBezTo>
                  <a:cubicBezTo>
                    <a:pt x="11864" y="12364"/>
                    <a:pt x="11192" y="10755"/>
                    <a:pt x="10848" y="9923"/>
                  </a:cubicBezTo>
                  <a:cubicBezTo>
                    <a:pt x="10839" y="9903"/>
                    <a:pt x="10822" y="9889"/>
                    <a:pt x="10800" y="9884"/>
                  </a:cubicBezTo>
                  <a:cubicBezTo>
                    <a:pt x="10796" y="9883"/>
                    <a:pt x="10791" y="9882"/>
                    <a:pt x="10786" y="9882"/>
                  </a:cubicBezTo>
                  <a:cubicBezTo>
                    <a:pt x="10770" y="9882"/>
                    <a:pt x="10754" y="9888"/>
                    <a:pt x="10742" y="9899"/>
                  </a:cubicBezTo>
                  <a:cubicBezTo>
                    <a:pt x="9636" y="10868"/>
                    <a:pt x="7498" y="12729"/>
                    <a:pt x="7328" y="12840"/>
                  </a:cubicBezTo>
                  <a:cubicBezTo>
                    <a:pt x="7311" y="12851"/>
                    <a:pt x="7287" y="12856"/>
                    <a:pt x="7257" y="12856"/>
                  </a:cubicBezTo>
                  <a:cubicBezTo>
                    <a:pt x="6958" y="12856"/>
                    <a:pt x="6076" y="12341"/>
                    <a:pt x="5582" y="12053"/>
                  </a:cubicBezTo>
                  <a:cubicBezTo>
                    <a:pt x="4930" y="11672"/>
                    <a:pt x="665" y="8525"/>
                    <a:pt x="163" y="8154"/>
                  </a:cubicBezTo>
                  <a:lnTo>
                    <a:pt x="1106" y="6539"/>
                  </a:lnTo>
                  <a:cubicBezTo>
                    <a:pt x="6096" y="8711"/>
                    <a:pt x="6601" y="8867"/>
                    <a:pt x="6676" y="8867"/>
                  </a:cubicBezTo>
                  <a:cubicBezTo>
                    <a:pt x="6683" y="8867"/>
                    <a:pt x="6686" y="8866"/>
                    <a:pt x="6689" y="8865"/>
                  </a:cubicBezTo>
                  <a:cubicBezTo>
                    <a:pt x="6706" y="8857"/>
                    <a:pt x="6719" y="8842"/>
                    <a:pt x="6726" y="8826"/>
                  </a:cubicBezTo>
                  <a:cubicBezTo>
                    <a:pt x="6755" y="8755"/>
                    <a:pt x="7591" y="7119"/>
                    <a:pt x="8261" y="5805"/>
                  </a:cubicBezTo>
                  <a:cubicBezTo>
                    <a:pt x="8764" y="4822"/>
                    <a:pt x="9240" y="3892"/>
                    <a:pt x="9361" y="3649"/>
                  </a:cubicBezTo>
                  <a:cubicBezTo>
                    <a:pt x="9635" y="3102"/>
                    <a:pt x="11203" y="1838"/>
                    <a:pt x="11309" y="1753"/>
                  </a:cubicBezTo>
                  <a:cubicBezTo>
                    <a:pt x="12931" y="948"/>
                    <a:pt x="14746" y="121"/>
                    <a:pt x="15018" y="121"/>
                  </a:cubicBezTo>
                  <a:close/>
                  <a:moveTo>
                    <a:pt x="15045" y="0"/>
                  </a:moveTo>
                  <a:cubicBezTo>
                    <a:pt x="14634" y="0"/>
                    <a:pt x="12786" y="871"/>
                    <a:pt x="11243" y="1638"/>
                  </a:cubicBezTo>
                  <a:cubicBezTo>
                    <a:pt x="11239" y="1639"/>
                    <a:pt x="11235" y="1643"/>
                    <a:pt x="11231" y="1645"/>
                  </a:cubicBezTo>
                  <a:cubicBezTo>
                    <a:pt x="11162" y="1701"/>
                    <a:pt x="9537" y="3000"/>
                    <a:pt x="9241" y="3590"/>
                  </a:cubicBezTo>
                  <a:cubicBezTo>
                    <a:pt x="9120" y="3832"/>
                    <a:pt x="8646" y="4762"/>
                    <a:pt x="8143" y="5745"/>
                  </a:cubicBezTo>
                  <a:cubicBezTo>
                    <a:pt x="7198" y="7596"/>
                    <a:pt x="6734" y="8506"/>
                    <a:pt x="6625" y="8729"/>
                  </a:cubicBezTo>
                  <a:cubicBezTo>
                    <a:pt x="6217" y="8601"/>
                    <a:pt x="3152" y="7284"/>
                    <a:pt x="1105" y="6393"/>
                  </a:cubicBezTo>
                  <a:cubicBezTo>
                    <a:pt x="1096" y="6389"/>
                    <a:pt x="1087" y="6387"/>
                    <a:pt x="1078" y="6387"/>
                  </a:cubicBezTo>
                  <a:cubicBezTo>
                    <a:pt x="1055" y="6387"/>
                    <a:pt x="1033" y="6399"/>
                    <a:pt x="1021" y="6420"/>
                  </a:cubicBezTo>
                  <a:lnTo>
                    <a:pt x="19" y="8138"/>
                  </a:lnTo>
                  <a:cubicBezTo>
                    <a:pt x="1" y="8168"/>
                    <a:pt x="9" y="8206"/>
                    <a:pt x="36" y="8226"/>
                  </a:cubicBezTo>
                  <a:cubicBezTo>
                    <a:pt x="232" y="8369"/>
                    <a:pt x="4820" y="11762"/>
                    <a:pt x="5514" y="12167"/>
                  </a:cubicBezTo>
                  <a:cubicBezTo>
                    <a:pt x="6301" y="12626"/>
                    <a:pt x="6945" y="12984"/>
                    <a:pt x="7265" y="12984"/>
                  </a:cubicBezTo>
                  <a:cubicBezTo>
                    <a:pt x="7320" y="12984"/>
                    <a:pt x="7365" y="12974"/>
                    <a:pt x="7400" y="12951"/>
                  </a:cubicBezTo>
                  <a:cubicBezTo>
                    <a:pt x="7606" y="12817"/>
                    <a:pt x="10279" y="10481"/>
                    <a:pt x="10760" y="10060"/>
                  </a:cubicBezTo>
                  <a:cubicBezTo>
                    <a:pt x="10941" y="10497"/>
                    <a:pt x="11735" y="12407"/>
                    <a:pt x="11824" y="12562"/>
                  </a:cubicBezTo>
                  <a:cubicBezTo>
                    <a:pt x="11851" y="12614"/>
                    <a:pt x="11894" y="12948"/>
                    <a:pt x="11865" y="14593"/>
                  </a:cubicBezTo>
                  <a:cubicBezTo>
                    <a:pt x="11864" y="14671"/>
                    <a:pt x="11864" y="14725"/>
                    <a:pt x="11864" y="14745"/>
                  </a:cubicBezTo>
                  <a:cubicBezTo>
                    <a:pt x="11864" y="14774"/>
                    <a:pt x="11830" y="14878"/>
                    <a:pt x="11798" y="14980"/>
                  </a:cubicBezTo>
                  <a:cubicBezTo>
                    <a:pt x="11690" y="15311"/>
                    <a:pt x="11528" y="15812"/>
                    <a:pt x="11707" y="16050"/>
                  </a:cubicBezTo>
                  <a:cubicBezTo>
                    <a:pt x="11929" y="16347"/>
                    <a:pt x="13979" y="16866"/>
                    <a:pt x="15613" y="16866"/>
                  </a:cubicBezTo>
                  <a:cubicBezTo>
                    <a:pt x="15851" y="16866"/>
                    <a:pt x="16081" y="16855"/>
                    <a:pt x="16295" y="16831"/>
                  </a:cubicBezTo>
                  <a:cubicBezTo>
                    <a:pt x="17990" y="16637"/>
                    <a:pt x="20080" y="16270"/>
                    <a:pt x="20360" y="16117"/>
                  </a:cubicBezTo>
                  <a:cubicBezTo>
                    <a:pt x="20677" y="15944"/>
                    <a:pt x="20882" y="15587"/>
                    <a:pt x="20882" y="15207"/>
                  </a:cubicBezTo>
                  <a:cubicBezTo>
                    <a:pt x="20882" y="15146"/>
                    <a:pt x="20876" y="9072"/>
                    <a:pt x="20369" y="7022"/>
                  </a:cubicBezTo>
                  <a:lnTo>
                    <a:pt x="20282" y="6665"/>
                  </a:lnTo>
                  <a:cubicBezTo>
                    <a:pt x="19847" y="4898"/>
                    <a:pt x="19503" y="3500"/>
                    <a:pt x="18697" y="2394"/>
                  </a:cubicBezTo>
                  <a:cubicBezTo>
                    <a:pt x="18051" y="1508"/>
                    <a:pt x="16470" y="715"/>
                    <a:pt x="15620" y="289"/>
                  </a:cubicBezTo>
                  <a:cubicBezTo>
                    <a:pt x="15379" y="169"/>
                    <a:pt x="15153" y="55"/>
                    <a:pt x="15118" y="20"/>
                  </a:cubicBezTo>
                  <a:cubicBezTo>
                    <a:pt x="15104" y="6"/>
                    <a:pt x="15080" y="0"/>
                    <a:pt x="150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g332bf0ce26c_1_0"/>
            <p:cNvSpPr/>
            <p:nvPr/>
          </p:nvSpPr>
          <p:spPr>
            <a:xfrm>
              <a:off x="10079755" y="3610081"/>
              <a:ext cx="78074" cy="12087"/>
            </a:xfrm>
            <a:custGeom>
              <a:rect b="b" l="l" r="r" t="t"/>
              <a:pathLst>
                <a:path extrusionOk="0" h="331" w="2138">
                  <a:moveTo>
                    <a:pt x="76" y="1"/>
                  </a:moveTo>
                  <a:cubicBezTo>
                    <a:pt x="66" y="1"/>
                    <a:pt x="56" y="3"/>
                    <a:pt x="46" y="8"/>
                  </a:cubicBezTo>
                  <a:cubicBezTo>
                    <a:pt x="13" y="24"/>
                    <a:pt x="0" y="65"/>
                    <a:pt x="17" y="97"/>
                  </a:cubicBezTo>
                  <a:cubicBezTo>
                    <a:pt x="86" y="234"/>
                    <a:pt x="752" y="331"/>
                    <a:pt x="1393" y="331"/>
                  </a:cubicBezTo>
                  <a:cubicBezTo>
                    <a:pt x="1635" y="331"/>
                    <a:pt x="1874" y="317"/>
                    <a:pt x="2076" y="286"/>
                  </a:cubicBezTo>
                  <a:cubicBezTo>
                    <a:pt x="2112" y="280"/>
                    <a:pt x="2137" y="246"/>
                    <a:pt x="2131" y="210"/>
                  </a:cubicBezTo>
                  <a:cubicBezTo>
                    <a:pt x="2126" y="177"/>
                    <a:pt x="2099" y="154"/>
                    <a:pt x="2065" y="154"/>
                  </a:cubicBezTo>
                  <a:cubicBezTo>
                    <a:pt x="2062" y="154"/>
                    <a:pt x="2059" y="154"/>
                    <a:pt x="2055" y="155"/>
                  </a:cubicBezTo>
                  <a:cubicBezTo>
                    <a:pt x="1854" y="186"/>
                    <a:pt x="1631" y="198"/>
                    <a:pt x="1411" y="198"/>
                  </a:cubicBezTo>
                  <a:cubicBezTo>
                    <a:pt x="801" y="198"/>
                    <a:pt x="209" y="101"/>
                    <a:pt x="133" y="33"/>
                  </a:cubicBezTo>
                  <a:cubicBezTo>
                    <a:pt x="121" y="12"/>
                    <a:pt x="99"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g332bf0ce26c_1_0"/>
            <p:cNvSpPr/>
            <p:nvPr/>
          </p:nvSpPr>
          <p:spPr>
            <a:xfrm>
              <a:off x="10114483" y="3625747"/>
              <a:ext cx="64490" cy="18295"/>
            </a:xfrm>
            <a:custGeom>
              <a:rect b="b" l="l" r="r" t="t"/>
              <a:pathLst>
                <a:path extrusionOk="0" h="501" w="1766">
                  <a:moveTo>
                    <a:pt x="75" y="0"/>
                  </a:moveTo>
                  <a:cubicBezTo>
                    <a:pt x="45" y="0"/>
                    <a:pt x="18" y="20"/>
                    <a:pt x="10" y="50"/>
                  </a:cubicBezTo>
                  <a:cubicBezTo>
                    <a:pt x="1" y="85"/>
                    <a:pt x="22" y="121"/>
                    <a:pt x="56" y="131"/>
                  </a:cubicBezTo>
                  <a:cubicBezTo>
                    <a:pt x="103" y="143"/>
                    <a:pt x="1199" y="439"/>
                    <a:pt x="1688" y="499"/>
                  </a:cubicBezTo>
                  <a:cubicBezTo>
                    <a:pt x="1690" y="501"/>
                    <a:pt x="1694" y="501"/>
                    <a:pt x="1696" y="501"/>
                  </a:cubicBezTo>
                  <a:cubicBezTo>
                    <a:pt x="1729" y="501"/>
                    <a:pt x="1757" y="476"/>
                    <a:pt x="1762" y="443"/>
                  </a:cubicBezTo>
                  <a:cubicBezTo>
                    <a:pt x="1766" y="406"/>
                    <a:pt x="1741" y="373"/>
                    <a:pt x="1704" y="368"/>
                  </a:cubicBezTo>
                  <a:cubicBezTo>
                    <a:pt x="1225" y="308"/>
                    <a:pt x="102" y="6"/>
                    <a:pt x="92" y="2"/>
                  </a:cubicBezTo>
                  <a:cubicBezTo>
                    <a:pt x="86" y="1"/>
                    <a:pt x="80"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g332bf0ce26c_1_0"/>
            <p:cNvSpPr/>
            <p:nvPr/>
          </p:nvSpPr>
          <p:spPr>
            <a:xfrm>
              <a:off x="9932885" y="3769147"/>
              <a:ext cx="167287" cy="88664"/>
            </a:xfrm>
            <a:custGeom>
              <a:rect b="b" l="l" r="r" t="t"/>
              <a:pathLst>
                <a:path extrusionOk="0" h="2428" w="4581">
                  <a:moveTo>
                    <a:pt x="76" y="0"/>
                  </a:moveTo>
                  <a:cubicBezTo>
                    <a:pt x="55" y="0"/>
                    <a:pt x="35" y="10"/>
                    <a:pt x="22" y="28"/>
                  </a:cubicBezTo>
                  <a:cubicBezTo>
                    <a:pt x="1" y="59"/>
                    <a:pt x="8" y="100"/>
                    <a:pt x="38" y="121"/>
                  </a:cubicBezTo>
                  <a:cubicBezTo>
                    <a:pt x="62" y="138"/>
                    <a:pt x="2444" y="1796"/>
                    <a:pt x="4486" y="2424"/>
                  </a:cubicBezTo>
                  <a:cubicBezTo>
                    <a:pt x="4493" y="2426"/>
                    <a:pt x="4499" y="2428"/>
                    <a:pt x="4506" y="2428"/>
                  </a:cubicBezTo>
                  <a:cubicBezTo>
                    <a:pt x="4535" y="2428"/>
                    <a:pt x="4561" y="2409"/>
                    <a:pt x="4569" y="2380"/>
                  </a:cubicBezTo>
                  <a:cubicBezTo>
                    <a:pt x="4581" y="2345"/>
                    <a:pt x="4561" y="2308"/>
                    <a:pt x="4525" y="2297"/>
                  </a:cubicBezTo>
                  <a:cubicBezTo>
                    <a:pt x="2502" y="1675"/>
                    <a:pt x="138" y="28"/>
                    <a:pt x="114" y="12"/>
                  </a:cubicBezTo>
                  <a:cubicBezTo>
                    <a:pt x="103" y="4"/>
                    <a:pt x="89"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g332bf0ce26c_1_0"/>
            <p:cNvSpPr/>
            <p:nvPr/>
          </p:nvSpPr>
          <p:spPr>
            <a:xfrm>
              <a:off x="10104769" y="3870261"/>
              <a:ext cx="22677" cy="7778"/>
            </a:xfrm>
            <a:custGeom>
              <a:rect b="b" l="l" r="r" t="t"/>
              <a:pathLst>
                <a:path extrusionOk="0" h="213" w="621">
                  <a:moveTo>
                    <a:pt x="72" y="0"/>
                  </a:moveTo>
                  <a:cubicBezTo>
                    <a:pt x="41" y="0"/>
                    <a:pt x="14" y="22"/>
                    <a:pt x="7" y="53"/>
                  </a:cubicBezTo>
                  <a:cubicBezTo>
                    <a:pt x="0" y="88"/>
                    <a:pt x="23" y="124"/>
                    <a:pt x="58" y="132"/>
                  </a:cubicBezTo>
                  <a:cubicBezTo>
                    <a:pt x="238" y="170"/>
                    <a:pt x="401" y="197"/>
                    <a:pt x="543" y="211"/>
                  </a:cubicBezTo>
                  <a:cubicBezTo>
                    <a:pt x="546" y="211"/>
                    <a:pt x="548" y="212"/>
                    <a:pt x="551" y="212"/>
                  </a:cubicBezTo>
                  <a:cubicBezTo>
                    <a:pt x="584" y="212"/>
                    <a:pt x="613" y="186"/>
                    <a:pt x="617" y="152"/>
                  </a:cubicBezTo>
                  <a:cubicBezTo>
                    <a:pt x="620" y="115"/>
                    <a:pt x="593" y="83"/>
                    <a:pt x="558" y="80"/>
                  </a:cubicBezTo>
                  <a:cubicBezTo>
                    <a:pt x="420" y="66"/>
                    <a:pt x="262" y="38"/>
                    <a:pt x="87" y="2"/>
                  </a:cubicBezTo>
                  <a:cubicBezTo>
                    <a:pt x="82" y="1"/>
                    <a:pt x="77"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g332bf0ce26c_1_0"/>
            <p:cNvSpPr/>
            <p:nvPr/>
          </p:nvSpPr>
          <p:spPr>
            <a:xfrm>
              <a:off x="10005079" y="3837031"/>
              <a:ext cx="87715" cy="33815"/>
            </a:xfrm>
            <a:custGeom>
              <a:rect b="b" l="l" r="r" t="t"/>
              <a:pathLst>
                <a:path extrusionOk="0" h="926" w="2402">
                  <a:moveTo>
                    <a:pt x="77" y="0"/>
                  </a:moveTo>
                  <a:cubicBezTo>
                    <a:pt x="51" y="0"/>
                    <a:pt x="27" y="15"/>
                    <a:pt x="15" y="41"/>
                  </a:cubicBezTo>
                  <a:cubicBezTo>
                    <a:pt x="1" y="74"/>
                    <a:pt x="17" y="113"/>
                    <a:pt x="51" y="127"/>
                  </a:cubicBezTo>
                  <a:cubicBezTo>
                    <a:pt x="62" y="133"/>
                    <a:pt x="1247" y="633"/>
                    <a:pt x="2310" y="924"/>
                  </a:cubicBezTo>
                  <a:cubicBezTo>
                    <a:pt x="2315" y="925"/>
                    <a:pt x="2321" y="926"/>
                    <a:pt x="2327" y="926"/>
                  </a:cubicBezTo>
                  <a:cubicBezTo>
                    <a:pt x="2356" y="926"/>
                    <a:pt x="2384" y="907"/>
                    <a:pt x="2392" y="876"/>
                  </a:cubicBezTo>
                  <a:cubicBezTo>
                    <a:pt x="2401" y="842"/>
                    <a:pt x="2380" y="805"/>
                    <a:pt x="2345" y="795"/>
                  </a:cubicBezTo>
                  <a:cubicBezTo>
                    <a:pt x="1290" y="506"/>
                    <a:pt x="114" y="10"/>
                    <a:pt x="103" y="5"/>
                  </a:cubicBezTo>
                  <a:cubicBezTo>
                    <a:pt x="94" y="2"/>
                    <a:pt x="86"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g332bf0ce26c_1_0"/>
            <p:cNvSpPr/>
            <p:nvPr/>
          </p:nvSpPr>
          <p:spPr>
            <a:xfrm>
              <a:off x="9495343" y="3557607"/>
              <a:ext cx="45793" cy="68543"/>
            </a:xfrm>
            <a:custGeom>
              <a:rect b="b" l="l" r="r" t="t"/>
              <a:pathLst>
                <a:path extrusionOk="0" h="1877" w="1254">
                  <a:moveTo>
                    <a:pt x="1179" y="0"/>
                  </a:moveTo>
                  <a:cubicBezTo>
                    <a:pt x="1157" y="0"/>
                    <a:pt x="1135" y="11"/>
                    <a:pt x="1122" y="31"/>
                  </a:cubicBezTo>
                  <a:lnTo>
                    <a:pt x="20" y="1775"/>
                  </a:lnTo>
                  <a:cubicBezTo>
                    <a:pt x="0" y="1806"/>
                    <a:pt x="10" y="1847"/>
                    <a:pt x="40" y="1866"/>
                  </a:cubicBezTo>
                  <a:cubicBezTo>
                    <a:pt x="52" y="1873"/>
                    <a:pt x="64" y="1877"/>
                    <a:pt x="76" y="1877"/>
                  </a:cubicBezTo>
                  <a:cubicBezTo>
                    <a:pt x="98" y="1877"/>
                    <a:pt x="120" y="1866"/>
                    <a:pt x="133" y="1846"/>
                  </a:cubicBezTo>
                  <a:lnTo>
                    <a:pt x="1234" y="102"/>
                  </a:lnTo>
                  <a:cubicBezTo>
                    <a:pt x="1253" y="70"/>
                    <a:pt x="1245" y="30"/>
                    <a:pt x="1213" y="10"/>
                  </a:cubicBezTo>
                  <a:cubicBezTo>
                    <a:pt x="1202" y="3"/>
                    <a:pt x="1190" y="0"/>
                    <a:pt x="11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g332bf0ce26c_1_0"/>
            <p:cNvSpPr/>
            <p:nvPr/>
          </p:nvSpPr>
          <p:spPr>
            <a:xfrm>
              <a:off x="9875153" y="3299033"/>
              <a:ext cx="150233" cy="348815"/>
            </a:xfrm>
            <a:custGeom>
              <a:rect b="b" l="l" r="r" t="t"/>
              <a:pathLst>
                <a:path extrusionOk="0" h="9552" w="4114">
                  <a:moveTo>
                    <a:pt x="3578" y="0"/>
                  </a:moveTo>
                  <a:cubicBezTo>
                    <a:pt x="3578" y="0"/>
                    <a:pt x="970" y="616"/>
                    <a:pt x="23" y="2406"/>
                  </a:cubicBezTo>
                  <a:cubicBezTo>
                    <a:pt x="23" y="2406"/>
                    <a:pt x="0" y="4025"/>
                    <a:pt x="122" y="5268"/>
                  </a:cubicBezTo>
                  <a:cubicBezTo>
                    <a:pt x="244" y="6509"/>
                    <a:pt x="1923" y="9552"/>
                    <a:pt x="1923" y="9552"/>
                  </a:cubicBezTo>
                  <a:cubicBezTo>
                    <a:pt x="1923" y="9552"/>
                    <a:pt x="2482" y="6923"/>
                    <a:pt x="3067" y="4464"/>
                  </a:cubicBezTo>
                  <a:cubicBezTo>
                    <a:pt x="3651" y="2006"/>
                    <a:pt x="4114" y="643"/>
                    <a:pt x="4065" y="423"/>
                  </a:cubicBezTo>
                  <a:cubicBezTo>
                    <a:pt x="4017" y="204"/>
                    <a:pt x="3578" y="0"/>
                    <a:pt x="357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g332bf0ce26c_1_0"/>
            <p:cNvSpPr/>
            <p:nvPr/>
          </p:nvSpPr>
          <p:spPr>
            <a:xfrm>
              <a:off x="9872742" y="3296586"/>
              <a:ext cx="154286" cy="353672"/>
            </a:xfrm>
            <a:custGeom>
              <a:rect b="b" l="l" r="r" t="t"/>
              <a:pathLst>
                <a:path extrusionOk="0" h="9685" w="4225">
                  <a:moveTo>
                    <a:pt x="3637" y="137"/>
                  </a:moveTo>
                  <a:cubicBezTo>
                    <a:pt x="3796" y="215"/>
                    <a:pt x="4037" y="375"/>
                    <a:pt x="4066" y="505"/>
                  </a:cubicBezTo>
                  <a:cubicBezTo>
                    <a:pt x="4089" y="606"/>
                    <a:pt x="3953" y="1107"/>
                    <a:pt x="3765" y="1802"/>
                  </a:cubicBezTo>
                  <a:cubicBezTo>
                    <a:pt x="3586" y="2464"/>
                    <a:pt x="3340" y="3373"/>
                    <a:pt x="3069" y="4516"/>
                  </a:cubicBezTo>
                  <a:cubicBezTo>
                    <a:pt x="2577" y="6585"/>
                    <a:pt x="2097" y="8799"/>
                    <a:pt x="1961" y="9428"/>
                  </a:cubicBezTo>
                  <a:cubicBezTo>
                    <a:pt x="1618" y="8790"/>
                    <a:pt x="357" y="6380"/>
                    <a:pt x="254" y="5327"/>
                  </a:cubicBezTo>
                  <a:cubicBezTo>
                    <a:pt x="141" y="4169"/>
                    <a:pt x="152" y="2662"/>
                    <a:pt x="155" y="2489"/>
                  </a:cubicBezTo>
                  <a:cubicBezTo>
                    <a:pt x="1036" y="845"/>
                    <a:pt x="3382" y="203"/>
                    <a:pt x="3637" y="137"/>
                  </a:cubicBezTo>
                  <a:close/>
                  <a:moveTo>
                    <a:pt x="3643" y="1"/>
                  </a:moveTo>
                  <a:cubicBezTo>
                    <a:pt x="3638" y="1"/>
                    <a:pt x="3633" y="1"/>
                    <a:pt x="3628" y="2"/>
                  </a:cubicBezTo>
                  <a:cubicBezTo>
                    <a:pt x="3602" y="8"/>
                    <a:pt x="981" y="645"/>
                    <a:pt x="29" y="2442"/>
                  </a:cubicBezTo>
                  <a:cubicBezTo>
                    <a:pt x="25" y="2451"/>
                    <a:pt x="22" y="2461"/>
                    <a:pt x="22" y="2471"/>
                  </a:cubicBezTo>
                  <a:cubicBezTo>
                    <a:pt x="22" y="2488"/>
                    <a:pt x="1" y="4110"/>
                    <a:pt x="122" y="5340"/>
                  </a:cubicBezTo>
                  <a:cubicBezTo>
                    <a:pt x="244" y="6582"/>
                    <a:pt x="1862" y="9525"/>
                    <a:pt x="1931" y="9651"/>
                  </a:cubicBezTo>
                  <a:cubicBezTo>
                    <a:pt x="1942" y="9672"/>
                    <a:pt x="1965" y="9685"/>
                    <a:pt x="1989" y="9685"/>
                  </a:cubicBezTo>
                  <a:cubicBezTo>
                    <a:pt x="1992" y="9685"/>
                    <a:pt x="1996" y="9685"/>
                    <a:pt x="1998" y="9684"/>
                  </a:cubicBezTo>
                  <a:cubicBezTo>
                    <a:pt x="2026" y="9680"/>
                    <a:pt x="2048" y="9659"/>
                    <a:pt x="2054" y="9632"/>
                  </a:cubicBezTo>
                  <a:cubicBezTo>
                    <a:pt x="2060" y="9606"/>
                    <a:pt x="2620" y="6976"/>
                    <a:pt x="3198" y="4547"/>
                  </a:cubicBezTo>
                  <a:cubicBezTo>
                    <a:pt x="3469" y="3405"/>
                    <a:pt x="3714" y="2499"/>
                    <a:pt x="3893" y="1836"/>
                  </a:cubicBezTo>
                  <a:cubicBezTo>
                    <a:pt x="4130" y="963"/>
                    <a:pt x="4225" y="603"/>
                    <a:pt x="4196" y="475"/>
                  </a:cubicBezTo>
                  <a:cubicBezTo>
                    <a:pt x="4142" y="232"/>
                    <a:pt x="3721" y="29"/>
                    <a:pt x="3672" y="7"/>
                  </a:cubicBezTo>
                  <a:cubicBezTo>
                    <a:pt x="3663" y="3"/>
                    <a:pt x="3653" y="1"/>
                    <a:pt x="3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g332bf0ce26c_1_0"/>
            <p:cNvSpPr/>
            <p:nvPr/>
          </p:nvSpPr>
          <p:spPr>
            <a:xfrm>
              <a:off x="9878512" y="3392442"/>
              <a:ext cx="55470" cy="67776"/>
            </a:xfrm>
            <a:custGeom>
              <a:rect b="b" l="l" r="r" t="t"/>
              <a:pathLst>
                <a:path extrusionOk="0" h="1856" w="1519">
                  <a:moveTo>
                    <a:pt x="450" y="0"/>
                  </a:moveTo>
                  <a:lnTo>
                    <a:pt x="0" y="1293"/>
                  </a:lnTo>
                  <a:lnTo>
                    <a:pt x="1518" y="1855"/>
                  </a:lnTo>
                  <a:lnTo>
                    <a:pt x="45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g332bf0ce26c_1_0"/>
            <p:cNvSpPr/>
            <p:nvPr/>
          </p:nvSpPr>
          <p:spPr>
            <a:xfrm>
              <a:off x="9875773" y="3389996"/>
              <a:ext cx="60838" cy="72633"/>
            </a:xfrm>
            <a:custGeom>
              <a:rect b="b" l="l" r="r" t="t"/>
              <a:pathLst>
                <a:path extrusionOk="0" h="1989" w="1666">
                  <a:moveTo>
                    <a:pt x="540" y="227"/>
                  </a:moveTo>
                  <a:lnTo>
                    <a:pt x="1444" y="1797"/>
                  </a:lnTo>
                  <a:lnTo>
                    <a:pt x="1444" y="1797"/>
                  </a:lnTo>
                  <a:lnTo>
                    <a:pt x="159" y="1320"/>
                  </a:lnTo>
                  <a:lnTo>
                    <a:pt x="540" y="227"/>
                  </a:lnTo>
                  <a:close/>
                  <a:moveTo>
                    <a:pt x="525" y="1"/>
                  </a:moveTo>
                  <a:cubicBezTo>
                    <a:pt x="523" y="1"/>
                    <a:pt x="521" y="1"/>
                    <a:pt x="519" y="1"/>
                  </a:cubicBezTo>
                  <a:cubicBezTo>
                    <a:pt x="493" y="3"/>
                    <a:pt x="472" y="21"/>
                    <a:pt x="462" y="46"/>
                  </a:cubicBezTo>
                  <a:lnTo>
                    <a:pt x="13" y="1339"/>
                  </a:lnTo>
                  <a:cubicBezTo>
                    <a:pt x="1" y="1372"/>
                    <a:pt x="19" y="1410"/>
                    <a:pt x="53" y="1423"/>
                  </a:cubicBezTo>
                  <a:lnTo>
                    <a:pt x="1571" y="1985"/>
                  </a:lnTo>
                  <a:cubicBezTo>
                    <a:pt x="1578" y="1987"/>
                    <a:pt x="1585" y="1989"/>
                    <a:pt x="1593" y="1989"/>
                  </a:cubicBezTo>
                  <a:cubicBezTo>
                    <a:pt x="1612" y="1989"/>
                    <a:pt x="1631" y="1980"/>
                    <a:pt x="1644" y="1965"/>
                  </a:cubicBezTo>
                  <a:cubicBezTo>
                    <a:pt x="1662" y="1944"/>
                    <a:pt x="1665" y="1914"/>
                    <a:pt x="1651" y="1889"/>
                  </a:cubicBezTo>
                  <a:lnTo>
                    <a:pt x="583" y="34"/>
                  </a:lnTo>
                  <a:cubicBezTo>
                    <a:pt x="571" y="13"/>
                    <a:pt x="549" y="1"/>
                    <a:pt x="5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g332bf0ce26c_1_0"/>
            <p:cNvSpPr/>
            <p:nvPr/>
          </p:nvSpPr>
          <p:spPr>
            <a:xfrm>
              <a:off x="9878512" y="3439658"/>
              <a:ext cx="38855" cy="46231"/>
            </a:xfrm>
            <a:custGeom>
              <a:rect b="b" l="l" r="r" t="t"/>
              <a:pathLst>
                <a:path extrusionOk="0" h="1266" w="1064">
                  <a:moveTo>
                    <a:pt x="0" y="0"/>
                  </a:moveTo>
                  <a:lnTo>
                    <a:pt x="675" y="1265"/>
                  </a:lnTo>
                  <a:lnTo>
                    <a:pt x="1064" y="383"/>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g332bf0ce26c_1_0"/>
            <p:cNvSpPr/>
            <p:nvPr/>
          </p:nvSpPr>
          <p:spPr>
            <a:xfrm>
              <a:off x="9875919" y="3437248"/>
              <a:ext cx="43967" cy="51051"/>
            </a:xfrm>
            <a:custGeom>
              <a:rect b="b" l="l" r="r" t="t"/>
              <a:pathLst>
                <a:path extrusionOk="0" h="1398" w="1204">
                  <a:moveTo>
                    <a:pt x="211" y="187"/>
                  </a:moveTo>
                  <a:lnTo>
                    <a:pt x="1045" y="488"/>
                  </a:lnTo>
                  <a:lnTo>
                    <a:pt x="741" y="1180"/>
                  </a:lnTo>
                  <a:lnTo>
                    <a:pt x="211" y="187"/>
                  </a:lnTo>
                  <a:close/>
                  <a:moveTo>
                    <a:pt x="73" y="0"/>
                  </a:moveTo>
                  <a:cubicBezTo>
                    <a:pt x="54" y="0"/>
                    <a:pt x="35" y="8"/>
                    <a:pt x="22" y="23"/>
                  </a:cubicBezTo>
                  <a:cubicBezTo>
                    <a:pt x="4" y="44"/>
                    <a:pt x="0" y="73"/>
                    <a:pt x="13" y="97"/>
                  </a:cubicBezTo>
                  <a:lnTo>
                    <a:pt x="688" y="1363"/>
                  </a:lnTo>
                  <a:cubicBezTo>
                    <a:pt x="700" y="1384"/>
                    <a:pt x="722" y="1397"/>
                    <a:pt x="746" y="1397"/>
                  </a:cubicBezTo>
                  <a:lnTo>
                    <a:pt x="748" y="1397"/>
                  </a:lnTo>
                  <a:cubicBezTo>
                    <a:pt x="774" y="1396"/>
                    <a:pt x="797" y="1381"/>
                    <a:pt x="807" y="1358"/>
                  </a:cubicBezTo>
                  <a:lnTo>
                    <a:pt x="1195" y="476"/>
                  </a:lnTo>
                  <a:cubicBezTo>
                    <a:pt x="1204" y="459"/>
                    <a:pt x="1204" y="440"/>
                    <a:pt x="1196" y="422"/>
                  </a:cubicBezTo>
                  <a:cubicBezTo>
                    <a:pt x="1188" y="406"/>
                    <a:pt x="1175" y="393"/>
                    <a:pt x="1157" y="386"/>
                  </a:cubicBezTo>
                  <a:lnTo>
                    <a:pt x="94" y="4"/>
                  </a:lnTo>
                  <a:cubicBezTo>
                    <a:pt x="87" y="1"/>
                    <a:pt x="80"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g332bf0ce26c_1_0"/>
            <p:cNvSpPr/>
            <p:nvPr/>
          </p:nvSpPr>
          <p:spPr>
            <a:xfrm>
              <a:off x="9740443" y="3046156"/>
              <a:ext cx="277095" cy="396544"/>
            </a:xfrm>
            <a:custGeom>
              <a:rect b="b" l="l" r="r" t="t"/>
              <a:pathLst>
                <a:path extrusionOk="0" h="10859" w="7588">
                  <a:moveTo>
                    <a:pt x="3194" y="1"/>
                  </a:moveTo>
                  <a:cubicBezTo>
                    <a:pt x="3180" y="1"/>
                    <a:pt x="3164" y="2"/>
                    <a:pt x="3147" y="5"/>
                  </a:cubicBezTo>
                  <a:cubicBezTo>
                    <a:pt x="2772" y="76"/>
                    <a:pt x="2608" y="334"/>
                    <a:pt x="2489" y="404"/>
                  </a:cubicBezTo>
                  <a:cubicBezTo>
                    <a:pt x="2483" y="408"/>
                    <a:pt x="2476" y="410"/>
                    <a:pt x="2469" y="410"/>
                  </a:cubicBezTo>
                  <a:cubicBezTo>
                    <a:pt x="2386" y="410"/>
                    <a:pt x="2293" y="137"/>
                    <a:pt x="2063" y="137"/>
                  </a:cubicBezTo>
                  <a:cubicBezTo>
                    <a:pt x="1982" y="137"/>
                    <a:pt x="1883" y="171"/>
                    <a:pt x="1762" y="263"/>
                  </a:cubicBezTo>
                  <a:cubicBezTo>
                    <a:pt x="1268" y="639"/>
                    <a:pt x="1151" y="1626"/>
                    <a:pt x="1151" y="1626"/>
                  </a:cubicBezTo>
                  <a:cubicBezTo>
                    <a:pt x="1151" y="1626"/>
                    <a:pt x="1032" y="1547"/>
                    <a:pt x="964" y="1547"/>
                  </a:cubicBezTo>
                  <a:cubicBezTo>
                    <a:pt x="893" y="1547"/>
                    <a:pt x="877" y="1632"/>
                    <a:pt x="1104" y="1979"/>
                  </a:cubicBezTo>
                  <a:cubicBezTo>
                    <a:pt x="1104" y="1979"/>
                    <a:pt x="634" y="3481"/>
                    <a:pt x="658" y="3952"/>
                  </a:cubicBezTo>
                  <a:cubicBezTo>
                    <a:pt x="682" y="4422"/>
                    <a:pt x="751" y="4656"/>
                    <a:pt x="751" y="4727"/>
                  </a:cubicBezTo>
                  <a:cubicBezTo>
                    <a:pt x="751" y="4797"/>
                    <a:pt x="0" y="5902"/>
                    <a:pt x="24" y="6113"/>
                  </a:cubicBezTo>
                  <a:cubicBezTo>
                    <a:pt x="47" y="6324"/>
                    <a:pt x="751" y="6723"/>
                    <a:pt x="751" y="6723"/>
                  </a:cubicBezTo>
                  <a:cubicBezTo>
                    <a:pt x="751" y="6723"/>
                    <a:pt x="1480" y="8439"/>
                    <a:pt x="1621" y="8649"/>
                  </a:cubicBezTo>
                  <a:cubicBezTo>
                    <a:pt x="1754" y="8849"/>
                    <a:pt x="1886" y="9027"/>
                    <a:pt x="2157" y="9027"/>
                  </a:cubicBezTo>
                  <a:cubicBezTo>
                    <a:pt x="2173" y="9027"/>
                    <a:pt x="2190" y="9027"/>
                    <a:pt x="2208" y="9025"/>
                  </a:cubicBezTo>
                  <a:cubicBezTo>
                    <a:pt x="2513" y="9002"/>
                    <a:pt x="3125" y="8696"/>
                    <a:pt x="3125" y="8696"/>
                  </a:cubicBezTo>
                  <a:lnTo>
                    <a:pt x="5051" y="10858"/>
                  </a:lnTo>
                  <a:cubicBezTo>
                    <a:pt x="5051" y="10858"/>
                    <a:pt x="6718" y="6864"/>
                    <a:pt x="6718" y="6770"/>
                  </a:cubicBezTo>
                  <a:cubicBezTo>
                    <a:pt x="6718" y="6677"/>
                    <a:pt x="6413" y="6160"/>
                    <a:pt x="6413" y="6160"/>
                  </a:cubicBezTo>
                  <a:cubicBezTo>
                    <a:pt x="6413" y="6160"/>
                    <a:pt x="7587" y="3106"/>
                    <a:pt x="7493" y="2589"/>
                  </a:cubicBezTo>
                  <a:cubicBezTo>
                    <a:pt x="7399" y="2072"/>
                    <a:pt x="6577" y="1250"/>
                    <a:pt x="5638" y="851"/>
                  </a:cubicBezTo>
                  <a:cubicBezTo>
                    <a:pt x="5206" y="668"/>
                    <a:pt x="4651" y="618"/>
                    <a:pt x="4176" y="618"/>
                  </a:cubicBezTo>
                  <a:cubicBezTo>
                    <a:pt x="3618" y="618"/>
                    <a:pt x="3171" y="687"/>
                    <a:pt x="3171" y="687"/>
                  </a:cubicBezTo>
                  <a:cubicBezTo>
                    <a:pt x="3171" y="687"/>
                    <a:pt x="3492" y="1"/>
                    <a:pt x="319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g332bf0ce26c_1_0"/>
            <p:cNvSpPr/>
            <p:nvPr/>
          </p:nvSpPr>
          <p:spPr>
            <a:xfrm>
              <a:off x="9738252" y="3043746"/>
              <a:ext cx="281623" cy="401364"/>
            </a:xfrm>
            <a:custGeom>
              <a:rect b="b" l="l" r="r" t="t"/>
              <a:pathLst>
                <a:path extrusionOk="0" h="10991" w="7712">
                  <a:moveTo>
                    <a:pt x="3254" y="133"/>
                  </a:moveTo>
                  <a:cubicBezTo>
                    <a:pt x="3275" y="133"/>
                    <a:pt x="3289" y="138"/>
                    <a:pt x="3297" y="148"/>
                  </a:cubicBezTo>
                  <a:cubicBezTo>
                    <a:pt x="3352" y="219"/>
                    <a:pt x="3275" y="503"/>
                    <a:pt x="3171" y="724"/>
                  </a:cubicBezTo>
                  <a:cubicBezTo>
                    <a:pt x="3160" y="746"/>
                    <a:pt x="3163" y="773"/>
                    <a:pt x="3178" y="792"/>
                  </a:cubicBezTo>
                  <a:cubicBezTo>
                    <a:pt x="3191" y="809"/>
                    <a:pt x="3210" y="819"/>
                    <a:pt x="3231" y="819"/>
                  </a:cubicBezTo>
                  <a:cubicBezTo>
                    <a:pt x="3235" y="819"/>
                    <a:pt x="3238" y="818"/>
                    <a:pt x="3242" y="818"/>
                  </a:cubicBezTo>
                  <a:cubicBezTo>
                    <a:pt x="3249" y="817"/>
                    <a:pt x="3689" y="751"/>
                    <a:pt x="4236" y="751"/>
                  </a:cubicBezTo>
                  <a:cubicBezTo>
                    <a:pt x="4705" y="751"/>
                    <a:pt x="5251" y="799"/>
                    <a:pt x="5672" y="977"/>
                  </a:cubicBezTo>
                  <a:cubicBezTo>
                    <a:pt x="6635" y="1387"/>
                    <a:pt x="7403" y="2196"/>
                    <a:pt x="7488" y="2667"/>
                  </a:cubicBezTo>
                  <a:cubicBezTo>
                    <a:pt x="7562" y="3075"/>
                    <a:pt x="6735" y="5357"/>
                    <a:pt x="6411" y="6201"/>
                  </a:cubicBezTo>
                  <a:cubicBezTo>
                    <a:pt x="6403" y="6221"/>
                    <a:pt x="6405" y="6241"/>
                    <a:pt x="6416" y="6259"/>
                  </a:cubicBezTo>
                  <a:cubicBezTo>
                    <a:pt x="6554" y="6494"/>
                    <a:pt x="6707" y="6782"/>
                    <a:pt x="6713" y="6827"/>
                  </a:cubicBezTo>
                  <a:cubicBezTo>
                    <a:pt x="6686" y="6955"/>
                    <a:pt x="5743" y="9237"/>
                    <a:pt x="5090" y="10801"/>
                  </a:cubicBezTo>
                  <a:lnTo>
                    <a:pt x="3233" y="8719"/>
                  </a:lnTo>
                  <a:cubicBezTo>
                    <a:pt x="3221" y="8703"/>
                    <a:pt x="3202" y="8696"/>
                    <a:pt x="3185" y="8696"/>
                  </a:cubicBezTo>
                  <a:cubicBezTo>
                    <a:pt x="3174" y="8696"/>
                    <a:pt x="3163" y="8699"/>
                    <a:pt x="3154" y="8703"/>
                  </a:cubicBezTo>
                  <a:cubicBezTo>
                    <a:pt x="3148" y="8706"/>
                    <a:pt x="2552" y="9003"/>
                    <a:pt x="2263" y="9025"/>
                  </a:cubicBezTo>
                  <a:cubicBezTo>
                    <a:pt x="2248" y="9026"/>
                    <a:pt x="2232" y="9027"/>
                    <a:pt x="2218" y="9027"/>
                  </a:cubicBezTo>
                  <a:cubicBezTo>
                    <a:pt x="1988" y="9027"/>
                    <a:pt x="1871" y="8881"/>
                    <a:pt x="1737" y="8678"/>
                  </a:cubicBezTo>
                  <a:cubicBezTo>
                    <a:pt x="1628" y="8515"/>
                    <a:pt x="1124" y="7355"/>
                    <a:pt x="873" y="6763"/>
                  </a:cubicBezTo>
                  <a:cubicBezTo>
                    <a:pt x="867" y="6750"/>
                    <a:pt x="858" y="6738"/>
                    <a:pt x="845" y="6731"/>
                  </a:cubicBezTo>
                  <a:cubicBezTo>
                    <a:pt x="520" y="6548"/>
                    <a:pt x="162" y="6280"/>
                    <a:pt x="150" y="6171"/>
                  </a:cubicBezTo>
                  <a:cubicBezTo>
                    <a:pt x="137" y="6055"/>
                    <a:pt x="491" y="5472"/>
                    <a:pt x="661" y="5193"/>
                  </a:cubicBezTo>
                  <a:cubicBezTo>
                    <a:pt x="854" y="4876"/>
                    <a:pt x="878" y="4831"/>
                    <a:pt x="878" y="4792"/>
                  </a:cubicBezTo>
                  <a:cubicBezTo>
                    <a:pt x="878" y="4765"/>
                    <a:pt x="872" y="4727"/>
                    <a:pt x="860" y="4664"/>
                  </a:cubicBezTo>
                  <a:cubicBezTo>
                    <a:pt x="837" y="4540"/>
                    <a:pt x="800" y="4332"/>
                    <a:pt x="784" y="4013"/>
                  </a:cubicBezTo>
                  <a:cubicBezTo>
                    <a:pt x="762" y="3561"/>
                    <a:pt x="1223" y="2079"/>
                    <a:pt x="1228" y="2064"/>
                  </a:cubicBezTo>
                  <a:cubicBezTo>
                    <a:pt x="1234" y="2045"/>
                    <a:pt x="1230" y="2025"/>
                    <a:pt x="1220" y="2008"/>
                  </a:cubicBezTo>
                  <a:cubicBezTo>
                    <a:pt x="1091" y="1810"/>
                    <a:pt x="1055" y="1721"/>
                    <a:pt x="1047" y="1683"/>
                  </a:cubicBezTo>
                  <a:lnTo>
                    <a:pt x="1047" y="1683"/>
                  </a:lnTo>
                  <a:cubicBezTo>
                    <a:pt x="1079" y="1692"/>
                    <a:pt x="1131" y="1718"/>
                    <a:pt x="1175" y="1747"/>
                  </a:cubicBezTo>
                  <a:cubicBezTo>
                    <a:pt x="1185" y="1754"/>
                    <a:pt x="1198" y="1758"/>
                    <a:pt x="1211" y="1758"/>
                  </a:cubicBezTo>
                  <a:cubicBezTo>
                    <a:pt x="1221" y="1758"/>
                    <a:pt x="1230" y="1756"/>
                    <a:pt x="1238" y="1751"/>
                  </a:cubicBezTo>
                  <a:cubicBezTo>
                    <a:pt x="1260" y="1742"/>
                    <a:pt x="1274" y="1723"/>
                    <a:pt x="1276" y="1699"/>
                  </a:cubicBezTo>
                  <a:cubicBezTo>
                    <a:pt x="1278" y="1690"/>
                    <a:pt x="1397" y="736"/>
                    <a:pt x="1862" y="382"/>
                  </a:cubicBezTo>
                  <a:cubicBezTo>
                    <a:pt x="1970" y="300"/>
                    <a:pt x="2054" y="269"/>
                    <a:pt x="2123" y="269"/>
                  </a:cubicBezTo>
                  <a:cubicBezTo>
                    <a:pt x="2237" y="269"/>
                    <a:pt x="2308" y="354"/>
                    <a:pt x="2374" y="432"/>
                  </a:cubicBezTo>
                  <a:cubicBezTo>
                    <a:pt x="2418" y="483"/>
                    <a:pt x="2469" y="543"/>
                    <a:pt x="2529" y="543"/>
                  </a:cubicBezTo>
                  <a:cubicBezTo>
                    <a:pt x="2547" y="543"/>
                    <a:pt x="2565" y="538"/>
                    <a:pt x="2584" y="527"/>
                  </a:cubicBezTo>
                  <a:cubicBezTo>
                    <a:pt x="2622" y="504"/>
                    <a:pt x="2661" y="469"/>
                    <a:pt x="2704" y="427"/>
                  </a:cubicBezTo>
                  <a:cubicBezTo>
                    <a:pt x="2814" y="324"/>
                    <a:pt x="2965" y="184"/>
                    <a:pt x="3220" y="136"/>
                  </a:cubicBezTo>
                  <a:cubicBezTo>
                    <a:pt x="3233" y="134"/>
                    <a:pt x="3244" y="133"/>
                    <a:pt x="3254" y="133"/>
                  </a:cubicBezTo>
                  <a:close/>
                  <a:moveTo>
                    <a:pt x="3255" y="0"/>
                  </a:moveTo>
                  <a:cubicBezTo>
                    <a:pt x="3237" y="0"/>
                    <a:pt x="3217" y="2"/>
                    <a:pt x="3195" y="6"/>
                  </a:cubicBezTo>
                  <a:cubicBezTo>
                    <a:pt x="2903" y="61"/>
                    <a:pt x="2729" y="223"/>
                    <a:pt x="2614" y="330"/>
                  </a:cubicBezTo>
                  <a:cubicBezTo>
                    <a:pt x="2581" y="361"/>
                    <a:pt x="2553" y="388"/>
                    <a:pt x="2529" y="405"/>
                  </a:cubicBezTo>
                  <a:cubicBezTo>
                    <a:pt x="2515" y="393"/>
                    <a:pt x="2494" y="367"/>
                    <a:pt x="2476" y="347"/>
                  </a:cubicBezTo>
                  <a:cubicBezTo>
                    <a:pt x="2406" y="265"/>
                    <a:pt x="2297" y="136"/>
                    <a:pt x="2124" y="136"/>
                  </a:cubicBezTo>
                  <a:cubicBezTo>
                    <a:pt x="2030" y="136"/>
                    <a:pt x="1917" y="174"/>
                    <a:pt x="1782" y="277"/>
                  </a:cubicBezTo>
                  <a:cubicBezTo>
                    <a:pt x="1360" y="598"/>
                    <a:pt x="1204" y="1321"/>
                    <a:pt x="1160" y="1586"/>
                  </a:cubicBezTo>
                  <a:cubicBezTo>
                    <a:pt x="1116" y="1564"/>
                    <a:pt x="1067" y="1547"/>
                    <a:pt x="1024" y="1547"/>
                  </a:cubicBezTo>
                  <a:cubicBezTo>
                    <a:pt x="993" y="1547"/>
                    <a:pt x="965" y="1556"/>
                    <a:pt x="943" y="1577"/>
                  </a:cubicBezTo>
                  <a:cubicBezTo>
                    <a:pt x="885" y="1635"/>
                    <a:pt x="888" y="1739"/>
                    <a:pt x="1092" y="2054"/>
                  </a:cubicBezTo>
                  <a:cubicBezTo>
                    <a:pt x="1023" y="2275"/>
                    <a:pt x="629" y="3576"/>
                    <a:pt x="652" y="4020"/>
                  </a:cubicBezTo>
                  <a:cubicBezTo>
                    <a:pt x="668" y="4348"/>
                    <a:pt x="706" y="4561"/>
                    <a:pt x="730" y="4688"/>
                  </a:cubicBezTo>
                  <a:cubicBezTo>
                    <a:pt x="738" y="4735"/>
                    <a:pt x="745" y="4777"/>
                    <a:pt x="746" y="4781"/>
                  </a:cubicBezTo>
                  <a:cubicBezTo>
                    <a:pt x="737" y="4813"/>
                    <a:pt x="636" y="4979"/>
                    <a:pt x="548" y="5124"/>
                  </a:cubicBezTo>
                  <a:cubicBezTo>
                    <a:pt x="238" y="5634"/>
                    <a:pt x="1" y="6038"/>
                    <a:pt x="18" y="6186"/>
                  </a:cubicBezTo>
                  <a:cubicBezTo>
                    <a:pt x="42" y="6409"/>
                    <a:pt x="602" y="6745"/>
                    <a:pt x="759" y="6836"/>
                  </a:cubicBezTo>
                  <a:cubicBezTo>
                    <a:pt x="847" y="7041"/>
                    <a:pt x="1489" y="8548"/>
                    <a:pt x="1625" y="8753"/>
                  </a:cubicBezTo>
                  <a:cubicBezTo>
                    <a:pt x="1748" y="8936"/>
                    <a:pt x="1898" y="9160"/>
                    <a:pt x="2219" y="9160"/>
                  </a:cubicBezTo>
                  <a:cubicBezTo>
                    <a:pt x="2236" y="9160"/>
                    <a:pt x="2255" y="9159"/>
                    <a:pt x="2274" y="9158"/>
                  </a:cubicBezTo>
                  <a:cubicBezTo>
                    <a:pt x="2542" y="9137"/>
                    <a:pt x="3018" y="8916"/>
                    <a:pt x="3168" y="8844"/>
                  </a:cubicBezTo>
                  <a:lnTo>
                    <a:pt x="5061" y="10968"/>
                  </a:lnTo>
                  <a:cubicBezTo>
                    <a:pt x="5074" y="10982"/>
                    <a:pt x="5092" y="10990"/>
                    <a:pt x="5111" y="10990"/>
                  </a:cubicBezTo>
                  <a:cubicBezTo>
                    <a:pt x="5114" y="10990"/>
                    <a:pt x="5118" y="10990"/>
                    <a:pt x="5121" y="10989"/>
                  </a:cubicBezTo>
                  <a:cubicBezTo>
                    <a:pt x="5144" y="10986"/>
                    <a:pt x="5163" y="10970"/>
                    <a:pt x="5172" y="10949"/>
                  </a:cubicBezTo>
                  <a:cubicBezTo>
                    <a:pt x="5797" y="9453"/>
                    <a:pt x="6845" y="6930"/>
                    <a:pt x="6845" y="6836"/>
                  </a:cubicBezTo>
                  <a:cubicBezTo>
                    <a:pt x="6845" y="6740"/>
                    <a:pt x="6648" y="6393"/>
                    <a:pt x="6546" y="6220"/>
                  </a:cubicBezTo>
                  <a:cubicBezTo>
                    <a:pt x="6675" y="5883"/>
                    <a:pt x="7711" y="3150"/>
                    <a:pt x="7619" y="2643"/>
                  </a:cubicBezTo>
                  <a:cubicBezTo>
                    <a:pt x="7516" y="2077"/>
                    <a:pt x="6630" y="1241"/>
                    <a:pt x="5724" y="856"/>
                  </a:cubicBezTo>
                  <a:cubicBezTo>
                    <a:pt x="5280" y="667"/>
                    <a:pt x="4716" y="616"/>
                    <a:pt x="4236" y="616"/>
                  </a:cubicBezTo>
                  <a:cubicBezTo>
                    <a:pt x="3845" y="616"/>
                    <a:pt x="3509" y="650"/>
                    <a:pt x="3339" y="671"/>
                  </a:cubicBezTo>
                  <a:cubicBezTo>
                    <a:pt x="3407" y="500"/>
                    <a:pt x="3504" y="199"/>
                    <a:pt x="3402" y="66"/>
                  </a:cubicBezTo>
                  <a:cubicBezTo>
                    <a:pt x="3377" y="35"/>
                    <a:pt x="3332" y="0"/>
                    <a:pt x="3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g332bf0ce26c_1_0"/>
            <p:cNvSpPr/>
            <p:nvPr/>
          </p:nvSpPr>
          <p:spPr>
            <a:xfrm>
              <a:off x="9784482" y="3212160"/>
              <a:ext cx="10882" cy="21655"/>
            </a:xfrm>
            <a:custGeom>
              <a:rect b="b" l="l" r="r" t="t"/>
              <a:pathLst>
                <a:path extrusionOk="0" h="593" w="298">
                  <a:moveTo>
                    <a:pt x="149" y="0"/>
                  </a:moveTo>
                  <a:cubicBezTo>
                    <a:pt x="67" y="0"/>
                    <a:pt x="1" y="133"/>
                    <a:pt x="1" y="297"/>
                  </a:cubicBezTo>
                  <a:cubicBezTo>
                    <a:pt x="1" y="460"/>
                    <a:pt x="67" y="593"/>
                    <a:pt x="149" y="593"/>
                  </a:cubicBezTo>
                  <a:cubicBezTo>
                    <a:pt x="232" y="593"/>
                    <a:pt x="298" y="460"/>
                    <a:pt x="298" y="297"/>
                  </a:cubicBezTo>
                  <a:cubicBezTo>
                    <a:pt x="298" y="133"/>
                    <a:pt x="232" y="0"/>
                    <a:pt x="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g332bf0ce26c_1_0"/>
            <p:cNvSpPr/>
            <p:nvPr/>
          </p:nvSpPr>
          <p:spPr>
            <a:xfrm>
              <a:off x="9772431" y="3046156"/>
              <a:ext cx="245105" cy="239007"/>
            </a:xfrm>
            <a:custGeom>
              <a:rect b="b" l="l" r="r" t="t"/>
              <a:pathLst>
                <a:path extrusionOk="0" h="6545" w="6712">
                  <a:moveTo>
                    <a:pt x="2318" y="1"/>
                  </a:moveTo>
                  <a:cubicBezTo>
                    <a:pt x="2304" y="1"/>
                    <a:pt x="2288" y="2"/>
                    <a:pt x="2271" y="5"/>
                  </a:cubicBezTo>
                  <a:cubicBezTo>
                    <a:pt x="1896" y="76"/>
                    <a:pt x="1732" y="334"/>
                    <a:pt x="1615" y="405"/>
                  </a:cubicBezTo>
                  <a:cubicBezTo>
                    <a:pt x="1608" y="409"/>
                    <a:pt x="1601" y="411"/>
                    <a:pt x="1594" y="411"/>
                  </a:cubicBezTo>
                  <a:cubicBezTo>
                    <a:pt x="1511" y="411"/>
                    <a:pt x="1418" y="137"/>
                    <a:pt x="1187" y="137"/>
                  </a:cubicBezTo>
                  <a:cubicBezTo>
                    <a:pt x="1106" y="137"/>
                    <a:pt x="1007" y="171"/>
                    <a:pt x="886" y="263"/>
                  </a:cubicBezTo>
                  <a:cubicBezTo>
                    <a:pt x="392" y="639"/>
                    <a:pt x="275" y="1626"/>
                    <a:pt x="275" y="1626"/>
                  </a:cubicBezTo>
                  <a:cubicBezTo>
                    <a:pt x="275" y="1626"/>
                    <a:pt x="156" y="1547"/>
                    <a:pt x="88" y="1547"/>
                  </a:cubicBezTo>
                  <a:cubicBezTo>
                    <a:pt x="17" y="1547"/>
                    <a:pt x="1" y="1632"/>
                    <a:pt x="228" y="1979"/>
                  </a:cubicBezTo>
                  <a:cubicBezTo>
                    <a:pt x="228" y="1979"/>
                    <a:pt x="356" y="2090"/>
                    <a:pt x="544" y="2090"/>
                  </a:cubicBezTo>
                  <a:cubicBezTo>
                    <a:pt x="732" y="2090"/>
                    <a:pt x="1332" y="1908"/>
                    <a:pt x="1496" y="1838"/>
                  </a:cubicBezTo>
                  <a:cubicBezTo>
                    <a:pt x="1532" y="1822"/>
                    <a:pt x="1598" y="1816"/>
                    <a:pt x="1682" y="1816"/>
                  </a:cubicBezTo>
                  <a:cubicBezTo>
                    <a:pt x="1979" y="1816"/>
                    <a:pt x="2495" y="1900"/>
                    <a:pt x="2624" y="1955"/>
                  </a:cubicBezTo>
                  <a:cubicBezTo>
                    <a:pt x="2788" y="2025"/>
                    <a:pt x="3024" y="2002"/>
                    <a:pt x="2624" y="2260"/>
                  </a:cubicBezTo>
                  <a:cubicBezTo>
                    <a:pt x="2225" y="2518"/>
                    <a:pt x="1825" y="2683"/>
                    <a:pt x="1801" y="3012"/>
                  </a:cubicBezTo>
                  <a:cubicBezTo>
                    <a:pt x="1778" y="3340"/>
                    <a:pt x="2624" y="3623"/>
                    <a:pt x="2859" y="3740"/>
                  </a:cubicBezTo>
                  <a:cubicBezTo>
                    <a:pt x="3093" y="3857"/>
                    <a:pt x="3141" y="4234"/>
                    <a:pt x="3093" y="4375"/>
                  </a:cubicBezTo>
                  <a:cubicBezTo>
                    <a:pt x="3047" y="4515"/>
                    <a:pt x="2859" y="4750"/>
                    <a:pt x="3000" y="4892"/>
                  </a:cubicBezTo>
                  <a:cubicBezTo>
                    <a:pt x="3038" y="4930"/>
                    <a:pt x="3089" y="4944"/>
                    <a:pt x="3142" y="4944"/>
                  </a:cubicBezTo>
                  <a:cubicBezTo>
                    <a:pt x="3284" y="4944"/>
                    <a:pt x="3446" y="4844"/>
                    <a:pt x="3446" y="4844"/>
                  </a:cubicBezTo>
                  <a:cubicBezTo>
                    <a:pt x="3446" y="4844"/>
                    <a:pt x="4034" y="3764"/>
                    <a:pt x="4316" y="3693"/>
                  </a:cubicBezTo>
                  <a:cubicBezTo>
                    <a:pt x="4323" y="3691"/>
                    <a:pt x="4331" y="3690"/>
                    <a:pt x="4338" y="3690"/>
                  </a:cubicBezTo>
                  <a:cubicBezTo>
                    <a:pt x="4617" y="3690"/>
                    <a:pt x="4970" y="4925"/>
                    <a:pt x="4833" y="5314"/>
                  </a:cubicBezTo>
                  <a:cubicBezTo>
                    <a:pt x="4691" y="5713"/>
                    <a:pt x="4104" y="5831"/>
                    <a:pt x="4104" y="5831"/>
                  </a:cubicBezTo>
                  <a:cubicBezTo>
                    <a:pt x="4104" y="5831"/>
                    <a:pt x="4175" y="6324"/>
                    <a:pt x="4597" y="6511"/>
                  </a:cubicBezTo>
                  <a:cubicBezTo>
                    <a:pt x="4649" y="6534"/>
                    <a:pt x="4704" y="6544"/>
                    <a:pt x="4761" y="6544"/>
                  </a:cubicBezTo>
                  <a:cubicBezTo>
                    <a:pt x="5032" y="6544"/>
                    <a:pt x="5351" y="6319"/>
                    <a:pt x="5539" y="6163"/>
                  </a:cubicBezTo>
                  <a:cubicBezTo>
                    <a:pt x="5538" y="6161"/>
                    <a:pt x="5537" y="6160"/>
                    <a:pt x="5537" y="6160"/>
                  </a:cubicBezTo>
                  <a:cubicBezTo>
                    <a:pt x="5537" y="6160"/>
                    <a:pt x="6711" y="3106"/>
                    <a:pt x="6617" y="2589"/>
                  </a:cubicBezTo>
                  <a:cubicBezTo>
                    <a:pt x="6523" y="2072"/>
                    <a:pt x="5701" y="1250"/>
                    <a:pt x="4762" y="851"/>
                  </a:cubicBezTo>
                  <a:cubicBezTo>
                    <a:pt x="4330" y="668"/>
                    <a:pt x="3775" y="618"/>
                    <a:pt x="3300" y="618"/>
                  </a:cubicBezTo>
                  <a:cubicBezTo>
                    <a:pt x="2742" y="618"/>
                    <a:pt x="2295" y="687"/>
                    <a:pt x="2295" y="687"/>
                  </a:cubicBezTo>
                  <a:cubicBezTo>
                    <a:pt x="2295" y="687"/>
                    <a:pt x="2616" y="1"/>
                    <a:pt x="2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g332bf0ce26c_1_0"/>
            <p:cNvSpPr/>
            <p:nvPr/>
          </p:nvSpPr>
          <p:spPr>
            <a:xfrm>
              <a:off x="9770459" y="3043746"/>
              <a:ext cx="249451" cy="243864"/>
            </a:xfrm>
            <a:custGeom>
              <a:rect b="b" l="l" r="r" t="t"/>
              <a:pathLst>
                <a:path extrusionOk="0" h="6678" w="6831">
                  <a:moveTo>
                    <a:pt x="2372" y="133"/>
                  </a:moveTo>
                  <a:cubicBezTo>
                    <a:pt x="2393" y="133"/>
                    <a:pt x="2407" y="138"/>
                    <a:pt x="2415" y="148"/>
                  </a:cubicBezTo>
                  <a:cubicBezTo>
                    <a:pt x="2470" y="220"/>
                    <a:pt x="2393" y="503"/>
                    <a:pt x="2289" y="724"/>
                  </a:cubicBezTo>
                  <a:cubicBezTo>
                    <a:pt x="2278" y="747"/>
                    <a:pt x="2281" y="773"/>
                    <a:pt x="2296" y="792"/>
                  </a:cubicBezTo>
                  <a:cubicBezTo>
                    <a:pt x="2309" y="809"/>
                    <a:pt x="2328" y="819"/>
                    <a:pt x="2349" y="819"/>
                  </a:cubicBezTo>
                  <a:cubicBezTo>
                    <a:pt x="2353" y="819"/>
                    <a:pt x="2356" y="818"/>
                    <a:pt x="2360" y="818"/>
                  </a:cubicBezTo>
                  <a:cubicBezTo>
                    <a:pt x="2367" y="817"/>
                    <a:pt x="2807" y="751"/>
                    <a:pt x="3354" y="751"/>
                  </a:cubicBezTo>
                  <a:cubicBezTo>
                    <a:pt x="3823" y="751"/>
                    <a:pt x="4369" y="799"/>
                    <a:pt x="4790" y="977"/>
                  </a:cubicBezTo>
                  <a:cubicBezTo>
                    <a:pt x="5754" y="1388"/>
                    <a:pt x="6521" y="2197"/>
                    <a:pt x="6606" y="2667"/>
                  </a:cubicBezTo>
                  <a:cubicBezTo>
                    <a:pt x="6680" y="3075"/>
                    <a:pt x="5859" y="5343"/>
                    <a:pt x="5531" y="6194"/>
                  </a:cubicBezTo>
                  <a:cubicBezTo>
                    <a:pt x="5378" y="6318"/>
                    <a:pt x="5066" y="6544"/>
                    <a:pt x="4815" y="6544"/>
                  </a:cubicBezTo>
                  <a:cubicBezTo>
                    <a:pt x="4766" y="6544"/>
                    <a:pt x="4721" y="6536"/>
                    <a:pt x="4678" y="6517"/>
                  </a:cubicBezTo>
                  <a:cubicBezTo>
                    <a:pt x="4378" y="6383"/>
                    <a:pt x="4269" y="6076"/>
                    <a:pt x="4236" y="5945"/>
                  </a:cubicBezTo>
                  <a:cubicBezTo>
                    <a:pt x="4402" y="5900"/>
                    <a:pt x="4825" y="5754"/>
                    <a:pt x="4949" y="5401"/>
                  </a:cubicBezTo>
                  <a:cubicBezTo>
                    <a:pt x="5081" y="5030"/>
                    <a:pt x="4822" y="4064"/>
                    <a:pt x="4566" y="3784"/>
                  </a:cubicBezTo>
                  <a:cubicBezTo>
                    <a:pt x="4498" y="3710"/>
                    <a:pt x="4437" y="3689"/>
                    <a:pt x="4390" y="3689"/>
                  </a:cubicBezTo>
                  <a:cubicBezTo>
                    <a:pt x="4377" y="3689"/>
                    <a:pt x="4364" y="3691"/>
                    <a:pt x="4353" y="3694"/>
                  </a:cubicBezTo>
                  <a:cubicBezTo>
                    <a:pt x="4066" y="3766"/>
                    <a:pt x="3570" y="4645"/>
                    <a:pt x="3450" y="4862"/>
                  </a:cubicBezTo>
                  <a:cubicBezTo>
                    <a:pt x="3395" y="4893"/>
                    <a:pt x="3284" y="4943"/>
                    <a:pt x="3196" y="4943"/>
                  </a:cubicBezTo>
                  <a:cubicBezTo>
                    <a:pt x="3158" y="4943"/>
                    <a:pt x="3125" y="4934"/>
                    <a:pt x="3101" y="4910"/>
                  </a:cubicBezTo>
                  <a:cubicBezTo>
                    <a:pt x="3034" y="4843"/>
                    <a:pt x="3082" y="4730"/>
                    <a:pt x="3153" y="4590"/>
                  </a:cubicBezTo>
                  <a:cubicBezTo>
                    <a:pt x="3176" y="4545"/>
                    <a:pt x="3197" y="4501"/>
                    <a:pt x="3211" y="4461"/>
                  </a:cubicBezTo>
                  <a:cubicBezTo>
                    <a:pt x="3268" y="4290"/>
                    <a:pt x="3208" y="3879"/>
                    <a:pt x="2943" y="3746"/>
                  </a:cubicBezTo>
                  <a:cubicBezTo>
                    <a:pt x="2898" y="3724"/>
                    <a:pt x="2832" y="3696"/>
                    <a:pt x="2755" y="3663"/>
                  </a:cubicBezTo>
                  <a:cubicBezTo>
                    <a:pt x="2479" y="3546"/>
                    <a:pt x="1906" y="3302"/>
                    <a:pt x="1922" y="3082"/>
                  </a:cubicBezTo>
                  <a:cubicBezTo>
                    <a:pt x="1938" y="2852"/>
                    <a:pt x="2178" y="2707"/>
                    <a:pt x="2483" y="2525"/>
                  </a:cubicBezTo>
                  <a:cubicBezTo>
                    <a:pt x="2558" y="2479"/>
                    <a:pt x="2636" y="2433"/>
                    <a:pt x="2714" y="2382"/>
                  </a:cubicBezTo>
                  <a:cubicBezTo>
                    <a:pt x="2908" y="2255"/>
                    <a:pt x="2975" y="2184"/>
                    <a:pt x="2963" y="2111"/>
                  </a:cubicBezTo>
                  <a:cubicBezTo>
                    <a:pt x="2952" y="2035"/>
                    <a:pt x="2873" y="2013"/>
                    <a:pt x="2796" y="1990"/>
                  </a:cubicBezTo>
                  <a:cubicBezTo>
                    <a:pt x="2767" y="1982"/>
                    <a:pt x="2735" y="1973"/>
                    <a:pt x="2704" y="1959"/>
                  </a:cubicBezTo>
                  <a:cubicBezTo>
                    <a:pt x="2578" y="1906"/>
                    <a:pt x="2061" y="1815"/>
                    <a:pt x="1741" y="1815"/>
                  </a:cubicBezTo>
                  <a:cubicBezTo>
                    <a:pt x="1647" y="1815"/>
                    <a:pt x="1569" y="1823"/>
                    <a:pt x="1524" y="1842"/>
                  </a:cubicBezTo>
                  <a:cubicBezTo>
                    <a:pt x="1353" y="1916"/>
                    <a:pt x="765" y="2090"/>
                    <a:pt x="598" y="2090"/>
                  </a:cubicBezTo>
                  <a:cubicBezTo>
                    <a:pt x="461" y="2090"/>
                    <a:pt x="358" y="2019"/>
                    <a:pt x="332" y="1999"/>
                  </a:cubicBezTo>
                  <a:cubicBezTo>
                    <a:pt x="207" y="1808"/>
                    <a:pt x="173" y="1721"/>
                    <a:pt x="165" y="1683"/>
                  </a:cubicBezTo>
                  <a:lnTo>
                    <a:pt x="165" y="1683"/>
                  </a:lnTo>
                  <a:cubicBezTo>
                    <a:pt x="197" y="1693"/>
                    <a:pt x="249" y="1718"/>
                    <a:pt x="293" y="1747"/>
                  </a:cubicBezTo>
                  <a:cubicBezTo>
                    <a:pt x="304" y="1754"/>
                    <a:pt x="317" y="1758"/>
                    <a:pt x="330" y="1758"/>
                  </a:cubicBezTo>
                  <a:cubicBezTo>
                    <a:pt x="339" y="1758"/>
                    <a:pt x="348" y="1756"/>
                    <a:pt x="356" y="1752"/>
                  </a:cubicBezTo>
                  <a:cubicBezTo>
                    <a:pt x="378" y="1743"/>
                    <a:pt x="392" y="1723"/>
                    <a:pt x="394" y="1699"/>
                  </a:cubicBezTo>
                  <a:cubicBezTo>
                    <a:pt x="396" y="1690"/>
                    <a:pt x="515" y="736"/>
                    <a:pt x="980" y="382"/>
                  </a:cubicBezTo>
                  <a:cubicBezTo>
                    <a:pt x="1088" y="300"/>
                    <a:pt x="1172" y="269"/>
                    <a:pt x="1241" y="269"/>
                  </a:cubicBezTo>
                  <a:cubicBezTo>
                    <a:pt x="1355" y="269"/>
                    <a:pt x="1427" y="354"/>
                    <a:pt x="1492" y="433"/>
                  </a:cubicBezTo>
                  <a:cubicBezTo>
                    <a:pt x="1536" y="484"/>
                    <a:pt x="1587" y="544"/>
                    <a:pt x="1648" y="544"/>
                  </a:cubicBezTo>
                  <a:cubicBezTo>
                    <a:pt x="1665" y="544"/>
                    <a:pt x="1683" y="539"/>
                    <a:pt x="1702" y="528"/>
                  </a:cubicBezTo>
                  <a:cubicBezTo>
                    <a:pt x="1740" y="504"/>
                    <a:pt x="1779" y="469"/>
                    <a:pt x="1822" y="427"/>
                  </a:cubicBezTo>
                  <a:cubicBezTo>
                    <a:pt x="1932" y="324"/>
                    <a:pt x="2084" y="184"/>
                    <a:pt x="2338" y="136"/>
                  </a:cubicBezTo>
                  <a:cubicBezTo>
                    <a:pt x="2351" y="134"/>
                    <a:pt x="2362" y="133"/>
                    <a:pt x="2372" y="133"/>
                  </a:cubicBezTo>
                  <a:close/>
                  <a:moveTo>
                    <a:pt x="2373" y="0"/>
                  </a:moveTo>
                  <a:cubicBezTo>
                    <a:pt x="2355" y="0"/>
                    <a:pt x="2335" y="2"/>
                    <a:pt x="2313" y="6"/>
                  </a:cubicBezTo>
                  <a:cubicBezTo>
                    <a:pt x="2021" y="61"/>
                    <a:pt x="1847" y="223"/>
                    <a:pt x="1732" y="330"/>
                  </a:cubicBezTo>
                  <a:cubicBezTo>
                    <a:pt x="1699" y="361"/>
                    <a:pt x="1671" y="387"/>
                    <a:pt x="1646" y="405"/>
                  </a:cubicBezTo>
                  <a:cubicBezTo>
                    <a:pt x="1633" y="393"/>
                    <a:pt x="1611" y="367"/>
                    <a:pt x="1594" y="347"/>
                  </a:cubicBezTo>
                  <a:cubicBezTo>
                    <a:pt x="1524" y="264"/>
                    <a:pt x="1415" y="136"/>
                    <a:pt x="1242" y="136"/>
                  </a:cubicBezTo>
                  <a:cubicBezTo>
                    <a:pt x="1148" y="136"/>
                    <a:pt x="1035" y="173"/>
                    <a:pt x="900" y="277"/>
                  </a:cubicBezTo>
                  <a:cubicBezTo>
                    <a:pt x="478" y="598"/>
                    <a:pt x="322" y="1321"/>
                    <a:pt x="277" y="1586"/>
                  </a:cubicBezTo>
                  <a:cubicBezTo>
                    <a:pt x="233" y="1564"/>
                    <a:pt x="185" y="1546"/>
                    <a:pt x="141" y="1546"/>
                  </a:cubicBezTo>
                  <a:cubicBezTo>
                    <a:pt x="111" y="1546"/>
                    <a:pt x="82" y="1555"/>
                    <a:pt x="61" y="1577"/>
                  </a:cubicBezTo>
                  <a:cubicBezTo>
                    <a:pt x="0" y="1636"/>
                    <a:pt x="6" y="1744"/>
                    <a:pt x="226" y="2080"/>
                  </a:cubicBezTo>
                  <a:cubicBezTo>
                    <a:pt x="230" y="2086"/>
                    <a:pt x="233" y="2091"/>
                    <a:pt x="238" y="2094"/>
                  </a:cubicBezTo>
                  <a:cubicBezTo>
                    <a:pt x="244" y="2099"/>
                    <a:pt x="387" y="2222"/>
                    <a:pt x="598" y="2222"/>
                  </a:cubicBezTo>
                  <a:cubicBezTo>
                    <a:pt x="804" y="2222"/>
                    <a:pt x="1412" y="2035"/>
                    <a:pt x="1576" y="1964"/>
                  </a:cubicBezTo>
                  <a:cubicBezTo>
                    <a:pt x="1603" y="1953"/>
                    <a:pt x="1656" y="1948"/>
                    <a:pt x="1725" y="1948"/>
                  </a:cubicBezTo>
                  <a:cubicBezTo>
                    <a:pt x="1999" y="1948"/>
                    <a:pt x="2524" y="2027"/>
                    <a:pt x="2652" y="2081"/>
                  </a:cubicBezTo>
                  <a:cubicBezTo>
                    <a:pt x="2686" y="2097"/>
                    <a:pt x="2724" y="2109"/>
                    <a:pt x="2759" y="2118"/>
                  </a:cubicBezTo>
                  <a:cubicBezTo>
                    <a:pt x="2777" y="2123"/>
                    <a:pt x="2801" y="2130"/>
                    <a:pt x="2819" y="2137"/>
                  </a:cubicBezTo>
                  <a:cubicBezTo>
                    <a:pt x="2798" y="2158"/>
                    <a:pt x="2752" y="2198"/>
                    <a:pt x="2642" y="2271"/>
                  </a:cubicBezTo>
                  <a:cubicBezTo>
                    <a:pt x="2565" y="2320"/>
                    <a:pt x="2488" y="2366"/>
                    <a:pt x="2414" y="2411"/>
                  </a:cubicBezTo>
                  <a:cubicBezTo>
                    <a:pt x="2091" y="2605"/>
                    <a:pt x="1811" y="2773"/>
                    <a:pt x="1789" y="3073"/>
                  </a:cubicBezTo>
                  <a:cubicBezTo>
                    <a:pt x="1767" y="3389"/>
                    <a:pt x="2330" y="3628"/>
                    <a:pt x="2701" y="3785"/>
                  </a:cubicBezTo>
                  <a:cubicBezTo>
                    <a:pt x="2777" y="3817"/>
                    <a:pt x="2841" y="3844"/>
                    <a:pt x="2884" y="3866"/>
                  </a:cubicBezTo>
                  <a:cubicBezTo>
                    <a:pt x="3082" y="3965"/>
                    <a:pt x="3123" y="4307"/>
                    <a:pt x="3085" y="4419"/>
                  </a:cubicBezTo>
                  <a:cubicBezTo>
                    <a:pt x="3074" y="4450"/>
                    <a:pt x="3055" y="4489"/>
                    <a:pt x="3034" y="4530"/>
                  </a:cubicBezTo>
                  <a:cubicBezTo>
                    <a:pt x="2964" y="4671"/>
                    <a:pt x="2867" y="4864"/>
                    <a:pt x="3007" y="5004"/>
                  </a:cubicBezTo>
                  <a:cubicBezTo>
                    <a:pt x="3060" y="5057"/>
                    <a:pt x="3128" y="5077"/>
                    <a:pt x="3197" y="5077"/>
                  </a:cubicBezTo>
                  <a:cubicBezTo>
                    <a:pt x="3351" y="5077"/>
                    <a:pt x="3510" y="4982"/>
                    <a:pt x="3536" y="4967"/>
                  </a:cubicBezTo>
                  <a:cubicBezTo>
                    <a:pt x="3545" y="4961"/>
                    <a:pt x="3553" y="4952"/>
                    <a:pt x="3558" y="4942"/>
                  </a:cubicBezTo>
                  <a:cubicBezTo>
                    <a:pt x="3780" y="4534"/>
                    <a:pt x="4200" y="3869"/>
                    <a:pt x="4385" y="3823"/>
                  </a:cubicBezTo>
                  <a:cubicBezTo>
                    <a:pt x="4387" y="3822"/>
                    <a:pt x="4389" y="3822"/>
                    <a:pt x="4391" y="3822"/>
                  </a:cubicBezTo>
                  <a:cubicBezTo>
                    <a:pt x="4411" y="3822"/>
                    <a:pt x="4439" y="3842"/>
                    <a:pt x="4468" y="3874"/>
                  </a:cubicBezTo>
                  <a:cubicBezTo>
                    <a:pt x="4704" y="4134"/>
                    <a:pt x="4928" y="5063"/>
                    <a:pt x="4824" y="5357"/>
                  </a:cubicBezTo>
                  <a:cubicBezTo>
                    <a:pt x="4697" y="5716"/>
                    <a:pt x="4151" y="5831"/>
                    <a:pt x="4145" y="5832"/>
                  </a:cubicBezTo>
                  <a:cubicBezTo>
                    <a:pt x="4111" y="5839"/>
                    <a:pt x="4087" y="5871"/>
                    <a:pt x="4092" y="5906"/>
                  </a:cubicBezTo>
                  <a:cubicBezTo>
                    <a:pt x="4095" y="5928"/>
                    <a:pt x="4173" y="6438"/>
                    <a:pt x="4624" y="6639"/>
                  </a:cubicBezTo>
                  <a:cubicBezTo>
                    <a:pt x="4686" y="6666"/>
                    <a:pt x="4749" y="6678"/>
                    <a:pt x="4816" y="6678"/>
                  </a:cubicBezTo>
                  <a:cubicBezTo>
                    <a:pt x="5091" y="6678"/>
                    <a:pt x="5402" y="6473"/>
                    <a:pt x="5636" y="6280"/>
                  </a:cubicBezTo>
                  <a:cubicBezTo>
                    <a:pt x="5649" y="6270"/>
                    <a:pt x="5656" y="6254"/>
                    <a:pt x="5658" y="6238"/>
                  </a:cubicBezTo>
                  <a:cubicBezTo>
                    <a:pt x="5750" y="5995"/>
                    <a:pt x="6831" y="3160"/>
                    <a:pt x="6737" y="2643"/>
                  </a:cubicBezTo>
                  <a:cubicBezTo>
                    <a:pt x="6633" y="2077"/>
                    <a:pt x="5748" y="1241"/>
                    <a:pt x="4842" y="856"/>
                  </a:cubicBezTo>
                  <a:cubicBezTo>
                    <a:pt x="4398" y="667"/>
                    <a:pt x="3834" y="616"/>
                    <a:pt x="3354" y="616"/>
                  </a:cubicBezTo>
                  <a:cubicBezTo>
                    <a:pt x="2963" y="616"/>
                    <a:pt x="2627" y="650"/>
                    <a:pt x="2457" y="671"/>
                  </a:cubicBezTo>
                  <a:cubicBezTo>
                    <a:pt x="2525" y="500"/>
                    <a:pt x="2622" y="199"/>
                    <a:pt x="2519" y="66"/>
                  </a:cubicBezTo>
                  <a:cubicBezTo>
                    <a:pt x="2494" y="35"/>
                    <a:pt x="2450" y="0"/>
                    <a:pt x="23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g332bf0ce26c_1_0"/>
            <p:cNvSpPr/>
            <p:nvPr/>
          </p:nvSpPr>
          <p:spPr>
            <a:xfrm>
              <a:off x="9774549" y="3182217"/>
              <a:ext cx="39001" cy="14096"/>
            </a:xfrm>
            <a:custGeom>
              <a:rect b="b" l="l" r="r" t="t"/>
              <a:pathLst>
                <a:path extrusionOk="0" h="386" w="1068">
                  <a:moveTo>
                    <a:pt x="523" y="1"/>
                  </a:moveTo>
                  <a:cubicBezTo>
                    <a:pt x="484" y="1"/>
                    <a:pt x="445" y="4"/>
                    <a:pt x="408" y="12"/>
                  </a:cubicBezTo>
                  <a:cubicBezTo>
                    <a:pt x="152" y="65"/>
                    <a:pt x="24" y="277"/>
                    <a:pt x="19" y="285"/>
                  </a:cubicBezTo>
                  <a:cubicBezTo>
                    <a:pt x="1" y="317"/>
                    <a:pt x="10" y="357"/>
                    <a:pt x="42" y="376"/>
                  </a:cubicBezTo>
                  <a:cubicBezTo>
                    <a:pt x="53" y="382"/>
                    <a:pt x="65" y="386"/>
                    <a:pt x="76" y="386"/>
                  </a:cubicBezTo>
                  <a:cubicBezTo>
                    <a:pt x="99" y="386"/>
                    <a:pt x="120" y="374"/>
                    <a:pt x="133" y="354"/>
                  </a:cubicBezTo>
                  <a:cubicBezTo>
                    <a:pt x="134" y="352"/>
                    <a:pt x="239" y="182"/>
                    <a:pt x="436" y="142"/>
                  </a:cubicBezTo>
                  <a:cubicBezTo>
                    <a:pt x="464" y="136"/>
                    <a:pt x="493" y="134"/>
                    <a:pt x="523" y="134"/>
                  </a:cubicBezTo>
                  <a:cubicBezTo>
                    <a:pt x="654" y="134"/>
                    <a:pt x="799" y="190"/>
                    <a:pt x="953" y="303"/>
                  </a:cubicBezTo>
                  <a:cubicBezTo>
                    <a:pt x="965" y="312"/>
                    <a:pt x="979" y="316"/>
                    <a:pt x="992" y="316"/>
                  </a:cubicBezTo>
                  <a:cubicBezTo>
                    <a:pt x="1013" y="316"/>
                    <a:pt x="1033" y="306"/>
                    <a:pt x="1045" y="288"/>
                  </a:cubicBezTo>
                  <a:cubicBezTo>
                    <a:pt x="1068" y="258"/>
                    <a:pt x="1061" y="217"/>
                    <a:pt x="1031" y="195"/>
                  </a:cubicBezTo>
                  <a:cubicBezTo>
                    <a:pt x="854" y="66"/>
                    <a:pt x="684" y="1"/>
                    <a:pt x="5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g332bf0ce26c_1_0"/>
            <p:cNvSpPr/>
            <p:nvPr/>
          </p:nvSpPr>
          <p:spPr>
            <a:xfrm>
              <a:off x="9790215" y="3273618"/>
              <a:ext cx="36883" cy="30638"/>
            </a:xfrm>
            <a:custGeom>
              <a:rect b="b" l="l" r="r" t="t"/>
              <a:pathLst>
                <a:path extrusionOk="0" h="839" w="1010">
                  <a:moveTo>
                    <a:pt x="892" y="1"/>
                  </a:moveTo>
                  <a:cubicBezTo>
                    <a:pt x="565" y="568"/>
                    <a:pt x="77" y="589"/>
                    <a:pt x="8" y="589"/>
                  </a:cubicBezTo>
                  <a:cubicBezTo>
                    <a:pt x="3" y="589"/>
                    <a:pt x="0" y="589"/>
                    <a:pt x="0" y="589"/>
                  </a:cubicBezTo>
                  <a:lnTo>
                    <a:pt x="0" y="589"/>
                  </a:lnTo>
                  <a:cubicBezTo>
                    <a:pt x="0" y="589"/>
                    <a:pt x="426" y="838"/>
                    <a:pt x="685" y="838"/>
                  </a:cubicBezTo>
                  <a:cubicBezTo>
                    <a:pt x="754" y="838"/>
                    <a:pt x="810" y="821"/>
                    <a:pt x="845" y="777"/>
                  </a:cubicBezTo>
                  <a:cubicBezTo>
                    <a:pt x="1009" y="565"/>
                    <a:pt x="892" y="1"/>
                    <a:pt x="8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g332bf0ce26c_1_0"/>
            <p:cNvSpPr/>
            <p:nvPr/>
          </p:nvSpPr>
          <p:spPr>
            <a:xfrm>
              <a:off x="9787549" y="3271207"/>
              <a:ext cx="41959" cy="35422"/>
            </a:xfrm>
            <a:custGeom>
              <a:rect b="b" l="l" r="r" t="t"/>
              <a:pathLst>
                <a:path extrusionOk="0" h="970" w="1149">
                  <a:moveTo>
                    <a:pt x="926" y="248"/>
                  </a:moveTo>
                  <a:cubicBezTo>
                    <a:pt x="947" y="435"/>
                    <a:pt x="953" y="689"/>
                    <a:pt x="866" y="801"/>
                  </a:cubicBezTo>
                  <a:cubicBezTo>
                    <a:pt x="846" y="827"/>
                    <a:pt x="809" y="838"/>
                    <a:pt x="760" y="838"/>
                  </a:cubicBezTo>
                  <a:cubicBezTo>
                    <a:pt x="641" y="838"/>
                    <a:pt x="455" y="772"/>
                    <a:pt x="287" y="693"/>
                  </a:cubicBezTo>
                  <a:cubicBezTo>
                    <a:pt x="462" y="648"/>
                    <a:pt x="713" y="535"/>
                    <a:pt x="926" y="248"/>
                  </a:cubicBezTo>
                  <a:close/>
                  <a:moveTo>
                    <a:pt x="965" y="1"/>
                  </a:moveTo>
                  <a:cubicBezTo>
                    <a:pt x="941" y="1"/>
                    <a:pt x="919" y="13"/>
                    <a:pt x="907" y="34"/>
                  </a:cubicBezTo>
                  <a:cubicBezTo>
                    <a:pt x="581" y="600"/>
                    <a:pt x="94" y="587"/>
                    <a:pt x="75" y="588"/>
                  </a:cubicBezTo>
                  <a:cubicBezTo>
                    <a:pt x="73" y="588"/>
                    <a:pt x="71" y="588"/>
                    <a:pt x="69" y="588"/>
                  </a:cubicBezTo>
                  <a:cubicBezTo>
                    <a:pt x="41" y="588"/>
                    <a:pt x="17" y="608"/>
                    <a:pt x="9" y="636"/>
                  </a:cubicBezTo>
                  <a:cubicBezTo>
                    <a:pt x="1" y="665"/>
                    <a:pt x="13" y="696"/>
                    <a:pt x="39" y="711"/>
                  </a:cubicBezTo>
                  <a:cubicBezTo>
                    <a:pt x="130" y="765"/>
                    <a:pt x="497" y="969"/>
                    <a:pt x="756" y="969"/>
                  </a:cubicBezTo>
                  <a:cubicBezTo>
                    <a:pt x="846" y="969"/>
                    <a:pt x="921" y="946"/>
                    <a:pt x="971" y="883"/>
                  </a:cubicBezTo>
                  <a:cubicBezTo>
                    <a:pt x="1149" y="653"/>
                    <a:pt x="1043" y="114"/>
                    <a:pt x="1030" y="54"/>
                  </a:cubicBezTo>
                  <a:cubicBezTo>
                    <a:pt x="1024" y="26"/>
                    <a:pt x="1003" y="5"/>
                    <a:pt x="976" y="2"/>
                  </a:cubicBezTo>
                  <a:cubicBezTo>
                    <a:pt x="972" y="1"/>
                    <a:pt x="968" y="1"/>
                    <a:pt x="9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g332bf0ce26c_1_0"/>
            <p:cNvSpPr/>
            <p:nvPr/>
          </p:nvSpPr>
          <p:spPr>
            <a:xfrm>
              <a:off x="9854521" y="3345701"/>
              <a:ext cx="30017" cy="41192"/>
            </a:xfrm>
            <a:custGeom>
              <a:rect b="b" l="l" r="r" t="t"/>
              <a:pathLst>
                <a:path extrusionOk="0" h="1128" w="822">
                  <a:moveTo>
                    <a:pt x="822" y="0"/>
                  </a:moveTo>
                  <a:lnTo>
                    <a:pt x="1" y="493"/>
                  </a:lnTo>
                  <a:lnTo>
                    <a:pt x="588" y="1128"/>
                  </a:lnTo>
                  <a:lnTo>
                    <a:pt x="8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g332bf0ce26c_1_0"/>
            <p:cNvSpPr/>
            <p:nvPr/>
          </p:nvSpPr>
          <p:spPr>
            <a:xfrm>
              <a:off x="9852038" y="3343255"/>
              <a:ext cx="35093" cy="46049"/>
            </a:xfrm>
            <a:custGeom>
              <a:rect b="b" l="l" r="r" t="t"/>
              <a:pathLst>
                <a:path extrusionOk="0" h="1261" w="961">
                  <a:moveTo>
                    <a:pt x="794" y="202"/>
                  </a:moveTo>
                  <a:lnTo>
                    <a:pt x="617" y="1055"/>
                  </a:lnTo>
                  <a:lnTo>
                    <a:pt x="173" y="576"/>
                  </a:lnTo>
                  <a:lnTo>
                    <a:pt x="794" y="202"/>
                  </a:lnTo>
                  <a:close/>
                  <a:moveTo>
                    <a:pt x="891" y="0"/>
                  </a:moveTo>
                  <a:cubicBezTo>
                    <a:pt x="879" y="0"/>
                    <a:pt x="867" y="4"/>
                    <a:pt x="857" y="10"/>
                  </a:cubicBezTo>
                  <a:lnTo>
                    <a:pt x="34" y="504"/>
                  </a:lnTo>
                  <a:cubicBezTo>
                    <a:pt x="17" y="514"/>
                    <a:pt x="5" y="531"/>
                    <a:pt x="2" y="551"/>
                  </a:cubicBezTo>
                  <a:cubicBezTo>
                    <a:pt x="0" y="571"/>
                    <a:pt x="6" y="591"/>
                    <a:pt x="19" y="605"/>
                  </a:cubicBezTo>
                  <a:lnTo>
                    <a:pt x="607" y="1240"/>
                  </a:lnTo>
                  <a:cubicBezTo>
                    <a:pt x="620" y="1254"/>
                    <a:pt x="637" y="1261"/>
                    <a:pt x="656" y="1261"/>
                  </a:cubicBezTo>
                  <a:cubicBezTo>
                    <a:pt x="661" y="1261"/>
                    <a:pt x="667" y="1261"/>
                    <a:pt x="673" y="1258"/>
                  </a:cubicBezTo>
                  <a:cubicBezTo>
                    <a:pt x="697" y="1253"/>
                    <a:pt x="715" y="1232"/>
                    <a:pt x="721" y="1209"/>
                  </a:cubicBezTo>
                  <a:lnTo>
                    <a:pt x="955" y="81"/>
                  </a:lnTo>
                  <a:cubicBezTo>
                    <a:pt x="961" y="55"/>
                    <a:pt x="950" y="28"/>
                    <a:pt x="929" y="13"/>
                  </a:cubicBezTo>
                  <a:cubicBezTo>
                    <a:pt x="918" y="5"/>
                    <a:pt x="904" y="0"/>
                    <a:pt x="8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g332bf0ce26c_1_0"/>
            <p:cNvSpPr/>
            <p:nvPr/>
          </p:nvSpPr>
          <p:spPr>
            <a:xfrm>
              <a:off x="9914444" y="3280519"/>
              <a:ext cx="91367" cy="202307"/>
            </a:xfrm>
            <a:custGeom>
              <a:rect b="b" l="l" r="r" t="t"/>
              <a:pathLst>
                <a:path extrusionOk="0" h="5540" w="2502">
                  <a:moveTo>
                    <a:pt x="1856" y="1"/>
                  </a:moveTo>
                  <a:lnTo>
                    <a:pt x="1" y="4387"/>
                  </a:lnTo>
                  <a:lnTo>
                    <a:pt x="1096" y="5539"/>
                  </a:lnTo>
                  <a:lnTo>
                    <a:pt x="2502" y="507"/>
                  </a:lnTo>
                  <a:lnTo>
                    <a:pt x="185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g332bf0ce26c_1_0"/>
            <p:cNvSpPr/>
            <p:nvPr/>
          </p:nvSpPr>
          <p:spPr>
            <a:xfrm>
              <a:off x="9911815" y="3278109"/>
              <a:ext cx="96589" cy="207127"/>
            </a:xfrm>
            <a:custGeom>
              <a:rect b="b" l="l" r="r" t="t"/>
              <a:pathLst>
                <a:path extrusionOk="0" h="5672" w="2645">
                  <a:moveTo>
                    <a:pt x="1955" y="172"/>
                  </a:moveTo>
                  <a:lnTo>
                    <a:pt x="2498" y="598"/>
                  </a:lnTo>
                  <a:lnTo>
                    <a:pt x="1136" y="5474"/>
                  </a:lnTo>
                  <a:lnTo>
                    <a:pt x="151" y="4439"/>
                  </a:lnTo>
                  <a:lnTo>
                    <a:pt x="1955" y="172"/>
                  </a:lnTo>
                  <a:close/>
                  <a:moveTo>
                    <a:pt x="1928" y="1"/>
                  </a:moveTo>
                  <a:cubicBezTo>
                    <a:pt x="1922" y="1"/>
                    <a:pt x="1917" y="1"/>
                    <a:pt x="1911" y="3"/>
                  </a:cubicBezTo>
                  <a:cubicBezTo>
                    <a:pt x="1891" y="8"/>
                    <a:pt x="1875" y="22"/>
                    <a:pt x="1866" y="41"/>
                  </a:cubicBezTo>
                  <a:lnTo>
                    <a:pt x="11" y="4427"/>
                  </a:lnTo>
                  <a:cubicBezTo>
                    <a:pt x="1" y="4450"/>
                    <a:pt x="6" y="4479"/>
                    <a:pt x="24" y="4498"/>
                  </a:cubicBezTo>
                  <a:lnTo>
                    <a:pt x="1121" y="5651"/>
                  </a:lnTo>
                  <a:cubicBezTo>
                    <a:pt x="1134" y="5664"/>
                    <a:pt x="1151" y="5671"/>
                    <a:pt x="1168" y="5671"/>
                  </a:cubicBezTo>
                  <a:cubicBezTo>
                    <a:pt x="1174" y="5671"/>
                    <a:pt x="1180" y="5670"/>
                    <a:pt x="1185" y="5669"/>
                  </a:cubicBezTo>
                  <a:cubicBezTo>
                    <a:pt x="1207" y="5663"/>
                    <a:pt x="1226" y="5645"/>
                    <a:pt x="1232" y="5623"/>
                  </a:cubicBezTo>
                  <a:lnTo>
                    <a:pt x="2638" y="591"/>
                  </a:lnTo>
                  <a:cubicBezTo>
                    <a:pt x="2645" y="565"/>
                    <a:pt x="2637" y="538"/>
                    <a:pt x="2615" y="521"/>
                  </a:cubicBezTo>
                  <a:lnTo>
                    <a:pt x="1968" y="15"/>
                  </a:lnTo>
                  <a:cubicBezTo>
                    <a:pt x="1957" y="6"/>
                    <a:pt x="1943" y="1"/>
                    <a:pt x="19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g332bf0ce26c_1_0"/>
            <p:cNvSpPr/>
            <p:nvPr/>
          </p:nvSpPr>
          <p:spPr>
            <a:xfrm>
              <a:off x="9584480" y="3394670"/>
              <a:ext cx="566058" cy="384347"/>
            </a:xfrm>
            <a:custGeom>
              <a:rect b="b" l="l" r="r" t="t"/>
              <a:pathLst>
                <a:path extrusionOk="0" h="10525" w="15501">
                  <a:moveTo>
                    <a:pt x="14542" y="1"/>
                  </a:moveTo>
                  <a:cubicBezTo>
                    <a:pt x="14457" y="1"/>
                    <a:pt x="13764" y="22"/>
                    <a:pt x="12920" y="706"/>
                  </a:cubicBezTo>
                  <a:cubicBezTo>
                    <a:pt x="12019" y="1436"/>
                    <a:pt x="10564" y="2599"/>
                    <a:pt x="10564" y="2599"/>
                  </a:cubicBezTo>
                  <a:lnTo>
                    <a:pt x="7475" y="5900"/>
                  </a:lnTo>
                  <a:lnTo>
                    <a:pt x="1363" y="1772"/>
                  </a:lnTo>
                  <a:lnTo>
                    <a:pt x="0" y="2794"/>
                  </a:lnTo>
                  <a:cubicBezTo>
                    <a:pt x="0" y="2794"/>
                    <a:pt x="7189" y="10525"/>
                    <a:pt x="7531" y="10525"/>
                  </a:cubicBezTo>
                  <a:cubicBezTo>
                    <a:pt x="7871" y="10525"/>
                    <a:pt x="15087" y="5137"/>
                    <a:pt x="15500" y="4893"/>
                  </a:cubicBezTo>
                  <a:lnTo>
                    <a:pt x="14551" y="1"/>
                  </a:lnTo>
                  <a:cubicBezTo>
                    <a:pt x="14551" y="1"/>
                    <a:pt x="14548" y="1"/>
                    <a:pt x="145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g332bf0ce26c_1_0"/>
            <p:cNvSpPr/>
            <p:nvPr/>
          </p:nvSpPr>
          <p:spPr>
            <a:xfrm>
              <a:off x="9581997" y="3392260"/>
              <a:ext cx="571316" cy="389240"/>
            </a:xfrm>
            <a:custGeom>
              <a:rect b="b" l="l" r="r" t="t"/>
              <a:pathLst>
                <a:path extrusionOk="0" h="10659" w="15645">
                  <a:moveTo>
                    <a:pt x="14607" y="0"/>
                  </a:moveTo>
                  <a:cubicBezTo>
                    <a:pt x="14496" y="0"/>
                    <a:pt x="13798" y="30"/>
                    <a:pt x="12946" y="721"/>
                  </a:cubicBezTo>
                  <a:cubicBezTo>
                    <a:pt x="12057" y="1443"/>
                    <a:pt x="10606" y="2602"/>
                    <a:pt x="10584" y="2620"/>
                  </a:cubicBezTo>
                  <a:lnTo>
                    <a:pt x="7534" y="5879"/>
                  </a:lnTo>
                  <a:lnTo>
                    <a:pt x="1469" y="1782"/>
                  </a:lnTo>
                  <a:cubicBezTo>
                    <a:pt x="1458" y="1775"/>
                    <a:pt x="1445" y="1771"/>
                    <a:pt x="1432" y="1771"/>
                  </a:cubicBezTo>
                  <a:cubicBezTo>
                    <a:pt x="1418" y="1771"/>
                    <a:pt x="1404" y="1776"/>
                    <a:pt x="1392" y="1785"/>
                  </a:cubicBezTo>
                  <a:lnTo>
                    <a:pt x="28" y="2807"/>
                  </a:lnTo>
                  <a:cubicBezTo>
                    <a:pt x="14" y="2819"/>
                    <a:pt x="4" y="2835"/>
                    <a:pt x="2" y="2854"/>
                  </a:cubicBezTo>
                  <a:cubicBezTo>
                    <a:pt x="1" y="2873"/>
                    <a:pt x="7" y="2892"/>
                    <a:pt x="20" y="2905"/>
                  </a:cubicBezTo>
                  <a:cubicBezTo>
                    <a:pt x="1710" y="4724"/>
                    <a:pt x="7255" y="10658"/>
                    <a:pt x="7599" y="10658"/>
                  </a:cubicBezTo>
                  <a:cubicBezTo>
                    <a:pt x="7810" y="10658"/>
                    <a:pt x="9752" y="9269"/>
                    <a:pt x="13498" y="6534"/>
                  </a:cubicBezTo>
                  <a:cubicBezTo>
                    <a:pt x="14599" y="5729"/>
                    <a:pt x="15470" y="5095"/>
                    <a:pt x="15602" y="5017"/>
                  </a:cubicBezTo>
                  <a:cubicBezTo>
                    <a:pt x="15634" y="4998"/>
                    <a:pt x="15645" y="4958"/>
                    <a:pt x="15626" y="4926"/>
                  </a:cubicBezTo>
                  <a:cubicBezTo>
                    <a:pt x="15613" y="4905"/>
                    <a:pt x="15592" y="4893"/>
                    <a:pt x="15569" y="4893"/>
                  </a:cubicBezTo>
                  <a:cubicBezTo>
                    <a:pt x="15557" y="4893"/>
                    <a:pt x="15546" y="4896"/>
                    <a:pt x="15535" y="4902"/>
                  </a:cubicBezTo>
                  <a:cubicBezTo>
                    <a:pt x="15397" y="4983"/>
                    <a:pt x="14567" y="5588"/>
                    <a:pt x="13420" y="6426"/>
                  </a:cubicBezTo>
                  <a:cubicBezTo>
                    <a:pt x="11342" y="7944"/>
                    <a:pt x="7864" y="10483"/>
                    <a:pt x="7607" y="10526"/>
                  </a:cubicBezTo>
                  <a:cubicBezTo>
                    <a:pt x="7283" y="10429"/>
                    <a:pt x="3000" y="5915"/>
                    <a:pt x="167" y="2870"/>
                  </a:cubicBezTo>
                  <a:lnTo>
                    <a:pt x="1433" y="1920"/>
                  </a:lnTo>
                  <a:lnTo>
                    <a:pt x="7506" y="6021"/>
                  </a:lnTo>
                  <a:cubicBezTo>
                    <a:pt x="7518" y="6029"/>
                    <a:pt x="7530" y="6033"/>
                    <a:pt x="7543" y="6033"/>
                  </a:cubicBezTo>
                  <a:cubicBezTo>
                    <a:pt x="7561" y="6033"/>
                    <a:pt x="7578" y="6026"/>
                    <a:pt x="7591" y="6012"/>
                  </a:cubicBezTo>
                  <a:lnTo>
                    <a:pt x="10674" y="2717"/>
                  </a:lnTo>
                  <a:cubicBezTo>
                    <a:pt x="10689" y="2706"/>
                    <a:pt x="12139" y="1546"/>
                    <a:pt x="13030" y="824"/>
                  </a:cubicBezTo>
                  <a:cubicBezTo>
                    <a:pt x="13830" y="176"/>
                    <a:pt x="14497" y="132"/>
                    <a:pt x="14602" y="132"/>
                  </a:cubicBezTo>
                  <a:cubicBezTo>
                    <a:pt x="14611" y="132"/>
                    <a:pt x="14616" y="133"/>
                    <a:pt x="14617" y="133"/>
                  </a:cubicBezTo>
                  <a:cubicBezTo>
                    <a:pt x="14618" y="133"/>
                    <a:pt x="14618" y="133"/>
                    <a:pt x="14619" y="133"/>
                  </a:cubicBezTo>
                  <a:cubicBezTo>
                    <a:pt x="14654" y="133"/>
                    <a:pt x="14684" y="104"/>
                    <a:pt x="14685" y="68"/>
                  </a:cubicBezTo>
                  <a:cubicBezTo>
                    <a:pt x="14687" y="31"/>
                    <a:pt x="14658" y="2"/>
                    <a:pt x="14622" y="0"/>
                  </a:cubicBezTo>
                  <a:cubicBezTo>
                    <a:pt x="14620" y="0"/>
                    <a:pt x="14615" y="0"/>
                    <a:pt x="146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g332bf0ce26c_1_0"/>
            <p:cNvSpPr/>
            <p:nvPr/>
          </p:nvSpPr>
          <p:spPr>
            <a:xfrm>
              <a:off x="9606025" y="3474897"/>
              <a:ext cx="52403" cy="45099"/>
            </a:xfrm>
            <a:custGeom>
              <a:rect b="b" l="l" r="r" t="t"/>
              <a:pathLst>
                <a:path extrusionOk="0" h="1235" w="1435">
                  <a:moveTo>
                    <a:pt x="1360" y="0"/>
                  </a:moveTo>
                  <a:cubicBezTo>
                    <a:pt x="1345" y="0"/>
                    <a:pt x="1329" y="6"/>
                    <a:pt x="1317" y="16"/>
                  </a:cubicBezTo>
                  <a:lnTo>
                    <a:pt x="31" y="1118"/>
                  </a:lnTo>
                  <a:cubicBezTo>
                    <a:pt x="4" y="1141"/>
                    <a:pt x="0" y="1184"/>
                    <a:pt x="24" y="1211"/>
                  </a:cubicBezTo>
                  <a:cubicBezTo>
                    <a:pt x="37" y="1227"/>
                    <a:pt x="56" y="1235"/>
                    <a:pt x="75" y="1235"/>
                  </a:cubicBezTo>
                  <a:cubicBezTo>
                    <a:pt x="90" y="1235"/>
                    <a:pt x="106" y="1230"/>
                    <a:pt x="118" y="1218"/>
                  </a:cubicBezTo>
                  <a:lnTo>
                    <a:pt x="1404" y="117"/>
                  </a:lnTo>
                  <a:cubicBezTo>
                    <a:pt x="1431" y="93"/>
                    <a:pt x="1434" y="52"/>
                    <a:pt x="1411" y="23"/>
                  </a:cubicBezTo>
                  <a:cubicBezTo>
                    <a:pt x="1398" y="8"/>
                    <a:pt x="1379" y="0"/>
                    <a:pt x="13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g332bf0ce26c_1_0"/>
            <p:cNvSpPr/>
            <p:nvPr/>
          </p:nvSpPr>
          <p:spPr>
            <a:xfrm>
              <a:off x="9462296" y="3270148"/>
              <a:ext cx="171961" cy="226591"/>
            </a:xfrm>
            <a:custGeom>
              <a:rect b="b" l="l" r="r" t="t"/>
              <a:pathLst>
                <a:path extrusionOk="0" h="6205" w="4709">
                  <a:moveTo>
                    <a:pt x="1630" y="1"/>
                  </a:moveTo>
                  <a:cubicBezTo>
                    <a:pt x="1544" y="1"/>
                    <a:pt x="1460" y="114"/>
                    <a:pt x="1496" y="240"/>
                  </a:cubicBezTo>
                  <a:cubicBezTo>
                    <a:pt x="1545" y="410"/>
                    <a:pt x="2372" y="2187"/>
                    <a:pt x="2372" y="2187"/>
                  </a:cubicBezTo>
                  <a:cubicBezTo>
                    <a:pt x="2372" y="2187"/>
                    <a:pt x="1617" y="1360"/>
                    <a:pt x="1399" y="995"/>
                  </a:cubicBezTo>
                  <a:cubicBezTo>
                    <a:pt x="1199" y="662"/>
                    <a:pt x="918" y="127"/>
                    <a:pt x="760" y="127"/>
                  </a:cubicBezTo>
                  <a:cubicBezTo>
                    <a:pt x="744" y="127"/>
                    <a:pt x="730" y="132"/>
                    <a:pt x="717" y="143"/>
                  </a:cubicBezTo>
                  <a:cubicBezTo>
                    <a:pt x="570" y="265"/>
                    <a:pt x="669" y="337"/>
                    <a:pt x="911" y="970"/>
                  </a:cubicBezTo>
                  <a:cubicBezTo>
                    <a:pt x="1155" y="1603"/>
                    <a:pt x="1691" y="2601"/>
                    <a:pt x="1691" y="2601"/>
                  </a:cubicBezTo>
                  <a:cubicBezTo>
                    <a:pt x="1691" y="2601"/>
                    <a:pt x="888" y="1750"/>
                    <a:pt x="790" y="1628"/>
                  </a:cubicBezTo>
                  <a:cubicBezTo>
                    <a:pt x="707" y="1524"/>
                    <a:pt x="410" y="939"/>
                    <a:pt x="265" y="939"/>
                  </a:cubicBezTo>
                  <a:cubicBezTo>
                    <a:pt x="240" y="939"/>
                    <a:pt x="220" y="956"/>
                    <a:pt x="206" y="995"/>
                  </a:cubicBezTo>
                  <a:cubicBezTo>
                    <a:pt x="109" y="1262"/>
                    <a:pt x="473" y="1872"/>
                    <a:pt x="498" y="1944"/>
                  </a:cubicBezTo>
                  <a:cubicBezTo>
                    <a:pt x="522" y="2017"/>
                    <a:pt x="839" y="2553"/>
                    <a:pt x="839" y="2553"/>
                  </a:cubicBezTo>
                  <a:lnTo>
                    <a:pt x="1203" y="3064"/>
                  </a:lnTo>
                  <a:cubicBezTo>
                    <a:pt x="1203" y="3064"/>
                    <a:pt x="766" y="2869"/>
                    <a:pt x="498" y="2625"/>
                  </a:cubicBezTo>
                  <a:cubicBezTo>
                    <a:pt x="348" y="2490"/>
                    <a:pt x="206" y="2407"/>
                    <a:pt x="114" y="2407"/>
                  </a:cubicBezTo>
                  <a:cubicBezTo>
                    <a:pt x="42" y="2407"/>
                    <a:pt x="0" y="2459"/>
                    <a:pt x="11" y="2577"/>
                  </a:cubicBezTo>
                  <a:cubicBezTo>
                    <a:pt x="36" y="2845"/>
                    <a:pt x="400" y="3088"/>
                    <a:pt x="522" y="3186"/>
                  </a:cubicBezTo>
                  <a:cubicBezTo>
                    <a:pt x="644" y="3283"/>
                    <a:pt x="1557" y="4136"/>
                    <a:pt x="1826" y="4502"/>
                  </a:cubicBezTo>
                  <a:cubicBezTo>
                    <a:pt x="2093" y="4867"/>
                    <a:pt x="2566" y="5401"/>
                    <a:pt x="2566" y="5401"/>
                  </a:cubicBezTo>
                  <a:lnTo>
                    <a:pt x="3346" y="6204"/>
                  </a:lnTo>
                  <a:lnTo>
                    <a:pt x="4709" y="5182"/>
                  </a:lnTo>
                  <a:lnTo>
                    <a:pt x="4709" y="4671"/>
                  </a:lnTo>
                  <a:cubicBezTo>
                    <a:pt x="4709" y="4476"/>
                    <a:pt x="4709" y="3331"/>
                    <a:pt x="4612" y="3039"/>
                  </a:cubicBezTo>
                  <a:cubicBezTo>
                    <a:pt x="4515" y="2748"/>
                    <a:pt x="3954" y="1872"/>
                    <a:pt x="3760" y="1604"/>
                  </a:cubicBezTo>
                  <a:cubicBezTo>
                    <a:pt x="3609" y="1396"/>
                    <a:pt x="3444" y="1072"/>
                    <a:pt x="3309" y="1072"/>
                  </a:cubicBezTo>
                  <a:cubicBezTo>
                    <a:pt x="3270" y="1072"/>
                    <a:pt x="3233" y="1099"/>
                    <a:pt x="3201" y="1165"/>
                  </a:cubicBezTo>
                  <a:cubicBezTo>
                    <a:pt x="3054" y="1457"/>
                    <a:pt x="3127" y="1604"/>
                    <a:pt x="3273" y="1798"/>
                  </a:cubicBezTo>
                  <a:cubicBezTo>
                    <a:pt x="3419" y="1993"/>
                    <a:pt x="3735" y="2675"/>
                    <a:pt x="3735" y="2675"/>
                  </a:cubicBezTo>
                  <a:cubicBezTo>
                    <a:pt x="3735" y="2675"/>
                    <a:pt x="2762" y="1725"/>
                    <a:pt x="2713" y="1628"/>
                  </a:cubicBezTo>
                  <a:cubicBezTo>
                    <a:pt x="2665" y="1531"/>
                    <a:pt x="1813" y="167"/>
                    <a:pt x="1716" y="46"/>
                  </a:cubicBezTo>
                  <a:cubicBezTo>
                    <a:pt x="1690" y="14"/>
                    <a:pt x="1660" y="1"/>
                    <a:pt x="16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g332bf0ce26c_1_0"/>
            <p:cNvSpPr/>
            <p:nvPr/>
          </p:nvSpPr>
          <p:spPr>
            <a:xfrm>
              <a:off x="9459812" y="3267738"/>
              <a:ext cx="176891" cy="231411"/>
            </a:xfrm>
            <a:custGeom>
              <a:rect b="b" l="l" r="r" t="t"/>
              <a:pathLst>
                <a:path extrusionOk="0" h="6337" w="4844">
                  <a:moveTo>
                    <a:pt x="1699" y="133"/>
                  </a:moveTo>
                  <a:cubicBezTo>
                    <a:pt x="1710" y="133"/>
                    <a:pt x="1721" y="140"/>
                    <a:pt x="1732" y="153"/>
                  </a:cubicBezTo>
                  <a:cubicBezTo>
                    <a:pt x="1824" y="269"/>
                    <a:pt x="2675" y="1628"/>
                    <a:pt x="2722" y="1723"/>
                  </a:cubicBezTo>
                  <a:cubicBezTo>
                    <a:pt x="2772" y="1823"/>
                    <a:pt x="3526" y="2563"/>
                    <a:pt x="3757" y="2788"/>
                  </a:cubicBezTo>
                  <a:cubicBezTo>
                    <a:pt x="3769" y="2801"/>
                    <a:pt x="3786" y="2807"/>
                    <a:pt x="3803" y="2807"/>
                  </a:cubicBezTo>
                  <a:cubicBezTo>
                    <a:pt x="3817" y="2807"/>
                    <a:pt x="3831" y="2803"/>
                    <a:pt x="3842" y="2794"/>
                  </a:cubicBezTo>
                  <a:cubicBezTo>
                    <a:pt x="3868" y="2776"/>
                    <a:pt x="3878" y="2742"/>
                    <a:pt x="3864" y="2712"/>
                  </a:cubicBezTo>
                  <a:cubicBezTo>
                    <a:pt x="3851" y="2684"/>
                    <a:pt x="3543" y="2023"/>
                    <a:pt x="3394" y="1824"/>
                  </a:cubicBezTo>
                  <a:cubicBezTo>
                    <a:pt x="3252" y="1635"/>
                    <a:pt x="3199" y="1517"/>
                    <a:pt x="3328" y="1261"/>
                  </a:cubicBezTo>
                  <a:cubicBezTo>
                    <a:pt x="3348" y="1221"/>
                    <a:pt x="3367" y="1205"/>
                    <a:pt x="3376" y="1204"/>
                  </a:cubicBezTo>
                  <a:lnTo>
                    <a:pt x="3377" y="1204"/>
                  </a:lnTo>
                  <a:cubicBezTo>
                    <a:pt x="3441" y="1204"/>
                    <a:pt x="3575" y="1410"/>
                    <a:pt x="3655" y="1533"/>
                  </a:cubicBezTo>
                  <a:cubicBezTo>
                    <a:pt x="3696" y="1594"/>
                    <a:pt x="3736" y="1655"/>
                    <a:pt x="3774" y="1709"/>
                  </a:cubicBezTo>
                  <a:cubicBezTo>
                    <a:pt x="3978" y="1988"/>
                    <a:pt x="4525" y="2851"/>
                    <a:pt x="4617" y="3127"/>
                  </a:cubicBezTo>
                  <a:cubicBezTo>
                    <a:pt x="4676" y="3306"/>
                    <a:pt x="4711" y="3893"/>
                    <a:pt x="4711" y="4737"/>
                  </a:cubicBezTo>
                  <a:lnTo>
                    <a:pt x="4711" y="5215"/>
                  </a:lnTo>
                  <a:lnTo>
                    <a:pt x="3421" y="6183"/>
                  </a:lnTo>
                  <a:lnTo>
                    <a:pt x="2685" y="5423"/>
                  </a:lnTo>
                  <a:cubicBezTo>
                    <a:pt x="2680" y="5417"/>
                    <a:pt x="2210" y="4887"/>
                    <a:pt x="1947" y="4529"/>
                  </a:cubicBezTo>
                  <a:cubicBezTo>
                    <a:pt x="1672" y="4153"/>
                    <a:pt x="760" y="3303"/>
                    <a:pt x="631" y="3200"/>
                  </a:cubicBezTo>
                  <a:cubicBezTo>
                    <a:pt x="617" y="3188"/>
                    <a:pt x="598" y="3174"/>
                    <a:pt x="577" y="3157"/>
                  </a:cubicBezTo>
                  <a:cubicBezTo>
                    <a:pt x="433" y="3047"/>
                    <a:pt x="164" y="2844"/>
                    <a:pt x="145" y="2637"/>
                  </a:cubicBezTo>
                  <a:cubicBezTo>
                    <a:pt x="140" y="2587"/>
                    <a:pt x="147" y="2550"/>
                    <a:pt x="163" y="2543"/>
                  </a:cubicBezTo>
                  <a:cubicBezTo>
                    <a:pt x="168" y="2541"/>
                    <a:pt x="175" y="2540"/>
                    <a:pt x="183" y="2540"/>
                  </a:cubicBezTo>
                  <a:cubicBezTo>
                    <a:pt x="236" y="2540"/>
                    <a:pt x="354" y="2589"/>
                    <a:pt x="521" y="2741"/>
                  </a:cubicBezTo>
                  <a:cubicBezTo>
                    <a:pt x="795" y="2988"/>
                    <a:pt x="1226" y="3182"/>
                    <a:pt x="1245" y="3190"/>
                  </a:cubicBezTo>
                  <a:cubicBezTo>
                    <a:pt x="1254" y="3194"/>
                    <a:pt x="1263" y="3196"/>
                    <a:pt x="1272" y="3196"/>
                  </a:cubicBezTo>
                  <a:cubicBezTo>
                    <a:pt x="1292" y="3196"/>
                    <a:pt x="1311" y="3188"/>
                    <a:pt x="1323" y="3172"/>
                  </a:cubicBezTo>
                  <a:cubicBezTo>
                    <a:pt x="1342" y="3149"/>
                    <a:pt x="1344" y="3116"/>
                    <a:pt x="1326" y="3091"/>
                  </a:cubicBezTo>
                  <a:lnTo>
                    <a:pt x="965" y="2585"/>
                  </a:lnTo>
                  <a:cubicBezTo>
                    <a:pt x="811" y="2324"/>
                    <a:pt x="643" y="2031"/>
                    <a:pt x="629" y="1988"/>
                  </a:cubicBezTo>
                  <a:cubicBezTo>
                    <a:pt x="624" y="1974"/>
                    <a:pt x="606" y="1938"/>
                    <a:pt x="580" y="1887"/>
                  </a:cubicBezTo>
                  <a:cubicBezTo>
                    <a:pt x="495" y="1719"/>
                    <a:pt x="268" y="1273"/>
                    <a:pt x="337" y="1083"/>
                  </a:cubicBezTo>
                  <a:cubicBezTo>
                    <a:pt x="338" y="1080"/>
                    <a:pt x="339" y="1076"/>
                    <a:pt x="340" y="1074"/>
                  </a:cubicBezTo>
                  <a:cubicBezTo>
                    <a:pt x="423" y="1108"/>
                    <a:pt x="618" y="1431"/>
                    <a:pt x="693" y="1557"/>
                  </a:cubicBezTo>
                  <a:cubicBezTo>
                    <a:pt x="743" y="1638"/>
                    <a:pt x="782" y="1703"/>
                    <a:pt x="806" y="1735"/>
                  </a:cubicBezTo>
                  <a:cubicBezTo>
                    <a:pt x="905" y="1857"/>
                    <a:pt x="1678" y="2678"/>
                    <a:pt x="1710" y="2712"/>
                  </a:cubicBezTo>
                  <a:cubicBezTo>
                    <a:pt x="1724" y="2727"/>
                    <a:pt x="1741" y="2734"/>
                    <a:pt x="1759" y="2734"/>
                  </a:cubicBezTo>
                  <a:cubicBezTo>
                    <a:pt x="1772" y="2734"/>
                    <a:pt x="1786" y="2729"/>
                    <a:pt x="1798" y="2721"/>
                  </a:cubicBezTo>
                  <a:cubicBezTo>
                    <a:pt x="1825" y="2702"/>
                    <a:pt x="1833" y="2665"/>
                    <a:pt x="1818" y="2636"/>
                  </a:cubicBezTo>
                  <a:cubicBezTo>
                    <a:pt x="1812" y="2626"/>
                    <a:pt x="1281" y="1635"/>
                    <a:pt x="1042" y="1012"/>
                  </a:cubicBezTo>
                  <a:cubicBezTo>
                    <a:pt x="980" y="851"/>
                    <a:pt x="928" y="727"/>
                    <a:pt x="887" y="628"/>
                  </a:cubicBezTo>
                  <a:cubicBezTo>
                    <a:pt x="759" y="326"/>
                    <a:pt x="761" y="315"/>
                    <a:pt x="828" y="260"/>
                  </a:cubicBezTo>
                  <a:lnTo>
                    <a:pt x="830" y="260"/>
                  </a:lnTo>
                  <a:cubicBezTo>
                    <a:pt x="922" y="260"/>
                    <a:pt x="1181" y="704"/>
                    <a:pt x="1307" y="919"/>
                  </a:cubicBezTo>
                  <a:cubicBezTo>
                    <a:pt x="1342" y="980"/>
                    <a:pt x="1378" y="1041"/>
                    <a:pt x="1410" y="1095"/>
                  </a:cubicBezTo>
                  <a:cubicBezTo>
                    <a:pt x="1630" y="1462"/>
                    <a:pt x="2361" y="2264"/>
                    <a:pt x="2392" y="2298"/>
                  </a:cubicBezTo>
                  <a:cubicBezTo>
                    <a:pt x="2405" y="2313"/>
                    <a:pt x="2422" y="2320"/>
                    <a:pt x="2440" y="2320"/>
                  </a:cubicBezTo>
                  <a:cubicBezTo>
                    <a:pt x="2453" y="2320"/>
                    <a:pt x="2466" y="2316"/>
                    <a:pt x="2477" y="2309"/>
                  </a:cubicBezTo>
                  <a:cubicBezTo>
                    <a:pt x="2505" y="2291"/>
                    <a:pt x="2515" y="2256"/>
                    <a:pt x="2501" y="2226"/>
                  </a:cubicBezTo>
                  <a:cubicBezTo>
                    <a:pt x="2271" y="1733"/>
                    <a:pt x="1667" y="424"/>
                    <a:pt x="1629" y="288"/>
                  </a:cubicBezTo>
                  <a:cubicBezTo>
                    <a:pt x="1607" y="214"/>
                    <a:pt x="1644" y="156"/>
                    <a:pt x="1678" y="139"/>
                  </a:cubicBezTo>
                  <a:cubicBezTo>
                    <a:pt x="1686" y="135"/>
                    <a:pt x="1692" y="133"/>
                    <a:pt x="1699" y="133"/>
                  </a:cubicBezTo>
                  <a:close/>
                  <a:moveTo>
                    <a:pt x="1698" y="0"/>
                  </a:moveTo>
                  <a:cubicBezTo>
                    <a:pt x="1671" y="0"/>
                    <a:pt x="1643" y="7"/>
                    <a:pt x="1617" y="21"/>
                  </a:cubicBezTo>
                  <a:cubicBezTo>
                    <a:pt x="1532" y="65"/>
                    <a:pt x="1461" y="186"/>
                    <a:pt x="1500" y="325"/>
                  </a:cubicBezTo>
                  <a:cubicBezTo>
                    <a:pt x="1535" y="447"/>
                    <a:pt x="1941" y="1333"/>
                    <a:pt x="2189" y="1871"/>
                  </a:cubicBezTo>
                  <a:cubicBezTo>
                    <a:pt x="1955" y="1601"/>
                    <a:pt x="1649" y="1235"/>
                    <a:pt x="1523" y="1026"/>
                  </a:cubicBezTo>
                  <a:cubicBezTo>
                    <a:pt x="1491" y="973"/>
                    <a:pt x="1457" y="914"/>
                    <a:pt x="1422" y="851"/>
                  </a:cubicBezTo>
                  <a:cubicBezTo>
                    <a:pt x="1177" y="433"/>
                    <a:pt x="1005" y="156"/>
                    <a:pt x="853" y="129"/>
                  </a:cubicBezTo>
                  <a:cubicBezTo>
                    <a:pt x="844" y="127"/>
                    <a:pt x="836" y="126"/>
                    <a:pt x="828" y="126"/>
                  </a:cubicBezTo>
                  <a:cubicBezTo>
                    <a:pt x="797" y="126"/>
                    <a:pt x="768" y="137"/>
                    <a:pt x="743" y="158"/>
                  </a:cubicBezTo>
                  <a:cubicBezTo>
                    <a:pt x="596" y="280"/>
                    <a:pt x="638" y="381"/>
                    <a:pt x="764" y="680"/>
                  </a:cubicBezTo>
                  <a:cubicBezTo>
                    <a:pt x="805" y="778"/>
                    <a:pt x="857" y="901"/>
                    <a:pt x="918" y="1061"/>
                  </a:cubicBezTo>
                  <a:cubicBezTo>
                    <a:pt x="1060" y="1429"/>
                    <a:pt x="1301" y="1922"/>
                    <a:pt x="1478" y="2271"/>
                  </a:cubicBezTo>
                  <a:cubicBezTo>
                    <a:pt x="1245" y="2023"/>
                    <a:pt x="964" y="1720"/>
                    <a:pt x="911" y="1652"/>
                  </a:cubicBezTo>
                  <a:cubicBezTo>
                    <a:pt x="890" y="1628"/>
                    <a:pt x="849" y="1560"/>
                    <a:pt x="806" y="1488"/>
                  </a:cubicBezTo>
                  <a:cubicBezTo>
                    <a:pt x="583" y="1117"/>
                    <a:pt x="453" y="939"/>
                    <a:pt x="331" y="939"/>
                  </a:cubicBezTo>
                  <a:cubicBezTo>
                    <a:pt x="328" y="939"/>
                    <a:pt x="325" y="939"/>
                    <a:pt x="321" y="939"/>
                  </a:cubicBezTo>
                  <a:cubicBezTo>
                    <a:pt x="293" y="942"/>
                    <a:pt x="241" y="959"/>
                    <a:pt x="211" y="1038"/>
                  </a:cubicBezTo>
                  <a:cubicBezTo>
                    <a:pt x="123" y="1282"/>
                    <a:pt x="352" y="1732"/>
                    <a:pt x="462" y="1947"/>
                  </a:cubicBezTo>
                  <a:cubicBezTo>
                    <a:pt x="483" y="1988"/>
                    <a:pt x="499" y="2018"/>
                    <a:pt x="504" y="2031"/>
                  </a:cubicBezTo>
                  <a:cubicBezTo>
                    <a:pt x="528" y="2107"/>
                    <a:pt x="796" y="2562"/>
                    <a:pt x="853" y="2657"/>
                  </a:cubicBezTo>
                  <a:lnTo>
                    <a:pt x="1061" y="2949"/>
                  </a:lnTo>
                  <a:cubicBezTo>
                    <a:pt x="920" y="2871"/>
                    <a:pt x="743" y="2762"/>
                    <a:pt x="611" y="2643"/>
                  </a:cubicBezTo>
                  <a:cubicBezTo>
                    <a:pt x="506" y="2548"/>
                    <a:pt x="326" y="2406"/>
                    <a:pt x="183" y="2406"/>
                  </a:cubicBezTo>
                  <a:cubicBezTo>
                    <a:pt x="155" y="2406"/>
                    <a:pt x="128" y="2412"/>
                    <a:pt x="104" y="2424"/>
                  </a:cubicBezTo>
                  <a:cubicBezTo>
                    <a:pt x="55" y="2449"/>
                    <a:pt x="1" y="2507"/>
                    <a:pt x="13" y="2650"/>
                  </a:cubicBezTo>
                  <a:cubicBezTo>
                    <a:pt x="37" y="2914"/>
                    <a:pt x="336" y="3141"/>
                    <a:pt x="496" y="3263"/>
                  </a:cubicBezTo>
                  <a:cubicBezTo>
                    <a:pt x="517" y="3278"/>
                    <a:pt x="534" y="3292"/>
                    <a:pt x="549" y="3304"/>
                  </a:cubicBezTo>
                  <a:cubicBezTo>
                    <a:pt x="670" y="3401"/>
                    <a:pt x="1577" y="4249"/>
                    <a:pt x="1840" y="4608"/>
                  </a:cubicBezTo>
                  <a:cubicBezTo>
                    <a:pt x="2107" y="4971"/>
                    <a:pt x="2581" y="5506"/>
                    <a:pt x="2587" y="5513"/>
                  </a:cubicBezTo>
                  <a:lnTo>
                    <a:pt x="3367" y="6316"/>
                  </a:lnTo>
                  <a:cubicBezTo>
                    <a:pt x="3380" y="6329"/>
                    <a:pt x="3396" y="6336"/>
                    <a:pt x="3414" y="6336"/>
                  </a:cubicBezTo>
                  <a:cubicBezTo>
                    <a:pt x="3428" y="6336"/>
                    <a:pt x="3442" y="6332"/>
                    <a:pt x="3454" y="6323"/>
                  </a:cubicBezTo>
                  <a:lnTo>
                    <a:pt x="4817" y="5301"/>
                  </a:lnTo>
                  <a:cubicBezTo>
                    <a:pt x="4834" y="5288"/>
                    <a:pt x="4843" y="5268"/>
                    <a:pt x="4843" y="5248"/>
                  </a:cubicBezTo>
                  <a:lnTo>
                    <a:pt x="4843" y="4737"/>
                  </a:lnTo>
                  <a:cubicBezTo>
                    <a:pt x="4843" y="4233"/>
                    <a:pt x="4830" y="3348"/>
                    <a:pt x="4743" y="3084"/>
                  </a:cubicBezTo>
                  <a:cubicBezTo>
                    <a:pt x="4643" y="2785"/>
                    <a:pt x="4082" y="1906"/>
                    <a:pt x="3881" y="1630"/>
                  </a:cubicBezTo>
                  <a:cubicBezTo>
                    <a:pt x="3844" y="1579"/>
                    <a:pt x="3806" y="1520"/>
                    <a:pt x="3767" y="1460"/>
                  </a:cubicBezTo>
                  <a:cubicBezTo>
                    <a:pt x="3631" y="1252"/>
                    <a:pt x="3515" y="1071"/>
                    <a:pt x="3377" y="1071"/>
                  </a:cubicBezTo>
                  <a:cubicBezTo>
                    <a:pt x="3374" y="1071"/>
                    <a:pt x="3371" y="1071"/>
                    <a:pt x="3368" y="1071"/>
                  </a:cubicBezTo>
                  <a:cubicBezTo>
                    <a:pt x="3304" y="1075"/>
                    <a:pt x="3250" y="1119"/>
                    <a:pt x="3208" y="1202"/>
                  </a:cubicBezTo>
                  <a:cubicBezTo>
                    <a:pt x="3043" y="1533"/>
                    <a:pt x="3142" y="1709"/>
                    <a:pt x="3287" y="1904"/>
                  </a:cubicBezTo>
                  <a:cubicBezTo>
                    <a:pt x="3361" y="2001"/>
                    <a:pt x="3480" y="2229"/>
                    <a:pt x="3578" y="2426"/>
                  </a:cubicBezTo>
                  <a:cubicBezTo>
                    <a:pt x="3242" y="2095"/>
                    <a:pt x="2873" y="1721"/>
                    <a:pt x="2840" y="1664"/>
                  </a:cubicBezTo>
                  <a:cubicBezTo>
                    <a:pt x="2789" y="1561"/>
                    <a:pt x="1936" y="196"/>
                    <a:pt x="1835" y="71"/>
                  </a:cubicBezTo>
                  <a:cubicBezTo>
                    <a:pt x="1798" y="25"/>
                    <a:pt x="1749"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g332bf0ce26c_1_0"/>
            <p:cNvSpPr/>
            <p:nvPr/>
          </p:nvSpPr>
          <p:spPr>
            <a:xfrm>
              <a:off x="9282889" y="3413658"/>
              <a:ext cx="229805" cy="196866"/>
            </a:xfrm>
            <a:custGeom>
              <a:rect b="b" l="l" r="r" t="t"/>
              <a:pathLst>
                <a:path extrusionOk="0" h="5391" w="6293">
                  <a:moveTo>
                    <a:pt x="3708" y="0"/>
                  </a:moveTo>
                  <a:cubicBezTo>
                    <a:pt x="3693" y="0"/>
                    <a:pt x="3678" y="4"/>
                    <a:pt x="3661" y="13"/>
                  </a:cubicBezTo>
                  <a:cubicBezTo>
                    <a:pt x="3444" y="129"/>
                    <a:pt x="3325" y="379"/>
                    <a:pt x="3395" y="678"/>
                  </a:cubicBezTo>
                  <a:cubicBezTo>
                    <a:pt x="3465" y="979"/>
                    <a:pt x="3921" y="1638"/>
                    <a:pt x="3921" y="1638"/>
                  </a:cubicBezTo>
                  <a:lnTo>
                    <a:pt x="2529" y="1059"/>
                  </a:lnTo>
                  <a:cubicBezTo>
                    <a:pt x="2529" y="1059"/>
                    <a:pt x="947" y="472"/>
                    <a:pt x="801" y="423"/>
                  </a:cubicBezTo>
                  <a:cubicBezTo>
                    <a:pt x="766" y="411"/>
                    <a:pt x="730" y="405"/>
                    <a:pt x="695" y="405"/>
                  </a:cubicBezTo>
                  <a:cubicBezTo>
                    <a:pt x="585" y="405"/>
                    <a:pt x="491" y="464"/>
                    <a:pt x="518" y="579"/>
                  </a:cubicBezTo>
                  <a:cubicBezTo>
                    <a:pt x="552" y="729"/>
                    <a:pt x="741" y="781"/>
                    <a:pt x="886" y="851"/>
                  </a:cubicBezTo>
                  <a:cubicBezTo>
                    <a:pt x="1031" y="922"/>
                    <a:pt x="2147" y="1507"/>
                    <a:pt x="2147" y="1507"/>
                  </a:cubicBezTo>
                  <a:cubicBezTo>
                    <a:pt x="2147" y="1507"/>
                    <a:pt x="537" y="1046"/>
                    <a:pt x="370" y="995"/>
                  </a:cubicBezTo>
                  <a:cubicBezTo>
                    <a:pt x="265" y="963"/>
                    <a:pt x="161" y="915"/>
                    <a:pt x="96" y="915"/>
                  </a:cubicBezTo>
                  <a:cubicBezTo>
                    <a:pt x="58" y="915"/>
                    <a:pt x="34" y="932"/>
                    <a:pt x="32" y="979"/>
                  </a:cubicBezTo>
                  <a:cubicBezTo>
                    <a:pt x="26" y="1105"/>
                    <a:pt x="61" y="1234"/>
                    <a:pt x="391" y="1420"/>
                  </a:cubicBezTo>
                  <a:cubicBezTo>
                    <a:pt x="721" y="1607"/>
                    <a:pt x="2023" y="2286"/>
                    <a:pt x="2023" y="2286"/>
                  </a:cubicBezTo>
                  <a:cubicBezTo>
                    <a:pt x="2023" y="2286"/>
                    <a:pt x="1352" y="2146"/>
                    <a:pt x="659" y="2027"/>
                  </a:cubicBezTo>
                  <a:cubicBezTo>
                    <a:pt x="460" y="1993"/>
                    <a:pt x="323" y="1978"/>
                    <a:pt x="231" y="1978"/>
                  </a:cubicBezTo>
                  <a:cubicBezTo>
                    <a:pt x="0" y="1978"/>
                    <a:pt x="50" y="2073"/>
                    <a:pt x="119" y="2213"/>
                  </a:cubicBezTo>
                  <a:cubicBezTo>
                    <a:pt x="215" y="2408"/>
                    <a:pt x="1928" y="2917"/>
                    <a:pt x="1928" y="2917"/>
                  </a:cubicBezTo>
                  <a:cubicBezTo>
                    <a:pt x="1928" y="2917"/>
                    <a:pt x="798" y="3051"/>
                    <a:pt x="585" y="3083"/>
                  </a:cubicBezTo>
                  <a:cubicBezTo>
                    <a:pt x="371" y="3115"/>
                    <a:pt x="381" y="3348"/>
                    <a:pt x="527" y="3398"/>
                  </a:cubicBezTo>
                  <a:cubicBezTo>
                    <a:pt x="673" y="3448"/>
                    <a:pt x="1667" y="3497"/>
                    <a:pt x="1791" y="3546"/>
                  </a:cubicBezTo>
                  <a:cubicBezTo>
                    <a:pt x="1916" y="3594"/>
                    <a:pt x="2533" y="3985"/>
                    <a:pt x="3094" y="4225"/>
                  </a:cubicBezTo>
                  <a:cubicBezTo>
                    <a:pt x="3654" y="4464"/>
                    <a:pt x="4364" y="4669"/>
                    <a:pt x="4512" y="4677"/>
                  </a:cubicBezTo>
                  <a:cubicBezTo>
                    <a:pt x="4660" y="4684"/>
                    <a:pt x="5289" y="5390"/>
                    <a:pt x="5289" y="5390"/>
                  </a:cubicBezTo>
                  <a:lnTo>
                    <a:pt x="6293" y="3671"/>
                  </a:lnTo>
                  <a:lnTo>
                    <a:pt x="5504" y="3072"/>
                  </a:lnTo>
                  <a:cubicBezTo>
                    <a:pt x="5504" y="3072"/>
                    <a:pt x="5252" y="2148"/>
                    <a:pt x="5053" y="1884"/>
                  </a:cubicBezTo>
                  <a:cubicBezTo>
                    <a:pt x="4854" y="1620"/>
                    <a:pt x="4261" y="1167"/>
                    <a:pt x="4106" y="883"/>
                  </a:cubicBezTo>
                  <a:cubicBezTo>
                    <a:pt x="3962" y="621"/>
                    <a:pt x="3890" y="0"/>
                    <a:pt x="370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g332bf0ce26c_1_0"/>
            <p:cNvSpPr/>
            <p:nvPr/>
          </p:nvSpPr>
          <p:spPr>
            <a:xfrm>
              <a:off x="9281319" y="3411248"/>
              <a:ext cx="234077" cy="201686"/>
            </a:xfrm>
            <a:custGeom>
              <a:rect b="b" l="l" r="r" t="t"/>
              <a:pathLst>
                <a:path extrusionOk="0" h="5523" w="6410">
                  <a:moveTo>
                    <a:pt x="3751" y="132"/>
                  </a:moveTo>
                  <a:cubicBezTo>
                    <a:pt x="3754" y="132"/>
                    <a:pt x="3756" y="133"/>
                    <a:pt x="3758" y="134"/>
                  </a:cubicBezTo>
                  <a:cubicBezTo>
                    <a:pt x="3824" y="162"/>
                    <a:pt x="3893" y="397"/>
                    <a:pt x="3943" y="570"/>
                  </a:cubicBezTo>
                  <a:cubicBezTo>
                    <a:pt x="3987" y="720"/>
                    <a:pt x="4033" y="875"/>
                    <a:pt x="4091" y="981"/>
                  </a:cubicBezTo>
                  <a:cubicBezTo>
                    <a:pt x="4185" y="1152"/>
                    <a:pt x="4418" y="1371"/>
                    <a:pt x="4643" y="1582"/>
                  </a:cubicBezTo>
                  <a:cubicBezTo>
                    <a:pt x="4806" y="1736"/>
                    <a:pt x="4961" y="1881"/>
                    <a:pt x="5043" y="1990"/>
                  </a:cubicBezTo>
                  <a:cubicBezTo>
                    <a:pt x="5232" y="2241"/>
                    <a:pt x="5479" y="3146"/>
                    <a:pt x="5481" y="3155"/>
                  </a:cubicBezTo>
                  <a:cubicBezTo>
                    <a:pt x="5485" y="3169"/>
                    <a:pt x="5493" y="3181"/>
                    <a:pt x="5505" y="3191"/>
                  </a:cubicBezTo>
                  <a:lnTo>
                    <a:pt x="6248" y="3754"/>
                  </a:lnTo>
                  <a:lnTo>
                    <a:pt x="5321" y="5343"/>
                  </a:lnTo>
                  <a:cubicBezTo>
                    <a:pt x="5102" y="5103"/>
                    <a:pt x="4702" y="4683"/>
                    <a:pt x="4559" y="4676"/>
                  </a:cubicBezTo>
                  <a:cubicBezTo>
                    <a:pt x="4425" y="4668"/>
                    <a:pt x="3728" y="4472"/>
                    <a:pt x="3163" y="4230"/>
                  </a:cubicBezTo>
                  <a:cubicBezTo>
                    <a:pt x="2801" y="4075"/>
                    <a:pt x="2410" y="3853"/>
                    <a:pt x="2152" y="3708"/>
                  </a:cubicBezTo>
                  <a:cubicBezTo>
                    <a:pt x="2004" y="3624"/>
                    <a:pt x="1906" y="3568"/>
                    <a:pt x="1859" y="3549"/>
                  </a:cubicBezTo>
                  <a:cubicBezTo>
                    <a:pt x="1791" y="3523"/>
                    <a:pt x="1569" y="3503"/>
                    <a:pt x="1212" y="3471"/>
                  </a:cubicBezTo>
                  <a:cubicBezTo>
                    <a:pt x="951" y="3449"/>
                    <a:pt x="656" y="3424"/>
                    <a:pt x="590" y="3401"/>
                  </a:cubicBezTo>
                  <a:cubicBezTo>
                    <a:pt x="544" y="3386"/>
                    <a:pt x="527" y="3341"/>
                    <a:pt x="530" y="3306"/>
                  </a:cubicBezTo>
                  <a:cubicBezTo>
                    <a:pt x="535" y="3257"/>
                    <a:pt x="574" y="3224"/>
                    <a:pt x="638" y="3214"/>
                  </a:cubicBezTo>
                  <a:cubicBezTo>
                    <a:pt x="847" y="3184"/>
                    <a:pt x="1968" y="3050"/>
                    <a:pt x="1979" y="3049"/>
                  </a:cubicBezTo>
                  <a:cubicBezTo>
                    <a:pt x="2010" y="3044"/>
                    <a:pt x="2035" y="3019"/>
                    <a:pt x="2037" y="2988"/>
                  </a:cubicBezTo>
                  <a:cubicBezTo>
                    <a:pt x="2040" y="2957"/>
                    <a:pt x="2021" y="2927"/>
                    <a:pt x="1990" y="2919"/>
                  </a:cubicBezTo>
                  <a:cubicBezTo>
                    <a:pt x="1171" y="2676"/>
                    <a:pt x="286" y="2359"/>
                    <a:pt x="219" y="2244"/>
                  </a:cubicBezTo>
                  <a:cubicBezTo>
                    <a:pt x="199" y="2203"/>
                    <a:pt x="167" y="2139"/>
                    <a:pt x="168" y="2125"/>
                  </a:cubicBezTo>
                  <a:cubicBezTo>
                    <a:pt x="176" y="2119"/>
                    <a:pt x="199" y="2109"/>
                    <a:pt x="266" y="2109"/>
                  </a:cubicBezTo>
                  <a:cubicBezTo>
                    <a:pt x="341" y="2109"/>
                    <a:pt x="469" y="2120"/>
                    <a:pt x="690" y="2158"/>
                  </a:cubicBezTo>
                  <a:cubicBezTo>
                    <a:pt x="1375" y="2276"/>
                    <a:pt x="2046" y="2415"/>
                    <a:pt x="2053" y="2416"/>
                  </a:cubicBezTo>
                  <a:cubicBezTo>
                    <a:pt x="2057" y="2417"/>
                    <a:pt x="2062" y="2417"/>
                    <a:pt x="2067" y="2417"/>
                  </a:cubicBezTo>
                  <a:cubicBezTo>
                    <a:pt x="2094" y="2417"/>
                    <a:pt x="2119" y="2400"/>
                    <a:pt x="2129" y="2373"/>
                  </a:cubicBezTo>
                  <a:cubicBezTo>
                    <a:pt x="2139" y="2342"/>
                    <a:pt x="2126" y="2307"/>
                    <a:pt x="2097" y="2293"/>
                  </a:cubicBezTo>
                  <a:cubicBezTo>
                    <a:pt x="2084" y="2286"/>
                    <a:pt x="792" y="1611"/>
                    <a:pt x="467" y="1428"/>
                  </a:cubicBezTo>
                  <a:cubicBezTo>
                    <a:pt x="131" y="1240"/>
                    <a:pt x="137" y="1124"/>
                    <a:pt x="133" y="1048"/>
                  </a:cubicBezTo>
                  <a:cubicBezTo>
                    <a:pt x="135" y="1047"/>
                    <a:pt x="138" y="1047"/>
                    <a:pt x="141" y="1047"/>
                  </a:cubicBezTo>
                  <a:cubicBezTo>
                    <a:pt x="171" y="1047"/>
                    <a:pt x="240" y="1071"/>
                    <a:pt x="288" y="1088"/>
                  </a:cubicBezTo>
                  <a:cubicBezTo>
                    <a:pt x="322" y="1101"/>
                    <a:pt x="357" y="1114"/>
                    <a:pt x="394" y="1125"/>
                  </a:cubicBezTo>
                  <a:cubicBezTo>
                    <a:pt x="560" y="1175"/>
                    <a:pt x="2105" y="1618"/>
                    <a:pt x="2171" y="1636"/>
                  </a:cubicBezTo>
                  <a:cubicBezTo>
                    <a:pt x="2177" y="1638"/>
                    <a:pt x="2184" y="1639"/>
                    <a:pt x="2190" y="1639"/>
                  </a:cubicBezTo>
                  <a:cubicBezTo>
                    <a:pt x="2216" y="1639"/>
                    <a:pt x="2241" y="1623"/>
                    <a:pt x="2252" y="1597"/>
                  </a:cubicBezTo>
                  <a:cubicBezTo>
                    <a:pt x="2263" y="1566"/>
                    <a:pt x="2250" y="1530"/>
                    <a:pt x="2221" y="1514"/>
                  </a:cubicBezTo>
                  <a:cubicBezTo>
                    <a:pt x="2175" y="1491"/>
                    <a:pt x="1102" y="927"/>
                    <a:pt x="958" y="858"/>
                  </a:cubicBezTo>
                  <a:cubicBezTo>
                    <a:pt x="930" y="843"/>
                    <a:pt x="900" y="830"/>
                    <a:pt x="871" y="817"/>
                  </a:cubicBezTo>
                  <a:cubicBezTo>
                    <a:pt x="755" y="767"/>
                    <a:pt x="646" y="719"/>
                    <a:pt x="626" y="629"/>
                  </a:cubicBezTo>
                  <a:cubicBezTo>
                    <a:pt x="616" y="593"/>
                    <a:pt x="629" y="576"/>
                    <a:pt x="640" y="567"/>
                  </a:cubicBezTo>
                  <a:cubicBezTo>
                    <a:pt x="661" y="548"/>
                    <a:pt x="698" y="538"/>
                    <a:pt x="738" y="538"/>
                  </a:cubicBezTo>
                  <a:cubicBezTo>
                    <a:pt x="766" y="538"/>
                    <a:pt x="795" y="542"/>
                    <a:pt x="822" y="551"/>
                  </a:cubicBezTo>
                  <a:cubicBezTo>
                    <a:pt x="965" y="601"/>
                    <a:pt x="2533" y="1182"/>
                    <a:pt x="2546" y="1187"/>
                  </a:cubicBezTo>
                  <a:lnTo>
                    <a:pt x="3939" y="1764"/>
                  </a:lnTo>
                  <a:cubicBezTo>
                    <a:pt x="3947" y="1768"/>
                    <a:pt x="3955" y="1769"/>
                    <a:pt x="3964" y="1769"/>
                  </a:cubicBezTo>
                  <a:cubicBezTo>
                    <a:pt x="3983" y="1769"/>
                    <a:pt x="4002" y="1761"/>
                    <a:pt x="4016" y="1745"/>
                  </a:cubicBezTo>
                  <a:cubicBezTo>
                    <a:pt x="4033" y="1721"/>
                    <a:pt x="4035" y="1689"/>
                    <a:pt x="4018" y="1666"/>
                  </a:cubicBezTo>
                  <a:cubicBezTo>
                    <a:pt x="4013" y="1659"/>
                    <a:pt x="3570" y="1014"/>
                    <a:pt x="3503" y="729"/>
                  </a:cubicBezTo>
                  <a:cubicBezTo>
                    <a:pt x="3443" y="473"/>
                    <a:pt x="3533" y="246"/>
                    <a:pt x="3736" y="137"/>
                  </a:cubicBezTo>
                  <a:cubicBezTo>
                    <a:pt x="3743" y="133"/>
                    <a:pt x="3748" y="132"/>
                    <a:pt x="3751" y="132"/>
                  </a:cubicBezTo>
                  <a:close/>
                  <a:moveTo>
                    <a:pt x="3752" y="0"/>
                  </a:moveTo>
                  <a:cubicBezTo>
                    <a:pt x="3729" y="0"/>
                    <a:pt x="3702" y="6"/>
                    <a:pt x="3674" y="21"/>
                  </a:cubicBezTo>
                  <a:cubicBezTo>
                    <a:pt x="3418" y="157"/>
                    <a:pt x="3301" y="447"/>
                    <a:pt x="3374" y="759"/>
                  </a:cubicBezTo>
                  <a:cubicBezTo>
                    <a:pt x="3423" y="970"/>
                    <a:pt x="3645" y="1337"/>
                    <a:pt x="3787" y="1558"/>
                  </a:cubicBezTo>
                  <a:lnTo>
                    <a:pt x="2595" y="1064"/>
                  </a:lnTo>
                  <a:cubicBezTo>
                    <a:pt x="2531" y="1040"/>
                    <a:pt x="1010" y="475"/>
                    <a:pt x="865" y="426"/>
                  </a:cubicBezTo>
                  <a:cubicBezTo>
                    <a:pt x="823" y="412"/>
                    <a:pt x="780" y="405"/>
                    <a:pt x="739" y="405"/>
                  </a:cubicBezTo>
                  <a:cubicBezTo>
                    <a:pt x="665" y="405"/>
                    <a:pt x="596" y="427"/>
                    <a:pt x="550" y="468"/>
                  </a:cubicBezTo>
                  <a:cubicBezTo>
                    <a:pt x="498" y="516"/>
                    <a:pt x="478" y="584"/>
                    <a:pt x="496" y="660"/>
                  </a:cubicBezTo>
                  <a:cubicBezTo>
                    <a:pt x="531" y="814"/>
                    <a:pt x="684" y="881"/>
                    <a:pt x="818" y="939"/>
                  </a:cubicBezTo>
                  <a:cubicBezTo>
                    <a:pt x="845" y="952"/>
                    <a:pt x="873" y="964"/>
                    <a:pt x="899" y="977"/>
                  </a:cubicBezTo>
                  <a:cubicBezTo>
                    <a:pt x="970" y="1011"/>
                    <a:pt x="1284" y="1175"/>
                    <a:pt x="1580" y="1329"/>
                  </a:cubicBezTo>
                  <a:cubicBezTo>
                    <a:pt x="1109" y="1194"/>
                    <a:pt x="528" y="1027"/>
                    <a:pt x="432" y="997"/>
                  </a:cubicBezTo>
                  <a:cubicBezTo>
                    <a:pt x="399" y="988"/>
                    <a:pt x="364" y="975"/>
                    <a:pt x="333" y="964"/>
                  </a:cubicBezTo>
                  <a:cubicBezTo>
                    <a:pt x="260" y="938"/>
                    <a:pt x="193" y="914"/>
                    <a:pt x="138" y="914"/>
                  </a:cubicBezTo>
                  <a:cubicBezTo>
                    <a:pt x="109" y="914"/>
                    <a:pt x="84" y="921"/>
                    <a:pt x="62" y="936"/>
                  </a:cubicBezTo>
                  <a:cubicBezTo>
                    <a:pt x="39" y="951"/>
                    <a:pt x="11" y="982"/>
                    <a:pt x="8" y="1041"/>
                  </a:cubicBezTo>
                  <a:cubicBezTo>
                    <a:pt x="0" y="1205"/>
                    <a:pt x="64" y="1353"/>
                    <a:pt x="401" y="1544"/>
                  </a:cubicBezTo>
                  <a:cubicBezTo>
                    <a:pt x="611" y="1662"/>
                    <a:pt x="1213" y="1979"/>
                    <a:pt x="1626" y="2196"/>
                  </a:cubicBezTo>
                  <a:cubicBezTo>
                    <a:pt x="1374" y="2146"/>
                    <a:pt x="1045" y="2085"/>
                    <a:pt x="712" y="2028"/>
                  </a:cubicBezTo>
                  <a:cubicBezTo>
                    <a:pt x="506" y="1992"/>
                    <a:pt x="367" y="1977"/>
                    <a:pt x="271" y="1977"/>
                  </a:cubicBezTo>
                  <a:cubicBezTo>
                    <a:pt x="146" y="1977"/>
                    <a:pt x="94" y="2003"/>
                    <a:pt x="63" y="2044"/>
                  </a:cubicBezTo>
                  <a:cubicBezTo>
                    <a:pt x="8" y="2118"/>
                    <a:pt x="53" y="2208"/>
                    <a:pt x="102" y="2307"/>
                  </a:cubicBezTo>
                  <a:cubicBezTo>
                    <a:pt x="186" y="2476"/>
                    <a:pt x="1098" y="2781"/>
                    <a:pt x="1651" y="2954"/>
                  </a:cubicBezTo>
                  <a:cubicBezTo>
                    <a:pt x="1299" y="2997"/>
                    <a:pt x="761" y="3062"/>
                    <a:pt x="618" y="3083"/>
                  </a:cubicBezTo>
                  <a:cubicBezTo>
                    <a:pt x="467" y="3106"/>
                    <a:pt x="406" y="3207"/>
                    <a:pt x="398" y="3294"/>
                  </a:cubicBezTo>
                  <a:cubicBezTo>
                    <a:pt x="388" y="3398"/>
                    <a:pt x="451" y="3494"/>
                    <a:pt x="548" y="3527"/>
                  </a:cubicBezTo>
                  <a:cubicBezTo>
                    <a:pt x="624" y="3553"/>
                    <a:pt x="845" y="3573"/>
                    <a:pt x="1200" y="3604"/>
                  </a:cubicBezTo>
                  <a:cubicBezTo>
                    <a:pt x="1448" y="3626"/>
                    <a:pt x="1756" y="3652"/>
                    <a:pt x="1810" y="3673"/>
                  </a:cubicBezTo>
                  <a:cubicBezTo>
                    <a:pt x="1849" y="3689"/>
                    <a:pt x="1955" y="3748"/>
                    <a:pt x="2087" y="3824"/>
                  </a:cubicBezTo>
                  <a:cubicBezTo>
                    <a:pt x="2347" y="3970"/>
                    <a:pt x="2741" y="4194"/>
                    <a:pt x="3110" y="4351"/>
                  </a:cubicBezTo>
                  <a:cubicBezTo>
                    <a:pt x="3663" y="4588"/>
                    <a:pt x="4389" y="4801"/>
                    <a:pt x="4550" y="4808"/>
                  </a:cubicBezTo>
                  <a:cubicBezTo>
                    <a:pt x="4634" y="4822"/>
                    <a:pt x="4995" y="5178"/>
                    <a:pt x="5283" y="5500"/>
                  </a:cubicBezTo>
                  <a:cubicBezTo>
                    <a:pt x="5296" y="5514"/>
                    <a:pt x="5313" y="5523"/>
                    <a:pt x="5332" y="5523"/>
                  </a:cubicBezTo>
                  <a:lnTo>
                    <a:pt x="5338" y="5523"/>
                  </a:lnTo>
                  <a:cubicBezTo>
                    <a:pt x="5360" y="5520"/>
                    <a:pt x="5379" y="5507"/>
                    <a:pt x="5389" y="5490"/>
                  </a:cubicBezTo>
                  <a:lnTo>
                    <a:pt x="6392" y="3770"/>
                  </a:lnTo>
                  <a:cubicBezTo>
                    <a:pt x="6409" y="3742"/>
                    <a:pt x="6402" y="3705"/>
                    <a:pt x="6375" y="3684"/>
                  </a:cubicBezTo>
                  <a:lnTo>
                    <a:pt x="5603" y="3098"/>
                  </a:lnTo>
                  <a:cubicBezTo>
                    <a:pt x="5563" y="2953"/>
                    <a:pt x="5338" y="2161"/>
                    <a:pt x="5149" y="1909"/>
                  </a:cubicBezTo>
                  <a:cubicBezTo>
                    <a:pt x="5060" y="1792"/>
                    <a:pt x="4902" y="1643"/>
                    <a:pt x="4734" y="1486"/>
                  </a:cubicBezTo>
                  <a:cubicBezTo>
                    <a:pt x="4527" y="1291"/>
                    <a:pt x="4291" y="1069"/>
                    <a:pt x="4207" y="917"/>
                  </a:cubicBezTo>
                  <a:cubicBezTo>
                    <a:pt x="4156" y="825"/>
                    <a:pt x="4113" y="677"/>
                    <a:pt x="4071" y="533"/>
                  </a:cubicBezTo>
                  <a:cubicBezTo>
                    <a:pt x="3997" y="281"/>
                    <a:pt x="3933" y="64"/>
                    <a:pt x="3809" y="12"/>
                  </a:cubicBezTo>
                  <a:cubicBezTo>
                    <a:pt x="3794" y="5"/>
                    <a:pt x="3775" y="0"/>
                    <a:pt x="37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g332bf0ce26c_1_0"/>
            <p:cNvSpPr/>
            <p:nvPr/>
          </p:nvSpPr>
          <p:spPr>
            <a:xfrm>
              <a:off x="9425414" y="3479607"/>
              <a:ext cx="32245" cy="65074"/>
            </a:xfrm>
            <a:custGeom>
              <a:rect b="b" l="l" r="r" t="t"/>
              <a:pathLst>
                <a:path extrusionOk="0" h="1782" w="883">
                  <a:moveTo>
                    <a:pt x="69" y="1"/>
                  </a:moveTo>
                  <a:cubicBezTo>
                    <a:pt x="68" y="1"/>
                    <a:pt x="66" y="1"/>
                    <a:pt x="65" y="1"/>
                  </a:cubicBezTo>
                  <a:cubicBezTo>
                    <a:pt x="28" y="3"/>
                    <a:pt x="1" y="35"/>
                    <a:pt x="3" y="72"/>
                  </a:cubicBezTo>
                  <a:cubicBezTo>
                    <a:pt x="10" y="183"/>
                    <a:pt x="80" y="1174"/>
                    <a:pt x="177" y="1394"/>
                  </a:cubicBezTo>
                  <a:cubicBezTo>
                    <a:pt x="278" y="1622"/>
                    <a:pt x="514" y="1766"/>
                    <a:pt x="811" y="1781"/>
                  </a:cubicBezTo>
                  <a:lnTo>
                    <a:pt x="815" y="1781"/>
                  </a:lnTo>
                  <a:cubicBezTo>
                    <a:pt x="850" y="1781"/>
                    <a:pt x="879" y="1753"/>
                    <a:pt x="881" y="1717"/>
                  </a:cubicBezTo>
                  <a:cubicBezTo>
                    <a:pt x="882" y="1681"/>
                    <a:pt x="854" y="1650"/>
                    <a:pt x="817" y="1648"/>
                  </a:cubicBezTo>
                  <a:cubicBezTo>
                    <a:pt x="572" y="1636"/>
                    <a:pt x="378" y="1521"/>
                    <a:pt x="299" y="1341"/>
                  </a:cubicBezTo>
                  <a:cubicBezTo>
                    <a:pt x="225" y="1172"/>
                    <a:pt x="156" y="360"/>
                    <a:pt x="136" y="62"/>
                  </a:cubicBezTo>
                  <a:cubicBezTo>
                    <a:pt x="134" y="27"/>
                    <a:pt x="104"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g332bf0ce26c_1_0"/>
            <p:cNvSpPr/>
            <p:nvPr/>
          </p:nvSpPr>
          <p:spPr>
            <a:xfrm>
              <a:off x="9363080" y="3468506"/>
              <a:ext cx="15410" cy="52403"/>
            </a:xfrm>
            <a:custGeom>
              <a:rect b="b" l="l" r="r" t="t"/>
              <a:pathLst>
                <a:path extrusionOk="0" h="1435" w="422">
                  <a:moveTo>
                    <a:pt x="351" y="1"/>
                  </a:moveTo>
                  <a:cubicBezTo>
                    <a:pt x="320" y="1"/>
                    <a:pt x="292" y="22"/>
                    <a:pt x="285" y="53"/>
                  </a:cubicBezTo>
                  <a:lnTo>
                    <a:pt x="9" y="1354"/>
                  </a:lnTo>
                  <a:cubicBezTo>
                    <a:pt x="1" y="1390"/>
                    <a:pt x="24" y="1425"/>
                    <a:pt x="60" y="1432"/>
                  </a:cubicBezTo>
                  <a:cubicBezTo>
                    <a:pt x="65" y="1433"/>
                    <a:pt x="69" y="1435"/>
                    <a:pt x="74" y="1435"/>
                  </a:cubicBezTo>
                  <a:cubicBezTo>
                    <a:pt x="105" y="1435"/>
                    <a:pt x="132" y="1412"/>
                    <a:pt x="139" y="1381"/>
                  </a:cubicBezTo>
                  <a:lnTo>
                    <a:pt x="415" y="81"/>
                  </a:lnTo>
                  <a:cubicBezTo>
                    <a:pt x="422" y="44"/>
                    <a:pt x="399" y="10"/>
                    <a:pt x="364" y="2"/>
                  </a:cubicBezTo>
                  <a:cubicBezTo>
                    <a:pt x="360" y="1"/>
                    <a:pt x="355"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g332bf0ce26c_1_0"/>
            <p:cNvSpPr/>
            <p:nvPr/>
          </p:nvSpPr>
          <p:spPr>
            <a:xfrm>
              <a:off x="10042326" y="4878666"/>
              <a:ext cx="230352" cy="146764"/>
            </a:xfrm>
            <a:custGeom>
              <a:rect b="b" l="l" r="r" t="t"/>
              <a:pathLst>
                <a:path extrusionOk="0" h="4019" w="6308">
                  <a:moveTo>
                    <a:pt x="5748" y="1"/>
                  </a:moveTo>
                  <a:lnTo>
                    <a:pt x="3189" y="198"/>
                  </a:lnTo>
                  <a:cubicBezTo>
                    <a:pt x="3189" y="198"/>
                    <a:pt x="2905" y="1119"/>
                    <a:pt x="2651" y="1474"/>
                  </a:cubicBezTo>
                  <a:cubicBezTo>
                    <a:pt x="2398" y="1830"/>
                    <a:pt x="1077" y="2947"/>
                    <a:pt x="519" y="3353"/>
                  </a:cubicBezTo>
                  <a:cubicBezTo>
                    <a:pt x="0" y="3729"/>
                    <a:pt x="835" y="4018"/>
                    <a:pt x="1647" y="4018"/>
                  </a:cubicBezTo>
                  <a:cubicBezTo>
                    <a:pt x="1712" y="4018"/>
                    <a:pt x="1776" y="4017"/>
                    <a:pt x="1839" y="4013"/>
                  </a:cubicBezTo>
                  <a:cubicBezTo>
                    <a:pt x="2702" y="3962"/>
                    <a:pt x="4530" y="3758"/>
                    <a:pt x="5343" y="3454"/>
                  </a:cubicBezTo>
                  <a:cubicBezTo>
                    <a:pt x="6155" y="3149"/>
                    <a:pt x="6308" y="2743"/>
                    <a:pt x="6257" y="2439"/>
                  </a:cubicBezTo>
                  <a:cubicBezTo>
                    <a:pt x="6206" y="2134"/>
                    <a:pt x="5748" y="1"/>
                    <a:pt x="574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g332bf0ce26c_1_0"/>
            <p:cNvSpPr/>
            <p:nvPr/>
          </p:nvSpPr>
          <p:spPr>
            <a:xfrm>
              <a:off x="10052368" y="4876255"/>
              <a:ext cx="222392" cy="151584"/>
            </a:xfrm>
            <a:custGeom>
              <a:rect b="b" l="l" r="r" t="t"/>
              <a:pathLst>
                <a:path extrusionOk="0" h="4151" w="6090">
                  <a:moveTo>
                    <a:pt x="5421" y="138"/>
                  </a:moveTo>
                  <a:cubicBezTo>
                    <a:pt x="5493" y="479"/>
                    <a:pt x="5871" y="2244"/>
                    <a:pt x="5916" y="2516"/>
                  </a:cubicBezTo>
                  <a:cubicBezTo>
                    <a:pt x="5979" y="2890"/>
                    <a:pt x="5669" y="3225"/>
                    <a:pt x="5044" y="3459"/>
                  </a:cubicBezTo>
                  <a:cubicBezTo>
                    <a:pt x="4210" y="3771"/>
                    <a:pt x="2336" y="3966"/>
                    <a:pt x="1560" y="4013"/>
                  </a:cubicBezTo>
                  <a:cubicBezTo>
                    <a:pt x="1499" y="4016"/>
                    <a:pt x="1438" y="4018"/>
                    <a:pt x="1378" y="4018"/>
                  </a:cubicBezTo>
                  <a:cubicBezTo>
                    <a:pt x="797" y="4018"/>
                    <a:pt x="222" y="3865"/>
                    <a:pt x="155" y="3679"/>
                  </a:cubicBezTo>
                  <a:cubicBezTo>
                    <a:pt x="129" y="3604"/>
                    <a:pt x="210" y="3525"/>
                    <a:pt x="283" y="3473"/>
                  </a:cubicBezTo>
                  <a:cubicBezTo>
                    <a:pt x="827" y="3077"/>
                    <a:pt x="2165" y="1949"/>
                    <a:pt x="2430" y="1579"/>
                  </a:cubicBezTo>
                  <a:cubicBezTo>
                    <a:pt x="2659" y="1259"/>
                    <a:pt x="2904" y="516"/>
                    <a:pt x="2964" y="328"/>
                  </a:cubicBezTo>
                  <a:lnTo>
                    <a:pt x="5421" y="138"/>
                  </a:lnTo>
                  <a:close/>
                  <a:moveTo>
                    <a:pt x="5478" y="1"/>
                  </a:moveTo>
                  <a:cubicBezTo>
                    <a:pt x="5475" y="1"/>
                    <a:pt x="5472" y="1"/>
                    <a:pt x="5469" y="2"/>
                  </a:cubicBezTo>
                  <a:lnTo>
                    <a:pt x="2910" y="199"/>
                  </a:lnTo>
                  <a:cubicBezTo>
                    <a:pt x="2882" y="201"/>
                    <a:pt x="2859" y="219"/>
                    <a:pt x="2850" y="245"/>
                  </a:cubicBezTo>
                  <a:cubicBezTo>
                    <a:pt x="2848" y="254"/>
                    <a:pt x="2566" y="1159"/>
                    <a:pt x="2323" y="1501"/>
                  </a:cubicBezTo>
                  <a:cubicBezTo>
                    <a:pt x="2084" y="1836"/>
                    <a:pt x="792" y="2938"/>
                    <a:pt x="205" y="3365"/>
                  </a:cubicBezTo>
                  <a:cubicBezTo>
                    <a:pt x="6" y="3510"/>
                    <a:pt x="0" y="3640"/>
                    <a:pt x="31" y="3723"/>
                  </a:cubicBezTo>
                  <a:cubicBezTo>
                    <a:pt x="127" y="3994"/>
                    <a:pt x="766" y="4151"/>
                    <a:pt x="1371" y="4151"/>
                  </a:cubicBezTo>
                  <a:cubicBezTo>
                    <a:pt x="1438" y="4151"/>
                    <a:pt x="1503" y="4149"/>
                    <a:pt x="1568" y="4145"/>
                  </a:cubicBezTo>
                  <a:cubicBezTo>
                    <a:pt x="2351" y="4099"/>
                    <a:pt x="4242" y="3901"/>
                    <a:pt x="5091" y="3583"/>
                  </a:cubicBezTo>
                  <a:cubicBezTo>
                    <a:pt x="6022" y="3233"/>
                    <a:pt x="6090" y="2750"/>
                    <a:pt x="6047" y="2495"/>
                  </a:cubicBezTo>
                  <a:cubicBezTo>
                    <a:pt x="5996" y="2192"/>
                    <a:pt x="5557" y="140"/>
                    <a:pt x="5538" y="54"/>
                  </a:cubicBezTo>
                  <a:cubicBezTo>
                    <a:pt x="5532" y="24"/>
                    <a:pt x="5506"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g332bf0ce26c_1_0"/>
            <p:cNvSpPr/>
            <p:nvPr/>
          </p:nvSpPr>
          <p:spPr>
            <a:xfrm>
              <a:off x="10052368" y="4955935"/>
              <a:ext cx="222392" cy="71903"/>
            </a:xfrm>
            <a:custGeom>
              <a:rect b="b" l="l" r="r" t="t"/>
              <a:pathLst>
                <a:path extrusionOk="0" h="1969" w="6090">
                  <a:moveTo>
                    <a:pt x="5885" y="171"/>
                  </a:moveTo>
                  <a:cubicBezTo>
                    <a:pt x="5900" y="244"/>
                    <a:pt x="5910" y="300"/>
                    <a:pt x="5916" y="334"/>
                  </a:cubicBezTo>
                  <a:cubicBezTo>
                    <a:pt x="5979" y="708"/>
                    <a:pt x="5669" y="1043"/>
                    <a:pt x="5044" y="1277"/>
                  </a:cubicBezTo>
                  <a:cubicBezTo>
                    <a:pt x="4210" y="1589"/>
                    <a:pt x="2337" y="1784"/>
                    <a:pt x="1560" y="1831"/>
                  </a:cubicBezTo>
                  <a:cubicBezTo>
                    <a:pt x="1499" y="1834"/>
                    <a:pt x="1439" y="1836"/>
                    <a:pt x="1378" y="1836"/>
                  </a:cubicBezTo>
                  <a:cubicBezTo>
                    <a:pt x="798" y="1836"/>
                    <a:pt x="223" y="1683"/>
                    <a:pt x="155" y="1497"/>
                  </a:cubicBezTo>
                  <a:cubicBezTo>
                    <a:pt x="135" y="1438"/>
                    <a:pt x="180" y="1376"/>
                    <a:pt x="236" y="1328"/>
                  </a:cubicBezTo>
                  <a:cubicBezTo>
                    <a:pt x="328" y="1371"/>
                    <a:pt x="584" y="1416"/>
                    <a:pt x="1359" y="1416"/>
                  </a:cubicBezTo>
                  <a:cubicBezTo>
                    <a:pt x="1572" y="1416"/>
                    <a:pt x="1825" y="1412"/>
                    <a:pt x="2124" y="1405"/>
                  </a:cubicBezTo>
                  <a:cubicBezTo>
                    <a:pt x="3231" y="1377"/>
                    <a:pt x="4496" y="962"/>
                    <a:pt x="5885" y="171"/>
                  </a:cubicBezTo>
                  <a:close/>
                  <a:moveTo>
                    <a:pt x="5931" y="0"/>
                  </a:moveTo>
                  <a:cubicBezTo>
                    <a:pt x="5920" y="0"/>
                    <a:pt x="5909" y="3"/>
                    <a:pt x="5899" y="10"/>
                  </a:cubicBezTo>
                  <a:cubicBezTo>
                    <a:pt x="4498" y="819"/>
                    <a:pt x="3227" y="1244"/>
                    <a:pt x="2120" y="1272"/>
                  </a:cubicBezTo>
                  <a:cubicBezTo>
                    <a:pt x="1826" y="1280"/>
                    <a:pt x="1578" y="1283"/>
                    <a:pt x="1371" y="1283"/>
                  </a:cubicBezTo>
                  <a:cubicBezTo>
                    <a:pt x="567" y="1283"/>
                    <a:pt x="359" y="1236"/>
                    <a:pt x="307" y="1214"/>
                  </a:cubicBezTo>
                  <a:cubicBezTo>
                    <a:pt x="303" y="1207"/>
                    <a:pt x="300" y="1200"/>
                    <a:pt x="294" y="1194"/>
                  </a:cubicBezTo>
                  <a:cubicBezTo>
                    <a:pt x="281" y="1178"/>
                    <a:pt x="262" y="1170"/>
                    <a:pt x="243" y="1170"/>
                  </a:cubicBezTo>
                  <a:cubicBezTo>
                    <a:pt x="230" y="1170"/>
                    <a:pt x="216" y="1174"/>
                    <a:pt x="205" y="1183"/>
                  </a:cubicBezTo>
                  <a:cubicBezTo>
                    <a:pt x="6" y="1328"/>
                    <a:pt x="0" y="1458"/>
                    <a:pt x="31" y="1541"/>
                  </a:cubicBezTo>
                  <a:cubicBezTo>
                    <a:pt x="127" y="1812"/>
                    <a:pt x="766" y="1969"/>
                    <a:pt x="1371" y="1969"/>
                  </a:cubicBezTo>
                  <a:cubicBezTo>
                    <a:pt x="1438" y="1969"/>
                    <a:pt x="1503" y="1967"/>
                    <a:pt x="1568" y="1963"/>
                  </a:cubicBezTo>
                  <a:cubicBezTo>
                    <a:pt x="2351" y="1917"/>
                    <a:pt x="4242" y="1719"/>
                    <a:pt x="5091" y="1400"/>
                  </a:cubicBezTo>
                  <a:cubicBezTo>
                    <a:pt x="6022" y="1051"/>
                    <a:pt x="6090" y="568"/>
                    <a:pt x="6047" y="311"/>
                  </a:cubicBezTo>
                  <a:cubicBezTo>
                    <a:pt x="6039" y="264"/>
                    <a:pt x="6021" y="173"/>
                    <a:pt x="5997" y="54"/>
                  </a:cubicBezTo>
                  <a:cubicBezTo>
                    <a:pt x="5993" y="32"/>
                    <a:pt x="5980" y="14"/>
                    <a:pt x="5960" y="6"/>
                  </a:cubicBezTo>
                  <a:cubicBezTo>
                    <a:pt x="5950" y="2"/>
                    <a:pt x="5941" y="0"/>
                    <a:pt x="59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g332bf0ce26c_1_0"/>
            <p:cNvSpPr/>
            <p:nvPr/>
          </p:nvSpPr>
          <p:spPr>
            <a:xfrm>
              <a:off x="8910968" y="3174293"/>
              <a:ext cx="238350" cy="179885"/>
            </a:xfrm>
            <a:custGeom>
              <a:rect b="b" l="l" r="r" t="t"/>
              <a:pathLst>
                <a:path extrusionOk="0" h="4926" w="6527">
                  <a:moveTo>
                    <a:pt x="684" y="1"/>
                  </a:moveTo>
                  <a:cubicBezTo>
                    <a:pt x="307" y="1"/>
                    <a:pt x="0" y="307"/>
                    <a:pt x="0" y="684"/>
                  </a:cubicBezTo>
                  <a:lnTo>
                    <a:pt x="0" y="2997"/>
                  </a:lnTo>
                  <a:cubicBezTo>
                    <a:pt x="0" y="3375"/>
                    <a:pt x="306" y="3681"/>
                    <a:pt x="683" y="3681"/>
                  </a:cubicBezTo>
                  <a:lnTo>
                    <a:pt x="722" y="3681"/>
                  </a:lnTo>
                  <a:lnTo>
                    <a:pt x="217" y="4926"/>
                  </a:lnTo>
                  <a:lnTo>
                    <a:pt x="217" y="4926"/>
                  </a:lnTo>
                  <a:lnTo>
                    <a:pt x="1818" y="3681"/>
                  </a:lnTo>
                  <a:lnTo>
                    <a:pt x="5843" y="3681"/>
                  </a:lnTo>
                  <a:cubicBezTo>
                    <a:pt x="6220" y="3681"/>
                    <a:pt x="6526" y="3375"/>
                    <a:pt x="6526" y="2997"/>
                  </a:cubicBezTo>
                  <a:lnTo>
                    <a:pt x="6526" y="684"/>
                  </a:lnTo>
                  <a:cubicBezTo>
                    <a:pt x="6526" y="307"/>
                    <a:pt x="6220" y="1"/>
                    <a:pt x="58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g332bf0ce26c_1_0"/>
            <p:cNvSpPr/>
            <p:nvPr/>
          </p:nvSpPr>
          <p:spPr>
            <a:xfrm>
              <a:off x="8908557" y="3171882"/>
              <a:ext cx="243170" cy="184742"/>
            </a:xfrm>
            <a:custGeom>
              <a:rect b="b" l="l" r="r" t="t"/>
              <a:pathLst>
                <a:path extrusionOk="0" h="5059" w="6659">
                  <a:moveTo>
                    <a:pt x="5909" y="133"/>
                  </a:moveTo>
                  <a:cubicBezTo>
                    <a:pt x="6249" y="133"/>
                    <a:pt x="6526" y="410"/>
                    <a:pt x="6526" y="750"/>
                  </a:cubicBezTo>
                  <a:lnTo>
                    <a:pt x="6526" y="3063"/>
                  </a:lnTo>
                  <a:cubicBezTo>
                    <a:pt x="6526" y="3404"/>
                    <a:pt x="6249" y="3681"/>
                    <a:pt x="5909" y="3681"/>
                  </a:cubicBezTo>
                  <a:lnTo>
                    <a:pt x="1884" y="3681"/>
                  </a:lnTo>
                  <a:cubicBezTo>
                    <a:pt x="1868" y="3681"/>
                    <a:pt x="1854" y="3686"/>
                    <a:pt x="1842" y="3695"/>
                  </a:cubicBezTo>
                  <a:lnTo>
                    <a:pt x="438" y="4787"/>
                  </a:lnTo>
                  <a:lnTo>
                    <a:pt x="850" y="3772"/>
                  </a:lnTo>
                  <a:cubicBezTo>
                    <a:pt x="858" y="3752"/>
                    <a:pt x="855" y="3728"/>
                    <a:pt x="844" y="3711"/>
                  </a:cubicBezTo>
                  <a:cubicBezTo>
                    <a:pt x="832" y="3692"/>
                    <a:pt x="811" y="3681"/>
                    <a:pt x="788" y="3681"/>
                  </a:cubicBezTo>
                  <a:lnTo>
                    <a:pt x="750" y="3681"/>
                  </a:lnTo>
                  <a:cubicBezTo>
                    <a:pt x="409" y="3681"/>
                    <a:pt x="133" y="3404"/>
                    <a:pt x="133" y="3063"/>
                  </a:cubicBezTo>
                  <a:lnTo>
                    <a:pt x="133" y="750"/>
                  </a:lnTo>
                  <a:cubicBezTo>
                    <a:pt x="133" y="410"/>
                    <a:pt x="409" y="133"/>
                    <a:pt x="750" y="133"/>
                  </a:cubicBezTo>
                  <a:close/>
                  <a:moveTo>
                    <a:pt x="749" y="0"/>
                  </a:moveTo>
                  <a:cubicBezTo>
                    <a:pt x="336" y="0"/>
                    <a:pt x="0" y="336"/>
                    <a:pt x="0" y="750"/>
                  </a:cubicBezTo>
                  <a:lnTo>
                    <a:pt x="0" y="3063"/>
                  </a:lnTo>
                  <a:cubicBezTo>
                    <a:pt x="0" y="3457"/>
                    <a:pt x="305" y="3780"/>
                    <a:pt x="691" y="3811"/>
                  </a:cubicBezTo>
                  <a:lnTo>
                    <a:pt x="221" y="4967"/>
                  </a:lnTo>
                  <a:cubicBezTo>
                    <a:pt x="210" y="4994"/>
                    <a:pt x="219" y="5026"/>
                    <a:pt x="243" y="5045"/>
                  </a:cubicBezTo>
                  <a:cubicBezTo>
                    <a:pt x="254" y="5054"/>
                    <a:pt x="269" y="5058"/>
                    <a:pt x="283" y="5058"/>
                  </a:cubicBezTo>
                  <a:cubicBezTo>
                    <a:pt x="297" y="5058"/>
                    <a:pt x="311" y="5054"/>
                    <a:pt x="323" y="5044"/>
                  </a:cubicBezTo>
                  <a:lnTo>
                    <a:pt x="1906" y="3814"/>
                  </a:lnTo>
                  <a:lnTo>
                    <a:pt x="5909" y="3814"/>
                  </a:lnTo>
                  <a:cubicBezTo>
                    <a:pt x="6323" y="3814"/>
                    <a:pt x="6659" y="3478"/>
                    <a:pt x="6659" y="3063"/>
                  </a:cubicBezTo>
                  <a:lnTo>
                    <a:pt x="6659" y="750"/>
                  </a:lnTo>
                  <a:cubicBezTo>
                    <a:pt x="6659" y="336"/>
                    <a:pt x="6323" y="0"/>
                    <a:pt x="59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g332bf0ce26c_1_0"/>
            <p:cNvSpPr/>
            <p:nvPr/>
          </p:nvSpPr>
          <p:spPr>
            <a:xfrm>
              <a:off x="8907791" y="3166405"/>
              <a:ext cx="238386" cy="179885"/>
            </a:xfrm>
            <a:custGeom>
              <a:rect b="b" l="l" r="r" t="t"/>
              <a:pathLst>
                <a:path extrusionOk="0" h="4926" w="6528">
                  <a:moveTo>
                    <a:pt x="685" y="0"/>
                  </a:moveTo>
                  <a:cubicBezTo>
                    <a:pt x="307" y="0"/>
                    <a:pt x="1" y="307"/>
                    <a:pt x="1" y="684"/>
                  </a:cubicBezTo>
                  <a:lnTo>
                    <a:pt x="1" y="2997"/>
                  </a:lnTo>
                  <a:cubicBezTo>
                    <a:pt x="1" y="3374"/>
                    <a:pt x="307" y="3681"/>
                    <a:pt x="685" y="3681"/>
                  </a:cubicBezTo>
                  <a:lnTo>
                    <a:pt x="723" y="3681"/>
                  </a:lnTo>
                  <a:lnTo>
                    <a:pt x="217" y="4925"/>
                  </a:lnTo>
                  <a:lnTo>
                    <a:pt x="1818" y="3681"/>
                  </a:lnTo>
                  <a:lnTo>
                    <a:pt x="5843" y="3681"/>
                  </a:lnTo>
                  <a:cubicBezTo>
                    <a:pt x="6221" y="3681"/>
                    <a:pt x="6527" y="3374"/>
                    <a:pt x="6527" y="2997"/>
                  </a:cubicBezTo>
                  <a:lnTo>
                    <a:pt x="6527" y="684"/>
                  </a:lnTo>
                  <a:cubicBezTo>
                    <a:pt x="6527" y="307"/>
                    <a:pt x="6221" y="0"/>
                    <a:pt x="584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g332bf0ce26c_1_0"/>
            <p:cNvSpPr/>
            <p:nvPr/>
          </p:nvSpPr>
          <p:spPr>
            <a:xfrm>
              <a:off x="8905380" y="3163958"/>
              <a:ext cx="243207" cy="184742"/>
            </a:xfrm>
            <a:custGeom>
              <a:rect b="b" l="l" r="r" t="t"/>
              <a:pathLst>
                <a:path extrusionOk="0" h="5059" w="6660">
                  <a:moveTo>
                    <a:pt x="5910" y="133"/>
                  </a:moveTo>
                  <a:cubicBezTo>
                    <a:pt x="6250" y="133"/>
                    <a:pt x="6527" y="410"/>
                    <a:pt x="6527" y="751"/>
                  </a:cubicBezTo>
                  <a:lnTo>
                    <a:pt x="6527" y="3064"/>
                  </a:lnTo>
                  <a:cubicBezTo>
                    <a:pt x="6527" y="3405"/>
                    <a:pt x="6250" y="3682"/>
                    <a:pt x="5910" y="3682"/>
                  </a:cubicBezTo>
                  <a:lnTo>
                    <a:pt x="1884" y="3682"/>
                  </a:lnTo>
                  <a:cubicBezTo>
                    <a:pt x="1870" y="3682"/>
                    <a:pt x="1855" y="3686"/>
                    <a:pt x="1844" y="3696"/>
                  </a:cubicBezTo>
                  <a:lnTo>
                    <a:pt x="438" y="4788"/>
                  </a:lnTo>
                  <a:lnTo>
                    <a:pt x="851" y="3773"/>
                  </a:lnTo>
                  <a:cubicBezTo>
                    <a:pt x="860" y="3753"/>
                    <a:pt x="857" y="3729"/>
                    <a:pt x="844" y="3710"/>
                  </a:cubicBezTo>
                  <a:cubicBezTo>
                    <a:pt x="832" y="3692"/>
                    <a:pt x="811" y="3682"/>
                    <a:pt x="790" y="3682"/>
                  </a:cubicBezTo>
                  <a:lnTo>
                    <a:pt x="751" y="3682"/>
                  </a:lnTo>
                  <a:cubicBezTo>
                    <a:pt x="410" y="3682"/>
                    <a:pt x="133" y="3405"/>
                    <a:pt x="133" y="3064"/>
                  </a:cubicBezTo>
                  <a:lnTo>
                    <a:pt x="133" y="751"/>
                  </a:lnTo>
                  <a:cubicBezTo>
                    <a:pt x="133" y="410"/>
                    <a:pt x="410" y="133"/>
                    <a:pt x="751" y="133"/>
                  </a:cubicBezTo>
                  <a:close/>
                  <a:moveTo>
                    <a:pt x="751" y="1"/>
                  </a:moveTo>
                  <a:cubicBezTo>
                    <a:pt x="338" y="1"/>
                    <a:pt x="1" y="337"/>
                    <a:pt x="1" y="751"/>
                  </a:cubicBezTo>
                  <a:lnTo>
                    <a:pt x="1" y="3064"/>
                  </a:lnTo>
                  <a:cubicBezTo>
                    <a:pt x="1" y="3458"/>
                    <a:pt x="306" y="3782"/>
                    <a:pt x="692" y="3812"/>
                  </a:cubicBezTo>
                  <a:lnTo>
                    <a:pt x="222" y="4968"/>
                  </a:lnTo>
                  <a:cubicBezTo>
                    <a:pt x="211" y="4995"/>
                    <a:pt x="220" y="5027"/>
                    <a:pt x="243" y="5046"/>
                  </a:cubicBezTo>
                  <a:cubicBezTo>
                    <a:pt x="255" y="5054"/>
                    <a:pt x="269" y="5059"/>
                    <a:pt x="283" y="5059"/>
                  </a:cubicBezTo>
                  <a:cubicBezTo>
                    <a:pt x="298" y="5059"/>
                    <a:pt x="313" y="5054"/>
                    <a:pt x="325" y="5045"/>
                  </a:cubicBezTo>
                  <a:lnTo>
                    <a:pt x="1907" y="3814"/>
                  </a:lnTo>
                  <a:lnTo>
                    <a:pt x="5910" y="3814"/>
                  </a:lnTo>
                  <a:cubicBezTo>
                    <a:pt x="6323" y="3814"/>
                    <a:pt x="6659" y="3478"/>
                    <a:pt x="6659" y="3064"/>
                  </a:cubicBezTo>
                  <a:lnTo>
                    <a:pt x="6659" y="751"/>
                  </a:lnTo>
                  <a:cubicBezTo>
                    <a:pt x="6659" y="337"/>
                    <a:pt x="6323" y="1"/>
                    <a:pt x="59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g332bf0ce26c_1_0"/>
            <p:cNvSpPr/>
            <p:nvPr/>
          </p:nvSpPr>
          <p:spPr>
            <a:xfrm>
              <a:off x="8966436" y="3223736"/>
              <a:ext cx="19829" cy="19756"/>
            </a:xfrm>
            <a:custGeom>
              <a:rect b="b" l="l" r="r" t="t"/>
              <a:pathLst>
                <a:path extrusionOk="0" h="541" w="543">
                  <a:moveTo>
                    <a:pt x="271" y="0"/>
                  </a:moveTo>
                  <a:cubicBezTo>
                    <a:pt x="121" y="0"/>
                    <a:pt x="0" y="121"/>
                    <a:pt x="0" y="271"/>
                  </a:cubicBezTo>
                  <a:cubicBezTo>
                    <a:pt x="0" y="420"/>
                    <a:pt x="121" y="541"/>
                    <a:pt x="271" y="541"/>
                  </a:cubicBezTo>
                  <a:cubicBezTo>
                    <a:pt x="420" y="541"/>
                    <a:pt x="542" y="420"/>
                    <a:pt x="542" y="271"/>
                  </a:cubicBezTo>
                  <a:cubicBezTo>
                    <a:pt x="542" y="121"/>
                    <a:pt x="420" y="0"/>
                    <a:pt x="2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g332bf0ce26c_1_0"/>
            <p:cNvSpPr/>
            <p:nvPr/>
          </p:nvSpPr>
          <p:spPr>
            <a:xfrm>
              <a:off x="9017815" y="3223736"/>
              <a:ext cx="19829" cy="19756"/>
            </a:xfrm>
            <a:custGeom>
              <a:rect b="b" l="l" r="r" t="t"/>
              <a:pathLst>
                <a:path extrusionOk="0" h="541" w="543">
                  <a:moveTo>
                    <a:pt x="271" y="0"/>
                  </a:moveTo>
                  <a:cubicBezTo>
                    <a:pt x="122" y="0"/>
                    <a:pt x="0" y="121"/>
                    <a:pt x="0" y="271"/>
                  </a:cubicBezTo>
                  <a:cubicBezTo>
                    <a:pt x="0" y="420"/>
                    <a:pt x="122" y="541"/>
                    <a:pt x="271" y="541"/>
                  </a:cubicBezTo>
                  <a:cubicBezTo>
                    <a:pt x="421" y="541"/>
                    <a:pt x="542" y="420"/>
                    <a:pt x="542" y="271"/>
                  </a:cubicBezTo>
                  <a:cubicBezTo>
                    <a:pt x="542" y="121"/>
                    <a:pt x="421" y="0"/>
                    <a:pt x="2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g332bf0ce26c_1_0"/>
            <p:cNvSpPr/>
            <p:nvPr/>
          </p:nvSpPr>
          <p:spPr>
            <a:xfrm>
              <a:off x="9069231" y="3223736"/>
              <a:ext cx="19756" cy="19756"/>
            </a:xfrm>
            <a:custGeom>
              <a:rect b="b" l="l" r="r" t="t"/>
              <a:pathLst>
                <a:path extrusionOk="0" h="541" w="541">
                  <a:moveTo>
                    <a:pt x="270" y="0"/>
                  </a:moveTo>
                  <a:cubicBezTo>
                    <a:pt x="121" y="0"/>
                    <a:pt x="0" y="121"/>
                    <a:pt x="0" y="271"/>
                  </a:cubicBezTo>
                  <a:cubicBezTo>
                    <a:pt x="0" y="420"/>
                    <a:pt x="121" y="541"/>
                    <a:pt x="270" y="541"/>
                  </a:cubicBezTo>
                  <a:cubicBezTo>
                    <a:pt x="420" y="541"/>
                    <a:pt x="541" y="420"/>
                    <a:pt x="541" y="271"/>
                  </a:cubicBezTo>
                  <a:cubicBezTo>
                    <a:pt x="541" y="121"/>
                    <a:pt x="420"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g332bf0ce26c_1_0"/>
            <p:cNvSpPr/>
            <p:nvPr/>
          </p:nvSpPr>
          <p:spPr>
            <a:xfrm>
              <a:off x="8647317" y="4925772"/>
              <a:ext cx="128213" cy="182332"/>
            </a:xfrm>
            <a:custGeom>
              <a:rect b="b" l="l" r="r" t="t"/>
              <a:pathLst>
                <a:path extrusionOk="0" h="4993" w="3511">
                  <a:moveTo>
                    <a:pt x="42" y="0"/>
                  </a:moveTo>
                  <a:lnTo>
                    <a:pt x="42" y="0"/>
                  </a:lnTo>
                  <a:cubicBezTo>
                    <a:pt x="42" y="0"/>
                    <a:pt x="1" y="2612"/>
                    <a:pt x="83" y="3346"/>
                  </a:cubicBezTo>
                  <a:cubicBezTo>
                    <a:pt x="164" y="4081"/>
                    <a:pt x="246" y="4611"/>
                    <a:pt x="1511" y="4897"/>
                  </a:cubicBezTo>
                  <a:cubicBezTo>
                    <a:pt x="1802" y="4963"/>
                    <a:pt x="2066" y="4992"/>
                    <a:pt x="2299" y="4992"/>
                  </a:cubicBezTo>
                  <a:cubicBezTo>
                    <a:pt x="3075" y="4992"/>
                    <a:pt x="3510" y="4671"/>
                    <a:pt x="3510" y="4326"/>
                  </a:cubicBezTo>
                  <a:cubicBezTo>
                    <a:pt x="3510" y="3878"/>
                    <a:pt x="2735" y="2326"/>
                    <a:pt x="2735" y="2326"/>
                  </a:cubicBezTo>
                  <a:lnTo>
                    <a:pt x="2245" y="286"/>
                  </a:lnTo>
                  <a:lnTo>
                    <a:pt x="4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g332bf0ce26c_1_0"/>
            <p:cNvSpPr/>
            <p:nvPr/>
          </p:nvSpPr>
          <p:spPr>
            <a:xfrm>
              <a:off x="8644944" y="4923325"/>
              <a:ext cx="133033" cy="187152"/>
            </a:xfrm>
            <a:custGeom>
              <a:rect b="b" l="l" r="r" t="t"/>
              <a:pathLst>
                <a:path extrusionOk="0" h="5125" w="3643">
                  <a:moveTo>
                    <a:pt x="172" y="143"/>
                  </a:moveTo>
                  <a:lnTo>
                    <a:pt x="2256" y="413"/>
                  </a:lnTo>
                  <a:lnTo>
                    <a:pt x="2735" y="2409"/>
                  </a:lnTo>
                  <a:cubicBezTo>
                    <a:pt x="2736" y="2414"/>
                    <a:pt x="2739" y="2418"/>
                    <a:pt x="2741" y="2423"/>
                  </a:cubicBezTo>
                  <a:cubicBezTo>
                    <a:pt x="2748" y="2438"/>
                    <a:pt x="3509" y="3965"/>
                    <a:pt x="3509" y="4393"/>
                  </a:cubicBezTo>
                  <a:cubicBezTo>
                    <a:pt x="3509" y="4517"/>
                    <a:pt x="3443" y="4635"/>
                    <a:pt x="3317" y="4736"/>
                  </a:cubicBezTo>
                  <a:cubicBezTo>
                    <a:pt x="3106" y="4905"/>
                    <a:pt x="2772" y="4993"/>
                    <a:pt x="2370" y="4993"/>
                  </a:cubicBezTo>
                  <a:cubicBezTo>
                    <a:pt x="2131" y="4993"/>
                    <a:pt x="1868" y="4962"/>
                    <a:pt x="1591" y="4899"/>
                  </a:cubicBezTo>
                  <a:cubicBezTo>
                    <a:pt x="349" y="4619"/>
                    <a:pt x="292" y="4110"/>
                    <a:pt x="214" y="3406"/>
                  </a:cubicBezTo>
                  <a:cubicBezTo>
                    <a:pt x="142" y="2753"/>
                    <a:pt x="167" y="574"/>
                    <a:pt x="172" y="143"/>
                  </a:cubicBezTo>
                  <a:close/>
                  <a:moveTo>
                    <a:pt x="107" y="1"/>
                  </a:moveTo>
                  <a:cubicBezTo>
                    <a:pt x="91" y="1"/>
                    <a:pt x="76" y="7"/>
                    <a:pt x="64" y="18"/>
                  </a:cubicBezTo>
                  <a:cubicBezTo>
                    <a:pt x="49" y="30"/>
                    <a:pt x="41" y="47"/>
                    <a:pt x="41" y="66"/>
                  </a:cubicBezTo>
                  <a:cubicBezTo>
                    <a:pt x="39" y="173"/>
                    <a:pt x="1" y="2690"/>
                    <a:pt x="81" y="3420"/>
                  </a:cubicBezTo>
                  <a:cubicBezTo>
                    <a:pt x="159" y="4122"/>
                    <a:pt x="227" y="4728"/>
                    <a:pt x="1561" y="5029"/>
                  </a:cubicBezTo>
                  <a:cubicBezTo>
                    <a:pt x="1845" y="5093"/>
                    <a:pt x="2117" y="5124"/>
                    <a:pt x="2366" y="5124"/>
                  </a:cubicBezTo>
                  <a:cubicBezTo>
                    <a:pt x="2801" y="5124"/>
                    <a:pt x="3166" y="5027"/>
                    <a:pt x="3401" y="4840"/>
                  </a:cubicBezTo>
                  <a:cubicBezTo>
                    <a:pt x="3556" y="4716"/>
                    <a:pt x="3643" y="4556"/>
                    <a:pt x="3643" y="4393"/>
                  </a:cubicBezTo>
                  <a:cubicBezTo>
                    <a:pt x="3643" y="3945"/>
                    <a:pt x="2927" y="2498"/>
                    <a:pt x="2863" y="2371"/>
                  </a:cubicBezTo>
                  <a:lnTo>
                    <a:pt x="2375" y="338"/>
                  </a:lnTo>
                  <a:cubicBezTo>
                    <a:pt x="2368" y="311"/>
                    <a:pt x="2347" y="291"/>
                    <a:pt x="2320" y="288"/>
                  </a:cubicBezTo>
                  <a:lnTo>
                    <a:pt x="116" y="1"/>
                  </a:lnTo>
                  <a:cubicBezTo>
                    <a:pt x="113" y="1"/>
                    <a:pt x="110"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g332bf0ce26c_1_0"/>
            <p:cNvSpPr/>
            <p:nvPr/>
          </p:nvSpPr>
          <p:spPr>
            <a:xfrm>
              <a:off x="8647756" y="5045510"/>
              <a:ext cx="130185" cy="64965"/>
            </a:xfrm>
            <a:custGeom>
              <a:rect b="b" l="l" r="r" t="t"/>
              <a:pathLst>
                <a:path extrusionOk="0" h="1779" w="3565">
                  <a:moveTo>
                    <a:pt x="195" y="478"/>
                  </a:moveTo>
                  <a:lnTo>
                    <a:pt x="195" y="478"/>
                  </a:lnTo>
                  <a:cubicBezTo>
                    <a:pt x="422" y="826"/>
                    <a:pt x="896" y="1276"/>
                    <a:pt x="1825" y="1276"/>
                  </a:cubicBezTo>
                  <a:cubicBezTo>
                    <a:pt x="2642" y="1276"/>
                    <a:pt x="3084" y="924"/>
                    <a:pt x="3321" y="584"/>
                  </a:cubicBezTo>
                  <a:cubicBezTo>
                    <a:pt x="3412" y="848"/>
                    <a:pt x="3432" y="981"/>
                    <a:pt x="3432" y="1047"/>
                  </a:cubicBezTo>
                  <a:cubicBezTo>
                    <a:pt x="3432" y="1171"/>
                    <a:pt x="3366" y="1289"/>
                    <a:pt x="3241" y="1390"/>
                  </a:cubicBezTo>
                  <a:cubicBezTo>
                    <a:pt x="3029" y="1559"/>
                    <a:pt x="2695" y="1647"/>
                    <a:pt x="2293" y="1647"/>
                  </a:cubicBezTo>
                  <a:cubicBezTo>
                    <a:pt x="2054" y="1647"/>
                    <a:pt x="1791" y="1616"/>
                    <a:pt x="1514" y="1553"/>
                  </a:cubicBezTo>
                  <a:cubicBezTo>
                    <a:pt x="533" y="1332"/>
                    <a:pt x="292" y="968"/>
                    <a:pt x="195" y="478"/>
                  </a:cubicBezTo>
                  <a:close/>
                  <a:moveTo>
                    <a:pt x="71" y="1"/>
                  </a:moveTo>
                  <a:cubicBezTo>
                    <a:pt x="67" y="1"/>
                    <a:pt x="63" y="1"/>
                    <a:pt x="59" y="2"/>
                  </a:cubicBezTo>
                  <a:cubicBezTo>
                    <a:pt x="24" y="8"/>
                    <a:pt x="1" y="40"/>
                    <a:pt x="4" y="74"/>
                  </a:cubicBezTo>
                  <a:cubicBezTo>
                    <a:pt x="82" y="776"/>
                    <a:pt x="150" y="1382"/>
                    <a:pt x="1484" y="1683"/>
                  </a:cubicBezTo>
                  <a:cubicBezTo>
                    <a:pt x="1768" y="1747"/>
                    <a:pt x="2040" y="1778"/>
                    <a:pt x="2289" y="1778"/>
                  </a:cubicBezTo>
                  <a:cubicBezTo>
                    <a:pt x="2724" y="1778"/>
                    <a:pt x="3089" y="1681"/>
                    <a:pt x="3324" y="1494"/>
                  </a:cubicBezTo>
                  <a:cubicBezTo>
                    <a:pt x="3479" y="1370"/>
                    <a:pt x="3564" y="1210"/>
                    <a:pt x="3564" y="1047"/>
                  </a:cubicBezTo>
                  <a:cubicBezTo>
                    <a:pt x="3564" y="919"/>
                    <a:pt x="3511" y="712"/>
                    <a:pt x="3400" y="412"/>
                  </a:cubicBezTo>
                  <a:cubicBezTo>
                    <a:pt x="3390" y="388"/>
                    <a:pt x="3369" y="370"/>
                    <a:pt x="3343" y="369"/>
                  </a:cubicBezTo>
                  <a:cubicBezTo>
                    <a:pt x="3341" y="369"/>
                    <a:pt x="3339" y="369"/>
                    <a:pt x="3337" y="369"/>
                  </a:cubicBezTo>
                  <a:cubicBezTo>
                    <a:pt x="3313" y="369"/>
                    <a:pt x="3291" y="381"/>
                    <a:pt x="3280" y="401"/>
                  </a:cubicBezTo>
                  <a:cubicBezTo>
                    <a:pt x="3084" y="741"/>
                    <a:pt x="2673" y="1144"/>
                    <a:pt x="1825" y="1144"/>
                  </a:cubicBezTo>
                  <a:cubicBezTo>
                    <a:pt x="429" y="1144"/>
                    <a:pt x="146" y="96"/>
                    <a:pt x="136" y="52"/>
                  </a:cubicBezTo>
                  <a:cubicBezTo>
                    <a:pt x="127" y="22"/>
                    <a:pt x="101"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g332bf0ce26c_1_0"/>
            <p:cNvSpPr/>
            <p:nvPr/>
          </p:nvSpPr>
          <p:spPr>
            <a:xfrm>
              <a:off x="8790390" y="4916825"/>
              <a:ext cx="251861" cy="128761"/>
            </a:xfrm>
            <a:custGeom>
              <a:rect b="b" l="l" r="r" t="t"/>
              <a:pathLst>
                <a:path extrusionOk="0" h="3526" w="6897">
                  <a:moveTo>
                    <a:pt x="1306" y="1"/>
                  </a:moveTo>
                  <a:cubicBezTo>
                    <a:pt x="1306" y="1"/>
                    <a:pt x="0" y="2367"/>
                    <a:pt x="572" y="2735"/>
                  </a:cubicBezTo>
                  <a:cubicBezTo>
                    <a:pt x="1143" y="3102"/>
                    <a:pt x="2531" y="3102"/>
                    <a:pt x="2694" y="3102"/>
                  </a:cubicBezTo>
                  <a:cubicBezTo>
                    <a:pt x="2858" y="3102"/>
                    <a:pt x="3918" y="3428"/>
                    <a:pt x="4979" y="3510"/>
                  </a:cubicBezTo>
                  <a:cubicBezTo>
                    <a:pt x="5117" y="3520"/>
                    <a:pt x="5249" y="3525"/>
                    <a:pt x="5374" y="3525"/>
                  </a:cubicBezTo>
                  <a:cubicBezTo>
                    <a:pt x="6210" y="3525"/>
                    <a:pt x="6744" y="3299"/>
                    <a:pt x="6815" y="2980"/>
                  </a:cubicBezTo>
                  <a:cubicBezTo>
                    <a:pt x="6897" y="2612"/>
                    <a:pt x="6203" y="2530"/>
                    <a:pt x="5102" y="1877"/>
                  </a:cubicBezTo>
                  <a:cubicBezTo>
                    <a:pt x="3999" y="1225"/>
                    <a:pt x="3347" y="327"/>
                    <a:pt x="3347" y="327"/>
                  </a:cubicBezTo>
                  <a:lnTo>
                    <a:pt x="130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g332bf0ce26c_1_0"/>
            <p:cNvSpPr/>
            <p:nvPr/>
          </p:nvSpPr>
          <p:spPr>
            <a:xfrm>
              <a:off x="8787797" y="4914415"/>
              <a:ext cx="256134" cy="133581"/>
            </a:xfrm>
            <a:custGeom>
              <a:rect b="b" l="l" r="r" t="t"/>
              <a:pathLst>
                <a:path extrusionOk="0" h="3658" w="7014">
                  <a:moveTo>
                    <a:pt x="1413" y="140"/>
                  </a:moveTo>
                  <a:lnTo>
                    <a:pt x="3380" y="455"/>
                  </a:lnTo>
                  <a:cubicBezTo>
                    <a:pt x="3490" y="598"/>
                    <a:pt x="4134" y="1406"/>
                    <a:pt x="5139" y="2001"/>
                  </a:cubicBezTo>
                  <a:cubicBezTo>
                    <a:pt x="5551" y="2245"/>
                    <a:pt x="5903" y="2408"/>
                    <a:pt x="6186" y="2539"/>
                  </a:cubicBezTo>
                  <a:cubicBezTo>
                    <a:pt x="6654" y="2756"/>
                    <a:pt x="6859" y="2860"/>
                    <a:pt x="6821" y="3030"/>
                  </a:cubicBezTo>
                  <a:cubicBezTo>
                    <a:pt x="6763" y="3293"/>
                    <a:pt x="6276" y="3525"/>
                    <a:pt x="5440" y="3525"/>
                  </a:cubicBezTo>
                  <a:cubicBezTo>
                    <a:pt x="5319" y="3525"/>
                    <a:pt x="5190" y="3520"/>
                    <a:pt x="5055" y="3509"/>
                  </a:cubicBezTo>
                  <a:cubicBezTo>
                    <a:pt x="4342" y="3455"/>
                    <a:pt x="3622" y="3287"/>
                    <a:pt x="3191" y="3186"/>
                  </a:cubicBezTo>
                  <a:cubicBezTo>
                    <a:pt x="2944" y="3128"/>
                    <a:pt x="2823" y="3101"/>
                    <a:pt x="2765" y="3101"/>
                  </a:cubicBezTo>
                  <a:cubicBezTo>
                    <a:pt x="2406" y="3101"/>
                    <a:pt x="1194" y="3075"/>
                    <a:pt x="679" y="2745"/>
                  </a:cubicBezTo>
                  <a:cubicBezTo>
                    <a:pt x="307" y="2505"/>
                    <a:pt x="923" y="1038"/>
                    <a:pt x="1413" y="140"/>
                  </a:cubicBezTo>
                  <a:close/>
                  <a:moveTo>
                    <a:pt x="1377" y="1"/>
                  </a:moveTo>
                  <a:cubicBezTo>
                    <a:pt x="1353" y="1"/>
                    <a:pt x="1331" y="13"/>
                    <a:pt x="1319" y="35"/>
                  </a:cubicBezTo>
                  <a:cubicBezTo>
                    <a:pt x="1182" y="282"/>
                    <a:pt x="0" y="2467"/>
                    <a:pt x="607" y="2856"/>
                  </a:cubicBezTo>
                  <a:cubicBezTo>
                    <a:pt x="1153" y="3207"/>
                    <a:pt x="2396" y="3234"/>
                    <a:pt x="2765" y="3234"/>
                  </a:cubicBezTo>
                  <a:cubicBezTo>
                    <a:pt x="2810" y="3234"/>
                    <a:pt x="2972" y="3272"/>
                    <a:pt x="3160" y="3315"/>
                  </a:cubicBezTo>
                  <a:cubicBezTo>
                    <a:pt x="3596" y="3417"/>
                    <a:pt x="4322" y="3586"/>
                    <a:pt x="5045" y="3642"/>
                  </a:cubicBezTo>
                  <a:cubicBezTo>
                    <a:pt x="5182" y="3653"/>
                    <a:pt x="5314" y="3657"/>
                    <a:pt x="5440" y="3657"/>
                  </a:cubicBezTo>
                  <a:cubicBezTo>
                    <a:pt x="6279" y="3657"/>
                    <a:pt x="6868" y="3433"/>
                    <a:pt x="6951" y="3060"/>
                  </a:cubicBezTo>
                  <a:cubicBezTo>
                    <a:pt x="7014" y="2777"/>
                    <a:pt x="6723" y="2642"/>
                    <a:pt x="6241" y="2419"/>
                  </a:cubicBezTo>
                  <a:cubicBezTo>
                    <a:pt x="5961" y="2290"/>
                    <a:pt x="5613" y="2128"/>
                    <a:pt x="5206" y="1886"/>
                  </a:cubicBezTo>
                  <a:cubicBezTo>
                    <a:pt x="4129" y="1248"/>
                    <a:pt x="3477" y="362"/>
                    <a:pt x="3472" y="354"/>
                  </a:cubicBezTo>
                  <a:cubicBezTo>
                    <a:pt x="3461" y="340"/>
                    <a:pt x="3446" y="330"/>
                    <a:pt x="3428" y="327"/>
                  </a:cubicBezTo>
                  <a:lnTo>
                    <a:pt x="1388" y="1"/>
                  </a:lnTo>
                  <a:cubicBezTo>
                    <a:pt x="1384" y="1"/>
                    <a:pt x="1380" y="1"/>
                    <a:pt x="13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0" name="Google Shape;1790;g332bf0ce26c_1_0"/>
            <p:cNvSpPr/>
            <p:nvPr/>
          </p:nvSpPr>
          <p:spPr>
            <a:xfrm>
              <a:off x="8802148" y="4990625"/>
              <a:ext cx="240504" cy="57369"/>
            </a:xfrm>
            <a:custGeom>
              <a:rect b="b" l="l" r="r" t="t"/>
              <a:pathLst>
                <a:path extrusionOk="0" h="1571" w="6586">
                  <a:moveTo>
                    <a:pt x="186" y="171"/>
                  </a:moveTo>
                  <a:lnTo>
                    <a:pt x="186" y="171"/>
                  </a:lnTo>
                  <a:cubicBezTo>
                    <a:pt x="562" y="377"/>
                    <a:pt x="1103" y="610"/>
                    <a:pt x="1673" y="657"/>
                  </a:cubicBezTo>
                  <a:cubicBezTo>
                    <a:pt x="2175" y="700"/>
                    <a:pt x="2583" y="782"/>
                    <a:pt x="3056" y="879"/>
                  </a:cubicBezTo>
                  <a:cubicBezTo>
                    <a:pt x="3487" y="967"/>
                    <a:pt x="3974" y="1067"/>
                    <a:pt x="4608" y="1147"/>
                  </a:cubicBezTo>
                  <a:cubicBezTo>
                    <a:pt x="4725" y="1161"/>
                    <a:pt x="4837" y="1168"/>
                    <a:pt x="4946" y="1168"/>
                  </a:cubicBezTo>
                  <a:cubicBezTo>
                    <a:pt x="5548" y="1168"/>
                    <a:pt x="6036" y="966"/>
                    <a:pt x="6366" y="771"/>
                  </a:cubicBezTo>
                  <a:cubicBezTo>
                    <a:pt x="6424" y="827"/>
                    <a:pt x="6442" y="879"/>
                    <a:pt x="6428" y="943"/>
                  </a:cubicBezTo>
                  <a:cubicBezTo>
                    <a:pt x="6370" y="1206"/>
                    <a:pt x="5883" y="1438"/>
                    <a:pt x="5047" y="1438"/>
                  </a:cubicBezTo>
                  <a:cubicBezTo>
                    <a:pt x="4926" y="1438"/>
                    <a:pt x="4797" y="1433"/>
                    <a:pt x="4662" y="1422"/>
                  </a:cubicBezTo>
                  <a:cubicBezTo>
                    <a:pt x="3949" y="1368"/>
                    <a:pt x="3229" y="1200"/>
                    <a:pt x="2798" y="1099"/>
                  </a:cubicBezTo>
                  <a:cubicBezTo>
                    <a:pt x="2551" y="1041"/>
                    <a:pt x="2430" y="1014"/>
                    <a:pt x="2372" y="1014"/>
                  </a:cubicBezTo>
                  <a:cubicBezTo>
                    <a:pt x="2013" y="1014"/>
                    <a:pt x="801" y="988"/>
                    <a:pt x="286" y="658"/>
                  </a:cubicBezTo>
                  <a:cubicBezTo>
                    <a:pt x="163" y="579"/>
                    <a:pt x="160" y="365"/>
                    <a:pt x="186" y="171"/>
                  </a:cubicBezTo>
                  <a:close/>
                  <a:moveTo>
                    <a:pt x="136" y="0"/>
                  </a:moveTo>
                  <a:cubicBezTo>
                    <a:pt x="126" y="0"/>
                    <a:pt x="116" y="2"/>
                    <a:pt x="107" y="6"/>
                  </a:cubicBezTo>
                  <a:cubicBezTo>
                    <a:pt x="88" y="16"/>
                    <a:pt x="73" y="33"/>
                    <a:pt x="70" y="55"/>
                  </a:cubicBezTo>
                  <a:cubicBezTo>
                    <a:pt x="0" y="429"/>
                    <a:pt x="47" y="663"/>
                    <a:pt x="214" y="769"/>
                  </a:cubicBezTo>
                  <a:cubicBezTo>
                    <a:pt x="760" y="1120"/>
                    <a:pt x="2003" y="1147"/>
                    <a:pt x="2372" y="1147"/>
                  </a:cubicBezTo>
                  <a:cubicBezTo>
                    <a:pt x="2417" y="1147"/>
                    <a:pt x="2579" y="1185"/>
                    <a:pt x="2767" y="1228"/>
                  </a:cubicBezTo>
                  <a:cubicBezTo>
                    <a:pt x="3203" y="1330"/>
                    <a:pt x="3929" y="1499"/>
                    <a:pt x="4652" y="1555"/>
                  </a:cubicBezTo>
                  <a:cubicBezTo>
                    <a:pt x="4789" y="1566"/>
                    <a:pt x="4921" y="1570"/>
                    <a:pt x="5047" y="1570"/>
                  </a:cubicBezTo>
                  <a:cubicBezTo>
                    <a:pt x="5886" y="1570"/>
                    <a:pt x="6475" y="1346"/>
                    <a:pt x="6558" y="973"/>
                  </a:cubicBezTo>
                  <a:cubicBezTo>
                    <a:pt x="6585" y="847"/>
                    <a:pt x="6539" y="737"/>
                    <a:pt x="6416" y="638"/>
                  </a:cubicBezTo>
                  <a:cubicBezTo>
                    <a:pt x="6404" y="628"/>
                    <a:pt x="6389" y="623"/>
                    <a:pt x="6374" y="623"/>
                  </a:cubicBezTo>
                  <a:cubicBezTo>
                    <a:pt x="6362" y="623"/>
                    <a:pt x="6350" y="626"/>
                    <a:pt x="6339" y="633"/>
                  </a:cubicBezTo>
                  <a:cubicBezTo>
                    <a:pt x="6025" y="826"/>
                    <a:pt x="5544" y="1036"/>
                    <a:pt x="4946" y="1036"/>
                  </a:cubicBezTo>
                  <a:cubicBezTo>
                    <a:pt x="4842" y="1036"/>
                    <a:pt x="4734" y="1029"/>
                    <a:pt x="4624" y="1015"/>
                  </a:cubicBezTo>
                  <a:cubicBezTo>
                    <a:pt x="3995" y="936"/>
                    <a:pt x="3510" y="837"/>
                    <a:pt x="3082" y="749"/>
                  </a:cubicBezTo>
                  <a:cubicBezTo>
                    <a:pt x="2605" y="652"/>
                    <a:pt x="2192" y="567"/>
                    <a:pt x="1684" y="526"/>
                  </a:cubicBezTo>
                  <a:cubicBezTo>
                    <a:pt x="1093" y="476"/>
                    <a:pt x="534" y="217"/>
                    <a:pt x="168" y="9"/>
                  </a:cubicBezTo>
                  <a:cubicBezTo>
                    <a:pt x="158" y="3"/>
                    <a:pt x="147" y="0"/>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g332bf0ce26c_1_0"/>
            <p:cNvSpPr/>
            <p:nvPr/>
          </p:nvSpPr>
          <p:spPr>
            <a:xfrm>
              <a:off x="8549526" y="3986530"/>
              <a:ext cx="457783" cy="961469"/>
            </a:xfrm>
            <a:custGeom>
              <a:rect b="b" l="l" r="r" t="t"/>
              <a:pathLst>
                <a:path extrusionOk="0" h="26329" w="12536">
                  <a:moveTo>
                    <a:pt x="11329" y="0"/>
                  </a:moveTo>
                  <a:lnTo>
                    <a:pt x="500" y="584"/>
                  </a:lnTo>
                  <a:cubicBezTo>
                    <a:pt x="500" y="584"/>
                    <a:pt x="122" y="2358"/>
                    <a:pt x="61" y="4682"/>
                  </a:cubicBezTo>
                  <a:cubicBezTo>
                    <a:pt x="0" y="7006"/>
                    <a:pt x="1346" y="10918"/>
                    <a:pt x="1406" y="11346"/>
                  </a:cubicBezTo>
                  <a:cubicBezTo>
                    <a:pt x="1467" y="11775"/>
                    <a:pt x="1712" y="14649"/>
                    <a:pt x="1712" y="14649"/>
                  </a:cubicBezTo>
                  <a:cubicBezTo>
                    <a:pt x="1712" y="14649"/>
                    <a:pt x="1589" y="15994"/>
                    <a:pt x="1589" y="17279"/>
                  </a:cubicBezTo>
                  <a:cubicBezTo>
                    <a:pt x="1589" y="18562"/>
                    <a:pt x="2691" y="26328"/>
                    <a:pt x="2691" y="26328"/>
                  </a:cubicBezTo>
                  <a:lnTo>
                    <a:pt x="5320" y="26267"/>
                  </a:lnTo>
                  <a:cubicBezTo>
                    <a:pt x="5320" y="26267"/>
                    <a:pt x="5748" y="17645"/>
                    <a:pt x="5748" y="16361"/>
                  </a:cubicBezTo>
                  <a:cubicBezTo>
                    <a:pt x="5748" y="15077"/>
                    <a:pt x="6175" y="10491"/>
                    <a:pt x="6175" y="10246"/>
                  </a:cubicBezTo>
                  <a:cubicBezTo>
                    <a:pt x="6175" y="10001"/>
                    <a:pt x="6420" y="5599"/>
                    <a:pt x="6420" y="5599"/>
                  </a:cubicBezTo>
                  <a:lnTo>
                    <a:pt x="7943" y="13521"/>
                  </a:lnTo>
                  <a:cubicBezTo>
                    <a:pt x="7943" y="13521"/>
                    <a:pt x="8331" y="14380"/>
                    <a:pt x="8024" y="17438"/>
                  </a:cubicBezTo>
                  <a:cubicBezTo>
                    <a:pt x="7719" y="20496"/>
                    <a:pt x="7643" y="25900"/>
                    <a:pt x="7643" y="25900"/>
                  </a:cubicBezTo>
                  <a:lnTo>
                    <a:pt x="9722" y="26207"/>
                  </a:lnTo>
                  <a:lnTo>
                    <a:pt x="10212" y="25962"/>
                  </a:lnTo>
                  <a:cubicBezTo>
                    <a:pt x="10212" y="25962"/>
                    <a:pt x="12536" y="12631"/>
                    <a:pt x="12536" y="12265"/>
                  </a:cubicBezTo>
                  <a:cubicBezTo>
                    <a:pt x="12536" y="11897"/>
                    <a:pt x="11329" y="0"/>
                    <a:pt x="113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g332bf0ce26c_1_0"/>
            <p:cNvSpPr/>
            <p:nvPr/>
          </p:nvSpPr>
          <p:spPr>
            <a:xfrm>
              <a:off x="8547591" y="3984083"/>
              <a:ext cx="462129" cy="966326"/>
            </a:xfrm>
            <a:custGeom>
              <a:rect b="b" l="l" r="r" t="t"/>
              <a:pathLst>
                <a:path extrusionOk="0" h="26462" w="12655">
                  <a:moveTo>
                    <a:pt x="11323" y="137"/>
                  </a:moveTo>
                  <a:cubicBezTo>
                    <a:pt x="11417" y="1073"/>
                    <a:pt x="12522" y="11985"/>
                    <a:pt x="12522" y="12330"/>
                  </a:cubicBezTo>
                  <a:cubicBezTo>
                    <a:pt x="12522" y="12616"/>
                    <a:pt x="11010" y="21366"/>
                    <a:pt x="10205" y="25984"/>
                  </a:cubicBezTo>
                  <a:lnTo>
                    <a:pt x="9764" y="26204"/>
                  </a:lnTo>
                  <a:lnTo>
                    <a:pt x="7764" y="25910"/>
                  </a:lnTo>
                  <a:cubicBezTo>
                    <a:pt x="7773" y="25316"/>
                    <a:pt x="7860" y="20361"/>
                    <a:pt x="8144" y="17511"/>
                  </a:cubicBezTo>
                  <a:cubicBezTo>
                    <a:pt x="8437" y="14587"/>
                    <a:pt x="8101" y="13665"/>
                    <a:pt x="8061" y="13568"/>
                  </a:cubicBezTo>
                  <a:lnTo>
                    <a:pt x="6539" y="5653"/>
                  </a:lnTo>
                  <a:cubicBezTo>
                    <a:pt x="6532" y="5621"/>
                    <a:pt x="6505" y="5599"/>
                    <a:pt x="6474" y="5599"/>
                  </a:cubicBezTo>
                  <a:cubicBezTo>
                    <a:pt x="6473" y="5599"/>
                    <a:pt x="6471" y="5600"/>
                    <a:pt x="6469" y="5600"/>
                  </a:cubicBezTo>
                  <a:cubicBezTo>
                    <a:pt x="6435" y="5602"/>
                    <a:pt x="6409" y="5628"/>
                    <a:pt x="6407" y="5662"/>
                  </a:cubicBezTo>
                  <a:cubicBezTo>
                    <a:pt x="6397" y="5842"/>
                    <a:pt x="6163" y="10069"/>
                    <a:pt x="6163" y="10313"/>
                  </a:cubicBezTo>
                  <a:cubicBezTo>
                    <a:pt x="6163" y="10384"/>
                    <a:pt x="6120" y="10885"/>
                    <a:pt x="6068" y="11519"/>
                  </a:cubicBezTo>
                  <a:cubicBezTo>
                    <a:pt x="5943" y="13019"/>
                    <a:pt x="5735" y="15531"/>
                    <a:pt x="5735" y="16428"/>
                  </a:cubicBezTo>
                  <a:cubicBezTo>
                    <a:pt x="5735" y="17639"/>
                    <a:pt x="5348" y="25489"/>
                    <a:pt x="5310" y="26269"/>
                  </a:cubicBezTo>
                  <a:lnTo>
                    <a:pt x="2801" y="26328"/>
                  </a:lnTo>
                  <a:cubicBezTo>
                    <a:pt x="2700" y="25609"/>
                    <a:pt x="1709" y="18551"/>
                    <a:pt x="1709" y="17346"/>
                  </a:cubicBezTo>
                  <a:cubicBezTo>
                    <a:pt x="1709" y="16079"/>
                    <a:pt x="1830" y="14736"/>
                    <a:pt x="1832" y="14710"/>
                  </a:cubicBezTo>
                  <a:cubicBezTo>
                    <a:pt x="1821" y="14593"/>
                    <a:pt x="1586" y="11830"/>
                    <a:pt x="1525" y="11404"/>
                  </a:cubicBezTo>
                  <a:cubicBezTo>
                    <a:pt x="1510" y="11303"/>
                    <a:pt x="1433" y="11035"/>
                    <a:pt x="1316" y="10629"/>
                  </a:cubicBezTo>
                  <a:cubicBezTo>
                    <a:pt x="932" y="9302"/>
                    <a:pt x="134" y="6538"/>
                    <a:pt x="180" y="4750"/>
                  </a:cubicBezTo>
                  <a:cubicBezTo>
                    <a:pt x="234" y="2674"/>
                    <a:pt x="547" y="1019"/>
                    <a:pt x="608" y="715"/>
                  </a:cubicBezTo>
                  <a:lnTo>
                    <a:pt x="11323" y="137"/>
                  </a:lnTo>
                  <a:close/>
                  <a:moveTo>
                    <a:pt x="11384" y="1"/>
                  </a:moveTo>
                  <a:cubicBezTo>
                    <a:pt x="11382" y="1"/>
                    <a:pt x="11380" y="1"/>
                    <a:pt x="11378" y="1"/>
                  </a:cubicBezTo>
                  <a:lnTo>
                    <a:pt x="549" y="586"/>
                  </a:lnTo>
                  <a:cubicBezTo>
                    <a:pt x="520" y="587"/>
                    <a:pt x="493" y="608"/>
                    <a:pt x="488" y="638"/>
                  </a:cubicBezTo>
                  <a:cubicBezTo>
                    <a:pt x="484" y="655"/>
                    <a:pt x="108" y="2444"/>
                    <a:pt x="47" y="4747"/>
                  </a:cubicBezTo>
                  <a:cubicBezTo>
                    <a:pt x="0" y="6556"/>
                    <a:pt x="802" y="9332"/>
                    <a:pt x="1188" y="10666"/>
                  </a:cubicBezTo>
                  <a:cubicBezTo>
                    <a:pt x="1299" y="11053"/>
                    <a:pt x="1380" y="11331"/>
                    <a:pt x="1394" y="11423"/>
                  </a:cubicBezTo>
                  <a:cubicBezTo>
                    <a:pt x="1453" y="11844"/>
                    <a:pt x="1697" y="14693"/>
                    <a:pt x="1699" y="14710"/>
                  </a:cubicBezTo>
                  <a:cubicBezTo>
                    <a:pt x="1698" y="14724"/>
                    <a:pt x="1576" y="16073"/>
                    <a:pt x="1576" y="17346"/>
                  </a:cubicBezTo>
                  <a:cubicBezTo>
                    <a:pt x="1576" y="18620"/>
                    <a:pt x="2633" y="26088"/>
                    <a:pt x="2678" y="26405"/>
                  </a:cubicBezTo>
                  <a:cubicBezTo>
                    <a:pt x="2682" y="26437"/>
                    <a:pt x="2711" y="26462"/>
                    <a:pt x="2744" y="26462"/>
                  </a:cubicBezTo>
                  <a:lnTo>
                    <a:pt x="2745" y="26462"/>
                  </a:lnTo>
                  <a:lnTo>
                    <a:pt x="5374" y="26401"/>
                  </a:lnTo>
                  <a:cubicBezTo>
                    <a:pt x="5408" y="26400"/>
                    <a:pt x="5437" y="26373"/>
                    <a:pt x="5439" y="26337"/>
                  </a:cubicBezTo>
                  <a:cubicBezTo>
                    <a:pt x="5442" y="26252"/>
                    <a:pt x="5867" y="17699"/>
                    <a:pt x="5867" y="16429"/>
                  </a:cubicBezTo>
                  <a:cubicBezTo>
                    <a:pt x="5867" y="15537"/>
                    <a:pt x="6075" y="13028"/>
                    <a:pt x="6200" y="11529"/>
                  </a:cubicBezTo>
                  <a:cubicBezTo>
                    <a:pt x="6258" y="10843"/>
                    <a:pt x="6296" y="10390"/>
                    <a:pt x="6296" y="10313"/>
                  </a:cubicBezTo>
                  <a:cubicBezTo>
                    <a:pt x="6296" y="10125"/>
                    <a:pt x="6445" y="7391"/>
                    <a:pt x="6510" y="6208"/>
                  </a:cubicBezTo>
                  <a:lnTo>
                    <a:pt x="7931" y="13601"/>
                  </a:lnTo>
                  <a:cubicBezTo>
                    <a:pt x="7932" y="13606"/>
                    <a:pt x="7933" y="13611"/>
                    <a:pt x="7935" y="13615"/>
                  </a:cubicBezTo>
                  <a:cubicBezTo>
                    <a:pt x="7939" y="13624"/>
                    <a:pt x="8310" y="14507"/>
                    <a:pt x="8011" y="17498"/>
                  </a:cubicBezTo>
                  <a:cubicBezTo>
                    <a:pt x="7709" y="20524"/>
                    <a:pt x="7630" y="25913"/>
                    <a:pt x="7630" y="25967"/>
                  </a:cubicBezTo>
                  <a:cubicBezTo>
                    <a:pt x="7629" y="26000"/>
                    <a:pt x="7654" y="26029"/>
                    <a:pt x="7687" y="26033"/>
                  </a:cubicBezTo>
                  <a:lnTo>
                    <a:pt x="9766" y="26339"/>
                  </a:lnTo>
                  <a:cubicBezTo>
                    <a:pt x="9769" y="26339"/>
                    <a:pt x="9772" y="26340"/>
                    <a:pt x="9776" y="26340"/>
                  </a:cubicBezTo>
                  <a:cubicBezTo>
                    <a:pt x="9786" y="26340"/>
                    <a:pt x="9796" y="26337"/>
                    <a:pt x="9805" y="26333"/>
                  </a:cubicBezTo>
                  <a:lnTo>
                    <a:pt x="10294" y="26088"/>
                  </a:lnTo>
                  <a:cubicBezTo>
                    <a:pt x="10313" y="26078"/>
                    <a:pt x="10326" y="26061"/>
                    <a:pt x="10330" y="26040"/>
                  </a:cubicBezTo>
                  <a:cubicBezTo>
                    <a:pt x="10425" y="25495"/>
                    <a:pt x="12655" y="12700"/>
                    <a:pt x="12655" y="12332"/>
                  </a:cubicBezTo>
                  <a:cubicBezTo>
                    <a:pt x="12655" y="11965"/>
                    <a:pt x="11497" y="547"/>
                    <a:pt x="11448" y="61"/>
                  </a:cubicBezTo>
                  <a:cubicBezTo>
                    <a:pt x="11445" y="28"/>
                    <a:pt x="11416" y="1"/>
                    <a:pt x="113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g332bf0ce26c_1_0"/>
            <p:cNvSpPr/>
            <p:nvPr/>
          </p:nvSpPr>
          <p:spPr>
            <a:xfrm>
              <a:off x="8566068" y="3960129"/>
              <a:ext cx="398041" cy="102505"/>
            </a:xfrm>
            <a:custGeom>
              <a:rect b="b" l="l" r="r" t="t"/>
              <a:pathLst>
                <a:path extrusionOk="0" h="2807" w="10900">
                  <a:moveTo>
                    <a:pt x="257" y="0"/>
                  </a:moveTo>
                  <a:cubicBezTo>
                    <a:pt x="257" y="0"/>
                    <a:pt x="1" y="1214"/>
                    <a:pt x="47" y="1307"/>
                  </a:cubicBezTo>
                  <a:cubicBezTo>
                    <a:pt x="94" y="1400"/>
                    <a:pt x="1261" y="2731"/>
                    <a:pt x="4644" y="2801"/>
                  </a:cubicBezTo>
                  <a:cubicBezTo>
                    <a:pt x="4820" y="2805"/>
                    <a:pt x="4992" y="2806"/>
                    <a:pt x="5159" y="2806"/>
                  </a:cubicBezTo>
                  <a:cubicBezTo>
                    <a:pt x="8199" y="2806"/>
                    <a:pt x="9730" y="2229"/>
                    <a:pt x="10106" y="2007"/>
                  </a:cubicBezTo>
                  <a:cubicBezTo>
                    <a:pt x="10502" y="1774"/>
                    <a:pt x="10899" y="1680"/>
                    <a:pt x="10899" y="1330"/>
                  </a:cubicBezTo>
                  <a:cubicBezTo>
                    <a:pt x="10899" y="980"/>
                    <a:pt x="10759" y="607"/>
                    <a:pt x="10736" y="538"/>
                  </a:cubicBezTo>
                  <a:cubicBezTo>
                    <a:pt x="10735" y="535"/>
                    <a:pt x="10733" y="534"/>
                    <a:pt x="10728" y="534"/>
                  </a:cubicBezTo>
                  <a:cubicBezTo>
                    <a:pt x="10627" y="534"/>
                    <a:pt x="9574" y="1204"/>
                    <a:pt x="7109" y="1204"/>
                  </a:cubicBezTo>
                  <a:cubicBezTo>
                    <a:pt x="6786" y="1204"/>
                    <a:pt x="6440" y="1193"/>
                    <a:pt x="6068" y="1167"/>
                  </a:cubicBezTo>
                  <a:cubicBezTo>
                    <a:pt x="2731" y="934"/>
                    <a:pt x="257" y="0"/>
                    <a:pt x="2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g332bf0ce26c_1_0"/>
            <p:cNvSpPr/>
            <p:nvPr/>
          </p:nvSpPr>
          <p:spPr>
            <a:xfrm>
              <a:off x="8563877" y="3957682"/>
              <a:ext cx="402642" cy="107398"/>
            </a:xfrm>
            <a:custGeom>
              <a:rect b="b" l="l" r="r" t="t"/>
              <a:pathLst>
                <a:path extrusionOk="0" h="2941" w="11026">
                  <a:moveTo>
                    <a:pt x="366" y="156"/>
                  </a:moveTo>
                  <a:cubicBezTo>
                    <a:pt x="801" y="310"/>
                    <a:pt x="3130" y="1091"/>
                    <a:pt x="6124" y="1300"/>
                  </a:cubicBezTo>
                  <a:cubicBezTo>
                    <a:pt x="6483" y="1325"/>
                    <a:pt x="6831" y="1338"/>
                    <a:pt x="7167" y="1338"/>
                  </a:cubicBezTo>
                  <a:cubicBezTo>
                    <a:pt x="8542" y="1338"/>
                    <a:pt x="9720" y="1128"/>
                    <a:pt x="10681" y="711"/>
                  </a:cubicBezTo>
                  <a:cubicBezTo>
                    <a:pt x="10706" y="700"/>
                    <a:pt x="10731" y="690"/>
                    <a:pt x="10752" y="682"/>
                  </a:cubicBezTo>
                  <a:cubicBezTo>
                    <a:pt x="10797" y="814"/>
                    <a:pt x="10893" y="1113"/>
                    <a:pt x="10893" y="1397"/>
                  </a:cubicBezTo>
                  <a:cubicBezTo>
                    <a:pt x="10893" y="1614"/>
                    <a:pt x="10718" y="1713"/>
                    <a:pt x="10409" y="1868"/>
                  </a:cubicBezTo>
                  <a:cubicBezTo>
                    <a:pt x="10319" y="1914"/>
                    <a:pt x="10227" y="1962"/>
                    <a:pt x="10132" y="2017"/>
                  </a:cubicBezTo>
                  <a:cubicBezTo>
                    <a:pt x="9650" y="2300"/>
                    <a:pt x="8024" y="2807"/>
                    <a:pt x="5202" y="2807"/>
                  </a:cubicBezTo>
                  <a:cubicBezTo>
                    <a:pt x="5041" y="2807"/>
                    <a:pt x="4875" y="2805"/>
                    <a:pt x="4705" y="2802"/>
                  </a:cubicBezTo>
                  <a:cubicBezTo>
                    <a:pt x="1606" y="2738"/>
                    <a:pt x="295" y="1571"/>
                    <a:pt x="169" y="1351"/>
                  </a:cubicBezTo>
                  <a:cubicBezTo>
                    <a:pt x="152" y="1274"/>
                    <a:pt x="253" y="696"/>
                    <a:pt x="366" y="156"/>
                  </a:cubicBezTo>
                  <a:close/>
                  <a:moveTo>
                    <a:pt x="318" y="1"/>
                  </a:moveTo>
                  <a:cubicBezTo>
                    <a:pt x="307" y="1"/>
                    <a:pt x="295" y="4"/>
                    <a:pt x="285" y="9"/>
                  </a:cubicBezTo>
                  <a:cubicBezTo>
                    <a:pt x="269" y="18"/>
                    <a:pt x="256" y="34"/>
                    <a:pt x="252" y="53"/>
                  </a:cubicBezTo>
                  <a:cubicBezTo>
                    <a:pt x="133" y="618"/>
                    <a:pt x="0" y="1310"/>
                    <a:pt x="47" y="1404"/>
                  </a:cubicBezTo>
                  <a:cubicBezTo>
                    <a:pt x="55" y="1419"/>
                    <a:pt x="1126" y="2860"/>
                    <a:pt x="4703" y="2934"/>
                  </a:cubicBezTo>
                  <a:cubicBezTo>
                    <a:pt x="4884" y="2938"/>
                    <a:pt x="5060" y="2940"/>
                    <a:pt x="5231" y="2940"/>
                  </a:cubicBezTo>
                  <a:cubicBezTo>
                    <a:pt x="8782" y="2940"/>
                    <a:pt x="10141" y="2166"/>
                    <a:pt x="10200" y="2132"/>
                  </a:cubicBezTo>
                  <a:cubicBezTo>
                    <a:pt x="10291" y="2078"/>
                    <a:pt x="10382" y="2033"/>
                    <a:pt x="10470" y="1988"/>
                  </a:cubicBezTo>
                  <a:cubicBezTo>
                    <a:pt x="10768" y="1836"/>
                    <a:pt x="11026" y="1706"/>
                    <a:pt x="11026" y="1397"/>
                  </a:cubicBezTo>
                  <a:cubicBezTo>
                    <a:pt x="11026" y="1065"/>
                    <a:pt x="10906" y="718"/>
                    <a:pt x="10866" y="605"/>
                  </a:cubicBezTo>
                  <a:lnTo>
                    <a:pt x="10859" y="583"/>
                  </a:lnTo>
                  <a:cubicBezTo>
                    <a:pt x="10853" y="566"/>
                    <a:pt x="10838" y="548"/>
                    <a:pt x="10820" y="541"/>
                  </a:cubicBezTo>
                  <a:cubicBezTo>
                    <a:pt x="10810" y="536"/>
                    <a:pt x="10800" y="533"/>
                    <a:pt x="10788" y="533"/>
                  </a:cubicBezTo>
                  <a:cubicBezTo>
                    <a:pt x="10758" y="533"/>
                    <a:pt x="10716" y="551"/>
                    <a:pt x="10629" y="589"/>
                  </a:cubicBezTo>
                  <a:cubicBezTo>
                    <a:pt x="9684" y="999"/>
                    <a:pt x="8523" y="1205"/>
                    <a:pt x="7167" y="1205"/>
                  </a:cubicBezTo>
                  <a:cubicBezTo>
                    <a:pt x="6834" y="1205"/>
                    <a:pt x="6490" y="1193"/>
                    <a:pt x="6133" y="1168"/>
                  </a:cubicBezTo>
                  <a:cubicBezTo>
                    <a:pt x="2844" y="938"/>
                    <a:pt x="366" y="14"/>
                    <a:pt x="341" y="5"/>
                  </a:cubicBezTo>
                  <a:cubicBezTo>
                    <a:pt x="333" y="2"/>
                    <a:pt x="326"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g332bf0ce26c_1_0"/>
            <p:cNvSpPr/>
            <p:nvPr/>
          </p:nvSpPr>
          <p:spPr>
            <a:xfrm>
              <a:off x="8485585" y="3238416"/>
              <a:ext cx="138620" cy="242914"/>
            </a:xfrm>
            <a:custGeom>
              <a:rect b="b" l="l" r="r" t="t"/>
              <a:pathLst>
                <a:path extrusionOk="0" h="6652" w="3796">
                  <a:moveTo>
                    <a:pt x="3165" y="1"/>
                  </a:moveTo>
                  <a:cubicBezTo>
                    <a:pt x="2673" y="1"/>
                    <a:pt x="1882" y="174"/>
                    <a:pt x="1159" y="1097"/>
                  </a:cubicBezTo>
                  <a:cubicBezTo>
                    <a:pt x="0" y="2576"/>
                    <a:pt x="75" y="4597"/>
                    <a:pt x="223" y="5164"/>
                  </a:cubicBezTo>
                  <a:cubicBezTo>
                    <a:pt x="362" y="5699"/>
                    <a:pt x="1030" y="6652"/>
                    <a:pt x="2099" y="6652"/>
                  </a:cubicBezTo>
                  <a:cubicBezTo>
                    <a:pt x="2162" y="6652"/>
                    <a:pt x="2226" y="6648"/>
                    <a:pt x="2292" y="6641"/>
                  </a:cubicBezTo>
                  <a:cubicBezTo>
                    <a:pt x="3475" y="6518"/>
                    <a:pt x="3796" y="5484"/>
                    <a:pt x="3672" y="4522"/>
                  </a:cubicBezTo>
                  <a:cubicBezTo>
                    <a:pt x="3549" y="3562"/>
                    <a:pt x="3155" y="1984"/>
                    <a:pt x="3302" y="1320"/>
                  </a:cubicBezTo>
                  <a:cubicBezTo>
                    <a:pt x="3450" y="653"/>
                    <a:pt x="3771" y="457"/>
                    <a:pt x="3771" y="457"/>
                  </a:cubicBezTo>
                  <a:lnTo>
                    <a:pt x="3648" y="63"/>
                  </a:lnTo>
                  <a:cubicBezTo>
                    <a:pt x="3648" y="63"/>
                    <a:pt x="3461" y="1"/>
                    <a:pt x="3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g332bf0ce26c_1_0"/>
            <p:cNvSpPr/>
            <p:nvPr/>
          </p:nvSpPr>
          <p:spPr>
            <a:xfrm>
              <a:off x="8480400" y="3236079"/>
              <a:ext cx="145559" cy="247698"/>
            </a:xfrm>
            <a:custGeom>
              <a:rect b="b" l="l" r="r" t="t"/>
              <a:pathLst>
                <a:path extrusionOk="0" h="6783" w="3986">
                  <a:moveTo>
                    <a:pt x="3300" y="127"/>
                  </a:moveTo>
                  <a:cubicBezTo>
                    <a:pt x="3515" y="127"/>
                    <a:pt x="3672" y="163"/>
                    <a:pt x="3737" y="180"/>
                  </a:cubicBezTo>
                  <a:lnTo>
                    <a:pt x="3835" y="496"/>
                  </a:lnTo>
                  <a:cubicBezTo>
                    <a:pt x="3738" y="577"/>
                    <a:pt x="3501" y="822"/>
                    <a:pt x="3379" y="1369"/>
                  </a:cubicBezTo>
                  <a:cubicBezTo>
                    <a:pt x="3273" y="1849"/>
                    <a:pt x="3433" y="2747"/>
                    <a:pt x="3588" y="3615"/>
                  </a:cubicBezTo>
                  <a:cubicBezTo>
                    <a:pt x="3651" y="3972"/>
                    <a:pt x="3712" y="4311"/>
                    <a:pt x="3749" y="4595"/>
                  </a:cubicBezTo>
                  <a:cubicBezTo>
                    <a:pt x="3828" y="5219"/>
                    <a:pt x="3712" y="5766"/>
                    <a:pt x="3422" y="6133"/>
                  </a:cubicBezTo>
                  <a:cubicBezTo>
                    <a:pt x="3190" y="6425"/>
                    <a:pt x="2856" y="6595"/>
                    <a:pt x="2427" y="6640"/>
                  </a:cubicBezTo>
                  <a:cubicBezTo>
                    <a:pt x="2363" y="6647"/>
                    <a:pt x="2300" y="6650"/>
                    <a:pt x="2239" y="6650"/>
                  </a:cubicBezTo>
                  <a:cubicBezTo>
                    <a:pt x="1170" y="6650"/>
                    <a:pt x="552" y="5683"/>
                    <a:pt x="429" y="5211"/>
                  </a:cubicBezTo>
                  <a:cubicBezTo>
                    <a:pt x="281" y="4644"/>
                    <a:pt x="225" y="2642"/>
                    <a:pt x="1353" y="1203"/>
                  </a:cubicBezTo>
                  <a:cubicBezTo>
                    <a:pt x="2061" y="299"/>
                    <a:pt x="2824" y="127"/>
                    <a:pt x="3300" y="127"/>
                  </a:cubicBezTo>
                  <a:close/>
                  <a:moveTo>
                    <a:pt x="3316" y="1"/>
                  </a:moveTo>
                  <a:cubicBezTo>
                    <a:pt x="2808" y="1"/>
                    <a:pt x="1988" y="177"/>
                    <a:pt x="1249" y="1121"/>
                  </a:cubicBezTo>
                  <a:cubicBezTo>
                    <a:pt x="0" y="2713"/>
                    <a:pt x="187" y="4810"/>
                    <a:pt x="300" y="5244"/>
                  </a:cubicBezTo>
                  <a:cubicBezTo>
                    <a:pt x="432" y="5748"/>
                    <a:pt x="1094" y="6782"/>
                    <a:pt x="2238" y="6782"/>
                  </a:cubicBezTo>
                  <a:cubicBezTo>
                    <a:pt x="2304" y="6782"/>
                    <a:pt x="2371" y="6779"/>
                    <a:pt x="2441" y="6772"/>
                  </a:cubicBezTo>
                  <a:cubicBezTo>
                    <a:pt x="2907" y="6723"/>
                    <a:pt x="3272" y="6536"/>
                    <a:pt x="3526" y="6215"/>
                  </a:cubicBezTo>
                  <a:cubicBezTo>
                    <a:pt x="3838" y="5820"/>
                    <a:pt x="3965" y="5238"/>
                    <a:pt x="3880" y="4578"/>
                  </a:cubicBezTo>
                  <a:cubicBezTo>
                    <a:pt x="3843" y="4289"/>
                    <a:pt x="3783" y="3951"/>
                    <a:pt x="3719" y="3591"/>
                  </a:cubicBezTo>
                  <a:cubicBezTo>
                    <a:pt x="3573" y="2776"/>
                    <a:pt x="3409" y="1852"/>
                    <a:pt x="3510" y="1398"/>
                  </a:cubicBezTo>
                  <a:cubicBezTo>
                    <a:pt x="3648" y="773"/>
                    <a:pt x="3945" y="579"/>
                    <a:pt x="3947" y="578"/>
                  </a:cubicBezTo>
                  <a:cubicBezTo>
                    <a:pt x="3973" y="561"/>
                    <a:pt x="3985" y="531"/>
                    <a:pt x="3976" y="501"/>
                  </a:cubicBezTo>
                  <a:lnTo>
                    <a:pt x="3853" y="107"/>
                  </a:lnTo>
                  <a:cubicBezTo>
                    <a:pt x="3847" y="87"/>
                    <a:pt x="3831" y="70"/>
                    <a:pt x="3810" y="63"/>
                  </a:cubicBezTo>
                  <a:cubicBezTo>
                    <a:pt x="3805" y="61"/>
                    <a:pt x="3614" y="1"/>
                    <a:pt x="3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g332bf0ce26c_1_0"/>
            <p:cNvSpPr/>
            <p:nvPr/>
          </p:nvSpPr>
          <p:spPr>
            <a:xfrm>
              <a:off x="8566871" y="3709589"/>
              <a:ext cx="396361" cy="323947"/>
            </a:xfrm>
            <a:custGeom>
              <a:rect b="b" l="l" r="r" t="t"/>
              <a:pathLst>
                <a:path extrusionOk="0" h="8871" w="10854">
                  <a:moveTo>
                    <a:pt x="6909" y="1"/>
                  </a:moveTo>
                  <a:lnTo>
                    <a:pt x="1425" y="2777"/>
                  </a:lnTo>
                  <a:cubicBezTo>
                    <a:pt x="1425" y="2777"/>
                    <a:pt x="1356" y="4714"/>
                    <a:pt x="1145" y="4994"/>
                  </a:cubicBezTo>
                  <a:cubicBezTo>
                    <a:pt x="934" y="5275"/>
                    <a:pt x="1" y="6418"/>
                    <a:pt x="25" y="7048"/>
                  </a:cubicBezTo>
                  <a:cubicBezTo>
                    <a:pt x="48" y="7661"/>
                    <a:pt x="3474" y="8871"/>
                    <a:pt x="5723" y="8871"/>
                  </a:cubicBezTo>
                  <a:cubicBezTo>
                    <a:pt x="5785" y="8871"/>
                    <a:pt x="5846" y="8870"/>
                    <a:pt x="5906" y="8868"/>
                  </a:cubicBezTo>
                  <a:cubicBezTo>
                    <a:pt x="8147" y="8798"/>
                    <a:pt x="10854" y="8028"/>
                    <a:pt x="10854" y="7584"/>
                  </a:cubicBezTo>
                  <a:cubicBezTo>
                    <a:pt x="10854" y="7142"/>
                    <a:pt x="10597" y="6581"/>
                    <a:pt x="10293" y="5788"/>
                  </a:cubicBezTo>
                  <a:cubicBezTo>
                    <a:pt x="9990" y="4994"/>
                    <a:pt x="9477" y="4131"/>
                    <a:pt x="9407" y="3548"/>
                  </a:cubicBezTo>
                  <a:cubicBezTo>
                    <a:pt x="9337" y="2964"/>
                    <a:pt x="9150" y="1143"/>
                    <a:pt x="9150" y="887"/>
                  </a:cubicBezTo>
                  <a:cubicBezTo>
                    <a:pt x="9150" y="630"/>
                    <a:pt x="6909" y="1"/>
                    <a:pt x="690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g332bf0ce26c_1_0"/>
            <p:cNvSpPr/>
            <p:nvPr/>
          </p:nvSpPr>
          <p:spPr>
            <a:xfrm>
              <a:off x="8564498" y="3707142"/>
              <a:ext cx="401181" cy="328840"/>
            </a:xfrm>
            <a:custGeom>
              <a:rect b="b" l="l" r="r" t="t"/>
              <a:pathLst>
                <a:path extrusionOk="0" h="9005" w="10986">
                  <a:moveTo>
                    <a:pt x="6981" y="137"/>
                  </a:moveTo>
                  <a:cubicBezTo>
                    <a:pt x="7989" y="422"/>
                    <a:pt x="9098" y="815"/>
                    <a:pt x="9149" y="954"/>
                  </a:cubicBezTo>
                  <a:cubicBezTo>
                    <a:pt x="9149" y="1219"/>
                    <a:pt x="9338" y="3055"/>
                    <a:pt x="9406" y="3622"/>
                  </a:cubicBezTo>
                  <a:cubicBezTo>
                    <a:pt x="9452" y="4005"/>
                    <a:pt x="9678" y="4494"/>
                    <a:pt x="9918" y="5011"/>
                  </a:cubicBezTo>
                  <a:cubicBezTo>
                    <a:pt x="10050" y="5297"/>
                    <a:pt x="10188" y="5594"/>
                    <a:pt x="10296" y="5879"/>
                  </a:cubicBezTo>
                  <a:cubicBezTo>
                    <a:pt x="10350" y="6017"/>
                    <a:pt x="10402" y="6150"/>
                    <a:pt x="10451" y="6275"/>
                  </a:cubicBezTo>
                  <a:cubicBezTo>
                    <a:pt x="10675" y="6848"/>
                    <a:pt x="10852" y="7299"/>
                    <a:pt x="10852" y="7651"/>
                  </a:cubicBezTo>
                  <a:cubicBezTo>
                    <a:pt x="10852" y="7986"/>
                    <a:pt x="8401" y="8793"/>
                    <a:pt x="5969" y="8869"/>
                  </a:cubicBezTo>
                  <a:cubicBezTo>
                    <a:pt x="5905" y="8871"/>
                    <a:pt x="5840" y="8872"/>
                    <a:pt x="5775" y="8872"/>
                  </a:cubicBezTo>
                  <a:cubicBezTo>
                    <a:pt x="3494" y="8872"/>
                    <a:pt x="177" y="7658"/>
                    <a:pt x="156" y="7113"/>
                  </a:cubicBezTo>
                  <a:cubicBezTo>
                    <a:pt x="136" y="6566"/>
                    <a:pt x="898" y="5576"/>
                    <a:pt x="1185" y="5203"/>
                  </a:cubicBezTo>
                  <a:cubicBezTo>
                    <a:pt x="1217" y="5162"/>
                    <a:pt x="1243" y="5128"/>
                    <a:pt x="1263" y="5101"/>
                  </a:cubicBezTo>
                  <a:cubicBezTo>
                    <a:pt x="1469" y="4826"/>
                    <a:pt x="1543" y="3212"/>
                    <a:pt x="1556" y="2886"/>
                  </a:cubicBezTo>
                  <a:lnTo>
                    <a:pt x="6981" y="137"/>
                  </a:lnTo>
                  <a:close/>
                  <a:moveTo>
                    <a:pt x="6975" y="1"/>
                  </a:moveTo>
                  <a:cubicBezTo>
                    <a:pt x="6965" y="1"/>
                    <a:pt x="6955" y="3"/>
                    <a:pt x="6945" y="7"/>
                  </a:cubicBezTo>
                  <a:lnTo>
                    <a:pt x="1460" y="2785"/>
                  </a:lnTo>
                  <a:cubicBezTo>
                    <a:pt x="1438" y="2796"/>
                    <a:pt x="1424" y="2817"/>
                    <a:pt x="1424" y="2842"/>
                  </a:cubicBezTo>
                  <a:cubicBezTo>
                    <a:pt x="1396" y="3612"/>
                    <a:pt x="1302" y="4828"/>
                    <a:pt x="1157" y="5021"/>
                  </a:cubicBezTo>
                  <a:cubicBezTo>
                    <a:pt x="1137" y="5047"/>
                    <a:pt x="1111" y="5082"/>
                    <a:pt x="1080" y="5122"/>
                  </a:cubicBezTo>
                  <a:cubicBezTo>
                    <a:pt x="757" y="5542"/>
                    <a:pt x="1" y="6523"/>
                    <a:pt x="23" y="7118"/>
                  </a:cubicBezTo>
                  <a:cubicBezTo>
                    <a:pt x="48" y="7776"/>
                    <a:pt x="3536" y="9005"/>
                    <a:pt x="5792" y="9005"/>
                  </a:cubicBezTo>
                  <a:cubicBezTo>
                    <a:pt x="5853" y="9005"/>
                    <a:pt x="5914" y="9004"/>
                    <a:pt x="5973" y="9001"/>
                  </a:cubicBezTo>
                  <a:cubicBezTo>
                    <a:pt x="8175" y="8933"/>
                    <a:pt x="10985" y="8175"/>
                    <a:pt x="10985" y="7651"/>
                  </a:cubicBezTo>
                  <a:cubicBezTo>
                    <a:pt x="10985" y="7273"/>
                    <a:pt x="10813" y="6835"/>
                    <a:pt x="10574" y="6227"/>
                  </a:cubicBezTo>
                  <a:cubicBezTo>
                    <a:pt x="10526" y="6101"/>
                    <a:pt x="10474" y="5970"/>
                    <a:pt x="10421" y="5831"/>
                  </a:cubicBezTo>
                  <a:cubicBezTo>
                    <a:pt x="10311" y="5542"/>
                    <a:pt x="10172" y="5244"/>
                    <a:pt x="10039" y="4955"/>
                  </a:cubicBezTo>
                  <a:cubicBezTo>
                    <a:pt x="9803" y="4447"/>
                    <a:pt x="9581" y="3968"/>
                    <a:pt x="9538" y="3606"/>
                  </a:cubicBezTo>
                  <a:cubicBezTo>
                    <a:pt x="9464" y="2986"/>
                    <a:pt x="9281" y="1195"/>
                    <a:pt x="9281" y="954"/>
                  </a:cubicBezTo>
                  <a:cubicBezTo>
                    <a:pt x="9281" y="686"/>
                    <a:pt x="7847" y="244"/>
                    <a:pt x="6993" y="2"/>
                  </a:cubicBezTo>
                  <a:cubicBezTo>
                    <a:pt x="6987" y="1"/>
                    <a:pt x="6981" y="1"/>
                    <a:pt x="69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g332bf0ce26c_1_0"/>
            <p:cNvSpPr/>
            <p:nvPr/>
          </p:nvSpPr>
          <p:spPr>
            <a:xfrm>
              <a:off x="8508080" y="3429215"/>
              <a:ext cx="492402" cy="436165"/>
            </a:xfrm>
            <a:custGeom>
              <a:rect b="b" l="l" r="r" t="t"/>
              <a:pathLst>
                <a:path extrusionOk="0" h="11944" w="13484">
                  <a:moveTo>
                    <a:pt x="4156" y="0"/>
                  </a:moveTo>
                  <a:cubicBezTo>
                    <a:pt x="4156" y="0"/>
                    <a:pt x="1775" y="1097"/>
                    <a:pt x="1121" y="1423"/>
                  </a:cubicBezTo>
                  <a:cubicBezTo>
                    <a:pt x="468" y="1750"/>
                    <a:pt x="235" y="1704"/>
                    <a:pt x="351" y="2146"/>
                  </a:cubicBezTo>
                  <a:cubicBezTo>
                    <a:pt x="468" y="2590"/>
                    <a:pt x="1" y="3080"/>
                    <a:pt x="71" y="5111"/>
                  </a:cubicBezTo>
                  <a:cubicBezTo>
                    <a:pt x="142" y="7141"/>
                    <a:pt x="351" y="9452"/>
                    <a:pt x="491" y="10619"/>
                  </a:cubicBezTo>
                  <a:cubicBezTo>
                    <a:pt x="613" y="11636"/>
                    <a:pt x="682" y="11943"/>
                    <a:pt x="899" y="11943"/>
                  </a:cubicBezTo>
                  <a:cubicBezTo>
                    <a:pt x="930" y="11943"/>
                    <a:pt x="965" y="11937"/>
                    <a:pt x="1004" y="11925"/>
                  </a:cubicBezTo>
                  <a:cubicBezTo>
                    <a:pt x="1308" y="11832"/>
                    <a:pt x="2792" y="11482"/>
                    <a:pt x="3936" y="11110"/>
                  </a:cubicBezTo>
                  <a:cubicBezTo>
                    <a:pt x="5080" y="10736"/>
                    <a:pt x="7960" y="8961"/>
                    <a:pt x="7960" y="8961"/>
                  </a:cubicBezTo>
                  <a:cubicBezTo>
                    <a:pt x="7960" y="8961"/>
                    <a:pt x="9570" y="9359"/>
                    <a:pt x="11460" y="9381"/>
                  </a:cubicBezTo>
                  <a:cubicBezTo>
                    <a:pt x="11655" y="9383"/>
                    <a:pt x="11831" y="9385"/>
                    <a:pt x="11990" y="9385"/>
                  </a:cubicBezTo>
                  <a:cubicBezTo>
                    <a:pt x="13377" y="9385"/>
                    <a:pt x="13484" y="9275"/>
                    <a:pt x="13421" y="8752"/>
                  </a:cubicBezTo>
                  <a:cubicBezTo>
                    <a:pt x="13351" y="8167"/>
                    <a:pt x="12860" y="5928"/>
                    <a:pt x="12207" y="4363"/>
                  </a:cubicBezTo>
                  <a:cubicBezTo>
                    <a:pt x="11554" y="2799"/>
                    <a:pt x="11740" y="2520"/>
                    <a:pt x="11250" y="1843"/>
                  </a:cubicBezTo>
                  <a:cubicBezTo>
                    <a:pt x="10760" y="1167"/>
                    <a:pt x="8753" y="512"/>
                    <a:pt x="8403" y="419"/>
                  </a:cubicBezTo>
                  <a:cubicBezTo>
                    <a:pt x="8053" y="327"/>
                    <a:pt x="4156" y="0"/>
                    <a:pt x="41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g332bf0ce26c_1_0"/>
            <p:cNvSpPr/>
            <p:nvPr/>
          </p:nvSpPr>
          <p:spPr>
            <a:xfrm>
              <a:off x="8506655" y="3426731"/>
              <a:ext cx="494922" cy="441058"/>
            </a:xfrm>
            <a:custGeom>
              <a:rect b="b" l="l" r="r" t="t"/>
              <a:pathLst>
                <a:path extrusionOk="0" h="12078" w="13553">
                  <a:moveTo>
                    <a:pt x="4207" y="136"/>
                  </a:moveTo>
                  <a:cubicBezTo>
                    <a:pt x="4491" y="159"/>
                    <a:pt x="8096" y="464"/>
                    <a:pt x="8425" y="552"/>
                  </a:cubicBezTo>
                  <a:cubicBezTo>
                    <a:pt x="8771" y="644"/>
                    <a:pt x="10760" y="1294"/>
                    <a:pt x="11236" y="1950"/>
                  </a:cubicBezTo>
                  <a:cubicBezTo>
                    <a:pt x="11491" y="2304"/>
                    <a:pt x="11556" y="2542"/>
                    <a:pt x="11664" y="2936"/>
                  </a:cubicBezTo>
                  <a:cubicBezTo>
                    <a:pt x="11755" y="3271"/>
                    <a:pt x="11880" y="3730"/>
                    <a:pt x="12184" y="4457"/>
                  </a:cubicBezTo>
                  <a:cubicBezTo>
                    <a:pt x="12819" y="5973"/>
                    <a:pt x="13319" y="8207"/>
                    <a:pt x="13394" y="8827"/>
                  </a:cubicBezTo>
                  <a:cubicBezTo>
                    <a:pt x="13416" y="9011"/>
                    <a:pt x="13415" y="9133"/>
                    <a:pt x="13347" y="9210"/>
                  </a:cubicBezTo>
                  <a:cubicBezTo>
                    <a:pt x="13222" y="9349"/>
                    <a:pt x="12843" y="9387"/>
                    <a:pt x="12039" y="9387"/>
                  </a:cubicBezTo>
                  <a:cubicBezTo>
                    <a:pt x="11877" y="9387"/>
                    <a:pt x="11698" y="9385"/>
                    <a:pt x="11499" y="9383"/>
                  </a:cubicBezTo>
                  <a:cubicBezTo>
                    <a:pt x="9640" y="9360"/>
                    <a:pt x="8031" y="8969"/>
                    <a:pt x="8014" y="8965"/>
                  </a:cubicBezTo>
                  <a:cubicBezTo>
                    <a:pt x="8009" y="8964"/>
                    <a:pt x="8004" y="8963"/>
                    <a:pt x="7998" y="8963"/>
                  </a:cubicBezTo>
                  <a:cubicBezTo>
                    <a:pt x="7986" y="8963"/>
                    <a:pt x="7974" y="8966"/>
                    <a:pt x="7963" y="8972"/>
                  </a:cubicBezTo>
                  <a:cubicBezTo>
                    <a:pt x="7935" y="8990"/>
                    <a:pt x="5077" y="10747"/>
                    <a:pt x="3955" y="11114"/>
                  </a:cubicBezTo>
                  <a:cubicBezTo>
                    <a:pt x="3161" y="11373"/>
                    <a:pt x="2216" y="11618"/>
                    <a:pt x="1590" y="11779"/>
                  </a:cubicBezTo>
                  <a:cubicBezTo>
                    <a:pt x="1315" y="11850"/>
                    <a:pt x="1118" y="11900"/>
                    <a:pt x="1024" y="11930"/>
                  </a:cubicBezTo>
                  <a:cubicBezTo>
                    <a:pt x="988" y="11941"/>
                    <a:pt x="960" y="11945"/>
                    <a:pt x="938" y="11945"/>
                  </a:cubicBezTo>
                  <a:cubicBezTo>
                    <a:pt x="908" y="11945"/>
                    <a:pt x="890" y="11937"/>
                    <a:pt x="877" y="11929"/>
                  </a:cubicBezTo>
                  <a:cubicBezTo>
                    <a:pt x="757" y="11850"/>
                    <a:pt x="690" y="11463"/>
                    <a:pt x="596" y="10678"/>
                  </a:cubicBezTo>
                  <a:cubicBezTo>
                    <a:pt x="441" y="9384"/>
                    <a:pt x="243" y="7110"/>
                    <a:pt x="177" y="5177"/>
                  </a:cubicBezTo>
                  <a:cubicBezTo>
                    <a:pt x="134" y="3943"/>
                    <a:pt x="289" y="3287"/>
                    <a:pt x="392" y="2854"/>
                  </a:cubicBezTo>
                  <a:cubicBezTo>
                    <a:pt x="460" y="2573"/>
                    <a:pt x="504" y="2386"/>
                    <a:pt x="454" y="2198"/>
                  </a:cubicBezTo>
                  <a:cubicBezTo>
                    <a:pt x="379" y="1911"/>
                    <a:pt x="443" y="1884"/>
                    <a:pt x="802" y="1729"/>
                  </a:cubicBezTo>
                  <a:cubicBezTo>
                    <a:pt x="907" y="1683"/>
                    <a:pt x="1038" y="1626"/>
                    <a:pt x="1190" y="1551"/>
                  </a:cubicBezTo>
                  <a:cubicBezTo>
                    <a:pt x="1807" y="1242"/>
                    <a:pt x="3997" y="231"/>
                    <a:pt x="4207" y="136"/>
                  </a:cubicBezTo>
                  <a:close/>
                  <a:moveTo>
                    <a:pt x="4191" y="1"/>
                  </a:moveTo>
                  <a:cubicBezTo>
                    <a:pt x="4182" y="1"/>
                    <a:pt x="4174" y="3"/>
                    <a:pt x="4166" y="8"/>
                  </a:cubicBezTo>
                  <a:cubicBezTo>
                    <a:pt x="4143" y="18"/>
                    <a:pt x="1778" y="1108"/>
                    <a:pt x="1131" y="1432"/>
                  </a:cubicBezTo>
                  <a:cubicBezTo>
                    <a:pt x="982" y="1507"/>
                    <a:pt x="853" y="1562"/>
                    <a:pt x="748" y="1607"/>
                  </a:cubicBezTo>
                  <a:cubicBezTo>
                    <a:pt x="386" y="1763"/>
                    <a:pt x="222" y="1836"/>
                    <a:pt x="326" y="2232"/>
                  </a:cubicBezTo>
                  <a:cubicBezTo>
                    <a:pt x="367" y="2388"/>
                    <a:pt x="326" y="2561"/>
                    <a:pt x="263" y="2824"/>
                  </a:cubicBezTo>
                  <a:cubicBezTo>
                    <a:pt x="159" y="3264"/>
                    <a:pt x="1" y="3930"/>
                    <a:pt x="43" y="5182"/>
                  </a:cubicBezTo>
                  <a:cubicBezTo>
                    <a:pt x="111" y="7118"/>
                    <a:pt x="308" y="9397"/>
                    <a:pt x="464" y="10695"/>
                  </a:cubicBezTo>
                  <a:cubicBezTo>
                    <a:pt x="575" y="11609"/>
                    <a:pt x="638" y="11932"/>
                    <a:pt x="805" y="12040"/>
                  </a:cubicBezTo>
                  <a:cubicBezTo>
                    <a:pt x="849" y="12068"/>
                    <a:pt x="895" y="12078"/>
                    <a:pt x="939" y="12078"/>
                  </a:cubicBezTo>
                  <a:cubicBezTo>
                    <a:pt x="985" y="12078"/>
                    <a:pt x="1029" y="12067"/>
                    <a:pt x="1063" y="12057"/>
                  </a:cubicBezTo>
                  <a:cubicBezTo>
                    <a:pt x="1154" y="12028"/>
                    <a:pt x="1361" y="11975"/>
                    <a:pt x="1623" y="11908"/>
                  </a:cubicBezTo>
                  <a:cubicBezTo>
                    <a:pt x="2250" y="11745"/>
                    <a:pt x="3199" y="11501"/>
                    <a:pt x="3996" y="11240"/>
                  </a:cubicBezTo>
                  <a:cubicBezTo>
                    <a:pt x="5092" y="10882"/>
                    <a:pt x="7713" y="9282"/>
                    <a:pt x="8009" y="9100"/>
                  </a:cubicBezTo>
                  <a:cubicBezTo>
                    <a:pt x="8231" y="9152"/>
                    <a:pt x="9756" y="9494"/>
                    <a:pt x="11498" y="9515"/>
                  </a:cubicBezTo>
                  <a:cubicBezTo>
                    <a:pt x="11692" y="9518"/>
                    <a:pt x="11867" y="9519"/>
                    <a:pt x="12025" y="9519"/>
                  </a:cubicBezTo>
                  <a:cubicBezTo>
                    <a:pt x="12930" y="9519"/>
                    <a:pt x="13290" y="9472"/>
                    <a:pt x="13446" y="9299"/>
                  </a:cubicBezTo>
                  <a:cubicBezTo>
                    <a:pt x="13547" y="9185"/>
                    <a:pt x="13552" y="9034"/>
                    <a:pt x="13526" y="8811"/>
                  </a:cubicBezTo>
                  <a:cubicBezTo>
                    <a:pt x="13450" y="8185"/>
                    <a:pt x="12945" y="5933"/>
                    <a:pt x="12308" y="4407"/>
                  </a:cubicBezTo>
                  <a:cubicBezTo>
                    <a:pt x="12007" y="3686"/>
                    <a:pt x="11883" y="3233"/>
                    <a:pt x="11793" y="2902"/>
                  </a:cubicBezTo>
                  <a:cubicBezTo>
                    <a:pt x="11685" y="2506"/>
                    <a:pt x="11613" y="2245"/>
                    <a:pt x="11343" y="1872"/>
                  </a:cubicBezTo>
                  <a:cubicBezTo>
                    <a:pt x="10839" y="1177"/>
                    <a:pt x="8833" y="524"/>
                    <a:pt x="8459" y="423"/>
                  </a:cubicBezTo>
                  <a:cubicBezTo>
                    <a:pt x="8107" y="330"/>
                    <a:pt x="4359" y="15"/>
                    <a:pt x="4200" y="2"/>
                  </a:cubicBezTo>
                  <a:cubicBezTo>
                    <a:pt x="4197" y="1"/>
                    <a:pt x="4194" y="1"/>
                    <a:pt x="41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g332bf0ce26c_1_0"/>
            <p:cNvSpPr/>
            <p:nvPr/>
          </p:nvSpPr>
          <p:spPr>
            <a:xfrm>
              <a:off x="8530245" y="3666645"/>
              <a:ext cx="197560" cy="94215"/>
            </a:xfrm>
            <a:custGeom>
              <a:rect b="b" l="l" r="r" t="t"/>
              <a:pathLst>
                <a:path extrusionOk="0" h="2580" w="5410">
                  <a:moveTo>
                    <a:pt x="1803" y="0"/>
                  </a:moveTo>
                  <a:cubicBezTo>
                    <a:pt x="1724" y="0"/>
                    <a:pt x="1667" y="18"/>
                    <a:pt x="1635" y="56"/>
                  </a:cubicBezTo>
                  <a:cubicBezTo>
                    <a:pt x="1495" y="219"/>
                    <a:pt x="771" y="709"/>
                    <a:pt x="655" y="919"/>
                  </a:cubicBezTo>
                  <a:cubicBezTo>
                    <a:pt x="538" y="1129"/>
                    <a:pt x="1" y="1736"/>
                    <a:pt x="24" y="1899"/>
                  </a:cubicBezTo>
                  <a:cubicBezTo>
                    <a:pt x="33" y="1959"/>
                    <a:pt x="51" y="1987"/>
                    <a:pt x="82" y="1987"/>
                  </a:cubicBezTo>
                  <a:cubicBezTo>
                    <a:pt x="137" y="1987"/>
                    <a:pt x="235" y="1900"/>
                    <a:pt x="398" y="1736"/>
                  </a:cubicBezTo>
                  <a:cubicBezTo>
                    <a:pt x="655" y="1479"/>
                    <a:pt x="818" y="1339"/>
                    <a:pt x="912" y="1269"/>
                  </a:cubicBezTo>
                  <a:cubicBezTo>
                    <a:pt x="1004" y="1199"/>
                    <a:pt x="1215" y="1059"/>
                    <a:pt x="1215" y="1059"/>
                  </a:cubicBezTo>
                  <a:lnTo>
                    <a:pt x="1215" y="1059"/>
                  </a:lnTo>
                  <a:cubicBezTo>
                    <a:pt x="1215" y="1059"/>
                    <a:pt x="934" y="2109"/>
                    <a:pt x="841" y="2389"/>
                  </a:cubicBezTo>
                  <a:cubicBezTo>
                    <a:pt x="793" y="2534"/>
                    <a:pt x="876" y="2579"/>
                    <a:pt x="990" y="2579"/>
                  </a:cubicBezTo>
                  <a:cubicBezTo>
                    <a:pt x="1096" y="2579"/>
                    <a:pt x="1229" y="2540"/>
                    <a:pt x="1308" y="2506"/>
                  </a:cubicBezTo>
                  <a:cubicBezTo>
                    <a:pt x="1471" y="2437"/>
                    <a:pt x="2498" y="1689"/>
                    <a:pt x="2498" y="1689"/>
                  </a:cubicBezTo>
                  <a:cubicBezTo>
                    <a:pt x="2498" y="1689"/>
                    <a:pt x="2807" y="1741"/>
                    <a:pt x="2939" y="1741"/>
                  </a:cubicBezTo>
                  <a:cubicBezTo>
                    <a:pt x="2961" y="1741"/>
                    <a:pt x="2978" y="1740"/>
                    <a:pt x="2988" y="1736"/>
                  </a:cubicBezTo>
                  <a:cubicBezTo>
                    <a:pt x="3058" y="1712"/>
                    <a:pt x="5107" y="1063"/>
                    <a:pt x="5107" y="1063"/>
                  </a:cubicBezTo>
                  <a:lnTo>
                    <a:pt x="5410" y="922"/>
                  </a:lnTo>
                  <a:lnTo>
                    <a:pt x="5410" y="922"/>
                  </a:lnTo>
                  <a:cubicBezTo>
                    <a:pt x="5410" y="922"/>
                    <a:pt x="5399" y="922"/>
                    <a:pt x="5378" y="922"/>
                  </a:cubicBezTo>
                  <a:cubicBezTo>
                    <a:pt x="5163" y="922"/>
                    <a:pt x="3899" y="906"/>
                    <a:pt x="3175" y="522"/>
                  </a:cubicBezTo>
                  <a:cubicBezTo>
                    <a:pt x="2565" y="199"/>
                    <a:pt x="2065" y="0"/>
                    <a:pt x="180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g332bf0ce26c_1_0"/>
            <p:cNvSpPr/>
            <p:nvPr/>
          </p:nvSpPr>
          <p:spPr>
            <a:xfrm>
              <a:off x="8528054" y="3664271"/>
              <a:ext cx="202417" cy="98999"/>
            </a:xfrm>
            <a:custGeom>
              <a:rect b="b" l="l" r="r" t="t"/>
              <a:pathLst>
                <a:path extrusionOk="0" h="2711" w="5543">
                  <a:moveTo>
                    <a:pt x="1862" y="129"/>
                  </a:moveTo>
                  <a:cubicBezTo>
                    <a:pt x="2056" y="129"/>
                    <a:pt x="2478" y="261"/>
                    <a:pt x="3204" y="645"/>
                  </a:cubicBezTo>
                  <a:cubicBezTo>
                    <a:pt x="3792" y="958"/>
                    <a:pt x="4713" y="1032"/>
                    <a:pt x="5180" y="1049"/>
                  </a:cubicBezTo>
                  <a:lnTo>
                    <a:pt x="5147" y="1064"/>
                  </a:lnTo>
                  <a:cubicBezTo>
                    <a:pt x="5063" y="1091"/>
                    <a:pt x="3097" y="1715"/>
                    <a:pt x="3028" y="1737"/>
                  </a:cubicBezTo>
                  <a:cubicBezTo>
                    <a:pt x="3022" y="1739"/>
                    <a:pt x="3012" y="1740"/>
                    <a:pt x="2998" y="1740"/>
                  </a:cubicBezTo>
                  <a:cubicBezTo>
                    <a:pt x="2920" y="1740"/>
                    <a:pt x="2729" y="1715"/>
                    <a:pt x="2569" y="1689"/>
                  </a:cubicBezTo>
                  <a:cubicBezTo>
                    <a:pt x="2565" y="1688"/>
                    <a:pt x="2561" y="1688"/>
                    <a:pt x="2557" y="1688"/>
                  </a:cubicBezTo>
                  <a:cubicBezTo>
                    <a:pt x="2543" y="1688"/>
                    <a:pt x="2530" y="1692"/>
                    <a:pt x="2519" y="1701"/>
                  </a:cubicBezTo>
                  <a:cubicBezTo>
                    <a:pt x="2235" y="1906"/>
                    <a:pt x="1470" y="2455"/>
                    <a:pt x="1342" y="2510"/>
                  </a:cubicBezTo>
                  <a:cubicBezTo>
                    <a:pt x="1249" y="2550"/>
                    <a:pt x="1128" y="2578"/>
                    <a:pt x="1045" y="2578"/>
                  </a:cubicBezTo>
                  <a:cubicBezTo>
                    <a:pt x="1007" y="2578"/>
                    <a:pt x="978" y="2572"/>
                    <a:pt x="962" y="2558"/>
                  </a:cubicBezTo>
                  <a:cubicBezTo>
                    <a:pt x="946" y="2542"/>
                    <a:pt x="956" y="2499"/>
                    <a:pt x="963" y="2476"/>
                  </a:cubicBezTo>
                  <a:cubicBezTo>
                    <a:pt x="1057" y="2196"/>
                    <a:pt x="1327" y="1184"/>
                    <a:pt x="1338" y="1141"/>
                  </a:cubicBezTo>
                  <a:cubicBezTo>
                    <a:pt x="1346" y="1115"/>
                    <a:pt x="1336" y="1087"/>
                    <a:pt x="1314" y="1070"/>
                  </a:cubicBezTo>
                  <a:cubicBezTo>
                    <a:pt x="1302" y="1062"/>
                    <a:pt x="1288" y="1058"/>
                    <a:pt x="1275" y="1058"/>
                  </a:cubicBezTo>
                  <a:cubicBezTo>
                    <a:pt x="1262" y="1058"/>
                    <a:pt x="1249" y="1062"/>
                    <a:pt x="1238" y="1069"/>
                  </a:cubicBezTo>
                  <a:cubicBezTo>
                    <a:pt x="1230" y="1075"/>
                    <a:pt x="1025" y="1211"/>
                    <a:pt x="931" y="1281"/>
                  </a:cubicBezTo>
                  <a:cubicBezTo>
                    <a:pt x="844" y="1346"/>
                    <a:pt x="683" y="1482"/>
                    <a:pt x="411" y="1754"/>
                  </a:cubicBezTo>
                  <a:cubicBezTo>
                    <a:pt x="349" y="1815"/>
                    <a:pt x="212" y="1951"/>
                    <a:pt x="155" y="1981"/>
                  </a:cubicBezTo>
                  <a:cubicBezTo>
                    <a:pt x="153" y="1974"/>
                    <a:pt x="152" y="1966"/>
                    <a:pt x="149" y="1955"/>
                  </a:cubicBezTo>
                  <a:cubicBezTo>
                    <a:pt x="139" y="1876"/>
                    <a:pt x="396" y="1535"/>
                    <a:pt x="534" y="1353"/>
                  </a:cubicBezTo>
                  <a:cubicBezTo>
                    <a:pt x="639" y="1213"/>
                    <a:pt x="729" y="1094"/>
                    <a:pt x="773" y="1016"/>
                  </a:cubicBezTo>
                  <a:cubicBezTo>
                    <a:pt x="836" y="902"/>
                    <a:pt x="1128" y="672"/>
                    <a:pt x="1362" y="488"/>
                  </a:cubicBezTo>
                  <a:cubicBezTo>
                    <a:pt x="1535" y="352"/>
                    <a:pt x="1685" y="234"/>
                    <a:pt x="1745" y="164"/>
                  </a:cubicBezTo>
                  <a:cubicBezTo>
                    <a:pt x="1764" y="142"/>
                    <a:pt x="1802" y="129"/>
                    <a:pt x="1862" y="129"/>
                  </a:cubicBezTo>
                  <a:close/>
                  <a:moveTo>
                    <a:pt x="1863" y="1"/>
                  </a:moveTo>
                  <a:cubicBezTo>
                    <a:pt x="1761" y="1"/>
                    <a:pt x="1688" y="26"/>
                    <a:pt x="1644" y="77"/>
                  </a:cubicBezTo>
                  <a:cubicBezTo>
                    <a:pt x="1592" y="139"/>
                    <a:pt x="1440" y="258"/>
                    <a:pt x="1279" y="384"/>
                  </a:cubicBezTo>
                  <a:cubicBezTo>
                    <a:pt x="1011" y="596"/>
                    <a:pt x="733" y="814"/>
                    <a:pt x="656" y="952"/>
                  </a:cubicBezTo>
                  <a:cubicBezTo>
                    <a:pt x="618" y="1021"/>
                    <a:pt x="526" y="1143"/>
                    <a:pt x="427" y="1272"/>
                  </a:cubicBezTo>
                  <a:cubicBezTo>
                    <a:pt x="168" y="1615"/>
                    <a:pt x="0" y="1850"/>
                    <a:pt x="18" y="1974"/>
                  </a:cubicBezTo>
                  <a:cubicBezTo>
                    <a:pt x="22" y="2002"/>
                    <a:pt x="35" y="2090"/>
                    <a:pt x="107" y="2113"/>
                  </a:cubicBezTo>
                  <a:cubicBezTo>
                    <a:pt x="118" y="2117"/>
                    <a:pt x="130" y="2119"/>
                    <a:pt x="142" y="2119"/>
                  </a:cubicBezTo>
                  <a:cubicBezTo>
                    <a:pt x="224" y="2119"/>
                    <a:pt x="323" y="2029"/>
                    <a:pt x="504" y="1848"/>
                  </a:cubicBezTo>
                  <a:cubicBezTo>
                    <a:pt x="785" y="1567"/>
                    <a:pt x="942" y="1439"/>
                    <a:pt x="1011" y="1387"/>
                  </a:cubicBezTo>
                  <a:cubicBezTo>
                    <a:pt x="1049" y="1359"/>
                    <a:pt x="1108" y="1317"/>
                    <a:pt x="1163" y="1279"/>
                  </a:cubicBezTo>
                  <a:lnTo>
                    <a:pt x="1163" y="1279"/>
                  </a:lnTo>
                  <a:cubicBezTo>
                    <a:pt x="1081" y="1589"/>
                    <a:pt x="907" y="2227"/>
                    <a:pt x="838" y="2433"/>
                  </a:cubicBezTo>
                  <a:cubicBezTo>
                    <a:pt x="798" y="2554"/>
                    <a:pt x="834" y="2621"/>
                    <a:pt x="872" y="2655"/>
                  </a:cubicBezTo>
                  <a:cubicBezTo>
                    <a:pt x="917" y="2697"/>
                    <a:pt x="981" y="2711"/>
                    <a:pt x="1050" y="2711"/>
                  </a:cubicBezTo>
                  <a:cubicBezTo>
                    <a:pt x="1210" y="2711"/>
                    <a:pt x="1392" y="2633"/>
                    <a:pt x="1394" y="2633"/>
                  </a:cubicBezTo>
                  <a:cubicBezTo>
                    <a:pt x="1550" y="2565"/>
                    <a:pt x="2397" y="1953"/>
                    <a:pt x="2575" y="1825"/>
                  </a:cubicBezTo>
                  <a:cubicBezTo>
                    <a:pt x="2702" y="1846"/>
                    <a:pt x="2885" y="1872"/>
                    <a:pt x="2994" y="1872"/>
                  </a:cubicBezTo>
                  <a:cubicBezTo>
                    <a:pt x="3027" y="1872"/>
                    <a:pt x="3053" y="1869"/>
                    <a:pt x="3069" y="1864"/>
                  </a:cubicBezTo>
                  <a:cubicBezTo>
                    <a:pt x="3138" y="1841"/>
                    <a:pt x="5166" y="1198"/>
                    <a:pt x="5194" y="1188"/>
                  </a:cubicBezTo>
                  <a:lnTo>
                    <a:pt x="5498" y="1049"/>
                  </a:lnTo>
                  <a:cubicBezTo>
                    <a:pt x="5527" y="1034"/>
                    <a:pt x="5542" y="1004"/>
                    <a:pt x="5535" y="973"/>
                  </a:cubicBezTo>
                  <a:cubicBezTo>
                    <a:pt x="5528" y="944"/>
                    <a:pt x="5505" y="921"/>
                    <a:pt x="5475" y="921"/>
                  </a:cubicBezTo>
                  <a:cubicBezTo>
                    <a:pt x="5473" y="921"/>
                    <a:pt x="5471" y="921"/>
                    <a:pt x="5469" y="921"/>
                  </a:cubicBezTo>
                  <a:cubicBezTo>
                    <a:pt x="5468" y="921"/>
                    <a:pt x="5455" y="921"/>
                    <a:pt x="5432" y="921"/>
                  </a:cubicBezTo>
                  <a:cubicBezTo>
                    <a:pt x="5205" y="921"/>
                    <a:pt x="3965" y="900"/>
                    <a:pt x="3266" y="529"/>
                  </a:cubicBezTo>
                  <a:cubicBezTo>
                    <a:pt x="2602" y="177"/>
                    <a:pt x="2132" y="1"/>
                    <a:pt x="18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g332bf0ce26c_1_0"/>
            <p:cNvSpPr/>
            <p:nvPr/>
          </p:nvSpPr>
          <p:spPr>
            <a:xfrm>
              <a:off x="8571801" y="3681580"/>
              <a:ext cx="15812" cy="26183"/>
            </a:xfrm>
            <a:custGeom>
              <a:rect b="b" l="l" r="r" t="t"/>
              <a:pathLst>
                <a:path extrusionOk="0" h="717" w="433">
                  <a:moveTo>
                    <a:pt x="357" y="1"/>
                  </a:moveTo>
                  <a:cubicBezTo>
                    <a:pt x="332" y="1"/>
                    <a:pt x="309" y="14"/>
                    <a:pt x="297" y="38"/>
                  </a:cubicBezTo>
                  <a:lnTo>
                    <a:pt x="16" y="622"/>
                  </a:lnTo>
                  <a:cubicBezTo>
                    <a:pt x="1" y="655"/>
                    <a:pt x="15" y="694"/>
                    <a:pt x="48" y="710"/>
                  </a:cubicBezTo>
                  <a:cubicBezTo>
                    <a:pt x="58" y="714"/>
                    <a:pt x="67" y="717"/>
                    <a:pt x="77" y="717"/>
                  </a:cubicBezTo>
                  <a:cubicBezTo>
                    <a:pt x="101" y="717"/>
                    <a:pt x="125" y="702"/>
                    <a:pt x="137" y="679"/>
                  </a:cubicBezTo>
                  <a:lnTo>
                    <a:pt x="416" y="96"/>
                  </a:lnTo>
                  <a:cubicBezTo>
                    <a:pt x="433" y="62"/>
                    <a:pt x="418" y="22"/>
                    <a:pt x="385" y="7"/>
                  </a:cubicBezTo>
                  <a:cubicBezTo>
                    <a:pt x="376" y="3"/>
                    <a:pt x="367"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g332bf0ce26c_1_0"/>
            <p:cNvSpPr/>
            <p:nvPr/>
          </p:nvSpPr>
          <p:spPr>
            <a:xfrm>
              <a:off x="8563512" y="3678878"/>
              <a:ext cx="41776" cy="82712"/>
            </a:xfrm>
            <a:custGeom>
              <a:rect b="b" l="l" r="r" t="t"/>
              <a:pathLst>
                <a:path extrusionOk="0" h="2265" w="1144">
                  <a:moveTo>
                    <a:pt x="1144" y="0"/>
                  </a:moveTo>
                  <a:cubicBezTo>
                    <a:pt x="934" y="24"/>
                    <a:pt x="747" y="327"/>
                    <a:pt x="560" y="840"/>
                  </a:cubicBezTo>
                  <a:cubicBezTo>
                    <a:pt x="373" y="1354"/>
                    <a:pt x="1" y="2265"/>
                    <a:pt x="1" y="2265"/>
                  </a:cubicBezTo>
                  <a:lnTo>
                    <a:pt x="11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g332bf0ce26c_1_0"/>
            <p:cNvSpPr/>
            <p:nvPr/>
          </p:nvSpPr>
          <p:spPr>
            <a:xfrm>
              <a:off x="8560737" y="3676431"/>
              <a:ext cx="47108" cy="87605"/>
            </a:xfrm>
            <a:custGeom>
              <a:rect b="b" l="l" r="r" t="t"/>
              <a:pathLst>
                <a:path extrusionOk="0" h="2399" w="1290">
                  <a:moveTo>
                    <a:pt x="1219" y="1"/>
                  </a:moveTo>
                  <a:cubicBezTo>
                    <a:pt x="1217" y="1"/>
                    <a:pt x="1215" y="1"/>
                    <a:pt x="1212" y="1"/>
                  </a:cubicBezTo>
                  <a:cubicBezTo>
                    <a:pt x="984" y="27"/>
                    <a:pt x="787" y="299"/>
                    <a:pt x="574" y="885"/>
                  </a:cubicBezTo>
                  <a:cubicBezTo>
                    <a:pt x="390" y="1391"/>
                    <a:pt x="19" y="2298"/>
                    <a:pt x="15" y="2306"/>
                  </a:cubicBezTo>
                  <a:cubicBezTo>
                    <a:pt x="1" y="2340"/>
                    <a:pt x="18" y="2379"/>
                    <a:pt x="51" y="2392"/>
                  </a:cubicBezTo>
                  <a:cubicBezTo>
                    <a:pt x="59" y="2396"/>
                    <a:pt x="67" y="2398"/>
                    <a:pt x="77" y="2398"/>
                  </a:cubicBezTo>
                  <a:cubicBezTo>
                    <a:pt x="103" y="2398"/>
                    <a:pt x="128" y="2383"/>
                    <a:pt x="137" y="2357"/>
                  </a:cubicBezTo>
                  <a:cubicBezTo>
                    <a:pt x="142" y="2347"/>
                    <a:pt x="513" y="1440"/>
                    <a:pt x="699" y="930"/>
                  </a:cubicBezTo>
                  <a:cubicBezTo>
                    <a:pt x="885" y="420"/>
                    <a:pt x="1062" y="151"/>
                    <a:pt x="1227" y="134"/>
                  </a:cubicBezTo>
                  <a:cubicBezTo>
                    <a:pt x="1263" y="129"/>
                    <a:pt x="1289" y="97"/>
                    <a:pt x="1286" y="60"/>
                  </a:cubicBezTo>
                  <a:cubicBezTo>
                    <a:pt x="1283" y="26"/>
                    <a:pt x="1252" y="1"/>
                    <a:pt x="12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g332bf0ce26c_1_0"/>
            <p:cNvSpPr/>
            <p:nvPr/>
          </p:nvSpPr>
          <p:spPr>
            <a:xfrm>
              <a:off x="8578009" y="3686547"/>
              <a:ext cx="44332" cy="71647"/>
            </a:xfrm>
            <a:custGeom>
              <a:rect b="b" l="l" r="r" t="t"/>
              <a:pathLst>
                <a:path extrusionOk="0" h="1962" w="1214">
                  <a:moveTo>
                    <a:pt x="1214" y="1"/>
                  </a:moveTo>
                  <a:cubicBezTo>
                    <a:pt x="1214" y="1"/>
                    <a:pt x="747" y="654"/>
                    <a:pt x="514" y="981"/>
                  </a:cubicBezTo>
                  <a:cubicBezTo>
                    <a:pt x="280" y="1307"/>
                    <a:pt x="0" y="1961"/>
                    <a:pt x="0" y="1961"/>
                  </a:cubicBezTo>
                  <a:lnTo>
                    <a:pt x="12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g332bf0ce26c_1_0"/>
            <p:cNvSpPr/>
            <p:nvPr/>
          </p:nvSpPr>
          <p:spPr>
            <a:xfrm>
              <a:off x="8575234" y="3684136"/>
              <a:ext cx="49846" cy="76468"/>
            </a:xfrm>
            <a:custGeom>
              <a:rect b="b" l="l" r="r" t="t"/>
              <a:pathLst>
                <a:path extrusionOk="0" h="2094" w="1365">
                  <a:moveTo>
                    <a:pt x="1290" y="0"/>
                  </a:moveTo>
                  <a:cubicBezTo>
                    <a:pt x="1269" y="0"/>
                    <a:pt x="1248" y="10"/>
                    <a:pt x="1236" y="28"/>
                  </a:cubicBezTo>
                  <a:lnTo>
                    <a:pt x="535" y="1009"/>
                  </a:lnTo>
                  <a:cubicBezTo>
                    <a:pt x="301" y="1338"/>
                    <a:pt x="26" y="1974"/>
                    <a:pt x="15" y="2001"/>
                  </a:cubicBezTo>
                  <a:cubicBezTo>
                    <a:pt x="0" y="2034"/>
                    <a:pt x="16" y="2074"/>
                    <a:pt x="50" y="2088"/>
                  </a:cubicBezTo>
                  <a:cubicBezTo>
                    <a:pt x="58" y="2091"/>
                    <a:pt x="67" y="2094"/>
                    <a:pt x="76" y="2094"/>
                  </a:cubicBezTo>
                  <a:cubicBezTo>
                    <a:pt x="102" y="2094"/>
                    <a:pt x="126" y="2078"/>
                    <a:pt x="136" y="2053"/>
                  </a:cubicBezTo>
                  <a:cubicBezTo>
                    <a:pt x="140" y="2047"/>
                    <a:pt x="417" y="1403"/>
                    <a:pt x="643" y="1086"/>
                  </a:cubicBezTo>
                  <a:lnTo>
                    <a:pt x="1343" y="106"/>
                  </a:lnTo>
                  <a:cubicBezTo>
                    <a:pt x="1364" y="75"/>
                    <a:pt x="1357" y="34"/>
                    <a:pt x="1328" y="13"/>
                  </a:cubicBezTo>
                  <a:cubicBezTo>
                    <a:pt x="1316" y="4"/>
                    <a:pt x="1303"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g332bf0ce26c_1_0"/>
            <p:cNvSpPr/>
            <p:nvPr/>
          </p:nvSpPr>
          <p:spPr>
            <a:xfrm>
              <a:off x="8618688" y="3711378"/>
              <a:ext cx="14936" cy="19391"/>
            </a:xfrm>
            <a:custGeom>
              <a:rect b="b" l="l" r="r" t="t"/>
              <a:pathLst>
                <a:path extrusionOk="0" h="531" w="409">
                  <a:moveTo>
                    <a:pt x="332" y="1"/>
                  </a:moveTo>
                  <a:cubicBezTo>
                    <a:pt x="311" y="1"/>
                    <a:pt x="290" y="12"/>
                    <a:pt x="277" y="32"/>
                  </a:cubicBezTo>
                  <a:lnTo>
                    <a:pt x="21" y="428"/>
                  </a:lnTo>
                  <a:cubicBezTo>
                    <a:pt x="1" y="459"/>
                    <a:pt x="9" y="501"/>
                    <a:pt x="40" y="521"/>
                  </a:cubicBezTo>
                  <a:cubicBezTo>
                    <a:pt x="51" y="528"/>
                    <a:pt x="63" y="530"/>
                    <a:pt x="76" y="530"/>
                  </a:cubicBezTo>
                  <a:cubicBezTo>
                    <a:pt x="98" y="530"/>
                    <a:pt x="119" y="519"/>
                    <a:pt x="132" y="501"/>
                  </a:cubicBezTo>
                  <a:lnTo>
                    <a:pt x="389" y="104"/>
                  </a:lnTo>
                  <a:cubicBezTo>
                    <a:pt x="409" y="73"/>
                    <a:pt x="399" y="32"/>
                    <a:pt x="368" y="12"/>
                  </a:cubicBezTo>
                  <a:cubicBezTo>
                    <a:pt x="357" y="5"/>
                    <a:pt x="345" y="1"/>
                    <a:pt x="3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g332bf0ce26c_1_0"/>
            <p:cNvSpPr/>
            <p:nvPr/>
          </p:nvSpPr>
          <p:spPr>
            <a:xfrm>
              <a:off x="8727764" y="3655836"/>
              <a:ext cx="205630" cy="100642"/>
            </a:xfrm>
            <a:custGeom>
              <a:rect b="b" l="l" r="r" t="t"/>
              <a:pathLst>
                <a:path extrusionOk="0" h="2756" w="5631">
                  <a:moveTo>
                    <a:pt x="3572" y="0"/>
                  </a:moveTo>
                  <a:cubicBezTo>
                    <a:pt x="3347" y="0"/>
                    <a:pt x="3082" y="25"/>
                    <a:pt x="2923" y="118"/>
                  </a:cubicBezTo>
                  <a:cubicBezTo>
                    <a:pt x="2644" y="281"/>
                    <a:pt x="1" y="1218"/>
                    <a:pt x="1" y="1218"/>
                  </a:cubicBezTo>
                  <a:lnTo>
                    <a:pt x="1944" y="2755"/>
                  </a:lnTo>
                  <a:lnTo>
                    <a:pt x="3928" y="912"/>
                  </a:lnTo>
                  <a:cubicBezTo>
                    <a:pt x="3928" y="912"/>
                    <a:pt x="5491" y="562"/>
                    <a:pt x="5560" y="515"/>
                  </a:cubicBezTo>
                  <a:cubicBezTo>
                    <a:pt x="5630" y="468"/>
                    <a:pt x="4091" y="48"/>
                    <a:pt x="3950" y="24"/>
                  </a:cubicBezTo>
                  <a:cubicBezTo>
                    <a:pt x="3890" y="15"/>
                    <a:pt x="3742" y="0"/>
                    <a:pt x="357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g332bf0ce26c_1_0"/>
            <p:cNvSpPr/>
            <p:nvPr/>
          </p:nvSpPr>
          <p:spPr>
            <a:xfrm>
              <a:off x="8725061" y="3653426"/>
              <a:ext cx="208442" cy="105463"/>
            </a:xfrm>
            <a:custGeom>
              <a:rect b="b" l="l" r="r" t="t"/>
              <a:pathLst>
                <a:path extrusionOk="0" h="2888" w="5708">
                  <a:moveTo>
                    <a:pt x="3646" y="1"/>
                  </a:moveTo>
                  <a:cubicBezTo>
                    <a:pt x="3414" y="1"/>
                    <a:pt x="3137" y="27"/>
                    <a:pt x="2964" y="127"/>
                  </a:cubicBezTo>
                  <a:cubicBezTo>
                    <a:pt x="2692" y="286"/>
                    <a:pt x="80" y="1213"/>
                    <a:pt x="54" y="1221"/>
                  </a:cubicBezTo>
                  <a:cubicBezTo>
                    <a:pt x="18" y="1234"/>
                    <a:pt x="0" y="1272"/>
                    <a:pt x="12" y="1307"/>
                  </a:cubicBezTo>
                  <a:cubicBezTo>
                    <a:pt x="23" y="1334"/>
                    <a:pt x="48" y="1351"/>
                    <a:pt x="76" y="1351"/>
                  </a:cubicBezTo>
                  <a:cubicBezTo>
                    <a:pt x="83" y="1351"/>
                    <a:pt x="90" y="1349"/>
                    <a:pt x="97" y="1347"/>
                  </a:cubicBezTo>
                  <a:cubicBezTo>
                    <a:pt x="205" y="1309"/>
                    <a:pt x="2749" y="406"/>
                    <a:pt x="3030" y="242"/>
                  </a:cubicBezTo>
                  <a:cubicBezTo>
                    <a:pt x="3176" y="157"/>
                    <a:pt x="3428" y="132"/>
                    <a:pt x="3647" y="132"/>
                  </a:cubicBezTo>
                  <a:cubicBezTo>
                    <a:pt x="3804" y="132"/>
                    <a:pt x="3944" y="145"/>
                    <a:pt x="4014" y="157"/>
                  </a:cubicBezTo>
                  <a:cubicBezTo>
                    <a:pt x="4125" y="174"/>
                    <a:pt x="5094" y="439"/>
                    <a:pt x="5458" y="566"/>
                  </a:cubicBezTo>
                  <a:cubicBezTo>
                    <a:pt x="5155" y="646"/>
                    <a:pt x="4452" y="809"/>
                    <a:pt x="3986" y="913"/>
                  </a:cubicBezTo>
                  <a:cubicBezTo>
                    <a:pt x="3976" y="915"/>
                    <a:pt x="3965" y="921"/>
                    <a:pt x="3956" y="929"/>
                  </a:cubicBezTo>
                  <a:lnTo>
                    <a:pt x="1973" y="2773"/>
                  </a:lnTo>
                  <a:cubicBezTo>
                    <a:pt x="1945" y="2797"/>
                    <a:pt x="1943" y="2840"/>
                    <a:pt x="1969" y="2867"/>
                  </a:cubicBezTo>
                  <a:cubicBezTo>
                    <a:pt x="1982" y="2880"/>
                    <a:pt x="2000" y="2887"/>
                    <a:pt x="2018" y="2887"/>
                  </a:cubicBezTo>
                  <a:cubicBezTo>
                    <a:pt x="2034" y="2887"/>
                    <a:pt x="2050" y="2881"/>
                    <a:pt x="2063" y="2871"/>
                  </a:cubicBezTo>
                  <a:lnTo>
                    <a:pt x="4034" y="1039"/>
                  </a:lnTo>
                  <a:cubicBezTo>
                    <a:pt x="4516" y="930"/>
                    <a:pt x="5600" y="684"/>
                    <a:pt x="5671" y="636"/>
                  </a:cubicBezTo>
                  <a:cubicBezTo>
                    <a:pt x="5695" y="622"/>
                    <a:pt x="5708" y="590"/>
                    <a:pt x="5702" y="562"/>
                  </a:cubicBezTo>
                  <a:cubicBezTo>
                    <a:pt x="5672" y="424"/>
                    <a:pt x="4051" y="28"/>
                    <a:pt x="4035" y="25"/>
                  </a:cubicBezTo>
                  <a:cubicBezTo>
                    <a:pt x="3984" y="17"/>
                    <a:pt x="3830" y="1"/>
                    <a:pt x="36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g332bf0ce26c_1_0"/>
            <p:cNvSpPr/>
            <p:nvPr/>
          </p:nvSpPr>
          <p:spPr>
            <a:xfrm>
              <a:off x="8827965" y="3655836"/>
              <a:ext cx="105463" cy="53279"/>
            </a:xfrm>
            <a:custGeom>
              <a:rect b="b" l="l" r="r" t="t"/>
              <a:pathLst>
                <a:path extrusionOk="0" h="1459" w="2888">
                  <a:moveTo>
                    <a:pt x="828" y="0"/>
                  </a:moveTo>
                  <a:cubicBezTo>
                    <a:pt x="603" y="0"/>
                    <a:pt x="338" y="25"/>
                    <a:pt x="179" y="118"/>
                  </a:cubicBezTo>
                  <a:cubicBezTo>
                    <a:pt x="148" y="137"/>
                    <a:pt x="85" y="170"/>
                    <a:pt x="1" y="214"/>
                  </a:cubicBezTo>
                  <a:cubicBezTo>
                    <a:pt x="99" y="313"/>
                    <a:pt x="231" y="486"/>
                    <a:pt x="343" y="772"/>
                  </a:cubicBezTo>
                  <a:cubicBezTo>
                    <a:pt x="441" y="1023"/>
                    <a:pt x="529" y="1268"/>
                    <a:pt x="595" y="1458"/>
                  </a:cubicBezTo>
                  <a:lnTo>
                    <a:pt x="1184" y="912"/>
                  </a:lnTo>
                  <a:cubicBezTo>
                    <a:pt x="1184" y="912"/>
                    <a:pt x="2747" y="562"/>
                    <a:pt x="2816" y="515"/>
                  </a:cubicBezTo>
                  <a:cubicBezTo>
                    <a:pt x="2887" y="468"/>
                    <a:pt x="1347" y="48"/>
                    <a:pt x="1206" y="24"/>
                  </a:cubicBezTo>
                  <a:cubicBezTo>
                    <a:pt x="1146" y="15"/>
                    <a:pt x="998" y="0"/>
                    <a:pt x="8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g332bf0ce26c_1_0"/>
            <p:cNvSpPr/>
            <p:nvPr/>
          </p:nvSpPr>
          <p:spPr>
            <a:xfrm>
              <a:off x="8825446" y="3653426"/>
              <a:ext cx="108055" cy="58099"/>
            </a:xfrm>
            <a:custGeom>
              <a:rect b="b" l="l" r="r" t="t"/>
              <a:pathLst>
                <a:path extrusionOk="0" h="1591" w="2959">
                  <a:moveTo>
                    <a:pt x="901" y="132"/>
                  </a:moveTo>
                  <a:cubicBezTo>
                    <a:pt x="1057" y="132"/>
                    <a:pt x="1195" y="145"/>
                    <a:pt x="1265" y="157"/>
                  </a:cubicBezTo>
                  <a:cubicBezTo>
                    <a:pt x="1376" y="176"/>
                    <a:pt x="2345" y="439"/>
                    <a:pt x="2709" y="566"/>
                  </a:cubicBezTo>
                  <a:cubicBezTo>
                    <a:pt x="2405" y="646"/>
                    <a:pt x="1703" y="809"/>
                    <a:pt x="1237" y="913"/>
                  </a:cubicBezTo>
                  <a:cubicBezTo>
                    <a:pt x="1225" y="915"/>
                    <a:pt x="1215" y="921"/>
                    <a:pt x="1207" y="929"/>
                  </a:cubicBezTo>
                  <a:lnTo>
                    <a:pt x="693" y="1407"/>
                  </a:lnTo>
                  <a:cubicBezTo>
                    <a:pt x="619" y="1195"/>
                    <a:pt x="545" y="997"/>
                    <a:pt x="474" y="813"/>
                  </a:cubicBezTo>
                  <a:cubicBezTo>
                    <a:pt x="378" y="570"/>
                    <a:pt x="267" y="405"/>
                    <a:pt x="177" y="299"/>
                  </a:cubicBezTo>
                  <a:cubicBezTo>
                    <a:pt x="225" y="274"/>
                    <a:pt x="260" y="254"/>
                    <a:pt x="281" y="242"/>
                  </a:cubicBezTo>
                  <a:cubicBezTo>
                    <a:pt x="428" y="157"/>
                    <a:pt x="682" y="132"/>
                    <a:pt x="901" y="132"/>
                  </a:cubicBezTo>
                  <a:close/>
                  <a:moveTo>
                    <a:pt x="898" y="1"/>
                  </a:moveTo>
                  <a:cubicBezTo>
                    <a:pt x="666" y="1"/>
                    <a:pt x="388" y="27"/>
                    <a:pt x="215" y="127"/>
                  </a:cubicBezTo>
                  <a:cubicBezTo>
                    <a:pt x="184" y="145"/>
                    <a:pt x="123" y="178"/>
                    <a:pt x="39" y="221"/>
                  </a:cubicBezTo>
                  <a:cubicBezTo>
                    <a:pt x="20" y="230"/>
                    <a:pt x="7" y="248"/>
                    <a:pt x="3" y="269"/>
                  </a:cubicBezTo>
                  <a:cubicBezTo>
                    <a:pt x="1" y="289"/>
                    <a:pt x="7" y="310"/>
                    <a:pt x="22" y="326"/>
                  </a:cubicBezTo>
                  <a:cubicBezTo>
                    <a:pt x="111" y="416"/>
                    <a:pt x="240" y="581"/>
                    <a:pt x="350" y="862"/>
                  </a:cubicBezTo>
                  <a:cubicBezTo>
                    <a:pt x="432" y="1071"/>
                    <a:pt x="517" y="1301"/>
                    <a:pt x="601" y="1546"/>
                  </a:cubicBezTo>
                  <a:cubicBezTo>
                    <a:pt x="608" y="1567"/>
                    <a:pt x="626" y="1583"/>
                    <a:pt x="648" y="1589"/>
                  </a:cubicBezTo>
                  <a:cubicBezTo>
                    <a:pt x="653" y="1591"/>
                    <a:pt x="659" y="1591"/>
                    <a:pt x="664" y="1591"/>
                  </a:cubicBezTo>
                  <a:cubicBezTo>
                    <a:pt x="680" y="1591"/>
                    <a:pt x="697" y="1585"/>
                    <a:pt x="708" y="1573"/>
                  </a:cubicBezTo>
                  <a:lnTo>
                    <a:pt x="1285" y="1039"/>
                  </a:lnTo>
                  <a:cubicBezTo>
                    <a:pt x="1767" y="930"/>
                    <a:pt x="2851" y="684"/>
                    <a:pt x="2923" y="636"/>
                  </a:cubicBezTo>
                  <a:cubicBezTo>
                    <a:pt x="2946" y="622"/>
                    <a:pt x="2959" y="590"/>
                    <a:pt x="2953" y="562"/>
                  </a:cubicBezTo>
                  <a:cubicBezTo>
                    <a:pt x="2923" y="424"/>
                    <a:pt x="1302" y="28"/>
                    <a:pt x="1287" y="25"/>
                  </a:cubicBezTo>
                  <a:cubicBezTo>
                    <a:pt x="1236" y="17"/>
                    <a:pt x="1082" y="1"/>
                    <a:pt x="8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g332bf0ce26c_1_0"/>
            <p:cNvSpPr/>
            <p:nvPr/>
          </p:nvSpPr>
          <p:spPr>
            <a:xfrm>
              <a:off x="8603498" y="3106518"/>
              <a:ext cx="278957" cy="342096"/>
            </a:xfrm>
            <a:custGeom>
              <a:rect b="b" l="l" r="r" t="t"/>
              <a:pathLst>
                <a:path extrusionOk="0" h="9368" w="7639">
                  <a:moveTo>
                    <a:pt x="3332" y="0"/>
                  </a:moveTo>
                  <a:cubicBezTo>
                    <a:pt x="2796" y="0"/>
                    <a:pt x="2310" y="80"/>
                    <a:pt x="2020" y="225"/>
                  </a:cubicBezTo>
                  <a:cubicBezTo>
                    <a:pt x="2020" y="225"/>
                    <a:pt x="738" y="546"/>
                    <a:pt x="369" y="2196"/>
                  </a:cubicBezTo>
                  <a:cubicBezTo>
                    <a:pt x="0" y="3847"/>
                    <a:pt x="813" y="5153"/>
                    <a:pt x="1700" y="5769"/>
                  </a:cubicBezTo>
                  <a:cubicBezTo>
                    <a:pt x="2586" y="6386"/>
                    <a:pt x="2809" y="6681"/>
                    <a:pt x="2809" y="6755"/>
                  </a:cubicBezTo>
                  <a:cubicBezTo>
                    <a:pt x="2809" y="6829"/>
                    <a:pt x="3005" y="7100"/>
                    <a:pt x="2784" y="7839"/>
                  </a:cubicBezTo>
                  <a:cubicBezTo>
                    <a:pt x="2563" y="8578"/>
                    <a:pt x="2340" y="8899"/>
                    <a:pt x="2340" y="8899"/>
                  </a:cubicBezTo>
                  <a:cubicBezTo>
                    <a:pt x="2340" y="8899"/>
                    <a:pt x="3942" y="9367"/>
                    <a:pt x="4582" y="9367"/>
                  </a:cubicBezTo>
                  <a:cubicBezTo>
                    <a:pt x="5224" y="9367"/>
                    <a:pt x="5396" y="9268"/>
                    <a:pt x="5396" y="9268"/>
                  </a:cubicBezTo>
                  <a:lnTo>
                    <a:pt x="5692" y="8011"/>
                  </a:lnTo>
                  <a:cubicBezTo>
                    <a:pt x="5692" y="8011"/>
                    <a:pt x="5984" y="8097"/>
                    <a:pt x="6181" y="8097"/>
                  </a:cubicBezTo>
                  <a:cubicBezTo>
                    <a:pt x="6219" y="8097"/>
                    <a:pt x="6254" y="8094"/>
                    <a:pt x="6282" y="8086"/>
                  </a:cubicBezTo>
                  <a:cubicBezTo>
                    <a:pt x="6455" y="8036"/>
                    <a:pt x="7022" y="6903"/>
                    <a:pt x="7072" y="6434"/>
                  </a:cubicBezTo>
                  <a:cubicBezTo>
                    <a:pt x="7121" y="5967"/>
                    <a:pt x="7170" y="5696"/>
                    <a:pt x="7170" y="5696"/>
                  </a:cubicBezTo>
                  <a:cubicBezTo>
                    <a:pt x="7170" y="5696"/>
                    <a:pt x="7254" y="5724"/>
                    <a:pt x="7347" y="5724"/>
                  </a:cubicBezTo>
                  <a:cubicBezTo>
                    <a:pt x="7449" y="5724"/>
                    <a:pt x="7563" y="5690"/>
                    <a:pt x="7589" y="5548"/>
                  </a:cubicBezTo>
                  <a:cubicBezTo>
                    <a:pt x="7638" y="5277"/>
                    <a:pt x="7318" y="4882"/>
                    <a:pt x="7096" y="4415"/>
                  </a:cubicBezTo>
                  <a:cubicBezTo>
                    <a:pt x="6874" y="3946"/>
                    <a:pt x="7121" y="3231"/>
                    <a:pt x="6949" y="2294"/>
                  </a:cubicBezTo>
                  <a:cubicBezTo>
                    <a:pt x="6776" y="1359"/>
                    <a:pt x="5988" y="644"/>
                    <a:pt x="5002" y="275"/>
                  </a:cubicBezTo>
                  <a:cubicBezTo>
                    <a:pt x="4500" y="86"/>
                    <a:pt x="3889" y="0"/>
                    <a:pt x="333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g332bf0ce26c_1_0"/>
            <p:cNvSpPr/>
            <p:nvPr/>
          </p:nvSpPr>
          <p:spPr>
            <a:xfrm>
              <a:off x="8600503" y="3104108"/>
              <a:ext cx="283924" cy="346916"/>
            </a:xfrm>
            <a:custGeom>
              <a:rect b="b" l="l" r="r" t="t"/>
              <a:pathLst>
                <a:path extrusionOk="0" h="9500" w="7775">
                  <a:moveTo>
                    <a:pt x="3417" y="131"/>
                  </a:moveTo>
                  <a:cubicBezTo>
                    <a:pt x="3959" y="131"/>
                    <a:pt x="4558" y="214"/>
                    <a:pt x="5061" y="402"/>
                  </a:cubicBezTo>
                  <a:cubicBezTo>
                    <a:pt x="6097" y="792"/>
                    <a:pt x="6809" y="1527"/>
                    <a:pt x="6965" y="2372"/>
                  </a:cubicBezTo>
                  <a:cubicBezTo>
                    <a:pt x="7047" y="2816"/>
                    <a:pt x="7033" y="3209"/>
                    <a:pt x="7021" y="3554"/>
                  </a:cubicBezTo>
                  <a:cubicBezTo>
                    <a:pt x="7008" y="3928"/>
                    <a:pt x="6996" y="4251"/>
                    <a:pt x="7118" y="4508"/>
                  </a:cubicBezTo>
                  <a:cubicBezTo>
                    <a:pt x="7190" y="4660"/>
                    <a:pt x="7271" y="4801"/>
                    <a:pt x="7348" y="4937"/>
                  </a:cubicBezTo>
                  <a:cubicBezTo>
                    <a:pt x="7501" y="5207"/>
                    <a:pt x="7635" y="5440"/>
                    <a:pt x="7606" y="5601"/>
                  </a:cubicBezTo>
                  <a:cubicBezTo>
                    <a:pt x="7597" y="5646"/>
                    <a:pt x="7577" y="5678"/>
                    <a:pt x="7545" y="5697"/>
                  </a:cubicBezTo>
                  <a:cubicBezTo>
                    <a:pt x="7513" y="5716"/>
                    <a:pt x="7472" y="5723"/>
                    <a:pt x="7430" y="5723"/>
                  </a:cubicBezTo>
                  <a:cubicBezTo>
                    <a:pt x="7366" y="5723"/>
                    <a:pt x="7302" y="5707"/>
                    <a:pt x="7273" y="5698"/>
                  </a:cubicBezTo>
                  <a:cubicBezTo>
                    <a:pt x="7266" y="5696"/>
                    <a:pt x="7259" y="5695"/>
                    <a:pt x="7252" y="5695"/>
                  </a:cubicBezTo>
                  <a:cubicBezTo>
                    <a:pt x="7240" y="5695"/>
                    <a:pt x="7228" y="5698"/>
                    <a:pt x="7217" y="5704"/>
                  </a:cubicBezTo>
                  <a:cubicBezTo>
                    <a:pt x="7201" y="5713"/>
                    <a:pt x="7190" y="5730"/>
                    <a:pt x="7187" y="5749"/>
                  </a:cubicBezTo>
                  <a:cubicBezTo>
                    <a:pt x="7186" y="5751"/>
                    <a:pt x="7136" y="6028"/>
                    <a:pt x="7087" y="6493"/>
                  </a:cubicBezTo>
                  <a:cubicBezTo>
                    <a:pt x="7039" y="6953"/>
                    <a:pt x="6488" y="8031"/>
                    <a:pt x="6347" y="8087"/>
                  </a:cubicBezTo>
                  <a:cubicBezTo>
                    <a:pt x="6323" y="8094"/>
                    <a:pt x="6293" y="8096"/>
                    <a:pt x="6259" y="8096"/>
                  </a:cubicBezTo>
                  <a:cubicBezTo>
                    <a:pt x="6110" y="8096"/>
                    <a:pt x="5882" y="8040"/>
                    <a:pt x="5792" y="8013"/>
                  </a:cubicBezTo>
                  <a:cubicBezTo>
                    <a:pt x="5786" y="8012"/>
                    <a:pt x="5780" y="8011"/>
                    <a:pt x="5774" y="8011"/>
                  </a:cubicBezTo>
                  <a:cubicBezTo>
                    <a:pt x="5762" y="8011"/>
                    <a:pt x="5751" y="8014"/>
                    <a:pt x="5740" y="8020"/>
                  </a:cubicBezTo>
                  <a:cubicBezTo>
                    <a:pt x="5724" y="8029"/>
                    <a:pt x="5713" y="8044"/>
                    <a:pt x="5709" y="8062"/>
                  </a:cubicBezTo>
                  <a:lnTo>
                    <a:pt x="5420" y="9285"/>
                  </a:lnTo>
                  <a:cubicBezTo>
                    <a:pt x="5354" y="9309"/>
                    <a:pt x="5145" y="9366"/>
                    <a:pt x="4664" y="9366"/>
                  </a:cubicBezTo>
                  <a:cubicBezTo>
                    <a:pt x="4124" y="9366"/>
                    <a:pt x="2861" y="9020"/>
                    <a:pt x="2525" y="8924"/>
                  </a:cubicBezTo>
                  <a:cubicBezTo>
                    <a:pt x="2603" y="8788"/>
                    <a:pt x="2765" y="8469"/>
                    <a:pt x="2930" y="7923"/>
                  </a:cubicBezTo>
                  <a:cubicBezTo>
                    <a:pt x="3116" y="7302"/>
                    <a:pt x="3014" y="6995"/>
                    <a:pt x="2970" y="6863"/>
                  </a:cubicBezTo>
                  <a:cubicBezTo>
                    <a:pt x="2964" y="6847"/>
                    <a:pt x="2958" y="6825"/>
                    <a:pt x="2957" y="6821"/>
                  </a:cubicBezTo>
                  <a:cubicBezTo>
                    <a:pt x="2957" y="6663"/>
                    <a:pt x="2532" y="6275"/>
                    <a:pt x="1820" y="5781"/>
                  </a:cubicBezTo>
                  <a:cubicBezTo>
                    <a:pt x="986" y="5201"/>
                    <a:pt x="145" y="3936"/>
                    <a:pt x="516" y="2276"/>
                  </a:cubicBezTo>
                  <a:cubicBezTo>
                    <a:pt x="871" y="687"/>
                    <a:pt x="2106" y="359"/>
                    <a:pt x="2118" y="355"/>
                  </a:cubicBezTo>
                  <a:cubicBezTo>
                    <a:pt x="2123" y="354"/>
                    <a:pt x="2128" y="353"/>
                    <a:pt x="2132" y="350"/>
                  </a:cubicBezTo>
                  <a:cubicBezTo>
                    <a:pt x="2411" y="211"/>
                    <a:pt x="2887" y="131"/>
                    <a:pt x="3417" y="131"/>
                  </a:cubicBezTo>
                  <a:close/>
                  <a:moveTo>
                    <a:pt x="3422" y="1"/>
                  </a:moveTo>
                  <a:cubicBezTo>
                    <a:pt x="2871" y="1"/>
                    <a:pt x="2373" y="84"/>
                    <a:pt x="2078" y="228"/>
                  </a:cubicBezTo>
                  <a:cubicBezTo>
                    <a:pt x="1969" y="259"/>
                    <a:pt x="746" y="642"/>
                    <a:pt x="386" y="2248"/>
                  </a:cubicBezTo>
                  <a:cubicBezTo>
                    <a:pt x="0" y="3972"/>
                    <a:pt x="876" y="5287"/>
                    <a:pt x="1744" y="5890"/>
                  </a:cubicBezTo>
                  <a:cubicBezTo>
                    <a:pt x="2754" y="6591"/>
                    <a:pt x="2823" y="6821"/>
                    <a:pt x="2825" y="6821"/>
                  </a:cubicBezTo>
                  <a:cubicBezTo>
                    <a:pt x="2825" y="6844"/>
                    <a:pt x="2833" y="6870"/>
                    <a:pt x="2845" y="6905"/>
                  </a:cubicBezTo>
                  <a:cubicBezTo>
                    <a:pt x="2884" y="7024"/>
                    <a:pt x="2977" y="7305"/>
                    <a:pt x="2802" y="7886"/>
                  </a:cubicBezTo>
                  <a:cubicBezTo>
                    <a:pt x="2587" y="8604"/>
                    <a:pt x="2370" y="8923"/>
                    <a:pt x="2368" y="8927"/>
                  </a:cubicBezTo>
                  <a:cubicBezTo>
                    <a:pt x="2356" y="8944"/>
                    <a:pt x="2352" y="8967"/>
                    <a:pt x="2360" y="8987"/>
                  </a:cubicBezTo>
                  <a:cubicBezTo>
                    <a:pt x="2367" y="9007"/>
                    <a:pt x="2383" y="9023"/>
                    <a:pt x="2403" y="9028"/>
                  </a:cubicBezTo>
                  <a:cubicBezTo>
                    <a:pt x="2470" y="9047"/>
                    <a:pt x="4022" y="9499"/>
                    <a:pt x="4664" y="9499"/>
                  </a:cubicBezTo>
                  <a:cubicBezTo>
                    <a:pt x="5304" y="9499"/>
                    <a:pt x="5491" y="9402"/>
                    <a:pt x="5511" y="9392"/>
                  </a:cubicBezTo>
                  <a:cubicBezTo>
                    <a:pt x="5527" y="9382"/>
                    <a:pt x="5539" y="9367"/>
                    <a:pt x="5542" y="9349"/>
                  </a:cubicBezTo>
                  <a:lnTo>
                    <a:pt x="5823" y="8160"/>
                  </a:lnTo>
                  <a:cubicBezTo>
                    <a:pt x="5924" y="8186"/>
                    <a:pt x="6110" y="8229"/>
                    <a:pt x="6259" y="8229"/>
                  </a:cubicBezTo>
                  <a:cubicBezTo>
                    <a:pt x="6305" y="8229"/>
                    <a:pt x="6348" y="8225"/>
                    <a:pt x="6383" y="8214"/>
                  </a:cubicBezTo>
                  <a:cubicBezTo>
                    <a:pt x="6616" y="8148"/>
                    <a:pt x="7174" y="6947"/>
                    <a:pt x="7220" y="6507"/>
                  </a:cubicBezTo>
                  <a:cubicBezTo>
                    <a:pt x="7254" y="6183"/>
                    <a:pt x="7288" y="5951"/>
                    <a:pt x="7306" y="5844"/>
                  </a:cubicBezTo>
                  <a:cubicBezTo>
                    <a:pt x="7340" y="5850"/>
                    <a:pt x="7382" y="5856"/>
                    <a:pt x="7427" y="5856"/>
                  </a:cubicBezTo>
                  <a:cubicBezTo>
                    <a:pt x="7489" y="5856"/>
                    <a:pt x="7556" y="5845"/>
                    <a:pt x="7613" y="5812"/>
                  </a:cubicBezTo>
                  <a:cubicBezTo>
                    <a:pt x="7679" y="5773"/>
                    <a:pt x="7721" y="5707"/>
                    <a:pt x="7737" y="5625"/>
                  </a:cubicBezTo>
                  <a:cubicBezTo>
                    <a:pt x="7775" y="5416"/>
                    <a:pt x="7630" y="5164"/>
                    <a:pt x="7464" y="4871"/>
                  </a:cubicBezTo>
                  <a:cubicBezTo>
                    <a:pt x="7387" y="4737"/>
                    <a:pt x="7307" y="4599"/>
                    <a:pt x="7238" y="4451"/>
                  </a:cubicBezTo>
                  <a:cubicBezTo>
                    <a:pt x="7130" y="4223"/>
                    <a:pt x="7141" y="3929"/>
                    <a:pt x="7154" y="3559"/>
                  </a:cubicBezTo>
                  <a:cubicBezTo>
                    <a:pt x="7165" y="3206"/>
                    <a:pt x="7180" y="2806"/>
                    <a:pt x="7096" y="2349"/>
                  </a:cubicBezTo>
                  <a:cubicBezTo>
                    <a:pt x="6931" y="1458"/>
                    <a:pt x="6188" y="683"/>
                    <a:pt x="5107" y="278"/>
                  </a:cubicBezTo>
                  <a:cubicBezTo>
                    <a:pt x="4594" y="86"/>
                    <a:pt x="3981" y="1"/>
                    <a:pt x="3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g332bf0ce26c_1_0"/>
            <p:cNvSpPr/>
            <p:nvPr/>
          </p:nvSpPr>
          <p:spPr>
            <a:xfrm>
              <a:off x="8603498" y="3106518"/>
              <a:ext cx="245032" cy="223085"/>
            </a:xfrm>
            <a:custGeom>
              <a:rect b="b" l="l" r="r" t="t"/>
              <a:pathLst>
                <a:path extrusionOk="0" h="6109" w="6710">
                  <a:moveTo>
                    <a:pt x="3332" y="0"/>
                  </a:moveTo>
                  <a:cubicBezTo>
                    <a:pt x="2796" y="0"/>
                    <a:pt x="2310" y="80"/>
                    <a:pt x="2020" y="225"/>
                  </a:cubicBezTo>
                  <a:cubicBezTo>
                    <a:pt x="2020" y="225"/>
                    <a:pt x="738" y="546"/>
                    <a:pt x="369" y="2196"/>
                  </a:cubicBezTo>
                  <a:cubicBezTo>
                    <a:pt x="0" y="3847"/>
                    <a:pt x="813" y="5153"/>
                    <a:pt x="1700" y="5769"/>
                  </a:cubicBezTo>
                  <a:cubicBezTo>
                    <a:pt x="1882" y="5896"/>
                    <a:pt x="2035" y="6008"/>
                    <a:pt x="2165" y="6109"/>
                  </a:cubicBezTo>
                  <a:cubicBezTo>
                    <a:pt x="2328" y="6040"/>
                    <a:pt x="2495" y="5897"/>
                    <a:pt x="2563" y="5596"/>
                  </a:cubicBezTo>
                  <a:cubicBezTo>
                    <a:pt x="2711" y="4932"/>
                    <a:pt x="2588" y="4488"/>
                    <a:pt x="2661" y="4438"/>
                  </a:cubicBezTo>
                  <a:cubicBezTo>
                    <a:pt x="2735" y="4390"/>
                    <a:pt x="3277" y="4413"/>
                    <a:pt x="3449" y="4242"/>
                  </a:cubicBezTo>
                  <a:cubicBezTo>
                    <a:pt x="3622" y="4069"/>
                    <a:pt x="3474" y="3428"/>
                    <a:pt x="3474" y="3330"/>
                  </a:cubicBezTo>
                  <a:cubicBezTo>
                    <a:pt x="3474" y="3241"/>
                    <a:pt x="4915" y="1634"/>
                    <a:pt x="6613" y="1634"/>
                  </a:cubicBezTo>
                  <a:cubicBezTo>
                    <a:pt x="6645" y="1634"/>
                    <a:pt x="6677" y="1634"/>
                    <a:pt x="6710" y="1635"/>
                  </a:cubicBezTo>
                  <a:cubicBezTo>
                    <a:pt x="6369" y="1023"/>
                    <a:pt x="5741" y="552"/>
                    <a:pt x="5001" y="275"/>
                  </a:cubicBezTo>
                  <a:cubicBezTo>
                    <a:pt x="4499" y="86"/>
                    <a:pt x="3889" y="0"/>
                    <a:pt x="33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g332bf0ce26c_1_0"/>
            <p:cNvSpPr/>
            <p:nvPr/>
          </p:nvSpPr>
          <p:spPr>
            <a:xfrm>
              <a:off x="8600503" y="3104108"/>
              <a:ext cx="250547" cy="227942"/>
            </a:xfrm>
            <a:custGeom>
              <a:rect b="b" l="l" r="r" t="t"/>
              <a:pathLst>
                <a:path extrusionOk="0" h="6242" w="6861">
                  <a:moveTo>
                    <a:pt x="3418" y="131"/>
                  </a:moveTo>
                  <a:cubicBezTo>
                    <a:pt x="3960" y="131"/>
                    <a:pt x="4559" y="214"/>
                    <a:pt x="5061" y="402"/>
                  </a:cubicBezTo>
                  <a:cubicBezTo>
                    <a:pt x="5775" y="671"/>
                    <a:pt x="6344" y="1105"/>
                    <a:pt x="6674" y="1633"/>
                  </a:cubicBezTo>
                  <a:cubicBezTo>
                    <a:pt x="5319" y="1645"/>
                    <a:pt x="4163" y="2656"/>
                    <a:pt x="3834" y="2974"/>
                  </a:cubicBezTo>
                  <a:cubicBezTo>
                    <a:pt x="3753" y="3053"/>
                    <a:pt x="3489" y="3313"/>
                    <a:pt x="3489" y="3396"/>
                  </a:cubicBezTo>
                  <a:cubicBezTo>
                    <a:pt x="3489" y="3420"/>
                    <a:pt x="3495" y="3460"/>
                    <a:pt x="3506" y="3533"/>
                  </a:cubicBezTo>
                  <a:cubicBezTo>
                    <a:pt x="3533" y="3716"/>
                    <a:pt x="3596" y="4148"/>
                    <a:pt x="3485" y="4260"/>
                  </a:cubicBezTo>
                  <a:cubicBezTo>
                    <a:pt x="3388" y="4358"/>
                    <a:pt x="3119" y="4385"/>
                    <a:pt x="2942" y="4402"/>
                  </a:cubicBezTo>
                  <a:cubicBezTo>
                    <a:pt x="2809" y="4417"/>
                    <a:pt x="2743" y="4424"/>
                    <a:pt x="2706" y="4449"/>
                  </a:cubicBezTo>
                  <a:cubicBezTo>
                    <a:pt x="2646" y="4489"/>
                    <a:pt x="2648" y="4575"/>
                    <a:pt x="2652" y="4747"/>
                  </a:cubicBezTo>
                  <a:cubicBezTo>
                    <a:pt x="2658" y="4950"/>
                    <a:pt x="2666" y="5259"/>
                    <a:pt x="2580" y="5648"/>
                  </a:cubicBezTo>
                  <a:cubicBezTo>
                    <a:pt x="2531" y="5865"/>
                    <a:pt x="2422" y="6015"/>
                    <a:pt x="2257" y="6098"/>
                  </a:cubicBezTo>
                  <a:cubicBezTo>
                    <a:pt x="2124" y="5997"/>
                    <a:pt x="1977" y="5890"/>
                    <a:pt x="1820" y="5781"/>
                  </a:cubicBezTo>
                  <a:cubicBezTo>
                    <a:pt x="986" y="5201"/>
                    <a:pt x="145" y="3936"/>
                    <a:pt x="516" y="2276"/>
                  </a:cubicBezTo>
                  <a:cubicBezTo>
                    <a:pt x="871" y="687"/>
                    <a:pt x="2106" y="359"/>
                    <a:pt x="2118" y="355"/>
                  </a:cubicBezTo>
                  <a:cubicBezTo>
                    <a:pt x="2123" y="354"/>
                    <a:pt x="2128" y="353"/>
                    <a:pt x="2131" y="350"/>
                  </a:cubicBezTo>
                  <a:cubicBezTo>
                    <a:pt x="2410" y="211"/>
                    <a:pt x="2887" y="131"/>
                    <a:pt x="3418" y="131"/>
                  </a:cubicBezTo>
                  <a:close/>
                  <a:moveTo>
                    <a:pt x="3422" y="1"/>
                  </a:moveTo>
                  <a:cubicBezTo>
                    <a:pt x="2870" y="1"/>
                    <a:pt x="2373" y="84"/>
                    <a:pt x="2078" y="228"/>
                  </a:cubicBezTo>
                  <a:cubicBezTo>
                    <a:pt x="1969" y="259"/>
                    <a:pt x="746" y="644"/>
                    <a:pt x="386" y="2248"/>
                  </a:cubicBezTo>
                  <a:cubicBezTo>
                    <a:pt x="0" y="3972"/>
                    <a:pt x="876" y="5287"/>
                    <a:pt x="1743" y="5890"/>
                  </a:cubicBezTo>
                  <a:cubicBezTo>
                    <a:pt x="1912" y="6007"/>
                    <a:pt x="2069" y="6120"/>
                    <a:pt x="2207" y="6228"/>
                  </a:cubicBezTo>
                  <a:cubicBezTo>
                    <a:pt x="2219" y="6236"/>
                    <a:pt x="2233" y="6241"/>
                    <a:pt x="2247" y="6241"/>
                  </a:cubicBezTo>
                  <a:cubicBezTo>
                    <a:pt x="2257" y="6241"/>
                    <a:pt x="2265" y="6240"/>
                    <a:pt x="2273" y="6236"/>
                  </a:cubicBezTo>
                  <a:cubicBezTo>
                    <a:pt x="2498" y="6142"/>
                    <a:pt x="2648" y="5949"/>
                    <a:pt x="2709" y="5677"/>
                  </a:cubicBezTo>
                  <a:cubicBezTo>
                    <a:pt x="2799" y="5272"/>
                    <a:pt x="2790" y="4954"/>
                    <a:pt x="2784" y="4743"/>
                  </a:cubicBezTo>
                  <a:cubicBezTo>
                    <a:pt x="2783" y="4670"/>
                    <a:pt x="2781" y="4589"/>
                    <a:pt x="2787" y="4557"/>
                  </a:cubicBezTo>
                  <a:cubicBezTo>
                    <a:pt x="2819" y="4549"/>
                    <a:pt x="2893" y="4542"/>
                    <a:pt x="2956" y="4535"/>
                  </a:cubicBezTo>
                  <a:cubicBezTo>
                    <a:pt x="3163" y="4514"/>
                    <a:pt x="3448" y="4484"/>
                    <a:pt x="3578" y="4354"/>
                  </a:cubicBezTo>
                  <a:cubicBezTo>
                    <a:pt x="3725" y="4207"/>
                    <a:pt x="3686" y="3843"/>
                    <a:pt x="3637" y="3513"/>
                  </a:cubicBezTo>
                  <a:cubicBezTo>
                    <a:pt x="3630" y="3470"/>
                    <a:pt x="3624" y="3429"/>
                    <a:pt x="3623" y="3406"/>
                  </a:cubicBezTo>
                  <a:cubicBezTo>
                    <a:pt x="3714" y="3252"/>
                    <a:pt x="5061" y="1766"/>
                    <a:pt x="6693" y="1766"/>
                  </a:cubicBezTo>
                  <a:cubicBezTo>
                    <a:pt x="6725" y="1766"/>
                    <a:pt x="6757" y="1766"/>
                    <a:pt x="6789" y="1768"/>
                  </a:cubicBezTo>
                  <a:cubicBezTo>
                    <a:pt x="6790" y="1768"/>
                    <a:pt x="6791" y="1768"/>
                    <a:pt x="6792" y="1768"/>
                  </a:cubicBezTo>
                  <a:cubicBezTo>
                    <a:pt x="6814" y="1768"/>
                    <a:pt x="6836" y="1755"/>
                    <a:pt x="6847" y="1736"/>
                  </a:cubicBezTo>
                  <a:cubicBezTo>
                    <a:pt x="6860" y="1716"/>
                    <a:pt x="6860" y="1690"/>
                    <a:pt x="6850" y="1668"/>
                  </a:cubicBezTo>
                  <a:cubicBezTo>
                    <a:pt x="6515" y="1068"/>
                    <a:pt x="5896" y="574"/>
                    <a:pt x="5107" y="278"/>
                  </a:cubicBezTo>
                  <a:cubicBezTo>
                    <a:pt x="4594" y="86"/>
                    <a:pt x="3980" y="1"/>
                    <a:pt x="3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g332bf0ce26c_1_0"/>
            <p:cNvSpPr/>
            <p:nvPr/>
          </p:nvSpPr>
          <p:spPr>
            <a:xfrm>
              <a:off x="8755516" y="3377434"/>
              <a:ext cx="55872" cy="55872"/>
            </a:xfrm>
            <a:custGeom>
              <a:rect b="b" l="l" r="r" t="t"/>
              <a:pathLst>
                <a:path extrusionOk="0" h="1530" w="1530">
                  <a:moveTo>
                    <a:pt x="0" y="1"/>
                  </a:moveTo>
                  <a:lnTo>
                    <a:pt x="1282" y="1529"/>
                  </a:lnTo>
                  <a:lnTo>
                    <a:pt x="1529" y="59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g332bf0ce26c_1_0"/>
            <p:cNvSpPr/>
            <p:nvPr/>
          </p:nvSpPr>
          <p:spPr>
            <a:xfrm>
              <a:off x="8752924" y="3375024"/>
              <a:ext cx="61094" cy="60692"/>
            </a:xfrm>
            <a:custGeom>
              <a:rect b="b" l="l" r="r" t="t"/>
              <a:pathLst>
                <a:path extrusionOk="0" h="1662" w="1673">
                  <a:moveTo>
                    <a:pt x="289" y="222"/>
                  </a:moveTo>
                  <a:lnTo>
                    <a:pt x="1520" y="698"/>
                  </a:lnTo>
                  <a:lnTo>
                    <a:pt x="1321" y="1453"/>
                  </a:lnTo>
                  <a:lnTo>
                    <a:pt x="289" y="222"/>
                  </a:lnTo>
                  <a:close/>
                  <a:moveTo>
                    <a:pt x="73" y="1"/>
                  </a:moveTo>
                  <a:cubicBezTo>
                    <a:pt x="52" y="1"/>
                    <a:pt x="31" y="11"/>
                    <a:pt x="18" y="29"/>
                  </a:cubicBezTo>
                  <a:cubicBezTo>
                    <a:pt x="1" y="52"/>
                    <a:pt x="2" y="87"/>
                    <a:pt x="21" y="109"/>
                  </a:cubicBezTo>
                  <a:lnTo>
                    <a:pt x="1302" y="1638"/>
                  </a:lnTo>
                  <a:cubicBezTo>
                    <a:pt x="1315" y="1653"/>
                    <a:pt x="1334" y="1662"/>
                    <a:pt x="1353" y="1662"/>
                  </a:cubicBezTo>
                  <a:cubicBezTo>
                    <a:pt x="1358" y="1662"/>
                    <a:pt x="1362" y="1660"/>
                    <a:pt x="1368" y="1659"/>
                  </a:cubicBezTo>
                  <a:cubicBezTo>
                    <a:pt x="1392" y="1654"/>
                    <a:pt x="1411" y="1636"/>
                    <a:pt x="1418" y="1612"/>
                  </a:cubicBezTo>
                  <a:lnTo>
                    <a:pt x="1664" y="675"/>
                  </a:lnTo>
                  <a:cubicBezTo>
                    <a:pt x="1672" y="643"/>
                    <a:pt x="1655" y="609"/>
                    <a:pt x="1624" y="597"/>
                  </a:cubicBezTo>
                  <a:lnTo>
                    <a:pt x="96" y="5"/>
                  </a:lnTo>
                  <a:cubicBezTo>
                    <a:pt x="89" y="2"/>
                    <a:pt x="81" y="1"/>
                    <a:pt x="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g332bf0ce26c_1_0"/>
            <p:cNvSpPr/>
            <p:nvPr/>
          </p:nvSpPr>
          <p:spPr>
            <a:xfrm>
              <a:off x="8796378" y="3327151"/>
              <a:ext cx="49445" cy="31551"/>
            </a:xfrm>
            <a:custGeom>
              <a:rect b="b" l="l" r="r" t="t"/>
              <a:pathLst>
                <a:path extrusionOk="0" h="864" w="1354">
                  <a:moveTo>
                    <a:pt x="1284" y="1"/>
                  </a:moveTo>
                  <a:cubicBezTo>
                    <a:pt x="1275" y="1"/>
                    <a:pt x="1064" y="8"/>
                    <a:pt x="759" y="54"/>
                  </a:cubicBezTo>
                  <a:cubicBezTo>
                    <a:pt x="450" y="100"/>
                    <a:pt x="68" y="237"/>
                    <a:pt x="53" y="243"/>
                  </a:cubicBezTo>
                  <a:cubicBezTo>
                    <a:pt x="18" y="255"/>
                    <a:pt x="1" y="293"/>
                    <a:pt x="13" y="327"/>
                  </a:cubicBezTo>
                  <a:cubicBezTo>
                    <a:pt x="22" y="354"/>
                    <a:pt x="48" y="372"/>
                    <a:pt x="75" y="372"/>
                  </a:cubicBezTo>
                  <a:cubicBezTo>
                    <a:pt x="82" y="372"/>
                    <a:pt x="89" y="371"/>
                    <a:pt x="98" y="367"/>
                  </a:cubicBezTo>
                  <a:cubicBezTo>
                    <a:pt x="98" y="367"/>
                    <a:pt x="98" y="367"/>
                    <a:pt x="98" y="367"/>
                  </a:cubicBezTo>
                  <a:cubicBezTo>
                    <a:pt x="102" y="367"/>
                    <a:pt x="347" y="863"/>
                    <a:pt x="628" y="863"/>
                  </a:cubicBezTo>
                  <a:cubicBezTo>
                    <a:pt x="640" y="863"/>
                    <a:pt x="651" y="862"/>
                    <a:pt x="663" y="861"/>
                  </a:cubicBezTo>
                  <a:cubicBezTo>
                    <a:pt x="960" y="816"/>
                    <a:pt x="1286" y="133"/>
                    <a:pt x="1288" y="133"/>
                  </a:cubicBezTo>
                  <a:cubicBezTo>
                    <a:pt x="1325" y="132"/>
                    <a:pt x="1353" y="101"/>
                    <a:pt x="1352" y="64"/>
                  </a:cubicBezTo>
                  <a:cubicBezTo>
                    <a:pt x="1352" y="28"/>
                    <a:pt x="1320" y="2"/>
                    <a:pt x="12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g332bf0ce26c_1_0"/>
            <p:cNvSpPr/>
            <p:nvPr/>
          </p:nvSpPr>
          <p:spPr>
            <a:xfrm>
              <a:off x="8821246" y="3256893"/>
              <a:ext cx="10809" cy="23408"/>
            </a:xfrm>
            <a:custGeom>
              <a:rect b="b" l="l" r="r" t="t"/>
              <a:pathLst>
                <a:path extrusionOk="0" h="641" w="296">
                  <a:moveTo>
                    <a:pt x="148" y="1"/>
                  </a:moveTo>
                  <a:cubicBezTo>
                    <a:pt x="65" y="1"/>
                    <a:pt x="0" y="144"/>
                    <a:pt x="0" y="320"/>
                  </a:cubicBezTo>
                  <a:cubicBezTo>
                    <a:pt x="0" y="498"/>
                    <a:pt x="65" y="641"/>
                    <a:pt x="148" y="641"/>
                  </a:cubicBezTo>
                  <a:cubicBezTo>
                    <a:pt x="230" y="641"/>
                    <a:pt x="296" y="498"/>
                    <a:pt x="296" y="320"/>
                  </a:cubicBezTo>
                  <a:cubicBezTo>
                    <a:pt x="296" y="144"/>
                    <a:pt x="230" y="1"/>
                    <a:pt x="1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g332bf0ce26c_1_0"/>
            <p:cNvSpPr/>
            <p:nvPr/>
          </p:nvSpPr>
          <p:spPr>
            <a:xfrm>
              <a:off x="8809561" y="3234800"/>
              <a:ext cx="36043" cy="11028"/>
            </a:xfrm>
            <a:custGeom>
              <a:rect b="b" l="l" r="r" t="t"/>
              <a:pathLst>
                <a:path extrusionOk="0" h="302" w="987">
                  <a:moveTo>
                    <a:pt x="526" y="1"/>
                  </a:moveTo>
                  <a:cubicBezTo>
                    <a:pt x="219" y="1"/>
                    <a:pt x="37" y="178"/>
                    <a:pt x="27" y="188"/>
                  </a:cubicBezTo>
                  <a:cubicBezTo>
                    <a:pt x="1" y="214"/>
                    <a:pt x="1" y="257"/>
                    <a:pt x="25" y="283"/>
                  </a:cubicBezTo>
                  <a:cubicBezTo>
                    <a:pt x="40" y="296"/>
                    <a:pt x="56" y="302"/>
                    <a:pt x="73" y="302"/>
                  </a:cubicBezTo>
                  <a:cubicBezTo>
                    <a:pt x="90" y="302"/>
                    <a:pt x="107" y="296"/>
                    <a:pt x="120" y="283"/>
                  </a:cubicBezTo>
                  <a:cubicBezTo>
                    <a:pt x="128" y="274"/>
                    <a:pt x="275" y="135"/>
                    <a:pt x="527" y="135"/>
                  </a:cubicBezTo>
                  <a:cubicBezTo>
                    <a:pt x="629" y="135"/>
                    <a:pt x="748" y="158"/>
                    <a:pt x="882" y="221"/>
                  </a:cubicBezTo>
                  <a:cubicBezTo>
                    <a:pt x="891" y="226"/>
                    <a:pt x="901" y="228"/>
                    <a:pt x="911" y="228"/>
                  </a:cubicBezTo>
                  <a:cubicBezTo>
                    <a:pt x="936" y="228"/>
                    <a:pt x="960" y="214"/>
                    <a:pt x="971" y="190"/>
                  </a:cubicBezTo>
                  <a:cubicBezTo>
                    <a:pt x="986" y="157"/>
                    <a:pt x="972" y="117"/>
                    <a:pt x="939" y="102"/>
                  </a:cubicBezTo>
                  <a:cubicBezTo>
                    <a:pt x="784" y="28"/>
                    <a:pt x="645" y="1"/>
                    <a:pt x="5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g332bf0ce26c_1_0"/>
            <p:cNvSpPr/>
            <p:nvPr/>
          </p:nvSpPr>
          <p:spPr>
            <a:xfrm>
              <a:off x="8672733" y="3260289"/>
              <a:ext cx="42324" cy="68361"/>
            </a:xfrm>
            <a:custGeom>
              <a:rect b="b" l="l" r="r" t="t"/>
              <a:pathLst>
                <a:path extrusionOk="0" h="1872" w="1159">
                  <a:moveTo>
                    <a:pt x="455" y="0"/>
                  </a:moveTo>
                  <a:cubicBezTo>
                    <a:pt x="435" y="0"/>
                    <a:pt x="415" y="2"/>
                    <a:pt x="395" y="6"/>
                  </a:cubicBezTo>
                  <a:cubicBezTo>
                    <a:pt x="1" y="79"/>
                    <a:pt x="75" y="868"/>
                    <a:pt x="223" y="1262"/>
                  </a:cubicBezTo>
                  <a:cubicBezTo>
                    <a:pt x="340" y="1574"/>
                    <a:pt x="673" y="1871"/>
                    <a:pt x="941" y="1871"/>
                  </a:cubicBezTo>
                  <a:cubicBezTo>
                    <a:pt x="1011" y="1871"/>
                    <a:pt x="1078" y="1851"/>
                    <a:pt x="1134" y="1804"/>
                  </a:cubicBezTo>
                  <a:lnTo>
                    <a:pt x="1159" y="621"/>
                  </a:lnTo>
                  <a:cubicBezTo>
                    <a:pt x="1159" y="621"/>
                    <a:pt x="827" y="0"/>
                    <a:pt x="4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g332bf0ce26c_1_0"/>
            <p:cNvSpPr/>
            <p:nvPr/>
          </p:nvSpPr>
          <p:spPr>
            <a:xfrm>
              <a:off x="8671382" y="3257879"/>
              <a:ext cx="46450" cy="73218"/>
            </a:xfrm>
            <a:custGeom>
              <a:rect b="b" l="l" r="r" t="t"/>
              <a:pathLst>
                <a:path extrusionOk="0" h="2005" w="1272">
                  <a:moveTo>
                    <a:pt x="492" y="0"/>
                  </a:moveTo>
                  <a:cubicBezTo>
                    <a:pt x="468" y="0"/>
                    <a:pt x="444" y="2"/>
                    <a:pt x="420" y="7"/>
                  </a:cubicBezTo>
                  <a:cubicBezTo>
                    <a:pt x="312" y="27"/>
                    <a:pt x="228" y="90"/>
                    <a:pt x="169" y="195"/>
                  </a:cubicBezTo>
                  <a:cubicBezTo>
                    <a:pt x="1" y="492"/>
                    <a:pt x="85" y="1050"/>
                    <a:pt x="197" y="1352"/>
                  </a:cubicBezTo>
                  <a:cubicBezTo>
                    <a:pt x="306" y="1642"/>
                    <a:pt x="587" y="1915"/>
                    <a:pt x="848" y="1985"/>
                  </a:cubicBezTo>
                  <a:cubicBezTo>
                    <a:pt x="893" y="1998"/>
                    <a:pt x="937" y="2004"/>
                    <a:pt x="978" y="2004"/>
                  </a:cubicBezTo>
                  <a:cubicBezTo>
                    <a:pt x="1067" y="2004"/>
                    <a:pt x="1147" y="1977"/>
                    <a:pt x="1214" y="1922"/>
                  </a:cubicBezTo>
                  <a:cubicBezTo>
                    <a:pt x="1242" y="1899"/>
                    <a:pt x="1247" y="1857"/>
                    <a:pt x="1223" y="1829"/>
                  </a:cubicBezTo>
                  <a:cubicBezTo>
                    <a:pt x="1210" y="1813"/>
                    <a:pt x="1191" y="1804"/>
                    <a:pt x="1171" y="1804"/>
                  </a:cubicBezTo>
                  <a:cubicBezTo>
                    <a:pt x="1157" y="1804"/>
                    <a:pt x="1142" y="1809"/>
                    <a:pt x="1130" y="1819"/>
                  </a:cubicBezTo>
                  <a:cubicBezTo>
                    <a:pt x="1087" y="1854"/>
                    <a:pt x="1037" y="1871"/>
                    <a:pt x="979" y="1871"/>
                  </a:cubicBezTo>
                  <a:cubicBezTo>
                    <a:pt x="949" y="1871"/>
                    <a:pt x="917" y="1867"/>
                    <a:pt x="884" y="1857"/>
                  </a:cubicBezTo>
                  <a:cubicBezTo>
                    <a:pt x="662" y="1798"/>
                    <a:pt x="416" y="1556"/>
                    <a:pt x="322" y="1305"/>
                  </a:cubicBezTo>
                  <a:cubicBezTo>
                    <a:pt x="217" y="1026"/>
                    <a:pt x="146" y="506"/>
                    <a:pt x="285" y="260"/>
                  </a:cubicBezTo>
                  <a:cubicBezTo>
                    <a:pt x="324" y="190"/>
                    <a:pt x="376" y="150"/>
                    <a:pt x="445" y="137"/>
                  </a:cubicBezTo>
                  <a:cubicBezTo>
                    <a:pt x="460" y="134"/>
                    <a:pt x="476" y="133"/>
                    <a:pt x="491" y="133"/>
                  </a:cubicBezTo>
                  <a:cubicBezTo>
                    <a:pt x="761" y="133"/>
                    <a:pt x="1046" y="549"/>
                    <a:pt x="1138" y="719"/>
                  </a:cubicBezTo>
                  <a:cubicBezTo>
                    <a:pt x="1149" y="741"/>
                    <a:pt x="1172" y="754"/>
                    <a:pt x="1196" y="754"/>
                  </a:cubicBezTo>
                  <a:cubicBezTo>
                    <a:pt x="1207" y="754"/>
                    <a:pt x="1218" y="752"/>
                    <a:pt x="1228" y="746"/>
                  </a:cubicBezTo>
                  <a:cubicBezTo>
                    <a:pt x="1260" y="729"/>
                    <a:pt x="1272" y="688"/>
                    <a:pt x="1255" y="656"/>
                  </a:cubicBezTo>
                  <a:cubicBezTo>
                    <a:pt x="1239" y="628"/>
                    <a:pt x="898" y="0"/>
                    <a:pt x="4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g332bf0ce26c_1_0"/>
            <p:cNvSpPr/>
            <p:nvPr/>
          </p:nvSpPr>
          <p:spPr>
            <a:xfrm>
              <a:off x="8636764" y="3384372"/>
              <a:ext cx="198874" cy="125292"/>
            </a:xfrm>
            <a:custGeom>
              <a:rect b="b" l="l" r="r" t="t"/>
              <a:pathLst>
                <a:path extrusionOk="0" h="3431" w="5446">
                  <a:moveTo>
                    <a:pt x="1183" y="1"/>
                  </a:moveTo>
                  <a:cubicBezTo>
                    <a:pt x="1093" y="1"/>
                    <a:pt x="1014" y="23"/>
                    <a:pt x="961" y="82"/>
                  </a:cubicBezTo>
                  <a:cubicBezTo>
                    <a:pt x="740" y="329"/>
                    <a:pt x="493" y="1043"/>
                    <a:pt x="321" y="1536"/>
                  </a:cubicBezTo>
                  <a:cubicBezTo>
                    <a:pt x="148" y="2028"/>
                    <a:pt x="0" y="2176"/>
                    <a:pt x="986" y="2892"/>
                  </a:cubicBezTo>
                  <a:cubicBezTo>
                    <a:pt x="1526" y="3283"/>
                    <a:pt x="2363" y="3431"/>
                    <a:pt x="3115" y="3431"/>
                  </a:cubicBezTo>
                  <a:cubicBezTo>
                    <a:pt x="3733" y="3431"/>
                    <a:pt x="4294" y="3331"/>
                    <a:pt x="4583" y="3186"/>
                  </a:cubicBezTo>
                  <a:cubicBezTo>
                    <a:pt x="5224" y="2867"/>
                    <a:pt x="5446" y="2398"/>
                    <a:pt x="5323" y="2152"/>
                  </a:cubicBezTo>
                  <a:cubicBezTo>
                    <a:pt x="5200" y="1905"/>
                    <a:pt x="5002" y="1314"/>
                    <a:pt x="4879" y="1042"/>
                  </a:cubicBezTo>
                  <a:lnTo>
                    <a:pt x="4756" y="771"/>
                  </a:lnTo>
                  <a:lnTo>
                    <a:pt x="4534" y="1338"/>
                  </a:lnTo>
                  <a:cubicBezTo>
                    <a:pt x="4534" y="1338"/>
                    <a:pt x="4223" y="1365"/>
                    <a:pt x="3842" y="1365"/>
                  </a:cubicBezTo>
                  <a:cubicBezTo>
                    <a:pt x="3588" y="1365"/>
                    <a:pt x="3302" y="1353"/>
                    <a:pt x="3056" y="1313"/>
                  </a:cubicBezTo>
                  <a:cubicBezTo>
                    <a:pt x="2440" y="1215"/>
                    <a:pt x="1651" y="871"/>
                    <a:pt x="1651" y="871"/>
                  </a:cubicBezTo>
                  <a:lnTo>
                    <a:pt x="1873" y="230"/>
                  </a:lnTo>
                  <a:cubicBezTo>
                    <a:pt x="1873" y="230"/>
                    <a:pt x="1472" y="1"/>
                    <a:pt x="118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g332bf0ce26c_1_0"/>
            <p:cNvSpPr/>
            <p:nvPr/>
          </p:nvSpPr>
          <p:spPr>
            <a:xfrm>
              <a:off x="8638079" y="3381999"/>
              <a:ext cx="200554" cy="130075"/>
            </a:xfrm>
            <a:custGeom>
              <a:rect b="b" l="l" r="r" t="t"/>
              <a:pathLst>
                <a:path extrusionOk="0" h="3562" w="5492">
                  <a:moveTo>
                    <a:pt x="1146" y="132"/>
                  </a:moveTo>
                  <a:cubicBezTo>
                    <a:pt x="1338" y="132"/>
                    <a:pt x="1610" y="250"/>
                    <a:pt x="1755" y="326"/>
                  </a:cubicBezTo>
                  <a:lnTo>
                    <a:pt x="1552" y="913"/>
                  </a:lnTo>
                  <a:cubicBezTo>
                    <a:pt x="1541" y="946"/>
                    <a:pt x="1557" y="982"/>
                    <a:pt x="1589" y="996"/>
                  </a:cubicBezTo>
                  <a:cubicBezTo>
                    <a:pt x="1620" y="1010"/>
                    <a:pt x="2392" y="1345"/>
                    <a:pt x="3009" y="1445"/>
                  </a:cubicBezTo>
                  <a:cubicBezTo>
                    <a:pt x="3261" y="1485"/>
                    <a:pt x="3551" y="1497"/>
                    <a:pt x="3808" y="1497"/>
                  </a:cubicBezTo>
                  <a:cubicBezTo>
                    <a:pt x="4180" y="1497"/>
                    <a:pt x="4483" y="1471"/>
                    <a:pt x="4504" y="1469"/>
                  </a:cubicBezTo>
                  <a:cubicBezTo>
                    <a:pt x="4529" y="1467"/>
                    <a:pt x="4551" y="1452"/>
                    <a:pt x="4559" y="1428"/>
                  </a:cubicBezTo>
                  <a:lnTo>
                    <a:pt x="4724" y="1007"/>
                  </a:lnTo>
                  <a:lnTo>
                    <a:pt x="4782" y="1136"/>
                  </a:lnTo>
                  <a:cubicBezTo>
                    <a:pt x="4837" y="1256"/>
                    <a:pt x="4907" y="1441"/>
                    <a:pt x="4981" y="1637"/>
                  </a:cubicBezTo>
                  <a:cubicBezTo>
                    <a:pt x="5068" y="1869"/>
                    <a:pt x="5158" y="2109"/>
                    <a:pt x="5227" y="2247"/>
                  </a:cubicBezTo>
                  <a:cubicBezTo>
                    <a:pt x="5326" y="2444"/>
                    <a:pt x="5134" y="2883"/>
                    <a:pt x="4518" y="3192"/>
                  </a:cubicBezTo>
                  <a:cubicBezTo>
                    <a:pt x="4241" y="3331"/>
                    <a:pt x="3693" y="3425"/>
                    <a:pt x="3088" y="3425"/>
                  </a:cubicBezTo>
                  <a:cubicBezTo>
                    <a:pt x="2345" y="3425"/>
                    <a:pt x="1514" y="3282"/>
                    <a:pt x="989" y="2902"/>
                  </a:cubicBezTo>
                  <a:cubicBezTo>
                    <a:pt x="113" y="2267"/>
                    <a:pt x="166" y="2119"/>
                    <a:pt x="312" y="1723"/>
                  </a:cubicBezTo>
                  <a:cubicBezTo>
                    <a:pt x="323" y="1691"/>
                    <a:pt x="336" y="1657"/>
                    <a:pt x="347" y="1623"/>
                  </a:cubicBezTo>
                  <a:lnTo>
                    <a:pt x="360" y="1585"/>
                  </a:lnTo>
                  <a:cubicBezTo>
                    <a:pt x="523" y="1122"/>
                    <a:pt x="767" y="421"/>
                    <a:pt x="974" y="192"/>
                  </a:cubicBezTo>
                  <a:cubicBezTo>
                    <a:pt x="1012" y="149"/>
                    <a:pt x="1074" y="132"/>
                    <a:pt x="1146" y="132"/>
                  </a:cubicBezTo>
                  <a:close/>
                  <a:moveTo>
                    <a:pt x="1149" y="0"/>
                  </a:moveTo>
                  <a:cubicBezTo>
                    <a:pt x="1041" y="0"/>
                    <a:pt x="944" y="28"/>
                    <a:pt x="876" y="103"/>
                  </a:cubicBezTo>
                  <a:cubicBezTo>
                    <a:pt x="651" y="352"/>
                    <a:pt x="410" y="1040"/>
                    <a:pt x="235" y="1542"/>
                  </a:cubicBezTo>
                  <a:lnTo>
                    <a:pt x="187" y="1678"/>
                  </a:lnTo>
                  <a:cubicBezTo>
                    <a:pt x="14" y="2152"/>
                    <a:pt x="1" y="2350"/>
                    <a:pt x="911" y="3010"/>
                  </a:cubicBezTo>
                  <a:cubicBezTo>
                    <a:pt x="1463" y="3411"/>
                    <a:pt x="2316" y="3561"/>
                    <a:pt x="3082" y="3561"/>
                  </a:cubicBezTo>
                  <a:cubicBezTo>
                    <a:pt x="3710" y="3561"/>
                    <a:pt x="4280" y="3459"/>
                    <a:pt x="4577" y="3311"/>
                  </a:cubicBezTo>
                  <a:cubicBezTo>
                    <a:pt x="5243" y="2978"/>
                    <a:pt x="5492" y="2479"/>
                    <a:pt x="5346" y="2188"/>
                  </a:cubicBezTo>
                  <a:cubicBezTo>
                    <a:pt x="5281" y="2056"/>
                    <a:pt x="5191" y="1820"/>
                    <a:pt x="5106" y="1591"/>
                  </a:cubicBezTo>
                  <a:cubicBezTo>
                    <a:pt x="5031" y="1394"/>
                    <a:pt x="4960" y="1207"/>
                    <a:pt x="4904" y="1081"/>
                  </a:cubicBezTo>
                  <a:lnTo>
                    <a:pt x="4781" y="810"/>
                  </a:lnTo>
                  <a:cubicBezTo>
                    <a:pt x="4770" y="786"/>
                    <a:pt x="4743" y="771"/>
                    <a:pt x="4718" y="771"/>
                  </a:cubicBezTo>
                  <a:cubicBezTo>
                    <a:pt x="4692" y="771"/>
                    <a:pt x="4668" y="788"/>
                    <a:pt x="4658" y="813"/>
                  </a:cubicBezTo>
                  <a:lnTo>
                    <a:pt x="4452" y="1340"/>
                  </a:lnTo>
                  <a:cubicBezTo>
                    <a:pt x="4355" y="1347"/>
                    <a:pt x="4100" y="1364"/>
                    <a:pt x="3803" y="1364"/>
                  </a:cubicBezTo>
                  <a:cubicBezTo>
                    <a:pt x="3552" y="1364"/>
                    <a:pt x="3271" y="1352"/>
                    <a:pt x="3031" y="1313"/>
                  </a:cubicBezTo>
                  <a:cubicBezTo>
                    <a:pt x="2523" y="1233"/>
                    <a:pt x="1889" y="978"/>
                    <a:pt x="1699" y="899"/>
                  </a:cubicBezTo>
                  <a:lnTo>
                    <a:pt x="1900" y="317"/>
                  </a:lnTo>
                  <a:cubicBezTo>
                    <a:pt x="1910" y="286"/>
                    <a:pt x="1897" y="253"/>
                    <a:pt x="1870" y="238"/>
                  </a:cubicBezTo>
                  <a:cubicBezTo>
                    <a:pt x="1815" y="206"/>
                    <a:pt x="1443" y="0"/>
                    <a:pt x="1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g332bf0ce26c_1_0"/>
            <p:cNvSpPr/>
            <p:nvPr/>
          </p:nvSpPr>
          <p:spPr>
            <a:xfrm>
              <a:off x="8672879" y="3398431"/>
              <a:ext cx="26950" cy="20194"/>
            </a:xfrm>
            <a:custGeom>
              <a:rect b="b" l="l" r="r" t="t"/>
              <a:pathLst>
                <a:path extrusionOk="0" h="553" w="738">
                  <a:moveTo>
                    <a:pt x="186" y="1"/>
                  </a:moveTo>
                  <a:cubicBezTo>
                    <a:pt x="121" y="1"/>
                    <a:pt x="76" y="18"/>
                    <a:pt x="46" y="52"/>
                  </a:cubicBezTo>
                  <a:cubicBezTo>
                    <a:pt x="21" y="79"/>
                    <a:pt x="0" y="131"/>
                    <a:pt x="33" y="215"/>
                  </a:cubicBezTo>
                  <a:cubicBezTo>
                    <a:pt x="89" y="352"/>
                    <a:pt x="477" y="494"/>
                    <a:pt x="641" y="548"/>
                  </a:cubicBezTo>
                  <a:cubicBezTo>
                    <a:pt x="649" y="551"/>
                    <a:pt x="656" y="552"/>
                    <a:pt x="662" y="552"/>
                  </a:cubicBezTo>
                  <a:cubicBezTo>
                    <a:pt x="690" y="552"/>
                    <a:pt x="716" y="534"/>
                    <a:pt x="725" y="507"/>
                  </a:cubicBezTo>
                  <a:cubicBezTo>
                    <a:pt x="737" y="472"/>
                    <a:pt x="718" y="434"/>
                    <a:pt x="683" y="423"/>
                  </a:cubicBezTo>
                  <a:cubicBezTo>
                    <a:pt x="425" y="337"/>
                    <a:pt x="179" y="216"/>
                    <a:pt x="158" y="165"/>
                  </a:cubicBezTo>
                  <a:cubicBezTo>
                    <a:pt x="152" y="150"/>
                    <a:pt x="149" y="141"/>
                    <a:pt x="148" y="139"/>
                  </a:cubicBezTo>
                  <a:cubicBezTo>
                    <a:pt x="153" y="137"/>
                    <a:pt x="164" y="134"/>
                    <a:pt x="186" y="134"/>
                  </a:cubicBezTo>
                  <a:cubicBezTo>
                    <a:pt x="214" y="134"/>
                    <a:pt x="257" y="139"/>
                    <a:pt x="326" y="156"/>
                  </a:cubicBezTo>
                  <a:cubicBezTo>
                    <a:pt x="331" y="157"/>
                    <a:pt x="336" y="157"/>
                    <a:pt x="341" y="157"/>
                  </a:cubicBezTo>
                  <a:cubicBezTo>
                    <a:pt x="371" y="157"/>
                    <a:pt x="399" y="137"/>
                    <a:pt x="406" y="107"/>
                  </a:cubicBezTo>
                  <a:cubicBezTo>
                    <a:pt x="415" y="72"/>
                    <a:pt x="393" y="36"/>
                    <a:pt x="357" y="27"/>
                  </a:cubicBezTo>
                  <a:cubicBezTo>
                    <a:pt x="289" y="9"/>
                    <a:pt x="232" y="1"/>
                    <a:pt x="1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g332bf0ce26c_1_0"/>
            <p:cNvSpPr/>
            <p:nvPr/>
          </p:nvSpPr>
          <p:spPr>
            <a:xfrm>
              <a:off x="8928276" y="3669676"/>
              <a:ext cx="31551" cy="7413"/>
            </a:xfrm>
            <a:custGeom>
              <a:rect b="b" l="l" r="r" t="t"/>
              <a:pathLst>
                <a:path extrusionOk="0" h="203" w="864">
                  <a:moveTo>
                    <a:pt x="794" y="0"/>
                  </a:moveTo>
                  <a:cubicBezTo>
                    <a:pt x="792" y="0"/>
                    <a:pt x="790" y="0"/>
                    <a:pt x="788" y="0"/>
                  </a:cubicBezTo>
                  <a:lnTo>
                    <a:pt x="63" y="70"/>
                  </a:lnTo>
                  <a:cubicBezTo>
                    <a:pt x="27" y="74"/>
                    <a:pt x="1" y="106"/>
                    <a:pt x="4" y="142"/>
                  </a:cubicBezTo>
                  <a:cubicBezTo>
                    <a:pt x="7" y="177"/>
                    <a:pt x="36" y="203"/>
                    <a:pt x="69" y="203"/>
                  </a:cubicBezTo>
                  <a:cubicBezTo>
                    <a:pt x="72" y="203"/>
                    <a:pt x="74" y="203"/>
                    <a:pt x="77" y="201"/>
                  </a:cubicBezTo>
                  <a:lnTo>
                    <a:pt x="799" y="132"/>
                  </a:lnTo>
                  <a:cubicBezTo>
                    <a:pt x="836" y="128"/>
                    <a:pt x="863" y="96"/>
                    <a:pt x="860" y="59"/>
                  </a:cubicBezTo>
                  <a:cubicBezTo>
                    <a:pt x="856" y="25"/>
                    <a:pt x="828" y="0"/>
                    <a:pt x="7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g332bf0ce26c_1_0"/>
            <p:cNvSpPr/>
            <p:nvPr/>
          </p:nvSpPr>
          <p:spPr>
            <a:xfrm>
              <a:off x="8923894" y="3679974"/>
              <a:ext cx="57442" cy="17565"/>
            </a:xfrm>
            <a:custGeom>
              <a:rect b="b" l="l" r="r" t="t"/>
              <a:pathLst>
                <a:path extrusionOk="0" h="481" w="1573">
                  <a:moveTo>
                    <a:pt x="332" y="0"/>
                  </a:moveTo>
                  <a:cubicBezTo>
                    <a:pt x="171" y="0"/>
                    <a:pt x="70" y="20"/>
                    <a:pt x="59" y="22"/>
                  </a:cubicBezTo>
                  <a:cubicBezTo>
                    <a:pt x="24" y="29"/>
                    <a:pt x="0" y="65"/>
                    <a:pt x="8" y="100"/>
                  </a:cubicBezTo>
                  <a:cubicBezTo>
                    <a:pt x="15" y="132"/>
                    <a:pt x="42" y="154"/>
                    <a:pt x="73" y="154"/>
                  </a:cubicBezTo>
                  <a:cubicBezTo>
                    <a:pt x="78" y="154"/>
                    <a:pt x="82" y="153"/>
                    <a:pt x="86" y="153"/>
                  </a:cubicBezTo>
                  <a:cubicBezTo>
                    <a:pt x="89" y="152"/>
                    <a:pt x="177" y="135"/>
                    <a:pt x="323" y="135"/>
                  </a:cubicBezTo>
                  <a:cubicBezTo>
                    <a:pt x="578" y="135"/>
                    <a:pt x="1008" y="187"/>
                    <a:pt x="1461" y="471"/>
                  </a:cubicBezTo>
                  <a:cubicBezTo>
                    <a:pt x="1472" y="477"/>
                    <a:pt x="1485" y="480"/>
                    <a:pt x="1497" y="480"/>
                  </a:cubicBezTo>
                  <a:cubicBezTo>
                    <a:pt x="1519" y="480"/>
                    <a:pt x="1541" y="470"/>
                    <a:pt x="1554" y="449"/>
                  </a:cubicBezTo>
                  <a:cubicBezTo>
                    <a:pt x="1572" y="418"/>
                    <a:pt x="1563" y="377"/>
                    <a:pt x="1532" y="357"/>
                  </a:cubicBezTo>
                  <a:cubicBezTo>
                    <a:pt x="1053" y="58"/>
                    <a:pt x="605" y="0"/>
                    <a:pt x="3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g332bf0ce26c_1_0"/>
            <p:cNvSpPr/>
            <p:nvPr/>
          </p:nvSpPr>
          <p:spPr>
            <a:xfrm>
              <a:off x="8873501" y="3567357"/>
              <a:ext cx="35933" cy="97830"/>
            </a:xfrm>
            <a:custGeom>
              <a:rect b="b" l="l" r="r" t="t"/>
              <a:pathLst>
                <a:path extrusionOk="0" h="2679" w="984">
                  <a:moveTo>
                    <a:pt x="76" y="1"/>
                  </a:moveTo>
                  <a:cubicBezTo>
                    <a:pt x="65" y="1"/>
                    <a:pt x="55" y="4"/>
                    <a:pt x="44" y="9"/>
                  </a:cubicBezTo>
                  <a:cubicBezTo>
                    <a:pt x="12" y="27"/>
                    <a:pt x="1" y="67"/>
                    <a:pt x="18" y="99"/>
                  </a:cubicBezTo>
                  <a:cubicBezTo>
                    <a:pt x="25" y="114"/>
                    <a:pt x="828" y="1613"/>
                    <a:pt x="850" y="2613"/>
                  </a:cubicBezTo>
                  <a:cubicBezTo>
                    <a:pt x="851" y="2649"/>
                    <a:pt x="881" y="2678"/>
                    <a:pt x="916" y="2678"/>
                  </a:cubicBezTo>
                  <a:lnTo>
                    <a:pt x="918" y="2678"/>
                  </a:lnTo>
                  <a:cubicBezTo>
                    <a:pt x="954" y="2677"/>
                    <a:pt x="984" y="2646"/>
                    <a:pt x="983" y="2609"/>
                  </a:cubicBezTo>
                  <a:cubicBezTo>
                    <a:pt x="959" y="1579"/>
                    <a:pt x="169" y="99"/>
                    <a:pt x="134" y="36"/>
                  </a:cubicBezTo>
                  <a:cubicBezTo>
                    <a:pt x="123" y="14"/>
                    <a:pt x="100"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g332bf0ce26c_1_0"/>
            <p:cNvSpPr/>
            <p:nvPr/>
          </p:nvSpPr>
          <p:spPr>
            <a:xfrm>
              <a:off x="8884712" y="3540115"/>
              <a:ext cx="42068" cy="47509"/>
            </a:xfrm>
            <a:custGeom>
              <a:rect b="b" l="l" r="r" t="t"/>
              <a:pathLst>
                <a:path extrusionOk="0" h="1301" w="1152">
                  <a:moveTo>
                    <a:pt x="1076" y="0"/>
                  </a:moveTo>
                  <a:cubicBezTo>
                    <a:pt x="1062" y="0"/>
                    <a:pt x="1048" y="5"/>
                    <a:pt x="1036" y="13"/>
                  </a:cubicBezTo>
                  <a:cubicBezTo>
                    <a:pt x="999" y="42"/>
                    <a:pt x="104" y="711"/>
                    <a:pt x="7" y="1221"/>
                  </a:cubicBezTo>
                  <a:cubicBezTo>
                    <a:pt x="0" y="1257"/>
                    <a:pt x="24" y="1292"/>
                    <a:pt x="60" y="1299"/>
                  </a:cubicBezTo>
                  <a:cubicBezTo>
                    <a:pt x="64" y="1299"/>
                    <a:pt x="69" y="1300"/>
                    <a:pt x="72" y="1300"/>
                  </a:cubicBezTo>
                  <a:cubicBezTo>
                    <a:pt x="104" y="1300"/>
                    <a:pt x="131" y="1278"/>
                    <a:pt x="138" y="1246"/>
                  </a:cubicBezTo>
                  <a:cubicBezTo>
                    <a:pt x="225" y="787"/>
                    <a:pt x="1107" y="127"/>
                    <a:pt x="1116" y="120"/>
                  </a:cubicBezTo>
                  <a:cubicBezTo>
                    <a:pt x="1145" y="98"/>
                    <a:pt x="1151" y="57"/>
                    <a:pt x="1130" y="27"/>
                  </a:cubicBezTo>
                  <a:cubicBezTo>
                    <a:pt x="1116" y="10"/>
                    <a:pt x="1096" y="0"/>
                    <a:pt x="10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g332bf0ce26c_1_0"/>
            <p:cNvSpPr/>
            <p:nvPr/>
          </p:nvSpPr>
          <p:spPr>
            <a:xfrm>
              <a:off x="8881426" y="3526458"/>
              <a:ext cx="15520" cy="31295"/>
            </a:xfrm>
            <a:custGeom>
              <a:rect b="b" l="l" r="r" t="t"/>
              <a:pathLst>
                <a:path extrusionOk="0" h="857" w="425">
                  <a:moveTo>
                    <a:pt x="350" y="1"/>
                  </a:moveTo>
                  <a:cubicBezTo>
                    <a:pt x="328" y="1"/>
                    <a:pt x="306" y="11"/>
                    <a:pt x="294" y="31"/>
                  </a:cubicBezTo>
                  <a:cubicBezTo>
                    <a:pt x="283" y="48"/>
                    <a:pt x="27" y="446"/>
                    <a:pt x="4" y="786"/>
                  </a:cubicBezTo>
                  <a:cubicBezTo>
                    <a:pt x="0" y="823"/>
                    <a:pt x="28" y="854"/>
                    <a:pt x="65" y="857"/>
                  </a:cubicBezTo>
                  <a:lnTo>
                    <a:pt x="70" y="857"/>
                  </a:lnTo>
                  <a:cubicBezTo>
                    <a:pt x="104" y="857"/>
                    <a:pt x="133" y="831"/>
                    <a:pt x="135" y="795"/>
                  </a:cubicBezTo>
                  <a:cubicBezTo>
                    <a:pt x="157" y="490"/>
                    <a:pt x="402" y="107"/>
                    <a:pt x="405" y="103"/>
                  </a:cubicBezTo>
                  <a:cubicBezTo>
                    <a:pt x="425" y="72"/>
                    <a:pt x="417" y="31"/>
                    <a:pt x="386" y="11"/>
                  </a:cubicBezTo>
                  <a:cubicBezTo>
                    <a:pt x="375" y="4"/>
                    <a:pt x="362" y="1"/>
                    <a:pt x="3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g332bf0ce26c_1_0"/>
            <p:cNvSpPr/>
            <p:nvPr/>
          </p:nvSpPr>
          <p:spPr>
            <a:xfrm>
              <a:off x="8553251" y="3606575"/>
              <a:ext cx="26548" cy="12781"/>
            </a:xfrm>
            <a:custGeom>
              <a:rect b="b" l="l" r="r" t="t"/>
              <a:pathLst>
                <a:path extrusionOk="0" h="350" w="727">
                  <a:moveTo>
                    <a:pt x="72" y="0"/>
                  </a:moveTo>
                  <a:cubicBezTo>
                    <a:pt x="40" y="0"/>
                    <a:pt x="10" y="24"/>
                    <a:pt x="5" y="58"/>
                  </a:cubicBezTo>
                  <a:cubicBezTo>
                    <a:pt x="0" y="93"/>
                    <a:pt x="25" y="128"/>
                    <a:pt x="62" y="132"/>
                  </a:cubicBezTo>
                  <a:cubicBezTo>
                    <a:pt x="210" y="154"/>
                    <a:pt x="398" y="225"/>
                    <a:pt x="620" y="343"/>
                  </a:cubicBezTo>
                  <a:cubicBezTo>
                    <a:pt x="630" y="348"/>
                    <a:pt x="640" y="350"/>
                    <a:pt x="651" y="350"/>
                  </a:cubicBezTo>
                  <a:cubicBezTo>
                    <a:pt x="674" y="350"/>
                    <a:pt x="697" y="338"/>
                    <a:pt x="709" y="316"/>
                  </a:cubicBezTo>
                  <a:cubicBezTo>
                    <a:pt x="727" y="283"/>
                    <a:pt x="715" y="242"/>
                    <a:pt x="682" y="226"/>
                  </a:cubicBezTo>
                  <a:cubicBezTo>
                    <a:pt x="446" y="100"/>
                    <a:pt x="244" y="25"/>
                    <a:pt x="81" y="1"/>
                  </a:cubicBezTo>
                  <a:cubicBezTo>
                    <a:pt x="78" y="1"/>
                    <a:pt x="75"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g332bf0ce26c_1_0"/>
            <p:cNvSpPr/>
            <p:nvPr/>
          </p:nvSpPr>
          <p:spPr>
            <a:xfrm>
              <a:off x="8585422" y="3558008"/>
              <a:ext cx="59925" cy="110575"/>
            </a:xfrm>
            <a:custGeom>
              <a:rect b="b" l="l" r="r" t="t"/>
              <a:pathLst>
                <a:path extrusionOk="0" h="3028" w="1641">
                  <a:moveTo>
                    <a:pt x="193" y="1"/>
                  </a:moveTo>
                  <a:cubicBezTo>
                    <a:pt x="176" y="1"/>
                    <a:pt x="159" y="7"/>
                    <a:pt x="146" y="20"/>
                  </a:cubicBezTo>
                  <a:cubicBezTo>
                    <a:pt x="121" y="46"/>
                    <a:pt x="121" y="88"/>
                    <a:pt x="146" y="114"/>
                  </a:cubicBezTo>
                  <a:cubicBezTo>
                    <a:pt x="153" y="121"/>
                    <a:pt x="863" y="838"/>
                    <a:pt x="1158" y="1721"/>
                  </a:cubicBezTo>
                  <a:cubicBezTo>
                    <a:pt x="1333" y="2249"/>
                    <a:pt x="1423" y="2589"/>
                    <a:pt x="1466" y="2778"/>
                  </a:cubicBezTo>
                  <a:cubicBezTo>
                    <a:pt x="1207" y="2550"/>
                    <a:pt x="651" y="2079"/>
                    <a:pt x="112" y="1738"/>
                  </a:cubicBezTo>
                  <a:cubicBezTo>
                    <a:pt x="101" y="1731"/>
                    <a:pt x="89" y="1727"/>
                    <a:pt x="76" y="1727"/>
                  </a:cubicBezTo>
                  <a:cubicBezTo>
                    <a:pt x="55" y="1727"/>
                    <a:pt x="34" y="1738"/>
                    <a:pt x="21" y="1758"/>
                  </a:cubicBezTo>
                  <a:cubicBezTo>
                    <a:pt x="1" y="1789"/>
                    <a:pt x="10" y="1830"/>
                    <a:pt x="41" y="1850"/>
                  </a:cubicBezTo>
                  <a:cubicBezTo>
                    <a:pt x="764" y="2307"/>
                    <a:pt x="1518" y="3003"/>
                    <a:pt x="1526" y="3010"/>
                  </a:cubicBezTo>
                  <a:cubicBezTo>
                    <a:pt x="1539" y="3020"/>
                    <a:pt x="1554" y="3028"/>
                    <a:pt x="1571" y="3028"/>
                  </a:cubicBezTo>
                  <a:cubicBezTo>
                    <a:pt x="1581" y="3028"/>
                    <a:pt x="1592" y="3024"/>
                    <a:pt x="1601" y="3020"/>
                  </a:cubicBezTo>
                  <a:cubicBezTo>
                    <a:pt x="1626" y="3007"/>
                    <a:pt x="1640" y="2980"/>
                    <a:pt x="1637" y="2952"/>
                  </a:cubicBezTo>
                  <a:cubicBezTo>
                    <a:pt x="1634" y="2938"/>
                    <a:pt x="1586" y="2585"/>
                    <a:pt x="1283" y="1680"/>
                  </a:cubicBezTo>
                  <a:cubicBezTo>
                    <a:pt x="979" y="765"/>
                    <a:pt x="270" y="50"/>
                    <a:pt x="241" y="20"/>
                  </a:cubicBezTo>
                  <a:cubicBezTo>
                    <a:pt x="228" y="7"/>
                    <a:pt x="211" y="1"/>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g332bf0ce26c_1_0"/>
            <p:cNvSpPr/>
            <p:nvPr/>
          </p:nvSpPr>
          <p:spPr>
            <a:xfrm>
              <a:off x="8640124" y="3663687"/>
              <a:ext cx="8728" cy="24467"/>
            </a:xfrm>
            <a:custGeom>
              <a:rect b="b" l="l" r="r" t="t"/>
              <a:pathLst>
                <a:path extrusionOk="0" h="670" w="239">
                  <a:moveTo>
                    <a:pt x="73" y="0"/>
                  </a:moveTo>
                  <a:cubicBezTo>
                    <a:pt x="69" y="0"/>
                    <a:pt x="66" y="0"/>
                    <a:pt x="62" y="1"/>
                  </a:cubicBezTo>
                  <a:cubicBezTo>
                    <a:pt x="25" y="7"/>
                    <a:pt x="0" y="42"/>
                    <a:pt x="7" y="78"/>
                  </a:cubicBezTo>
                  <a:lnTo>
                    <a:pt x="101" y="615"/>
                  </a:lnTo>
                  <a:cubicBezTo>
                    <a:pt x="106" y="647"/>
                    <a:pt x="134" y="670"/>
                    <a:pt x="166" y="670"/>
                  </a:cubicBezTo>
                  <a:lnTo>
                    <a:pt x="178" y="670"/>
                  </a:lnTo>
                  <a:cubicBezTo>
                    <a:pt x="213" y="662"/>
                    <a:pt x="238" y="628"/>
                    <a:pt x="231" y="593"/>
                  </a:cubicBezTo>
                  <a:lnTo>
                    <a:pt x="138" y="55"/>
                  </a:lnTo>
                  <a:cubicBezTo>
                    <a:pt x="132" y="23"/>
                    <a:pt x="10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g332bf0ce26c_1_10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The Values Proper Language</a:t>
            </a:r>
            <a:endParaRPr sz="2200"/>
          </a:p>
        </p:txBody>
      </p:sp>
      <p:sp>
        <p:nvSpPr>
          <p:cNvPr id="1840" name="Google Shape;1840;g332bf0ce26c_1_103"/>
          <p:cNvSpPr txBox="1"/>
          <p:nvPr>
            <p:ph idx="1" type="body"/>
          </p:nvPr>
        </p:nvSpPr>
        <p:spPr>
          <a:xfrm>
            <a:off x="256625" y="1231500"/>
            <a:ext cx="5824800" cy="34881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Precision and Clarity in Communication</a:t>
            </a:r>
            <a:r>
              <a:rPr lang="en">
                <a:solidFill>
                  <a:srgbClr val="000000"/>
                </a:solidFill>
              </a:rPr>
              <a:t> – Using proper language ensures that ideas can be explained with </a:t>
            </a:r>
            <a:br>
              <a:rPr lang="en">
                <a:solidFill>
                  <a:srgbClr val="000000"/>
                </a:solidFill>
              </a:rPr>
            </a:br>
            <a:r>
              <a:rPr lang="en">
                <a:solidFill>
                  <a:srgbClr val="000000"/>
                </a:solidFill>
              </a:rPr>
              <a:t>accuracy.</a:t>
            </a:r>
            <a:r>
              <a:rPr lang="en">
                <a:solidFill>
                  <a:srgbClr val="000000"/>
                </a:solidFill>
              </a:rPr>
              <a:t> </a:t>
            </a:r>
            <a:br>
              <a:rPr lang="en">
                <a:solidFill>
                  <a:srgbClr val="000000"/>
                </a:solidFill>
              </a:rPr>
            </a:b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Encourages Learning</a:t>
            </a:r>
            <a:r>
              <a:rPr lang="en">
                <a:solidFill>
                  <a:srgbClr val="000000"/>
                </a:solidFill>
              </a:rPr>
              <a:t> – Correct language will encourage listeners to feel more thought provoked when listening.</a:t>
            </a:r>
            <a:br>
              <a:rPr lang="en">
                <a:solidFill>
                  <a:srgbClr val="000000"/>
                </a:solidFill>
              </a:rPr>
            </a:b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Understanding</a:t>
            </a:r>
            <a:r>
              <a:rPr lang="en">
                <a:solidFill>
                  <a:srgbClr val="000000"/>
                </a:solidFill>
              </a:rPr>
              <a:t> </a:t>
            </a:r>
            <a:r>
              <a:rPr lang="en">
                <a:solidFill>
                  <a:srgbClr val="000000"/>
                </a:solidFill>
              </a:rPr>
              <a:t>– Using the right language doesn't just help with communication, it also helps with understanding.</a:t>
            </a:r>
            <a:endParaRPr b="1">
              <a:solidFill>
                <a:srgbClr val="000000"/>
              </a:solidFill>
              <a:latin typeface="Inconsolata"/>
              <a:ea typeface="Inconsolata"/>
              <a:cs typeface="Inconsolata"/>
              <a:sym typeface="Inconsolata"/>
            </a:endParaRPr>
          </a:p>
        </p:txBody>
      </p:sp>
      <p:grpSp>
        <p:nvGrpSpPr>
          <p:cNvPr id="1841" name="Google Shape;1841;g332bf0ce26c_1_103"/>
          <p:cNvGrpSpPr/>
          <p:nvPr/>
        </p:nvGrpSpPr>
        <p:grpSpPr>
          <a:xfrm>
            <a:off x="6476182" y="2722537"/>
            <a:ext cx="2162235" cy="2387827"/>
            <a:chOff x="8480400" y="2892750"/>
            <a:chExt cx="2008205" cy="2217727"/>
          </a:xfrm>
        </p:grpSpPr>
        <p:sp>
          <p:nvSpPr>
            <p:cNvPr id="1842" name="Google Shape;1842;g332bf0ce26c_1_103"/>
            <p:cNvSpPr/>
            <p:nvPr/>
          </p:nvSpPr>
          <p:spPr>
            <a:xfrm>
              <a:off x="10066025" y="2978235"/>
              <a:ext cx="420097" cy="317081"/>
            </a:xfrm>
            <a:custGeom>
              <a:rect b="b" l="l" r="r" t="t"/>
              <a:pathLst>
                <a:path extrusionOk="0" h="8683" w="11504">
                  <a:moveTo>
                    <a:pt x="1205" y="1"/>
                  </a:moveTo>
                  <a:cubicBezTo>
                    <a:pt x="540" y="1"/>
                    <a:pt x="0" y="540"/>
                    <a:pt x="0" y="1205"/>
                  </a:cubicBezTo>
                  <a:lnTo>
                    <a:pt x="0" y="5284"/>
                  </a:lnTo>
                  <a:cubicBezTo>
                    <a:pt x="0" y="5949"/>
                    <a:pt x="540" y="6489"/>
                    <a:pt x="1205" y="6489"/>
                  </a:cubicBezTo>
                  <a:lnTo>
                    <a:pt x="1273" y="6489"/>
                  </a:lnTo>
                  <a:lnTo>
                    <a:pt x="382" y="8682"/>
                  </a:lnTo>
                  <a:lnTo>
                    <a:pt x="3203" y="6489"/>
                  </a:lnTo>
                  <a:lnTo>
                    <a:pt x="10299" y="6489"/>
                  </a:lnTo>
                  <a:cubicBezTo>
                    <a:pt x="10965" y="6489"/>
                    <a:pt x="11504" y="5949"/>
                    <a:pt x="11504" y="5284"/>
                  </a:cubicBezTo>
                  <a:lnTo>
                    <a:pt x="11504" y="1205"/>
                  </a:lnTo>
                  <a:cubicBezTo>
                    <a:pt x="11504" y="540"/>
                    <a:pt x="10965" y="1"/>
                    <a:pt x="10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3" name="Google Shape;1843;g332bf0ce26c_1_103"/>
            <p:cNvSpPr/>
            <p:nvPr/>
          </p:nvSpPr>
          <p:spPr>
            <a:xfrm>
              <a:off x="10063578" y="2975825"/>
              <a:ext cx="425027" cy="321938"/>
            </a:xfrm>
            <a:custGeom>
              <a:rect b="b" l="l" r="r" t="t"/>
              <a:pathLst>
                <a:path extrusionOk="0" h="8816" w="11639">
                  <a:moveTo>
                    <a:pt x="10366" y="133"/>
                  </a:moveTo>
                  <a:cubicBezTo>
                    <a:pt x="10994" y="133"/>
                    <a:pt x="11504" y="644"/>
                    <a:pt x="11504" y="1271"/>
                  </a:cubicBezTo>
                  <a:lnTo>
                    <a:pt x="11504" y="5350"/>
                  </a:lnTo>
                  <a:cubicBezTo>
                    <a:pt x="11504" y="5978"/>
                    <a:pt x="10994" y="6489"/>
                    <a:pt x="10366" y="6489"/>
                  </a:cubicBezTo>
                  <a:lnTo>
                    <a:pt x="3270" y="6489"/>
                  </a:lnTo>
                  <a:cubicBezTo>
                    <a:pt x="3256" y="6489"/>
                    <a:pt x="3241" y="6493"/>
                    <a:pt x="3230" y="6502"/>
                  </a:cubicBezTo>
                  <a:lnTo>
                    <a:pt x="604" y="8545"/>
                  </a:lnTo>
                  <a:lnTo>
                    <a:pt x="1402" y="6580"/>
                  </a:lnTo>
                  <a:cubicBezTo>
                    <a:pt x="1410" y="6560"/>
                    <a:pt x="1408" y="6536"/>
                    <a:pt x="1396" y="6517"/>
                  </a:cubicBezTo>
                  <a:cubicBezTo>
                    <a:pt x="1383" y="6499"/>
                    <a:pt x="1363" y="6489"/>
                    <a:pt x="1340" y="6489"/>
                  </a:cubicBezTo>
                  <a:lnTo>
                    <a:pt x="1272" y="6489"/>
                  </a:lnTo>
                  <a:cubicBezTo>
                    <a:pt x="644" y="6489"/>
                    <a:pt x="133" y="5978"/>
                    <a:pt x="133" y="5350"/>
                  </a:cubicBezTo>
                  <a:lnTo>
                    <a:pt x="133" y="1271"/>
                  </a:lnTo>
                  <a:cubicBezTo>
                    <a:pt x="133" y="644"/>
                    <a:pt x="644" y="133"/>
                    <a:pt x="1272" y="133"/>
                  </a:cubicBezTo>
                  <a:close/>
                  <a:moveTo>
                    <a:pt x="1272" y="0"/>
                  </a:moveTo>
                  <a:cubicBezTo>
                    <a:pt x="571" y="0"/>
                    <a:pt x="1" y="571"/>
                    <a:pt x="1" y="1271"/>
                  </a:cubicBezTo>
                  <a:lnTo>
                    <a:pt x="1" y="5349"/>
                  </a:lnTo>
                  <a:cubicBezTo>
                    <a:pt x="1" y="6040"/>
                    <a:pt x="555" y="6605"/>
                    <a:pt x="1242" y="6620"/>
                  </a:cubicBezTo>
                  <a:lnTo>
                    <a:pt x="388" y="8724"/>
                  </a:lnTo>
                  <a:cubicBezTo>
                    <a:pt x="376" y="8752"/>
                    <a:pt x="385" y="8784"/>
                    <a:pt x="409" y="8802"/>
                  </a:cubicBezTo>
                  <a:cubicBezTo>
                    <a:pt x="421" y="8811"/>
                    <a:pt x="435" y="8816"/>
                    <a:pt x="449" y="8816"/>
                  </a:cubicBezTo>
                  <a:cubicBezTo>
                    <a:pt x="463" y="8816"/>
                    <a:pt x="478" y="8811"/>
                    <a:pt x="489" y="8802"/>
                  </a:cubicBezTo>
                  <a:lnTo>
                    <a:pt x="3293" y="6621"/>
                  </a:lnTo>
                  <a:lnTo>
                    <a:pt x="10366" y="6621"/>
                  </a:lnTo>
                  <a:cubicBezTo>
                    <a:pt x="11068" y="6621"/>
                    <a:pt x="11638" y="6051"/>
                    <a:pt x="11638" y="5349"/>
                  </a:cubicBezTo>
                  <a:lnTo>
                    <a:pt x="11638" y="1271"/>
                  </a:lnTo>
                  <a:cubicBezTo>
                    <a:pt x="11638" y="571"/>
                    <a:pt x="11068" y="0"/>
                    <a:pt x="10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g332bf0ce26c_1_103"/>
            <p:cNvSpPr/>
            <p:nvPr/>
          </p:nvSpPr>
          <p:spPr>
            <a:xfrm>
              <a:off x="10060474" y="2964322"/>
              <a:ext cx="420170" cy="317081"/>
            </a:xfrm>
            <a:custGeom>
              <a:rect b="b" l="l" r="r" t="t"/>
              <a:pathLst>
                <a:path extrusionOk="0" h="8683" w="11506">
                  <a:moveTo>
                    <a:pt x="1205" y="1"/>
                  </a:moveTo>
                  <a:cubicBezTo>
                    <a:pt x="540" y="1"/>
                    <a:pt x="1" y="540"/>
                    <a:pt x="1" y="1205"/>
                  </a:cubicBezTo>
                  <a:lnTo>
                    <a:pt x="1" y="5283"/>
                  </a:lnTo>
                  <a:cubicBezTo>
                    <a:pt x="1" y="5948"/>
                    <a:pt x="540" y="6488"/>
                    <a:pt x="1205" y="6488"/>
                  </a:cubicBezTo>
                  <a:lnTo>
                    <a:pt x="1274" y="6488"/>
                  </a:lnTo>
                  <a:lnTo>
                    <a:pt x="383" y="8682"/>
                  </a:lnTo>
                  <a:lnTo>
                    <a:pt x="3203" y="6488"/>
                  </a:lnTo>
                  <a:lnTo>
                    <a:pt x="10300" y="6488"/>
                  </a:lnTo>
                  <a:cubicBezTo>
                    <a:pt x="10966" y="6488"/>
                    <a:pt x="11505" y="5948"/>
                    <a:pt x="11505" y="5283"/>
                  </a:cubicBezTo>
                  <a:lnTo>
                    <a:pt x="11505" y="1205"/>
                  </a:lnTo>
                  <a:cubicBezTo>
                    <a:pt x="11505" y="540"/>
                    <a:pt x="10966" y="1"/>
                    <a:pt x="103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g332bf0ce26c_1_103"/>
            <p:cNvSpPr/>
            <p:nvPr/>
          </p:nvSpPr>
          <p:spPr>
            <a:xfrm>
              <a:off x="10058064" y="2961912"/>
              <a:ext cx="424954" cy="321902"/>
            </a:xfrm>
            <a:custGeom>
              <a:rect b="b" l="l" r="r" t="t"/>
              <a:pathLst>
                <a:path extrusionOk="0" h="8815" w="11637">
                  <a:moveTo>
                    <a:pt x="10366" y="133"/>
                  </a:moveTo>
                  <a:cubicBezTo>
                    <a:pt x="10994" y="133"/>
                    <a:pt x="11504" y="643"/>
                    <a:pt x="11504" y="1271"/>
                  </a:cubicBezTo>
                  <a:lnTo>
                    <a:pt x="11504" y="5349"/>
                  </a:lnTo>
                  <a:cubicBezTo>
                    <a:pt x="11504" y="5976"/>
                    <a:pt x="10994" y="6487"/>
                    <a:pt x="10366" y="6487"/>
                  </a:cubicBezTo>
                  <a:lnTo>
                    <a:pt x="3269" y="6487"/>
                  </a:lnTo>
                  <a:cubicBezTo>
                    <a:pt x="3255" y="6487"/>
                    <a:pt x="3241" y="6492"/>
                    <a:pt x="3229" y="6502"/>
                  </a:cubicBezTo>
                  <a:lnTo>
                    <a:pt x="604" y="8544"/>
                  </a:lnTo>
                  <a:lnTo>
                    <a:pt x="1401" y="6579"/>
                  </a:lnTo>
                  <a:cubicBezTo>
                    <a:pt x="1409" y="6558"/>
                    <a:pt x="1407" y="6535"/>
                    <a:pt x="1395" y="6517"/>
                  </a:cubicBezTo>
                  <a:cubicBezTo>
                    <a:pt x="1382" y="6498"/>
                    <a:pt x="1362" y="6487"/>
                    <a:pt x="1340" y="6487"/>
                  </a:cubicBezTo>
                  <a:lnTo>
                    <a:pt x="1271" y="6487"/>
                  </a:lnTo>
                  <a:cubicBezTo>
                    <a:pt x="644" y="6487"/>
                    <a:pt x="133" y="5978"/>
                    <a:pt x="133" y="5349"/>
                  </a:cubicBezTo>
                  <a:lnTo>
                    <a:pt x="133" y="1271"/>
                  </a:lnTo>
                  <a:cubicBezTo>
                    <a:pt x="133" y="643"/>
                    <a:pt x="644" y="133"/>
                    <a:pt x="1271" y="133"/>
                  </a:cubicBezTo>
                  <a:close/>
                  <a:moveTo>
                    <a:pt x="1271" y="0"/>
                  </a:moveTo>
                  <a:cubicBezTo>
                    <a:pt x="571" y="0"/>
                    <a:pt x="0" y="571"/>
                    <a:pt x="0" y="1271"/>
                  </a:cubicBezTo>
                  <a:lnTo>
                    <a:pt x="0" y="5349"/>
                  </a:lnTo>
                  <a:cubicBezTo>
                    <a:pt x="0" y="6040"/>
                    <a:pt x="554" y="6603"/>
                    <a:pt x="1241" y="6620"/>
                  </a:cubicBezTo>
                  <a:lnTo>
                    <a:pt x="387" y="8724"/>
                  </a:lnTo>
                  <a:cubicBezTo>
                    <a:pt x="375" y="8751"/>
                    <a:pt x="385" y="8783"/>
                    <a:pt x="409" y="8802"/>
                  </a:cubicBezTo>
                  <a:cubicBezTo>
                    <a:pt x="420" y="8810"/>
                    <a:pt x="435" y="8815"/>
                    <a:pt x="449" y="8815"/>
                  </a:cubicBezTo>
                  <a:cubicBezTo>
                    <a:pt x="463" y="8815"/>
                    <a:pt x="477" y="8810"/>
                    <a:pt x="489" y="8800"/>
                  </a:cubicBezTo>
                  <a:lnTo>
                    <a:pt x="3292" y="6620"/>
                  </a:lnTo>
                  <a:lnTo>
                    <a:pt x="10366" y="6620"/>
                  </a:lnTo>
                  <a:cubicBezTo>
                    <a:pt x="11067" y="6620"/>
                    <a:pt x="11636" y="6050"/>
                    <a:pt x="11636" y="5349"/>
                  </a:cubicBezTo>
                  <a:lnTo>
                    <a:pt x="11636" y="1271"/>
                  </a:lnTo>
                  <a:cubicBezTo>
                    <a:pt x="11636" y="571"/>
                    <a:pt x="11067" y="0"/>
                    <a:pt x="10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g332bf0ce26c_1_103"/>
            <p:cNvSpPr/>
            <p:nvPr/>
          </p:nvSpPr>
          <p:spPr>
            <a:xfrm>
              <a:off x="10163816" y="3065327"/>
              <a:ext cx="34874" cy="34911"/>
            </a:xfrm>
            <a:custGeom>
              <a:rect b="b" l="l" r="r" t="t"/>
              <a:pathLst>
                <a:path extrusionOk="0" h="956" w="955">
                  <a:moveTo>
                    <a:pt x="477" y="1"/>
                  </a:moveTo>
                  <a:cubicBezTo>
                    <a:pt x="214" y="1"/>
                    <a:pt x="1" y="215"/>
                    <a:pt x="1" y="478"/>
                  </a:cubicBezTo>
                  <a:cubicBezTo>
                    <a:pt x="1" y="741"/>
                    <a:pt x="214" y="956"/>
                    <a:pt x="477" y="956"/>
                  </a:cubicBezTo>
                  <a:cubicBezTo>
                    <a:pt x="741" y="956"/>
                    <a:pt x="954" y="741"/>
                    <a:pt x="954" y="478"/>
                  </a:cubicBezTo>
                  <a:cubicBezTo>
                    <a:pt x="954" y="215"/>
                    <a:pt x="74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g332bf0ce26c_1_103"/>
            <p:cNvSpPr/>
            <p:nvPr/>
          </p:nvSpPr>
          <p:spPr>
            <a:xfrm>
              <a:off x="10254378" y="3065327"/>
              <a:ext cx="34911" cy="34911"/>
            </a:xfrm>
            <a:custGeom>
              <a:rect b="b" l="l" r="r" t="t"/>
              <a:pathLst>
                <a:path extrusionOk="0" h="956" w="956">
                  <a:moveTo>
                    <a:pt x="478" y="1"/>
                  </a:moveTo>
                  <a:cubicBezTo>
                    <a:pt x="215" y="1"/>
                    <a:pt x="0" y="215"/>
                    <a:pt x="0" y="478"/>
                  </a:cubicBezTo>
                  <a:cubicBezTo>
                    <a:pt x="0" y="741"/>
                    <a:pt x="215" y="956"/>
                    <a:pt x="478" y="956"/>
                  </a:cubicBezTo>
                  <a:cubicBezTo>
                    <a:pt x="741" y="956"/>
                    <a:pt x="955" y="741"/>
                    <a:pt x="955" y="478"/>
                  </a:cubicBezTo>
                  <a:cubicBezTo>
                    <a:pt x="955" y="215"/>
                    <a:pt x="742" y="1"/>
                    <a:pt x="4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g332bf0ce26c_1_103"/>
            <p:cNvSpPr/>
            <p:nvPr/>
          </p:nvSpPr>
          <p:spPr>
            <a:xfrm>
              <a:off x="10344975" y="3065327"/>
              <a:ext cx="34911" cy="34911"/>
            </a:xfrm>
            <a:custGeom>
              <a:rect b="b" l="l" r="r" t="t"/>
              <a:pathLst>
                <a:path extrusionOk="0" h="956" w="956">
                  <a:moveTo>
                    <a:pt x="477" y="1"/>
                  </a:moveTo>
                  <a:cubicBezTo>
                    <a:pt x="215" y="1"/>
                    <a:pt x="1" y="215"/>
                    <a:pt x="1" y="478"/>
                  </a:cubicBezTo>
                  <a:cubicBezTo>
                    <a:pt x="1" y="741"/>
                    <a:pt x="215" y="956"/>
                    <a:pt x="477" y="956"/>
                  </a:cubicBezTo>
                  <a:cubicBezTo>
                    <a:pt x="741" y="956"/>
                    <a:pt x="955" y="741"/>
                    <a:pt x="955" y="478"/>
                  </a:cubicBezTo>
                  <a:cubicBezTo>
                    <a:pt x="955" y="215"/>
                    <a:pt x="74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g332bf0ce26c_1_103"/>
            <p:cNvSpPr/>
            <p:nvPr/>
          </p:nvSpPr>
          <p:spPr>
            <a:xfrm>
              <a:off x="9085773" y="2910972"/>
              <a:ext cx="635843" cy="359405"/>
            </a:xfrm>
            <a:custGeom>
              <a:rect b="b" l="l" r="r" t="t"/>
              <a:pathLst>
                <a:path extrusionOk="0" h="9842" w="17412">
                  <a:moveTo>
                    <a:pt x="1366" y="1"/>
                  </a:moveTo>
                  <a:cubicBezTo>
                    <a:pt x="611" y="1"/>
                    <a:pt x="0" y="612"/>
                    <a:pt x="0" y="1366"/>
                  </a:cubicBezTo>
                  <a:lnTo>
                    <a:pt x="0" y="5989"/>
                  </a:lnTo>
                  <a:cubicBezTo>
                    <a:pt x="0" y="6743"/>
                    <a:pt x="611" y="7355"/>
                    <a:pt x="1366" y="7355"/>
                  </a:cubicBezTo>
                  <a:lnTo>
                    <a:pt x="13780" y="7355"/>
                  </a:lnTo>
                  <a:lnTo>
                    <a:pt x="16978" y="9842"/>
                  </a:lnTo>
                  <a:lnTo>
                    <a:pt x="15968" y="7355"/>
                  </a:lnTo>
                  <a:lnTo>
                    <a:pt x="16046" y="7355"/>
                  </a:lnTo>
                  <a:cubicBezTo>
                    <a:pt x="16799" y="7355"/>
                    <a:pt x="17411" y="6743"/>
                    <a:pt x="17411" y="5989"/>
                  </a:cubicBezTo>
                  <a:lnTo>
                    <a:pt x="17411" y="1366"/>
                  </a:lnTo>
                  <a:cubicBezTo>
                    <a:pt x="17411" y="612"/>
                    <a:pt x="16799" y="1"/>
                    <a:pt x="160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g332bf0ce26c_1_103"/>
            <p:cNvSpPr/>
            <p:nvPr/>
          </p:nvSpPr>
          <p:spPr>
            <a:xfrm>
              <a:off x="9083289" y="2908562"/>
              <a:ext cx="640736" cy="364226"/>
            </a:xfrm>
            <a:custGeom>
              <a:rect b="b" l="l" r="r" t="t"/>
              <a:pathLst>
                <a:path extrusionOk="0" h="9974" w="17546">
                  <a:moveTo>
                    <a:pt x="16114" y="133"/>
                  </a:moveTo>
                  <a:cubicBezTo>
                    <a:pt x="16830" y="133"/>
                    <a:pt x="17413" y="716"/>
                    <a:pt x="17413" y="1432"/>
                  </a:cubicBezTo>
                  <a:lnTo>
                    <a:pt x="17413" y="6055"/>
                  </a:lnTo>
                  <a:cubicBezTo>
                    <a:pt x="17413" y="6771"/>
                    <a:pt x="16830" y="7355"/>
                    <a:pt x="16114" y="7355"/>
                  </a:cubicBezTo>
                  <a:lnTo>
                    <a:pt x="16036" y="7355"/>
                  </a:lnTo>
                  <a:cubicBezTo>
                    <a:pt x="16013" y="7355"/>
                    <a:pt x="15993" y="7365"/>
                    <a:pt x="15981" y="7384"/>
                  </a:cubicBezTo>
                  <a:cubicBezTo>
                    <a:pt x="15968" y="7402"/>
                    <a:pt x="15966" y="7426"/>
                    <a:pt x="15974" y="7446"/>
                  </a:cubicBezTo>
                  <a:lnTo>
                    <a:pt x="16891" y="9703"/>
                  </a:lnTo>
                  <a:lnTo>
                    <a:pt x="13889" y="7369"/>
                  </a:lnTo>
                  <a:cubicBezTo>
                    <a:pt x="13878" y="7359"/>
                    <a:pt x="13863" y="7355"/>
                    <a:pt x="13848" y="7355"/>
                  </a:cubicBezTo>
                  <a:lnTo>
                    <a:pt x="1434" y="7355"/>
                  </a:lnTo>
                  <a:cubicBezTo>
                    <a:pt x="717" y="7355"/>
                    <a:pt x="135" y="6771"/>
                    <a:pt x="135" y="6055"/>
                  </a:cubicBezTo>
                  <a:lnTo>
                    <a:pt x="135" y="1432"/>
                  </a:lnTo>
                  <a:cubicBezTo>
                    <a:pt x="135" y="716"/>
                    <a:pt x="717" y="133"/>
                    <a:pt x="1434" y="133"/>
                  </a:cubicBezTo>
                  <a:close/>
                  <a:moveTo>
                    <a:pt x="1432" y="0"/>
                  </a:moveTo>
                  <a:cubicBezTo>
                    <a:pt x="643" y="0"/>
                    <a:pt x="1" y="643"/>
                    <a:pt x="1" y="1432"/>
                  </a:cubicBezTo>
                  <a:lnTo>
                    <a:pt x="1" y="6055"/>
                  </a:lnTo>
                  <a:cubicBezTo>
                    <a:pt x="1" y="6845"/>
                    <a:pt x="643" y="7487"/>
                    <a:pt x="1432" y="7487"/>
                  </a:cubicBezTo>
                  <a:lnTo>
                    <a:pt x="13826" y="7487"/>
                  </a:lnTo>
                  <a:lnTo>
                    <a:pt x="17006" y="9961"/>
                  </a:lnTo>
                  <a:cubicBezTo>
                    <a:pt x="17018" y="9969"/>
                    <a:pt x="17032" y="9974"/>
                    <a:pt x="17046" y="9974"/>
                  </a:cubicBezTo>
                  <a:cubicBezTo>
                    <a:pt x="17060" y="9974"/>
                    <a:pt x="17074" y="9970"/>
                    <a:pt x="17086" y="9961"/>
                  </a:cubicBezTo>
                  <a:cubicBezTo>
                    <a:pt x="17110" y="9943"/>
                    <a:pt x="17119" y="9911"/>
                    <a:pt x="17108" y="9883"/>
                  </a:cubicBezTo>
                  <a:lnTo>
                    <a:pt x="16134" y="7487"/>
                  </a:lnTo>
                  <a:cubicBezTo>
                    <a:pt x="16915" y="7475"/>
                    <a:pt x="17545" y="6838"/>
                    <a:pt x="17545" y="6055"/>
                  </a:cubicBezTo>
                  <a:lnTo>
                    <a:pt x="17545" y="1432"/>
                  </a:lnTo>
                  <a:cubicBezTo>
                    <a:pt x="17545" y="643"/>
                    <a:pt x="16903" y="0"/>
                    <a:pt x="161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g332bf0ce26c_1_103"/>
            <p:cNvSpPr/>
            <p:nvPr/>
          </p:nvSpPr>
          <p:spPr>
            <a:xfrm>
              <a:off x="9067624" y="2895197"/>
              <a:ext cx="635843" cy="359405"/>
            </a:xfrm>
            <a:custGeom>
              <a:rect b="b" l="l" r="r" t="t"/>
              <a:pathLst>
                <a:path extrusionOk="0" h="9842" w="17412">
                  <a:moveTo>
                    <a:pt x="1366" y="1"/>
                  </a:moveTo>
                  <a:cubicBezTo>
                    <a:pt x="611" y="1"/>
                    <a:pt x="0" y="611"/>
                    <a:pt x="0" y="1366"/>
                  </a:cubicBezTo>
                  <a:lnTo>
                    <a:pt x="0" y="5988"/>
                  </a:lnTo>
                  <a:cubicBezTo>
                    <a:pt x="0" y="6743"/>
                    <a:pt x="611" y="7354"/>
                    <a:pt x="1366" y="7354"/>
                  </a:cubicBezTo>
                  <a:lnTo>
                    <a:pt x="13780" y="7354"/>
                  </a:lnTo>
                  <a:lnTo>
                    <a:pt x="16978" y="9842"/>
                  </a:lnTo>
                  <a:lnTo>
                    <a:pt x="15968" y="7354"/>
                  </a:lnTo>
                  <a:lnTo>
                    <a:pt x="16046" y="7354"/>
                  </a:lnTo>
                  <a:cubicBezTo>
                    <a:pt x="16799" y="7354"/>
                    <a:pt x="17411" y="6742"/>
                    <a:pt x="17411" y="5988"/>
                  </a:cubicBezTo>
                  <a:lnTo>
                    <a:pt x="17411" y="1366"/>
                  </a:lnTo>
                  <a:cubicBezTo>
                    <a:pt x="17411" y="611"/>
                    <a:pt x="16799" y="1"/>
                    <a:pt x="1604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g332bf0ce26c_1_103"/>
            <p:cNvSpPr/>
            <p:nvPr/>
          </p:nvSpPr>
          <p:spPr>
            <a:xfrm>
              <a:off x="9065214" y="2892750"/>
              <a:ext cx="640663" cy="364299"/>
            </a:xfrm>
            <a:custGeom>
              <a:rect b="b" l="l" r="r" t="t"/>
              <a:pathLst>
                <a:path extrusionOk="0" h="9976" w="17544">
                  <a:moveTo>
                    <a:pt x="16112" y="134"/>
                  </a:moveTo>
                  <a:cubicBezTo>
                    <a:pt x="16828" y="134"/>
                    <a:pt x="17411" y="716"/>
                    <a:pt x="17411" y="1433"/>
                  </a:cubicBezTo>
                  <a:lnTo>
                    <a:pt x="17411" y="6055"/>
                  </a:lnTo>
                  <a:cubicBezTo>
                    <a:pt x="17411" y="6771"/>
                    <a:pt x="16828" y="7355"/>
                    <a:pt x="16112" y="7355"/>
                  </a:cubicBezTo>
                  <a:lnTo>
                    <a:pt x="16034" y="7355"/>
                  </a:lnTo>
                  <a:cubicBezTo>
                    <a:pt x="16011" y="7355"/>
                    <a:pt x="15991" y="7365"/>
                    <a:pt x="15978" y="7384"/>
                  </a:cubicBezTo>
                  <a:cubicBezTo>
                    <a:pt x="15966" y="7402"/>
                    <a:pt x="15964" y="7426"/>
                    <a:pt x="15972" y="7446"/>
                  </a:cubicBezTo>
                  <a:lnTo>
                    <a:pt x="16889" y="9704"/>
                  </a:lnTo>
                  <a:lnTo>
                    <a:pt x="13888" y="7369"/>
                  </a:lnTo>
                  <a:cubicBezTo>
                    <a:pt x="13876" y="7359"/>
                    <a:pt x="13862" y="7355"/>
                    <a:pt x="13846" y="7355"/>
                  </a:cubicBezTo>
                  <a:lnTo>
                    <a:pt x="1432" y="7355"/>
                  </a:lnTo>
                  <a:cubicBezTo>
                    <a:pt x="715" y="7355"/>
                    <a:pt x="133" y="6772"/>
                    <a:pt x="133" y="6055"/>
                  </a:cubicBezTo>
                  <a:lnTo>
                    <a:pt x="133" y="1433"/>
                  </a:lnTo>
                  <a:cubicBezTo>
                    <a:pt x="133" y="716"/>
                    <a:pt x="715" y="134"/>
                    <a:pt x="1432" y="134"/>
                  </a:cubicBezTo>
                  <a:close/>
                  <a:moveTo>
                    <a:pt x="1432" y="0"/>
                  </a:moveTo>
                  <a:cubicBezTo>
                    <a:pt x="641" y="0"/>
                    <a:pt x="0" y="643"/>
                    <a:pt x="0" y="1433"/>
                  </a:cubicBezTo>
                  <a:lnTo>
                    <a:pt x="0" y="6055"/>
                  </a:lnTo>
                  <a:cubicBezTo>
                    <a:pt x="0" y="6846"/>
                    <a:pt x="641" y="7487"/>
                    <a:pt x="1432" y="7487"/>
                  </a:cubicBezTo>
                  <a:lnTo>
                    <a:pt x="13824" y="7487"/>
                  </a:lnTo>
                  <a:lnTo>
                    <a:pt x="17004" y="9961"/>
                  </a:lnTo>
                  <a:cubicBezTo>
                    <a:pt x="17016" y="9970"/>
                    <a:pt x="17030" y="9975"/>
                    <a:pt x="17044" y="9975"/>
                  </a:cubicBezTo>
                  <a:cubicBezTo>
                    <a:pt x="17058" y="9975"/>
                    <a:pt x="17073" y="9970"/>
                    <a:pt x="17084" y="9961"/>
                  </a:cubicBezTo>
                  <a:cubicBezTo>
                    <a:pt x="17109" y="9943"/>
                    <a:pt x="17117" y="9911"/>
                    <a:pt x="17106" y="9883"/>
                  </a:cubicBezTo>
                  <a:lnTo>
                    <a:pt x="16133" y="7487"/>
                  </a:lnTo>
                  <a:cubicBezTo>
                    <a:pt x="16913" y="7476"/>
                    <a:pt x="17543" y="6839"/>
                    <a:pt x="17543" y="6055"/>
                  </a:cubicBezTo>
                  <a:lnTo>
                    <a:pt x="17543" y="1433"/>
                  </a:lnTo>
                  <a:cubicBezTo>
                    <a:pt x="17543" y="643"/>
                    <a:pt x="16901" y="0"/>
                    <a:pt x="161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g332bf0ce26c_1_103"/>
            <p:cNvSpPr/>
            <p:nvPr/>
          </p:nvSpPr>
          <p:spPr>
            <a:xfrm>
              <a:off x="9263061" y="3009749"/>
              <a:ext cx="39548" cy="39475"/>
            </a:xfrm>
            <a:custGeom>
              <a:rect b="b" l="l" r="r" t="t"/>
              <a:pathLst>
                <a:path extrusionOk="0" h="1081" w="1083">
                  <a:moveTo>
                    <a:pt x="544" y="0"/>
                  </a:moveTo>
                  <a:cubicBezTo>
                    <a:pt x="543" y="0"/>
                    <a:pt x="542" y="0"/>
                    <a:pt x="541" y="0"/>
                  </a:cubicBezTo>
                  <a:cubicBezTo>
                    <a:pt x="243" y="0"/>
                    <a:pt x="1" y="241"/>
                    <a:pt x="1" y="540"/>
                  </a:cubicBezTo>
                  <a:cubicBezTo>
                    <a:pt x="1" y="839"/>
                    <a:pt x="243" y="1080"/>
                    <a:pt x="541" y="1080"/>
                  </a:cubicBezTo>
                  <a:cubicBezTo>
                    <a:pt x="841" y="1080"/>
                    <a:pt x="1082" y="839"/>
                    <a:pt x="1082" y="540"/>
                  </a:cubicBezTo>
                  <a:cubicBezTo>
                    <a:pt x="1082" y="242"/>
                    <a:pt x="842" y="0"/>
                    <a:pt x="5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g332bf0ce26c_1_103"/>
            <p:cNvSpPr/>
            <p:nvPr/>
          </p:nvSpPr>
          <p:spPr>
            <a:xfrm>
              <a:off x="9365782" y="3009749"/>
              <a:ext cx="39512" cy="39475"/>
            </a:xfrm>
            <a:custGeom>
              <a:rect b="b" l="l" r="r" t="t"/>
              <a:pathLst>
                <a:path extrusionOk="0" h="1081" w="1082">
                  <a:moveTo>
                    <a:pt x="543" y="0"/>
                  </a:moveTo>
                  <a:cubicBezTo>
                    <a:pt x="542" y="0"/>
                    <a:pt x="541" y="0"/>
                    <a:pt x="541" y="0"/>
                  </a:cubicBezTo>
                  <a:cubicBezTo>
                    <a:pt x="241" y="0"/>
                    <a:pt x="0" y="241"/>
                    <a:pt x="0" y="540"/>
                  </a:cubicBezTo>
                  <a:cubicBezTo>
                    <a:pt x="0" y="839"/>
                    <a:pt x="241" y="1080"/>
                    <a:pt x="541" y="1080"/>
                  </a:cubicBezTo>
                  <a:cubicBezTo>
                    <a:pt x="839" y="1080"/>
                    <a:pt x="1081" y="839"/>
                    <a:pt x="1081" y="540"/>
                  </a:cubicBezTo>
                  <a:cubicBezTo>
                    <a:pt x="1081" y="242"/>
                    <a:pt x="840" y="0"/>
                    <a:pt x="5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g332bf0ce26c_1_103"/>
            <p:cNvSpPr/>
            <p:nvPr/>
          </p:nvSpPr>
          <p:spPr>
            <a:xfrm>
              <a:off x="9468430" y="3009749"/>
              <a:ext cx="39512" cy="39475"/>
            </a:xfrm>
            <a:custGeom>
              <a:rect b="b" l="l" r="r" t="t"/>
              <a:pathLst>
                <a:path extrusionOk="0" h="1081" w="1082">
                  <a:moveTo>
                    <a:pt x="543" y="0"/>
                  </a:moveTo>
                  <a:cubicBezTo>
                    <a:pt x="542" y="0"/>
                    <a:pt x="542" y="0"/>
                    <a:pt x="541" y="0"/>
                  </a:cubicBezTo>
                  <a:cubicBezTo>
                    <a:pt x="243" y="0"/>
                    <a:pt x="0" y="241"/>
                    <a:pt x="0" y="540"/>
                  </a:cubicBezTo>
                  <a:cubicBezTo>
                    <a:pt x="0" y="839"/>
                    <a:pt x="243" y="1080"/>
                    <a:pt x="541" y="1080"/>
                  </a:cubicBezTo>
                  <a:cubicBezTo>
                    <a:pt x="840" y="1080"/>
                    <a:pt x="1082" y="839"/>
                    <a:pt x="1082" y="540"/>
                  </a:cubicBezTo>
                  <a:cubicBezTo>
                    <a:pt x="1082" y="242"/>
                    <a:pt x="841" y="0"/>
                    <a:pt x="5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g332bf0ce26c_1_103"/>
            <p:cNvSpPr/>
            <p:nvPr/>
          </p:nvSpPr>
          <p:spPr>
            <a:xfrm>
              <a:off x="9603359" y="4860152"/>
              <a:ext cx="256353" cy="135553"/>
            </a:xfrm>
            <a:custGeom>
              <a:rect b="b" l="l" r="r" t="t"/>
              <a:pathLst>
                <a:path extrusionOk="0" h="3712" w="7020">
                  <a:moveTo>
                    <a:pt x="4263" y="0"/>
                  </a:moveTo>
                  <a:lnTo>
                    <a:pt x="3856" y="610"/>
                  </a:lnTo>
                  <a:cubicBezTo>
                    <a:pt x="3856" y="610"/>
                    <a:pt x="3145" y="1219"/>
                    <a:pt x="2333" y="1575"/>
                  </a:cubicBezTo>
                  <a:cubicBezTo>
                    <a:pt x="2119" y="1669"/>
                    <a:pt x="1855" y="1697"/>
                    <a:pt x="1582" y="1697"/>
                  </a:cubicBezTo>
                  <a:cubicBezTo>
                    <a:pt x="1173" y="1697"/>
                    <a:pt x="745" y="1633"/>
                    <a:pt x="438" y="1633"/>
                  </a:cubicBezTo>
                  <a:cubicBezTo>
                    <a:pt x="175" y="1633"/>
                    <a:pt x="0" y="1680"/>
                    <a:pt x="0" y="1852"/>
                  </a:cubicBezTo>
                  <a:cubicBezTo>
                    <a:pt x="0" y="2361"/>
                    <a:pt x="1215" y="3250"/>
                    <a:pt x="3196" y="3505"/>
                  </a:cubicBezTo>
                  <a:cubicBezTo>
                    <a:pt x="4604" y="3685"/>
                    <a:pt x="5936" y="3712"/>
                    <a:pt x="6588" y="3712"/>
                  </a:cubicBezTo>
                  <a:cubicBezTo>
                    <a:pt x="6603" y="3712"/>
                    <a:pt x="6617" y="3712"/>
                    <a:pt x="6631" y="3712"/>
                  </a:cubicBezTo>
                  <a:cubicBezTo>
                    <a:pt x="6838" y="3712"/>
                    <a:pt x="7005" y="3544"/>
                    <a:pt x="7006" y="3337"/>
                  </a:cubicBezTo>
                  <a:lnTo>
                    <a:pt x="7020" y="566"/>
                  </a:lnTo>
                  <a:lnTo>
                    <a:pt x="426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g332bf0ce26c_1_103"/>
            <p:cNvSpPr/>
            <p:nvPr/>
          </p:nvSpPr>
          <p:spPr>
            <a:xfrm>
              <a:off x="9600913" y="4857705"/>
              <a:ext cx="261210" cy="140410"/>
            </a:xfrm>
            <a:custGeom>
              <a:rect b="b" l="l" r="r" t="t"/>
              <a:pathLst>
                <a:path extrusionOk="0" h="3845" w="7153">
                  <a:moveTo>
                    <a:pt x="4359" y="142"/>
                  </a:moveTo>
                  <a:lnTo>
                    <a:pt x="7020" y="687"/>
                  </a:lnTo>
                  <a:lnTo>
                    <a:pt x="7007" y="3404"/>
                  </a:lnTo>
                  <a:cubicBezTo>
                    <a:pt x="7006" y="3573"/>
                    <a:pt x="6868" y="3711"/>
                    <a:pt x="6698" y="3712"/>
                  </a:cubicBezTo>
                  <a:cubicBezTo>
                    <a:pt x="6684" y="3713"/>
                    <a:pt x="6670" y="3713"/>
                    <a:pt x="6656" y="3713"/>
                  </a:cubicBezTo>
                  <a:cubicBezTo>
                    <a:pt x="5969" y="3713"/>
                    <a:pt x="4662" y="3684"/>
                    <a:pt x="3271" y="3505"/>
                  </a:cubicBezTo>
                  <a:cubicBezTo>
                    <a:pt x="1355" y="3259"/>
                    <a:pt x="133" y="2402"/>
                    <a:pt x="133" y="1919"/>
                  </a:cubicBezTo>
                  <a:cubicBezTo>
                    <a:pt x="133" y="1882"/>
                    <a:pt x="144" y="1856"/>
                    <a:pt x="166" y="1836"/>
                  </a:cubicBezTo>
                  <a:cubicBezTo>
                    <a:pt x="222" y="1784"/>
                    <a:pt x="345" y="1767"/>
                    <a:pt x="502" y="1767"/>
                  </a:cubicBezTo>
                  <a:cubicBezTo>
                    <a:pt x="644" y="1767"/>
                    <a:pt x="816" y="1780"/>
                    <a:pt x="991" y="1795"/>
                  </a:cubicBezTo>
                  <a:cubicBezTo>
                    <a:pt x="1205" y="1812"/>
                    <a:pt x="1431" y="1830"/>
                    <a:pt x="1652" y="1830"/>
                  </a:cubicBezTo>
                  <a:cubicBezTo>
                    <a:pt x="1931" y="1830"/>
                    <a:pt x="2202" y="1801"/>
                    <a:pt x="2426" y="1702"/>
                  </a:cubicBezTo>
                  <a:cubicBezTo>
                    <a:pt x="3239" y="1347"/>
                    <a:pt x="3960" y="733"/>
                    <a:pt x="3967" y="727"/>
                  </a:cubicBezTo>
                  <a:cubicBezTo>
                    <a:pt x="3971" y="723"/>
                    <a:pt x="3975" y="719"/>
                    <a:pt x="3978" y="713"/>
                  </a:cubicBezTo>
                  <a:lnTo>
                    <a:pt x="4359" y="142"/>
                  </a:lnTo>
                  <a:close/>
                  <a:moveTo>
                    <a:pt x="4329" y="1"/>
                  </a:moveTo>
                  <a:cubicBezTo>
                    <a:pt x="4307" y="1"/>
                    <a:pt x="4286" y="12"/>
                    <a:pt x="4274" y="31"/>
                  </a:cubicBezTo>
                  <a:lnTo>
                    <a:pt x="3873" y="632"/>
                  </a:lnTo>
                  <a:cubicBezTo>
                    <a:pt x="3799" y="694"/>
                    <a:pt x="3125" y="1252"/>
                    <a:pt x="2373" y="1580"/>
                  </a:cubicBezTo>
                  <a:cubicBezTo>
                    <a:pt x="2169" y="1670"/>
                    <a:pt x="1916" y="1697"/>
                    <a:pt x="1653" y="1697"/>
                  </a:cubicBezTo>
                  <a:cubicBezTo>
                    <a:pt x="1436" y="1697"/>
                    <a:pt x="1213" y="1679"/>
                    <a:pt x="1002" y="1662"/>
                  </a:cubicBezTo>
                  <a:cubicBezTo>
                    <a:pt x="817" y="1647"/>
                    <a:pt x="649" y="1634"/>
                    <a:pt x="505" y="1634"/>
                  </a:cubicBezTo>
                  <a:cubicBezTo>
                    <a:pt x="312" y="1634"/>
                    <a:pt x="163" y="1658"/>
                    <a:pt x="77" y="1738"/>
                  </a:cubicBezTo>
                  <a:cubicBezTo>
                    <a:pt x="27" y="1784"/>
                    <a:pt x="1" y="1844"/>
                    <a:pt x="1" y="1919"/>
                  </a:cubicBezTo>
                  <a:cubicBezTo>
                    <a:pt x="1" y="2462"/>
                    <a:pt x="1238" y="3379"/>
                    <a:pt x="3254" y="3637"/>
                  </a:cubicBezTo>
                  <a:cubicBezTo>
                    <a:pt x="4658" y="3817"/>
                    <a:pt x="5979" y="3845"/>
                    <a:pt x="6663" y="3845"/>
                  </a:cubicBezTo>
                  <a:lnTo>
                    <a:pt x="6698" y="3845"/>
                  </a:lnTo>
                  <a:cubicBezTo>
                    <a:pt x="6941" y="3844"/>
                    <a:pt x="7139" y="3646"/>
                    <a:pt x="7140" y="3404"/>
                  </a:cubicBezTo>
                  <a:lnTo>
                    <a:pt x="7153" y="633"/>
                  </a:lnTo>
                  <a:cubicBezTo>
                    <a:pt x="7153" y="601"/>
                    <a:pt x="7130" y="574"/>
                    <a:pt x="7100" y="568"/>
                  </a:cubicBezTo>
                  <a:lnTo>
                    <a:pt x="4343" y="2"/>
                  </a:lnTo>
                  <a:cubicBezTo>
                    <a:pt x="4338" y="1"/>
                    <a:pt x="4334" y="1"/>
                    <a:pt x="43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g332bf0ce26c_1_103"/>
            <p:cNvSpPr/>
            <p:nvPr/>
          </p:nvSpPr>
          <p:spPr>
            <a:xfrm>
              <a:off x="9600913" y="4920075"/>
              <a:ext cx="260771" cy="78038"/>
            </a:xfrm>
            <a:custGeom>
              <a:rect b="b" l="l" r="r" t="t"/>
              <a:pathLst>
                <a:path extrusionOk="0" h="2137" w="7141">
                  <a:moveTo>
                    <a:pt x="142" y="162"/>
                  </a:moveTo>
                  <a:cubicBezTo>
                    <a:pt x="536" y="517"/>
                    <a:pt x="1313" y="1103"/>
                    <a:pt x="2406" y="1376"/>
                  </a:cubicBezTo>
                  <a:cubicBezTo>
                    <a:pt x="3262" y="1591"/>
                    <a:pt x="4153" y="1655"/>
                    <a:pt x="4911" y="1655"/>
                  </a:cubicBezTo>
                  <a:cubicBezTo>
                    <a:pt x="5743" y="1655"/>
                    <a:pt x="6416" y="1577"/>
                    <a:pt x="6706" y="1537"/>
                  </a:cubicBezTo>
                  <a:cubicBezTo>
                    <a:pt x="6812" y="1523"/>
                    <a:pt x="6913" y="1511"/>
                    <a:pt x="7007" y="1499"/>
                  </a:cubicBezTo>
                  <a:lnTo>
                    <a:pt x="7007" y="1696"/>
                  </a:lnTo>
                  <a:cubicBezTo>
                    <a:pt x="7006" y="1865"/>
                    <a:pt x="6868" y="2003"/>
                    <a:pt x="6698" y="2004"/>
                  </a:cubicBezTo>
                  <a:cubicBezTo>
                    <a:pt x="6684" y="2005"/>
                    <a:pt x="6670" y="2005"/>
                    <a:pt x="6656" y="2005"/>
                  </a:cubicBezTo>
                  <a:cubicBezTo>
                    <a:pt x="5969" y="2005"/>
                    <a:pt x="4662" y="1976"/>
                    <a:pt x="3271" y="1797"/>
                  </a:cubicBezTo>
                  <a:cubicBezTo>
                    <a:pt x="1355" y="1553"/>
                    <a:pt x="133" y="694"/>
                    <a:pt x="133" y="211"/>
                  </a:cubicBezTo>
                  <a:cubicBezTo>
                    <a:pt x="133" y="193"/>
                    <a:pt x="136" y="177"/>
                    <a:pt x="142" y="162"/>
                  </a:cubicBezTo>
                  <a:close/>
                  <a:moveTo>
                    <a:pt x="136" y="0"/>
                  </a:moveTo>
                  <a:cubicBezTo>
                    <a:pt x="122" y="0"/>
                    <a:pt x="108" y="4"/>
                    <a:pt x="95" y="13"/>
                  </a:cubicBezTo>
                  <a:cubicBezTo>
                    <a:pt x="33" y="62"/>
                    <a:pt x="1" y="128"/>
                    <a:pt x="1" y="211"/>
                  </a:cubicBezTo>
                  <a:cubicBezTo>
                    <a:pt x="1" y="754"/>
                    <a:pt x="1238" y="1671"/>
                    <a:pt x="3254" y="1929"/>
                  </a:cubicBezTo>
                  <a:cubicBezTo>
                    <a:pt x="4658" y="2109"/>
                    <a:pt x="5979" y="2137"/>
                    <a:pt x="6663" y="2137"/>
                  </a:cubicBezTo>
                  <a:lnTo>
                    <a:pt x="6698" y="2137"/>
                  </a:lnTo>
                  <a:cubicBezTo>
                    <a:pt x="6941" y="2137"/>
                    <a:pt x="7139" y="1938"/>
                    <a:pt x="7140" y="1696"/>
                  </a:cubicBezTo>
                  <a:lnTo>
                    <a:pt x="7141" y="1425"/>
                  </a:lnTo>
                  <a:cubicBezTo>
                    <a:pt x="7141" y="1406"/>
                    <a:pt x="7133" y="1388"/>
                    <a:pt x="7118" y="1375"/>
                  </a:cubicBezTo>
                  <a:cubicBezTo>
                    <a:pt x="7105" y="1364"/>
                    <a:pt x="7089" y="1358"/>
                    <a:pt x="7072" y="1358"/>
                  </a:cubicBezTo>
                  <a:cubicBezTo>
                    <a:pt x="7071" y="1358"/>
                    <a:pt x="7069" y="1358"/>
                    <a:pt x="7068" y="1358"/>
                  </a:cubicBezTo>
                  <a:cubicBezTo>
                    <a:pt x="6949" y="1373"/>
                    <a:pt x="6824" y="1387"/>
                    <a:pt x="6688" y="1406"/>
                  </a:cubicBezTo>
                  <a:cubicBezTo>
                    <a:pt x="6400" y="1445"/>
                    <a:pt x="5734" y="1521"/>
                    <a:pt x="4911" y="1521"/>
                  </a:cubicBezTo>
                  <a:cubicBezTo>
                    <a:pt x="4162" y="1521"/>
                    <a:pt x="3282" y="1458"/>
                    <a:pt x="2438" y="1247"/>
                  </a:cubicBezTo>
                  <a:cubicBezTo>
                    <a:pt x="1325" y="969"/>
                    <a:pt x="546" y="358"/>
                    <a:pt x="182" y="18"/>
                  </a:cubicBezTo>
                  <a:cubicBezTo>
                    <a:pt x="169" y="6"/>
                    <a:pt x="153" y="0"/>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g332bf0ce26c_1_103"/>
            <p:cNvSpPr/>
            <p:nvPr/>
          </p:nvSpPr>
          <p:spPr>
            <a:xfrm>
              <a:off x="9757423" y="3917441"/>
              <a:ext cx="494849" cy="968517"/>
            </a:xfrm>
            <a:custGeom>
              <a:rect b="b" l="l" r="r" t="t"/>
              <a:pathLst>
                <a:path extrusionOk="0" h="26522" w="13551">
                  <a:moveTo>
                    <a:pt x="13108" y="1"/>
                  </a:moveTo>
                  <a:lnTo>
                    <a:pt x="4011" y="436"/>
                  </a:lnTo>
                  <a:lnTo>
                    <a:pt x="3335" y="3436"/>
                  </a:lnTo>
                  <a:cubicBezTo>
                    <a:pt x="3335" y="3436"/>
                    <a:pt x="350" y="14200"/>
                    <a:pt x="420" y="15601"/>
                  </a:cubicBezTo>
                  <a:cubicBezTo>
                    <a:pt x="490" y="17001"/>
                    <a:pt x="0" y="26032"/>
                    <a:pt x="0" y="26032"/>
                  </a:cubicBezTo>
                  <a:lnTo>
                    <a:pt x="2801" y="26382"/>
                  </a:lnTo>
                  <a:lnTo>
                    <a:pt x="4481" y="15671"/>
                  </a:lnTo>
                  <a:lnTo>
                    <a:pt x="8025" y="6237"/>
                  </a:lnTo>
                  <a:cubicBezTo>
                    <a:pt x="8025" y="6237"/>
                    <a:pt x="8471" y="15110"/>
                    <a:pt x="8471" y="15671"/>
                  </a:cubicBezTo>
                  <a:cubicBezTo>
                    <a:pt x="8471" y="16231"/>
                    <a:pt x="10991" y="26521"/>
                    <a:pt x="10991" y="26521"/>
                  </a:cubicBezTo>
                  <a:lnTo>
                    <a:pt x="13550" y="26324"/>
                  </a:lnTo>
                  <a:lnTo>
                    <a:pt x="12601" y="14761"/>
                  </a:lnTo>
                  <a:lnTo>
                    <a:pt x="13276" y="2387"/>
                  </a:lnTo>
                  <a:lnTo>
                    <a:pt x="1310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g332bf0ce26c_1_103"/>
            <p:cNvSpPr/>
            <p:nvPr/>
          </p:nvSpPr>
          <p:spPr>
            <a:xfrm>
              <a:off x="9754903" y="3915031"/>
              <a:ext cx="499852" cy="973374"/>
            </a:xfrm>
            <a:custGeom>
              <a:rect b="b" l="l" r="r" t="t"/>
              <a:pathLst>
                <a:path extrusionOk="0" h="26655" w="13688">
                  <a:moveTo>
                    <a:pt x="13115" y="136"/>
                  </a:moveTo>
                  <a:lnTo>
                    <a:pt x="13279" y="2449"/>
                  </a:lnTo>
                  <a:lnTo>
                    <a:pt x="12604" y="14832"/>
                  </a:lnTo>
                  <a:lnTo>
                    <a:pt x="13548" y="26330"/>
                  </a:lnTo>
                  <a:lnTo>
                    <a:pt x="11111" y="26518"/>
                  </a:lnTo>
                  <a:cubicBezTo>
                    <a:pt x="10912" y="25706"/>
                    <a:pt x="8606" y="16261"/>
                    <a:pt x="8606" y="15737"/>
                  </a:cubicBezTo>
                  <a:cubicBezTo>
                    <a:pt x="8606" y="15181"/>
                    <a:pt x="8179" y="6662"/>
                    <a:pt x="8160" y="6299"/>
                  </a:cubicBezTo>
                  <a:cubicBezTo>
                    <a:pt x="8159" y="6268"/>
                    <a:pt x="8136" y="6242"/>
                    <a:pt x="8105" y="6238"/>
                  </a:cubicBezTo>
                  <a:cubicBezTo>
                    <a:pt x="8101" y="6237"/>
                    <a:pt x="8098" y="6237"/>
                    <a:pt x="8094" y="6237"/>
                  </a:cubicBezTo>
                  <a:cubicBezTo>
                    <a:pt x="8067" y="6237"/>
                    <a:pt x="8042" y="6253"/>
                    <a:pt x="8033" y="6279"/>
                  </a:cubicBezTo>
                  <a:lnTo>
                    <a:pt x="4487" y="15713"/>
                  </a:lnTo>
                  <a:cubicBezTo>
                    <a:pt x="4486" y="15718"/>
                    <a:pt x="4484" y="15722"/>
                    <a:pt x="4483" y="15726"/>
                  </a:cubicBezTo>
                  <a:lnTo>
                    <a:pt x="2814" y="26374"/>
                  </a:lnTo>
                  <a:lnTo>
                    <a:pt x="139" y="26040"/>
                  </a:lnTo>
                  <a:cubicBezTo>
                    <a:pt x="181" y="25239"/>
                    <a:pt x="622" y="16990"/>
                    <a:pt x="555" y="15664"/>
                  </a:cubicBezTo>
                  <a:cubicBezTo>
                    <a:pt x="487" y="14290"/>
                    <a:pt x="3439" y="3628"/>
                    <a:pt x="3468" y="3518"/>
                  </a:cubicBezTo>
                  <a:lnTo>
                    <a:pt x="4134" y="566"/>
                  </a:lnTo>
                  <a:lnTo>
                    <a:pt x="13115" y="136"/>
                  </a:lnTo>
                  <a:close/>
                  <a:moveTo>
                    <a:pt x="13178" y="0"/>
                  </a:moveTo>
                  <a:cubicBezTo>
                    <a:pt x="13176" y="0"/>
                    <a:pt x="13175" y="0"/>
                    <a:pt x="13173" y="0"/>
                  </a:cubicBezTo>
                  <a:lnTo>
                    <a:pt x="4077" y="434"/>
                  </a:lnTo>
                  <a:cubicBezTo>
                    <a:pt x="4047" y="437"/>
                    <a:pt x="4022" y="458"/>
                    <a:pt x="4015" y="487"/>
                  </a:cubicBezTo>
                  <a:lnTo>
                    <a:pt x="3340" y="3485"/>
                  </a:lnTo>
                  <a:cubicBezTo>
                    <a:pt x="3217" y="3925"/>
                    <a:pt x="353" y="14275"/>
                    <a:pt x="423" y="15670"/>
                  </a:cubicBezTo>
                  <a:cubicBezTo>
                    <a:pt x="491" y="17050"/>
                    <a:pt x="8" y="26004"/>
                    <a:pt x="3" y="26094"/>
                  </a:cubicBezTo>
                  <a:cubicBezTo>
                    <a:pt x="0" y="26128"/>
                    <a:pt x="26" y="26159"/>
                    <a:pt x="61" y="26164"/>
                  </a:cubicBezTo>
                  <a:lnTo>
                    <a:pt x="2861" y="26514"/>
                  </a:lnTo>
                  <a:cubicBezTo>
                    <a:pt x="2864" y="26514"/>
                    <a:pt x="2866" y="26514"/>
                    <a:pt x="2868" y="26514"/>
                  </a:cubicBezTo>
                  <a:cubicBezTo>
                    <a:pt x="2900" y="26514"/>
                    <a:pt x="2929" y="26492"/>
                    <a:pt x="2935" y="26458"/>
                  </a:cubicBezTo>
                  <a:lnTo>
                    <a:pt x="4615" y="15754"/>
                  </a:lnTo>
                  <a:lnTo>
                    <a:pt x="8044" y="6626"/>
                  </a:lnTo>
                  <a:cubicBezTo>
                    <a:pt x="8124" y="8219"/>
                    <a:pt x="8474" y="15245"/>
                    <a:pt x="8474" y="15737"/>
                  </a:cubicBezTo>
                  <a:cubicBezTo>
                    <a:pt x="8474" y="16298"/>
                    <a:pt x="10892" y="26183"/>
                    <a:pt x="10995" y="26604"/>
                  </a:cubicBezTo>
                  <a:cubicBezTo>
                    <a:pt x="11003" y="26634"/>
                    <a:pt x="11029" y="26655"/>
                    <a:pt x="11060" y="26655"/>
                  </a:cubicBezTo>
                  <a:cubicBezTo>
                    <a:pt x="11061" y="26655"/>
                    <a:pt x="11064" y="26655"/>
                    <a:pt x="11065" y="26654"/>
                  </a:cubicBezTo>
                  <a:lnTo>
                    <a:pt x="13625" y="26456"/>
                  </a:lnTo>
                  <a:cubicBezTo>
                    <a:pt x="13643" y="26455"/>
                    <a:pt x="13658" y="26447"/>
                    <a:pt x="13670" y="26434"/>
                  </a:cubicBezTo>
                  <a:cubicBezTo>
                    <a:pt x="13682" y="26419"/>
                    <a:pt x="13688" y="26403"/>
                    <a:pt x="13686" y="26385"/>
                  </a:cubicBezTo>
                  <a:lnTo>
                    <a:pt x="12737" y="14831"/>
                  </a:lnTo>
                  <a:lnTo>
                    <a:pt x="13411" y="2448"/>
                  </a:lnTo>
                  <a:lnTo>
                    <a:pt x="13243" y="62"/>
                  </a:lnTo>
                  <a:cubicBezTo>
                    <a:pt x="13241" y="27"/>
                    <a:pt x="13212" y="0"/>
                    <a:pt x="131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g332bf0ce26c_1_103"/>
            <p:cNvSpPr/>
            <p:nvPr/>
          </p:nvSpPr>
          <p:spPr>
            <a:xfrm>
              <a:off x="9903855" y="3879902"/>
              <a:ext cx="332236" cy="79426"/>
            </a:xfrm>
            <a:custGeom>
              <a:rect b="b" l="l" r="r" t="t"/>
              <a:pathLst>
                <a:path extrusionOk="0" h="2175" w="9098">
                  <a:moveTo>
                    <a:pt x="8860" y="0"/>
                  </a:moveTo>
                  <a:cubicBezTo>
                    <a:pt x="8860" y="0"/>
                    <a:pt x="6802" y="801"/>
                    <a:pt x="4048" y="801"/>
                  </a:cubicBezTo>
                  <a:cubicBezTo>
                    <a:pt x="2834" y="801"/>
                    <a:pt x="1486" y="646"/>
                    <a:pt x="119" y="198"/>
                  </a:cubicBezTo>
                  <a:lnTo>
                    <a:pt x="1" y="1464"/>
                  </a:lnTo>
                  <a:cubicBezTo>
                    <a:pt x="1" y="1464"/>
                    <a:pt x="515" y="2175"/>
                    <a:pt x="4550" y="2175"/>
                  </a:cubicBezTo>
                  <a:cubicBezTo>
                    <a:pt x="8584" y="2175"/>
                    <a:pt x="9098" y="1029"/>
                    <a:pt x="9098" y="1029"/>
                  </a:cubicBezTo>
                  <a:lnTo>
                    <a:pt x="88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g332bf0ce26c_1_103"/>
            <p:cNvSpPr/>
            <p:nvPr/>
          </p:nvSpPr>
          <p:spPr>
            <a:xfrm>
              <a:off x="9901408" y="3877455"/>
              <a:ext cx="337203" cy="84355"/>
            </a:xfrm>
            <a:custGeom>
              <a:rect b="b" l="l" r="r" t="t"/>
              <a:pathLst>
                <a:path extrusionOk="0" h="2310" w="9234">
                  <a:moveTo>
                    <a:pt x="8880" y="155"/>
                  </a:moveTo>
                  <a:lnTo>
                    <a:pt x="9094" y="1085"/>
                  </a:lnTo>
                  <a:cubicBezTo>
                    <a:pt x="9004" y="1227"/>
                    <a:pt x="8262" y="2176"/>
                    <a:pt x="4616" y="2176"/>
                  </a:cubicBezTo>
                  <a:cubicBezTo>
                    <a:pt x="1037" y="2176"/>
                    <a:pt x="248" y="1607"/>
                    <a:pt x="136" y="1506"/>
                  </a:cubicBezTo>
                  <a:lnTo>
                    <a:pt x="245" y="354"/>
                  </a:lnTo>
                  <a:cubicBezTo>
                    <a:pt x="1582" y="781"/>
                    <a:pt x="2904" y="930"/>
                    <a:pt x="4099" y="930"/>
                  </a:cubicBezTo>
                  <a:cubicBezTo>
                    <a:pt x="6566" y="930"/>
                    <a:pt x="8491" y="294"/>
                    <a:pt x="8880" y="155"/>
                  </a:cubicBezTo>
                  <a:close/>
                  <a:moveTo>
                    <a:pt x="8926" y="0"/>
                  </a:moveTo>
                  <a:cubicBezTo>
                    <a:pt x="8918" y="0"/>
                    <a:pt x="8911" y="2"/>
                    <a:pt x="8903" y="5"/>
                  </a:cubicBezTo>
                  <a:cubicBezTo>
                    <a:pt x="8874" y="16"/>
                    <a:pt x="6820" y="797"/>
                    <a:pt x="4099" y="797"/>
                  </a:cubicBezTo>
                  <a:cubicBezTo>
                    <a:pt x="2893" y="797"/>
                    <a:pt x="1557" y="644"/>
                    <a:pt x="207" y="202"/>
                  </a:cubicBezTo>
                  <a:cubicBezTo>
                    <a:pt x="201" y="200"/>
                    <a:pt x="194" y="199"/>
                    <a:pt x="187" y="199"/>
                  </a:cubicBezTo>
                  <a:cubicBezTo>
                    <a:pt x="174" y="199"/>
                    <a:pt x="161" y="203"/>
                    <a:pt x="151" y="209"/>
                  </a:cubicBezTo>
                  <a:cubicBezTo>
                    <a:pt x="133" y="220"/>
                    <a:pt x="122" y="239"/>
                    <a:pt x="121" y="259"/>
                  </a:cubicBezTo>
                  <a:lnTo>
                    <a:pt x="2" y="1524"/>
                  </a:lnTo>
                  <a:cubicBezTo>
                    <a:pt x="0" y="1540"/>
                    <a:pt x="5" y="1557"/>
                    <a:pt x="15" y="1570"/>
                  </a:cubicBezTo>
                  <a:cubicBezTo>
                    <a:pt x="36" y="1600"/>
                    <a:pt x="594" y="2309"/>
                    <a:pt x="4617" y="2309"/>
                  </a:cubicBezTo>
                  <a:cubicBezTo>
                    <a:pt x="8648" y="2309"/>
                    <a:pt x="9204" y="1171"/>
                    <a:pt x="9225" y="1123"/>
                  </a:cubicBezTo>
                  <a:cubicBezTo>
                    <a:pt x="9231" y="1110"/>
                    <a:pt x="9233" y="1094"/>
                    <a:pt x="9230" y="1080"/>
                  </a:cubicBezTo>
                  <a:lnTo>
                    <a:pt x="8992" y="52"/>
                  </a:lnTo>
                  <a:cubicBezTo>
                    <a:pt x="8987" y="33"/>
                    <a:pt x="8976" y="18"/>
                    <a:pt x="8959" y="8"/>
                  </a:cubicBezTo>
                  <a:cubicBezTo>
                    <a:pt x="8948" y="3"/>
                    <a:pt x="8937" y="0"/>
                    <a:pt x="89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g332bf0ce26c_1_103"/>
            <p:cNvSpPr/>
            <p:nvPr/>
          </p:nvSpPr>
          <p:spPr>
            <a:xfrm>
              <a:off x="9476026" y="3314041"/>
              <a:ext cx="757373" cy="611522"/>
            </a:xfrm>
            <a:custGeom>
              <a:rect b="b" l="l" r="r" t="t"/>
              <a:pathLst>
                <a:path extrusionOk="0" h="16746" w="20740">
                  <a:moveTo>
                    <a:pt x="14952" y="0"/>
                  </a:moveTo>
                  <a:cubicBezTo>
                    <a:pt x="14505" y="0"/>
                    <a:pt x="11197" y="1643"/>
                    <a:pt x="11197" y="1643"/>
                  </a:cubicBezTo>
                  <a:cubicBezTo>
                    <a:pt x="11197" y="1643"/>
                    <a:pt x="9519" y="2981"/>
                    <a:pt x="9226" y="3566"/>
                  </a:cubicBezTo>
                  <a:cubicBezTo>
                    <a:pt x="8934" y="4150"/>
                    <a:pt x="6613" y="8676"/>
                    <a:pt x="6588" y="8749"/>
                  </a:cubicBezTo>
                  <a:cubicBezTo>
                    <a:pt x="6588" y="8750"/>
                    <a:pt x="6586" y="8751"/>
                    <a:pt x="6583" y="8751"/>
                  </a:cubicBezTo>
                  <a:cubicBezTo>
                    <a:pt x="6402" y="8751"/>
                    <a:pt x="1004" y="6399"/>
                    <a:pt x="1004" y="6399"/>
                  </a:cubicBezTo>
                  <a:lnTo>
                    <a:pt x="0" y="8118"/>
                  </a:lnTo>
                  <a:cubicBezTo>
                    <a:pt x="0" y="8118"/>
                    <a:pt x="4773" y="11648"/>
                    <a:pt x="5472" y="12056"/>
                  </a:cubicBezTo>
                  <a:cubicBezTo>
                    <a:pt x="6092" y="12417"/>
                    <a:pt x="6865" y="12865"/>
                    <a:pt x="7187" y="12865"/>
                  </a:cubicBezTo>
                  <a:cubicBezTo>
                    <a:pt x="7229" y="12865"/>
                    <a:pt x="7263" y="12858"/>
                    <a:pt x="7288" y="12841"/>
                  </a:cubicBezTo>
                  <a:cubicBezTo>
                    <a:pt x="7508" y="12698"/>
                    <a:pt x="10711" y="9894"/>
                    <a:pt x="10711" y="9894"/>
                  </a:cubicBezTo>
                  <a:cubicBezTo>
                    <a:pt x="10711" y="9894"/>
                    <a:pt x="11709" y="12304"/>
                    <a:pt x="11807" y="12475"/>
                  </a:cubicBezTo>
                  <a:cubicBezTo>
                    <a:pt x="11904" y="12645"/>
                    <a:pt x="11855" y="14544"/>
                    <a:pt x="11855" y="14691"/>
                  </a:cubicBezTo>
                  <a:cubicBezTo>
                    <a:pt x="11855" y="14836"/>
                    <a:pt x="11465" y="15664"/>
                    <a:pt x="11685" y="15955"/>
                  </a:cubicBezTo>
                  <a:cubicBezTo>
                    <a:pt x="11876" y="16211"/>
                    <a:pt x="13891" y="16746"/>
                    <a:pt x="15533" y="16746"/>
                  </a:cubicBezTo>
                  <a:cubicBezTo>
                    <a:pt x="15769" y="16746"/>
                    <a:pt x="15997" y="16735"/>
                    <a:pt x="16212" y="16710"/>
                  </a:cubicBezTo>
                  <a:cubicBezTo>
                    <a:pt x="17916" y="16516"/>
                    <a:pt x="19984" y="16151"/>
                    <a:pt x="20253" y="16005"/>
                  </a:cubicBezTo>
                  <a:cubicBezTo>
                    <a:pt x="20520" y="15858"/>
                    <a:pt x="20739" y="15543"/>
                    <a:pt x="20739" y="15152"/>
                  </a:cubicBezTo>
                  <a:cubicBezTo>
                    <a:pt x="20739" y="14763"/>
                    <a:pt x="20717" y="8956"/>
                    <a:pt x="20229" y="6985"/>
                  </a:cubicBezTo>
                  <a:cubicBezTo>
                    <a:pt x="19743" y="5013"/>
                    <a:pt x="19420" y="3547"/>
                    <a:pt x="18568" y="2379"/>
                  </a:cubicBezTo>
                  <a:cubicBezTo>
                    <a:pt x="17716" y="1210"/>
                    <a:pt x="15166" y="182"/>
                    <a:pt x="14995" y="12"/>
                  </a:cubicBezTo>
                  <a:cubicBezTo>
                    <a:pt x="14988" y="4"/>
                    <a:pt x="14973" y="0"/>
                    <a:pt x="1495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g332bf0ce26c_1_103"/>
            <p:cNvSpPr/>
            <p:nvPr/>
          </p:nvSpPr>
          <p:spPr>
            <a:xfrm>
              <a:off x="9473287" y="3312069"/>
              <a:ext cx="762558" cy="615941"/>
            </a:xfrm>
            <a:custGeom>
              <a:rect b="b" l="l" r="r" t="t"/>
              <a:pathLst>
                <a:path extrusionOk="0" h="16867" w="20882">
                  <a:moveTo>
                    <a:pt x="15018" y="121"/>
                  </a:moveTo>
                  <a:cubicBezTo>
                    <a:pt x="15023" y="121"/>
                    <a:pt x="15027" y="121"/>
                    <a:pt x="15031" y="121"/>
                  </a:cubicBezTo>
                  <a:cubicBezTo>
                    <a:pt x="15088" y="170"/>
                    <a:pt x="15241" y="248"/>
                    <a:pt x="15560" y="408"/>
                  </a:cubicBezTo>
                  <a:cubicBezTo>
                    <a:pt x="16400" y="829"/>
                    <a:pt x="17962" y="1612"/>
                    <a:pt x="18589" y="2472"/>
                  </a:cubicBezTo>
                  <a:cubicBezTo>
                    <a:pt x="19382" y="3558"/>
                    <a:pt x="19721" y="4943"/>
                    <a:pt x="20152" y="6696"/>
                  </a:cubicBezTo>
                  <a:lnTo>
                    <a:pt x="20241" y="7054"/>
                  </a:lnTo>
                  <a:cubicBezTo>
                    <a:pt x="20742" y="9087"/>
                    <a:pt x="20748" y="15146"/>
                    <a:pt x="20748" y="15207"/>
                  </a:cubicBezTo>
                  <a:cubicBezTo>
                    <a:pt x="20748" y="15539"/>
                    <a:pt x="20571" y="15851"/>
                    <a:pt x="20296" y="16000"/>
                  </a:cubicBezTo>
                  <a:cubicBezTo>
                    <a:pt x="20054" y="16132"/>
                    <a:pt x="18062" y="16495"/>
                    <a:pt x="16279" y="16699"/>
                  </a:cubicBezTo>
                  <a:cubicBezTo>
                    <a:pt x="16057" y="16725"/>
                    <a:pt x="15824" y="16736"/>
                    <a:pt x="15584" y="16736"/>
                  </a:cubicBezTo>
                  <a:cubicBezTo>
                    <a:pt x="13912" y="16736"/>
                    <a:pt x="11970" y="16182"/>
                    <a:pt x="11813" y="15970"/>
                  </a:cubicBezTo>
                  <a:cubicBezTo>
                    <a:pt x="11676" y="15787"/>
                    <a:pt x="11831" y="15308"/>
                    <a:pt x="11923" y="15020"/>
                  </a:cubicBezTo>
                  <a:cubicBezTo>
                    <a:pt x="11972" y="14872"/>
                    <a:pt x="11997" y="14793"/>
                    <a:pt x="11997" y="14745"/>
                  </a:cubicBezTo>
                  <a:cubicBezTo>
                    <a:pt x="11997" y="14725"/>
                    <a:pt x="11998" y="14673"/>
                    <a:pt x="11999" y="14596"/>
                  </a:cubicBezTo>
                  <a:cubicBezTo>
                    <a:pt x="12023" y="13239"/>
                    <a:pt x="12004" y="12610"/>
                    <a:pt x="11939" y="12496"/>
                  </a:cubicBezTo>
                  <a:cubicBezTo>
                    <a:pt x="11864" y="12364"/>
                    <a:pt x="11192" y="10755"/>
                    <a:pt x="10848" y="9923"/>
                  </a:cubicBezTo>
                  <a:cubicBezTo>
                    <a:pt x="10839" y="9903"/>
                    <a:pt x="10822" y="9889"/>
                    <a:pt x="10800" y="9884"/>
                  </a:cubicBezTo>
                  <a:cubicBezTo>
                    <a:pt x="10796" y="9883"/>
                    <a:pt x="10791" y="9882"/>
                    <a:pt x="10786" y="9882"/>
                  </a:cubicBezTo>
                  <a:cubicBezTo>
                    <a:pt x="10770" y="9882"/>
                    <a:pt x="10754" y="9888"/>
                    <a:pt x="10742" y="9899"/>
                  </a:cubicBezTo>
                  <a:cubicBezTo>
                    <a:pt x="9636" y="10868"/>
                    <a:pt x="7498" y="12729"/>
                    <a:pt x="7328" y="12840"/>
                  </a:cubicBezTo>
                  <a:cubicBezTo>
                    <a:pt x="7311" y="12851"/>
                    <a:pt x="7287" y="12856"/>
                    <a:pt x="7257" y="12856"/>
                  </a:cubicBezTo>
                  <a:cubicBezTo>
                    <a:pt x="6958" y="12856"/>
                    <a:pt x="6076" y="12341"/>
                    <a:pt x="5582" y="12053"/>
                  </a:cubicBezTo>
                  <a:cubicBezTo>
                    <a:pt x="4930" y="11672"/>
                    <a:pt x="665" y="8525"/>
                    <a:pt x="163" y="8154"/>
                  </a:cubicBezTo>
                  <a:lnTo>
                    <a:pt x="1106" y="6539"/>
                  </a:lnTo>
                  <a:cubicBezTo>
                    <a:pt x="6096" y="8711"/>
                    <a:pt x="6601" y="8867"/>
                    <a:pt x="6676" y="8867"/>
                  </a:cubicBezTo>
                  <a:cubicBezTo>
                    <a:pt x="6683" y="8867"/>
                    <a:pt x="6686" y="8866"/>
                    <a:pt x="6689" y="8865"/>
                  </a:cubicBezTo>
                  <a:cubicBezTo>
                    <a:pt x="6706" y="8857"/>
                    <a:pt x="6719" y="8842"/>
                    <a:pt x="6726" y="8826"/>
                  </a:cubicBezTo>
                  <a:cubicBezTo>
                    <a:pt x="6755" y="8755"/>
                    <a:pt x="7591" y="7119"/>
                    <a:pt x="8261" y="5805"/>
                  </a:cubicBezTo>
                  <a:cubicBezTo>
                    <a:pt x="8764" y="4822"/>
                    <a:pt x="9240" y="3892"/>
                    <a:pt x="9361" y="3649"/>
                  </a:cubicBezTo>
                  <a:cubicBezTo>
                    <a:pt x="9635" y="3102"/>
                    <a:pt x="11203" y="1838"/>
                    <a:pt x="11309" y="1753"/>
                  </a:cubicBezTo>
                  <a:cubicBezTo>
                    <a:pt x="12931" y="948"/>
                    <a:pt x="14746" y="121"/>
                    <a:pt x="15018" y="121"/>
                  </a:cubicBezTo>
                  <a:close/>
                  <a:moveTo>
                    <a:pt x="15045" y="0"/>
                  </a:moveTo>
                  <a:cubicBezTo>
                    <a:pt x="14634" y="0"/>
                    <a:pt x="12786" y="871"/>
                    <a:pt x="11243" y="1638"/>
                  </a:cubicBezTo>
                  <a:cubicBezTo>
                    <a:pt x="11239" y="1639"/>
                    <a:pt x="11235" y="1643"/>
                    <a:pt x="11231" y="1645"/>
                  </a:cubicBezTo>
                  <a:cubicBezTo>
                    <a:pt x="11162" y="1701"/>
                    <a:pt x="9537" y="3000"/>
                    <a:pt x="9241" y="3590"/>
                  </a:cubicBezTo>
                  <a:cubicBezTo>
                    <a:pt x="9120" y="3832"/>
                    <a:pt x="8646" y="4762"/>
                    <a:pt x="8143" y="5745"/>
                  </a:cubicBezTo>
                  <a:cubicBezTo>
                    <a:pt x="7198" y="7596"/>
                    <a:pt x="6734" y="8506"/>
                    <a:pt x="6625" y="8729"/>
                  </a:cubicBezTo>
                  <a:cubicBezTo>
                    <a:pt x="6217" y="8601"/>
                    <a:pt x="3152" y="7284"/>
                    <a:pt x="1105" y="6393"/>
                  </a:cubicBezTo>
                  <a:cubicBezTo>
                    <a:pt x="1096" y="6389"/>
                    <a:pt x="1087" y="6387"/>
                    <a:pt x="1078" y="6387"/>
                  </a:cubicBezTo>
                  <a:cubicBezTo>
                    <a:pt x="1055" y="6387"/>
                    <a:pt x="1033" y="6399"/>
                    <a:pt x="1021" y="6420"/>
                  </a:cubicBezTo>
                  <a:lnTo>
                    <a:pt x="19" y="8138"/>
                  </a:lnTo>
                  <a:cubicBezTo>
                    <a:pt x="1" y="8168"/>
                    <a:pt x="9" y="8206"/>
                    <a:pt x="36" y="8226"/>
                  </a:cubicBezTo>
                  <a:cubicBezTo>
                    <a:pt x="232" y="8369"/>
                    <a:pt x="4820" y="11762"/>
                    <a:pt x="5514" y="12167"/>
                  </a:cubicBezTo>
                  <a:cubicBezTo>
                    <a:pt x="6301" y="12626"/>
                    <a:pt x="6945" y="12984"/>
                    <a:pt x="7265" y="12984"/>
                  </a:cubicBezTo>
                  <a:cubicBezTo>
                    <a:pt x="7320" y="12984"/>
                    <a:pt x="7365" y="12974"/>
                    <a:pt x="7400" y="12951"/>
                  </a:cubicBezTo>
                  <a:cubicBezTo>
                    <a:pt x="7606" y="12817"/>
                    <a:pt x="10279" y="10481"/>
                    <a:pt x="10760" y="10060"/>
                  </a:cubicBezTo>
                  <a:cubicBezTo>
                    <a:pt x="10941" y="10497"/>
                    <a:pt x="11735" y="12407"/>
                    <a:pt x="11824" y="12562"/>
                  </a:cubicBezTo>
                  <a:cubicBezTo>
                    <a:pt x="11851" y="12614"/>
                    <a:pt x="11894" y="12948"/>
                    <a:pt x="11865" y="14593"/>
                  </a:cubicBezTo>
                  <a:cubicBezTo>
                    <a:pt x="11864" y="14671"/>
                    <a:pt x="11864" y="14725"/>
                    <a:pt x="11864" y="14745"/>
                  </a:cubicBezTo>
                  <a:cubicBezTo>
                    <a:pt x="11864" y="14774"/>
                    <a:pt x="11830" y="14878"/>
                    <a:pt x="11798" y="14980"/>
                  </a:cubicBezTo>
                  <a:cubicBezTo>
                    <a:pt x="11690" y="15311"/>
                    <a:pt x="11528" y="15812"/>
                    <a:pt x="11707" y="16050"/>
                  </a:cubicBezTo>
                  <a:cubicBezTo>
                    <a:pt x="11929" y="16347"/>
                    <a:pt x="13979" y="16866"/>
                    <a:pt x="15613" y="16866"/>
                  </a:cubicBezTo>
                  <a:cubicBezTo>
                    <a:pt x="15851" y="16866"/>
                    <a:pt x="16081" y="16855"/>
                    <a:pt x="16295" y="16831"/>
                  </a:cubicBezTo>
                  <a:cubicBezTo>
                    <a:pt x="17990" y="16637"/>
                    <a:pt x="20080" y="16270"/>
                    <a:pt x="20360" y="16117"/>
                  </a:cubicBezTo>
                  <a:cubicBezTo>
                    <a:pt x="20677" y="15944"/>
                    <a:pt x="20882" y="15587"/>
                    <a:pt x="20882" y="15207"/>
                  </a:cubicBezTo>
                  <a:cubicBezTo>
                    <a:pt x="20882" y="15146"/>
                    <a:pt x="20876" y="9072"/>
                    <a:pt x="20369" y="7022"/>
                  </a:cubicBezTo>
                  <a:lnTo>
                    <a:pt x="20282" y="6665"/>
                  </a:lnTo>
                  <a:cubicBezTo>
                    <a:pt x="19847" y="4898"/>
                    <a:pt x="19503" y="3500"/>
                    <a:pt x="18697" y="2394"/>
                  </a:cubicBezTo>
                  <a:cubicBezTo>
                    <a:pt x="18051" y="1508"/>
                    <a:pt x="16470" y="715"/>
                    <a:pt x="15620" y="289"/>
                  </a:cubicBezTo>
                  <a:cubicBezTo>
                    <a:pt x="15379" y="169"/>
                    <a:pt x="15153" y="55"/>
                    <a:pt x="15118" y="20"/>
                  </a:cubicBezTo>
                  <a:cubicBezTo>
                    <a:pt x="15104" y="6"/>
                    <a:pt x="15080" y="0"/>
                    <a:pt x="150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g332bf0ce26c_1_103"/>
            <p:cNvSpPr/>
            <p:nvPr/>
          </p:nvSpPr>
          <p:spPr>
            <a:xfrm>
              <a:off x="10079755" y="3610081"/>
              <a:ext cx="78074" cy="12087"/>
            </a:xfrm>
            <a:custGeom>
              <a:rect b="b" l="l" r="r" t="t"/>
              <a:pathLst>
                <a:path extrusionOk="0" h="331" w="2138">
                  <a:moveTo>
                    <a:pt x="76" y="1"/>
                  </a:moveTo>
                  <a:cubicBezTo>
                    <a:pt x="66" y="1"/>
                    <a:pt x="56" y="3"/>
                    <a:pt x="46" y="8"/>
                  </a:cubicBezTo>
                  <a:cubicBezTo>
                    <a:pt x="13" y="24"/>
                    <a:pt x="0" y="65"/>
                    <a:pt x="17" y="97"/>
                  </a:cubicBezTo>
                  <a:cubicBezTo>
                    <a:pt x="86" y="234"/>
                    <a:pt x="752" y="331"/>
                    <a:pt x="1393" y="331"/>
                  </a:cubicBezTo>
                  <a:cubicBezTo>
                    <a:pt x="1635" y="331"/>
                    <a:pt x="1874" y="317"/>
                    <a:pt x="2076" y="286"/>
                  </a:cubicBezTo>
                  <a:cubicBezTo>
                    <a:pt x="2112" y="280"/>
                    <a:pt x="2137" y="246"/>
                    <a:pt x="2131" y="210"/>
                  </a:cubicBezTo>
                  <a:cubicBezTo>
                    <a:pt x="2126" y="177"/>
                    <a:pt x="2099" y="154"/>
                    <a:pt x="2065" y="154"/>
                  </a:cubicBezTo>
                  <a:cubicBezTo>
                    <a:pt x="2062" y="154"/>
                    <a:pt x="2059" y="154"/>
                    <a:pt x="2055" y="155"/>
                  </a:cubicBezTo>
                  <a:cubicBezTo>
                    <a:pt x="1854" y="186"/>
                    <a:pt x="1631" y="198"/>
                    <a:pt x="1411" y="198"/>
                  </a:cubicBezTo>
                  <a:cubicBezTo>
                    <a:pt x="801" y="198"/>
                    <a:pt x="209" y="101"/>
                    <a:pt x="133" y="33"/>
                  </a:cubicBezTo>
                  <a:cubicBezTo>
                    <a:pt x="121" y="12"/>
                    <a:pt x="99"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g332bf0ce26c_1_103"/>
            <p:cNvSpPr/>
            <p:nvPr/>
          </p:nvSpPr>
          <p:spPr>
            <a:xfrm>
              <a:off x="10114483" y="3625747"/>
              <a:ext cx="64490" cy="18295"/>
            </a:xfrm>
            <a:custGeom>
              <a:rect b="b" l="l" r="r" t="t"/>
              <a:pathLst>
                <a:path extrusionOk="0" h="501" w="1766">
                  <a:moveTo>
                    <a:pt x="75" y="0"/>
                  </a:moveTo>
                  <a:cubicBezTo>
                    <a:pt x="45" y="0"/>
                    <a:pt x="18" y="20"/>
                    <a:pt x="10" y="50"/>
                  </a:cubicBezTo>
                  <a:cubicBezTo>
                    <a:pt x="1" y="85"/>
                    <a:pt x="22" y="121"/>
                    <a:pt x="56" y="131"/>
                  </a:cubicBezTo>
                  <a:cubicBezTo>
                    <a:pt x="103" y="143"/>
                    <a:pt x="1199" y="439"/>
                    <a:pt x="1688" y="499"/>
                  </a:cubicBezTo>
                  <a:cubicBezTo>
                    <a:pt x="1690" y="501"/>
                    <a:pt x="1694" y="501"/>
                    <a:pt x="1696" y="501"/>
                  </a:cubicBezTo>
                  <a:cubicBezTo>
                    <a:pt x="1729" y="501"/>
                    <a:pt x="1757" y="476"/>
                    <a:pt x="1762" y="443"/>
                  </a:cubicBezTo>
                  <a:cubicBezTo>
                    <a:pt x="1766" y="406"/>
                    <a:pt x="1741" y="373"/>
                    <a:pt x="1704" y="368"/>
                  </a:cubicBezTo>
                  <a:cubicBezTo>
                    <a:pt x="1225" y="308"/>
                    <a:pt x="102" y="6"/>
                    <a:pt x="92" y="2"/>
                  </a:cubicBezTo>
                  <a:cubicBezTo>
                    <a:pt x="86" y="1"/>
                    <a:pt x="80"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g332bf0ce26c_1_103"/>
            <p:cNvSpPr/>
            <p:nvPr/>
          </p:nvSpPr>
          <p:spPr>
            <a:xfrm>
              <a:off x="9932885" y="3769147"/>
              <a:ext cx="167287" cy="88664"/>
            </a:xfrm>
            <a:custGeom>
              <a:rect b="b" l="l" r="r" t="t"/>
              <a:pathLst>
                <a:path extrusionOk="0" h="2428" w="4581">
                  <a:moveTo>
                    <a:pt x="76" y="0"/>
                  </a:moveTo>
                  <a:cubicBezTo>
                    <a:pt x="55" y="0"/>
                    <a:pt x="35" y="10"/>
                    <a:pt x="22" y="28"/>
                  </a:cubicBezTo>
                  <a:cubicBezTo>
                    <a:pt x="1" y="59"/>
                    <a:pt x="8" y="100"/>
                    <a:pt x="38" y="121"/>
                  </a:cubicBezTo>
                  <a:cubicBezTo>
                    <a:pt x="62" y="138"/>
                    <a:pt x="2444" y="1796"/>
                    <a:pt x="4486" y="2424"/>
                  </a:cubicBezTo>
                  <a:cubicBezTo>
                    <a:pt x="4493" y="2426"/>
                    <a:pt x="4499" y="2428"/>
                    <a:pt x="4506" y="2428"/>
                  </a:cubicBezTo>
                  <a:cubicBezTo>
                    <a:pt x="4535" y="2428"/>
                    <a:pt x="4561" y="2409"/>
                    <a:pt x="4569" y="2380"/>
                  </a:cubicBezTo>
                  <a:cubicBezTo>
                    <a:pt x="4581" y="2345"/>
                    <a:pt x="4561" y="2308"/>
                    <a:pt x="4525" y="2297"/>
                  </a:cubicBezTo>
                  <a:cubicBezTo>
                    <a:pt x="2502" y="1675"/>
                    <a:pt x="138" y="28"/>
                    <a:pt x="114" y="12"/>
                  </a:cubicBezTo>
                  <a:cubicBezTo>
                    <a:pt x="103" y="4"/>
                    <a:pt x="89"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g332bf0ce26c_1_103"/>
            <p:cNvSpPr/>
            <p:nvPr/>
          </p:nvSpPr>
          <p:spPr>
            <a:xfrm>
              <a:off x="10104769" y="3870261"/>
              <a:ext cx="22677" cy="7778"/>
            </a:xfrm>
            <a:custGeom>
              <a:rect b="b" l="l" r="r" t="t"/>
              <a:pathLst>
                <a:path extrusionOk="0" h="213" w="621">
                  <a:moveTo>
                    <a:pt x="72" y="0"/>
                  </a:moveTo>
                  <a:cubicBezTo>
                    <a:pt x="41" y="0"/>
                    <a:pt x="14" y="22"/>
                    <a:pt x="7" y="53"/>
                  </a:cubicBezTo>
                  <a:cubicBezTo>
                    <a:pt x="0" y="88"/>
                    <a:pt x="23" y="124"/>
                    <a:pt x="58" y="132"/>
                  </a:cubicBezTo>
                  <a:cubicBezTo>
                    <a:pt x="238" y="170"/>
                    <a:pt x="401" y="197"/>
                    <a:pt x="543" y="211"/>
                  </a:cubicBezTo>
                  <a:cubicBezTo>
                    <a:pt x="546" y="211"/>
                    <a:pt x="548" y="212"/>
                    <a:pt x="551" y="212"/>
                  </a:cubicBezTo>
                  <a:cubicBezTo>
                    <a:pt x="584" y="212"/>
                    <a:pt x="613" y="186"/>
                    <a:pt x="617" y="152"/>
                  </a:cubicBezTo>
                  <a:cubicBezTo>
                    <a:pt x="620" y="115"/>
                    <a:pt x="593" y="83"/>
                    <a:pt x="558" y="80"/>
                  </a:cubicBezTo>
                  <a:cubicBezTo>
                    <a:pt x="420" y="66"/>
                    <a:pt x="262" y="38"/>
                    <a:pt x="87" y="2"/>
                  </a:cubicBezTo>
                  <a:cubicBezTo>
                    <a:pt x="82" y="1"/>
                    <a:pt x="77"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g332bf0ce26c_1_103"/>
            <p:cNvSpPr/>
            <p:nvPr/>
          </p:nvSpPr>
          <p:spPr>
            <a:xfrm>
              <a:off x="10005079" y="3837031"/>
              <a:ext cx="87715" cy="33815"/>
            </a:xfrm>
            <a:custGeom>
              <a:rect b="b" l="l" r="r" t="t"/>
              <a:pathLst>
                <a:path extrusionOk="0" h="926" w="2402">
                  <a:moveTo>
                    <a:pt x="77" y="0"/>
                  </a:moveTo>
                  <a:cubicBezTo>
                    <a:pt x="51" y="0"/>
                    <a:pt x="27" y="15"/>
                    <a:pt x="15" y="41"/>
                  </a:cubicBezTo>
                  <a:cubicBezTo>
                    <a:pt x="1" y="74"/>
                    <a:pt x="17" y="113"/>
                    <a:pt x="51" y="127"/>
                  </a:cubicBezTo>
                  <a:cubicBezTo>
                    <a:pt x="62" y="133"/>
                    <a:pt x="1247" y="633"/>
                    <a:pt x="2310" y="924"/>
                  </a:cubicBezTo>
                  <a:cubicBezTo>
                    <a:pt x="2315" y="925"/>
                    <a:pt x="2321" y="926"/>
                    <a:pt x="2327" y="926"/>
                  </a:cubicBezTo>
                  <a:cubicBezTo>
                    <a:pt x="2356" y="926"/>
                    <a:pt x="2384" y="907"/>
                    <a:pt x="2392" y="876"/>
                  </a:cubicBezTo>
                  <a:cubicBezTo>
                    <a:pt x="2401" y="842"/>
                    <a:pt x="2380" y="805"/>
                    <a:pt x="2345" y="795"/>
                  </a:cubicBezTo>
                  <a:cubicBezTo>
                    <a:pt x="1290" y="506"/>
                    <a:pt x="114" y="10"/>
                    <a:pt x="103" y="5"/>
                  </a:cubicBezTo>
                  <a:cubicBezTo>
                    <a:pt x="94" y="2"/>
                    <a:pt x="86"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g332bf0ce26c_1_103"/>
            <p:cNvSpPr/>
            <p:nvPr/>
          </p:nvSpPr>
          <p:spPr>
            <a:xfrm>
              <a:off x="9495343" y="3557607"/>
              <a:ext cx="45793" cy="68543"/>
            </a:xfrm>
            <a:custGeom>
              <a:rect b="b" l="l" r="r" t="t"/>
              <a:pathLst>
                <a:path extrusionOk="0" h="1877" w="1254">
                  <a:moveTo>
                    <a:pt x="1179" y="0"/>
                  </a:moveTo>
                  <a:cubicBezTo>
                    <a:pt x="1157" y="0"/>
                    <a:pt x="1135" y="11"/>
                    <a:pt x="1122" y="31"/>
                  </a:cubicBezTo>
                  <a:lnTo>
                    <a:pt x="20" y="1775"/>
                  </a:lnTo>
                  <a:cubicBezTo>
                    <a:pt x="0" y="1806"/>
                    <a:pt x="10" y="1847"/>
                    <a:pt x="40" y="1866"/>
                  </a:cubicBezTo>
                  <a:cubicBezTo>
                    <a:pt x="52" y="1873"/>
                    <a:pt x="64" y="1877"/>
                    <a:pt x="76" y="1877"/>
                  </a:cubicBezTo>
                  <a:cubicBezTo>
                    <a:pt x="98" y="1877"/>
                    <a:pt x="120" y="1866"/>
                    <a:pt x="133" y="1846"/>
                  </a:cubicBezTo>
                  <a:lnTo>
                    <a:pt x="1234" y="102"/>
                  </a:lnTo>
                  <a:cubicBezTo>
                    <a:pt x="1253" y="70"/>
                    <a:pt x="1245" y="30"/>
                    <a:pt x="1213" y="10"/>
                  </a:cubicBezTo>
                  <a:cubicBezTo>
                    <a:pt x="1202" y="3"/>
                    <a:pt x="1190" y="0"/>
                    <a:pt x="11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g332bf0ce26c_1_103"/>
            <p:cNvSpPr/>
            <p:nvPr/>
          </p:nvSpPr>
          <p:spPr>
            <a:xfrm>
              <a:off x="9875153" y="3299033"/>
              <a:ext cx="150233" cy="348815"/>
            </a:xfrm>
            <a:custGeom>
              <a:rect b="b" l="l" r="r" t="t"/>
              <a:pathLst>
                <a:path extrusionOk="0" h="9552" w="4114">
                  <a:moveTo>
                    <a:pt x="3578" y="0"/>
                  </a:moveTo>
                  <a:cubicBezTo>
                    <a:pt x="3578" y="0"/>
                    <a:pt x="970" y="616"/>
                    <a:pt x="23" y="2406"/>
                  </a:cubicBezTo>
                  <a:cubicBezTo>
                    <a:pt x="23" y="2406"/>
                    <a:pt x="0" y="4025"/>
                    <a:pt x="122" y="5268"/>
                  </a:cubicBezTo>
                  <a:cubicBezTo>
                    <a:pt x="244" y="6509"/>
                    <a:pt x="1923" y="9552"/>
                    <a:pt x="1923" y="9552"/>
                  </a:cubicBezTo>
                  <a:cubicBezTo>
                    <a:pt x="1923" y="9552"/>
                    <a:pt x="2482" y="6923"/>
                    <a:pt x="3067" y="4464"/>
                  </a:cubicBezTo>
                  <a:cubicBezTo>
                    <a:pt x="3651" y="2006"/>
                    <a:pt x="4114" y="643"/>
                    <a:pt x="4065" y="423"/>
                  </a:cubicBezTo>
                  <a:cubicBezTo>
                    <a:pt x="4017" y="204"/>
                    <a:pt x="3578" y="0"/>
                    <a:pt x="357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g332bf0ce26c_1_103"/>
            <p:cNvSpPr/>
            <p:nvPr/>
          </p:nvSpPr>
          <p:spPr>
            <a:xfrm>
              <a:off x="9872742" y="3296586"/>
              <a:ext cx="154286" cy="353672"/>
            </a:xfrm>
            <a:custGeom>
              <a:rect b="b" l="l" r="r" t="t"/>
              <a:pathLst>
                <a:path extrusionOk="0" h="9685" w="4225">
                  <a:moveTo>
                    <a:pt x="3637" y="137"/>
                  </a:moveTo>
                  <a:cubicBezTo>
                    <a:pt x="3796" y="215"/>
                    <a:pt x="4037" y="375"/>
                    <a:pt x="4066" y="505"/>
                  </a:cubicBezTo>
                  <a:cubicBezTo>
                    <a:pt x="4089" y="606"/>
                    <a:pt x="3953" y="1107"/>
                    <a:pt x="3765" y="1802"/>
                  </a:cubicBezTo>
                  <a:cubicBezTo>
                    <a:pt x="3586" y="2464"/>
                    <a:pt x="3340" y="3373"/>
                    <a:pt x="3069" y="4516"/>
                  </a:cubicBezTo>
                  <a:cubicBezTo>
                    <a:pt x="2577" y="6585"/>
                    <a:pt x="2097" y="8799"/>
                    <a:pt x="1961" y="9428"/>
                  </a:cubicBezTo>
                  <a:cubicBezTo>
                    <a:pt x="1618" y="8790"/>
                    <a:pt x="357" y="6380"/>
                    <a:pt x="254" y="5327"/>
                  </a:cubicBezTo>
                  <a:cubicBezTo>
                    <a:pt x="141" y="4169"/>
                    <a:pt x="152" y="2662"/>
                    <a:pt x="155" y="2489"/>
                  </a:cubicBezTo>
                  <a:cubicBezTo>
                    <a:pt x="1036" y="845"/>
                    <a:pt x="3382" y="203"/>
                    <a:pt x="3637" y="137"/>
                  </a:cubicBezTo>
                  <a:close/>
                  <a:moveTo>
                    <a:pt x="3643" y="1"/>
                  </a:moveTo>
                  <a:cubicBezTo>
                    <a:pt x="3638" y="1"/>
                    <a:pt x="3633" y="1"/>
                    <a:pt x="3628" y="2"/>
                  </a:cubicBezTo>
                  <a:cubicBezTo>
                    <a:pt x="3602" y="8"/>
                    <a:pt x="981" y="645"/>
                    <a:pt x="29" y="2442"/>
                  </a:cubicBezTo>
                  <a:cubicBezTo>
                    <a:pt x="25" y="2451"/>
                    <a:pt x="22" y="2461"/>
                    <a:pt x="22" y="2471"/>
                  </a:cubicBezTo>
                  <a:cubicBezTo>
                    <a:pt x="22" y="2488"/>
                    <a:pt x="1" y="4110"/>
                    <a:pt x="122" y="5340"/>
                  </a:cubicBezTo>
                  <a:cubicBezTo>
                    <a:pt x="244" y="6582"/>
                    <a:pt x="1862" y="9525"/>
                    <a:pt x="1931" y="9651"/>
                  </a:cubicBezTo>
                  <a:cubicBezTo>
                    <a:pt x="1942" y="9672"/>
                    <a:pt x="1965" y="9685"/>
                    <a:pt x="1989" y="9685"/>
                  </a:cubicBezTo>
                  <a:cubicBezTo>
                    <a:pt x="1992" y="9685"/>
                    <a:pt x="1996" y="9685"/>
                    <a:pt x="1998" y="9684"/>
                  </a:cubicBezTo>
                  <a:cubicBezTo>
                    <a:pt x="2026" y="9680"/>
                    <a:pt x="2048" y="9659"/>
                    <a:pt x="2054" y="9632"/>
                  </a:cubicBezTo>
                  <a:cubicBezTo>
                    <a:pt x="2060" y="9606"/>
                    <a:pt x="2620" y="6976"/>
                    <a:pt x="3198" y="4547"/>
                  </a:cubicBezTo>
                  <a:cubicBezTo>
                    <a:pt x="3469" y="3405"/>
                    <a:pt x="3714" y="2499"/>
                    <a:pt x="3893" y="1836"/>
                  </a:cubicBezTo>
                  <a:cubicBezTo>
                    <a:pt x="4130" y="963"/>
                    <a:pt x="4225" y="603"/>
                    <a:pt x="4196" y="475"/>
                  </a:cubicBezTo>
                  <a:cubicBezTo>
                    <a:pt x="4142" y="232"/>
                    <a:pt x="3721" y="29"/>
                    <a:pt x="3672" y="7"/>
                  </a:cubicBezTo>
                  <a:cubicBezTo>
                    <a:pt x="3663" y="3"/>
                    <a:pt x="3653" y="1"/>
                    <a:pt x="3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g332bf0ce26c_1_103"/>
            <p:cNvSpPr/>
            <p:nvPr/>
          </p:nvSpPr>
          <p:spPr>
            <a:xfrm>
              <a:off x="9878512" y="3392442"/>
              <a:ext cx="55470" cy="67776"/>
            </a:xfrm>
            <a:custGeom>
              <a:rect b="b" l="l" r="r" t="t"/>
              <a:pathLst>
                <a:path extrusionOk="0" h="1856" w="1519">
                  <a:moveTo>
                    <a:pt x="450" y="0"/>
                  </a:moveTo>
                  <a:lnTo>
                    <a:pt x="0" y="1293"/>
                  </a:lnTo>
                  <a:lnTo>
                    <a:pt x="1518" y="1855"/>
                  </a:lnTo>
                  <a:lnTo>
                    <a:pt x="45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g332bf0ce26c_1_103"/>
            <p:cNvSpPr/>
            <p:nvPr/>
          </p:nvSpPr>
          <p:spPr>
            <a:xfrm>
              <a:off x="9875773" y="3389996"/>
              <a:ext cx="60838" cy="72633"/>
            </a:xfrm>
            <a:custGeom>
              <a:rect b="b" l="l" r="r" t="t"/>
              <a:pathLst>
                <a:path extrusionOk="0" h="1989" w="1666">
                  <a:moveTo>
                    <a:pt x="540" y="227"/>
                  </a:moveTo>
                  <a:lnTo>
                    <a:pt x="1444" y="1797"/>
                  </a:lnTo>
                  <a:lnTo>
                    <a:pt x="1444" y="1797"/>
                  </a:lnTo>
                  <a:lnTo>
                    <a:pt x="159" y="1320"/>
                  </a:lnTo>
                  <a:lnTo>
                    <a:pt x="540" y="227"/>
                  </a:lnTo>
                  <a:close/>
                  <a:moveTo>
                    <a:pt x="525" y="1"/>
                  </a:moveTo>
                  <a:cubicBezTo>
                    <a:pt x="523" y="1"/>
                    <a:pt x="521" y="1"/>
                    <a:pt x="519" y="1"/>
                  </a:cubicBezTo>
                  <a:cubicBezTo>
                    <a:pt x="493" y="3"/>
                    <a:pt x="472" y="21"/>
                    <a:pt x="462" y="46"/>
                  </a:cubicBezTo>
                  <a:lnTo>
                    <a:pt x="13" y="1339"/>
                  </a:lnTo>
                  <a:cubicBezTo>
                    <a:pt x="1" y="1372"/>
                    <a:pt x="19" y="1410"/>
                    <a:pt x="53" y="1423"/>
                  </a:cubicBezTo>
                  <a:lnTo>
                    <a:pt x="1571" y="1985"/>
                  </a:lnTo>
                  <a:cubicBezTo>
                    <a:pt x="1578" y="1987"/>
                    <a:pt x="1585" y="1989"/>
                    <a:pt x="1593" y="1989"/>
                  </a:cubicBezTo>
                  <a:cubicBezTo>
                    <a:pt x="1612" y="1989"/>
                    <a:pt x="1631" y="1980"/>
                    <a:pt x="1644" y="1965"/>
                  </a:cubicBezTo>
                  <a:cubicBezTo>
                    <a:pt x="1662" y="1944"/>
                    <a:pt x="1665" y="1914"/>
                    <a:pt x="1651" y="1889"/>
                  </a:cubicBezTo>
                  <a:lnTo>
                    <a:pt x="583" y="34"/>
                  </a:lnTo>
                  <a:cubicBezTo>
                    <a:pt x="571" y="13"/>
                    <a:pt x="549" y="1"/>
                    <a:pt x="5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g332bf0ce26c_1_103"/>
            <p:cNvSpPr/>
            <p:nvPr/>
          </p:nvSpPr>
          <p:spPr>
            <a:xfrm>
              <a:off x="9878512" y="3439658"/>
              <a:ext cx="38855" cy="46231"/>
            </a:xfrm>
            <a:custGeom>
              <a:rect b="b" l="l" r="r" t="t"/>
              <a:pathLst>
                <a:path extrusionOk="0" h="1266" w="1064">
                  <a:moveTo>
                    <a:pt x="0" y="0"/>
                  </a:moveTo>
                  <a:lnTo>
                    <a:pt x="675" y="1265"/>
                  </a:lnTo>
                  <a:lnTo>
                    <a:pt x="1064" y="383"/>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g332bf0ce26c_1_103"/>
            <p:cNvSpPr/>
            <p:nvPr/>
          </p:nvSpPr>
          <p:spPr>
            <a:xfrm>
              <a:off x="9875919" y="3437248"/>
              <a:ext cx="43967" cy="51051"/>
            </a:xfrm>
            <a:custGeom>
              <a:rect b="b" l="l" r="r" t="t"/>
              <a:pathLst>
                <a:path extrusionOk="0" h="1398" w="1204">
                  <a:moveTo>
                    <a:pt x="211" y="187"/>
                  </a:moveTo>
                  <a:lnTo>
                    <a:pt x="1045" y="488"/>
                  </a:lnTo>
                  <a:lnTo>
                    <a:pt x="741" y="1180"/>
                  </a:lnTo>
                  <a:lnTo>
                    <a:pt x="211" y="187"/>
                  </a:lnTo>
                  <a:close/>
                  <a:moveTo>
                    <a:pt x="73" y="0"/>
                  </a:moveTo>
                  <a:cubicBezTo>
                    <a:pt x="54" y="0"/>
                    <a:pt x="35" y="8"/>
                    <a:pt x="22" y="23"/>
                  </a:cubicBezTo>
                  <a:cubicBezTo>
                    <a:pt x="4" y="44"/>
                    <a:pt x="0" y="73"/>
                    <a:pt x="13" y="97"/>
                  </a:cubicBezTo>
                  <a:lnTo>
                    <a:pt x="688" y="1363"/>
                  </a:lnTo>
                  <a:cubicBezTo>
                    <a:pt x="700" y="1384"/>
                    <a:pt x="722" y="1397"/>
                    <a:pt x="746" y="1397"/>
                  </a:cubicBezTo>
                  <a:lnTo>
                    <a:pt x="748" y="1397"/>
                  </a:lnTo>
                  <a:cubicBezTo>
                    <a:pt x="774" y="1396"/>
                    <a:pt x="797" y="1381"/>
                    <a:pt x="807" y="1358"/>
                  </a:cubicBezTo>
                  <a:lnTo>
                    <a:pt x="1195" y="476"/>
                  </a:lnTo>
                  <a:cubicBezTo>
                    <a:pt x="1204" y="459"/>
                    <a:pt x="1204" y="440"/>
                    <a:pt x="1196" y="422"/>
                  </a:cubicBezTo>
                  <a:cubicBezTo>
                    <a:pt x="1188" y="406"/>
                    <a:pt x="1175" y="393"/>
                    <a:pt x="1157" y="386"/>
                  </a:cubicBezTo>
                  <a:lnTo>
                    <a:pt x="94" y="4"/>
                  </a:lnTo>
                  <a:cubicBezTo>
                    <a:pt x="87" y="1"/>
                    <a:pt x="80"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g332bf0ce26c_1_103"/>
            <p:cNvSpPr/>
            <p:nvPr/>
          </p:nvSpPr>
          <p:spPr>
            <a:xfrm>
              <a:off x="9740443" y="3046156"/>
              <a:ext cx="277095" cy="396544"/>
            </a:xfrm>
            <a:custGeom>
              <a:rect b="b" l="l" r="r" t="t"/>
              <a:pathLst>
                <a:path extrusionOk="0" h="10859" w="7588">
                  <a:moveTo>
                    <a:pt x="3194" y="1"/>
                  </a:moveTo>
                  <a:cubicBezTo>
                    <a:pt x="3180" y="1"/>
                    <a:pt x="3164" y="2"/>
                    <a:pt x="3147" y="5"/>
                  </a:cubicBezTo>
                  <a:cubicBezTo>
                    <a:pt x="2772" y="76"/>
                    <a:pt x="2608" y="334"/>
                    <a:pt x="2489" y="404"/>
                  </a:cubicBezTo>
                  <a:cubicBezTo>
                    <a:pt x="2483" y="408"/>
                    <a:pt x="2476" y="410"/>
                    <a:pt x="2469" y="410"/>
                  </a:cubicBezTo>
                  <a:cubicBezTo>
                    <a:pt x="2386" y="410"/>
                    <a:pt x="2293" y="137"/>
                    <a:pt x="2063" y="137"/>
                  </a:cubicBezTo>
                  <a:cubicBezTo>
                    <a:pt x="1982" y="137"/>
                    <a:pt x="1883" y="171"/>
                    <a:pt x="1762" y="263"/>
                  </a:cubicBezTo>
                  <a:cubicBezTo>
                    <a:pt x="1268" y="639"/>
                    <a:pt x="1151" y="1626"/>
                    <a:pt x="1151" y="1626"/>
                  </a:cubicBezTo>
                  <a:cubicBezTo>
                    <a:pt x="1151" y="1626"/>
                    <a:pt x="1032" y="1547"/>
                    <a:pt x="964" y="1547"/>
                  </a:cubicBezTo>
                  <a:cubicBezTo>
                    <a:pt x="893" y="1547"/>
                    <a:pt x="877" y="1632"/>
                    <a:pt x="1104" y="1979"/>
                  </a:cubicBezTo>
                  <a:cubicBezTo>
                    <a:pt x="1104" y="1979"/>
                    <a:pt x="634" y="3481"/>
                    <a:pt x="658" y="3952"/>
                  </a:cubicBezTo>
                  <a:cubicBezTo>
                    <a:pt x="682" y="4422"/>
                    <a:pt x="751" y="4656"/>
                    <a:pt x="751" y="4727"/>
                  </a:cubicBezTo>
                  <a:cubicBezTo>
                    <a:pt x="751" y="4797"/>
                    <a:pt x="0" y="5902"/>
                    <a:pt x="24" y="6113"/>
                  </a:cubicBezTo>
                  <a:cubicBezTo>
                    <a:pt x="47" y="6324"/>
                    <a:pt x="751" y="6723"/>
                    <a:pt x="751" y="6723"/>
                  </a:cubicBezTo>
                  <a:cubicBezTo>
                    <a:pt x="751" y="6723"/>
                    <a:pt x="1480" y="8439"/>
                    <a:pt x="1621" y="8649"/>
                  </a:cubicBezTo>
                  <a:cubicBezTo>
                    <a:pt x="1754" y="8849"/>
                    <a:pt x="1886" y="9027"/>
                    <a:pt x="2157" y="9027"/>
                  </a:cubicBezTo>
                  <a:cubicBezTo>
                    <a:pt x="2173" y="9027"/>
                    <a:pt x="2190" y="9027"/>
                    <a:pt x="2208" y="9025"/>
                  </a:cubicBezTo>
                  <a:cubicBezTo>
                    <a:pt x="2513" y="9002"/>
                    <a:pt x="3125" y="8696"/>
                    <a:pt x="3125" y="8696"/>
                  </a:cubicBezTo>
                  <a:lnTo>
                    <a:pt x="5051" y="10858"/>
                  </a:lnTo>
                  <a:cubicBezTo>
                    <a:pt x="5051" y="10858"/>
                    <a:pt x="6718" y="6864"/>
                    <a:pt x="6718" y="6770"/>
                  </a:cubicBezTo>
                  <a:cubicBezTo>
                    <a:pt x="6718" y="6677"/>
                    <a:pt x="6413" y="6160"/>
                    <a:pt x="6413" y="6160"/>
                  </a:cubicBezTo>
                  <a:cubicBezTo>
                    <a:pt x="6413" y="6160"/>
                    <a:pt x="7587" y="3106"/>
                    <a:pt x="7493" y="2589"/>
                  </a:cubicBezTo>
                  <a:cubicBezTo>
                    <a:pt x="7399" y="2072"/>
                    <a:pt x="6577" y="1250"/>
                    <a:pt x="5638" y="851"/>
                  </a:cubicBezTo>
                  <a:cubicBezTo>
                    <a:pt x="5206" y="668"/>
                    <a:pt x="4651" y="618"/>
                    <a:pt x="4176" y="618"/>
                  </a:cubicBezTo>
                  <a:cubicBezTo>
                    <a:pt x="3618" y="618"/>
                    <a:pt x="3171" y="687"/>
                    <a:pt x="3171" y="687"/>
                  </a:cubicBezTo>
                  <a:cubicBezTo>
                    <a:pt x="3171" y="687"/>
                    <a:pt x="3492" y="1"/>
                    <a:pt x="319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g332bf0ce26c_1_103"/>
            <p:cNvSpPr/>
            <p:nvPr/>
          </p:nvSpPr>
          <p:spPr>
            <a:xfrm>
              <a:off x="9738252" y="3043746"/>
              <a:ext cx="281623" cy="401364"/>
            </a:xfrm>
            <a:custGeom>
              <a:rect b="b" l="l" r="r" t="t"/>
              <a:pathLst>
                <a:path extrusionOk="0" h="10991" w="7712">
                  <a:moveTo>
                    <a:pt x="3254" y="133"/>
                  </a:moveTo>
                  <a:cubicBezTo>
                    <a:pt x="3275" y="133"/>
                    <a:pt x="3289" y="138"/>
                    <a:pt x="3297" y="148"/>
                  </a:cubicBezTo>
                  <a:cubicBezTo>
                    <a:pt x="3352" y="219"/>
                    <a:pt x="3275" y="503"/>
                    <a:pt x="3171" y="724"/>
                  </a:cubicBezTo>
                  <a:cubicBezTo>
                    <a:pt x="3160" y="746"/>
                    <a:pt x="3163" y="773"/>
                    <a:pt x="3178" y="792"/>
                  </a:cubicBezTo>
                  <a:cubicBezTo>
                    <a:pt x="3191" y="809"/>
                    <a:pt x="3210" y="819"/>
                    <a:pt x="3231" y="819"/>
                  </a:cubicBezTo>
                  <a:cubicBezTo>
                    <a:pt x="3235" y="819"/>
                    <a:pt x="3238" y="818"/>
                    <a:pt x="3242" y="818"/>
                  </a:cubicBezTo>
                  <a:cubicBezTo>
                    <a:pt x="3249" y="817"/>
                    <a:pt x="3689" y="751"/>
                    <a:pt x="4236" y="751"/>
                  </a:cubicBezTo>
                  <a:cubicBezTo>
                    <a:pt x="4705" y="751"/>
                    <a:pt x="5251" y="799"/>
                    <a:pt x="5672" y="977"/>
                  </a:cubicBezTo>
                  <a:cubicBezTo>
                    <a:pt x="6635" y="1387"/>
                    <a:pt x="7403" y="2196"/>
                    <a:pt x="7488" y="2667"/>
                  </a:cubicBezTo>
                  <a:cubicBezTo>
                    <a:pt x="7562" y="3075"/>
                    <a:pt x="6735" y="5357"/>
                    <a:pt x="6411" y="6201"/>
                  </a:cubicBezTo>
                  <a:cubicBezTo>
                    <a:pt x="6403" y="6221"/>
                    <a:pt x="6405" y="6241"/>
                    <a:pt x="6416" y="6259"/>
                  </a:cubicBezTo>
                  <a:cubicBezTo>
                    <a:pt x="6554" y="6494"/>
                    <a:pt x="6707" y="6782"/>
                    <a:pt x="6713" y="6827"/>
                  </a:cubicBezTo>
                  <a:cubicBezTo>
                    <a:pt x="6686" y="6955"/>
                    <a:pt x="5743" y="9237"/>
                    <a:pt x="5090" y="10801"/>
                  </a:cubicBezTo>
                  <a:lnTo>
                    <a:pt x="3233" y="8719"/>
                  </a:lnTo>
                  <a:cubicBezTo>
                    <a:pt x="3221" y="8703"/>
                    <a:pt x="3202" y="8696"/>
                    <a:pt x="3185" y="8696"/>
                  </a:cubicBezTo>
                  <a:cubicBezTo>
                    <a:pt x="3174" y="8696"/>
                    <a:pt x="3163" y="8699"/>
                    <a:pt x="3154" y="8703"/>
                  </a:cubicBezTo>
                  <a:cubicBezTo>
                    <a:pt x="3148" y="8706"/>
                    <a:pt x="2552" y="9003"/>
                    <a:pt x="2263" y="9025"/>
                  </a:cubicBezTo>
                  <a:cubicBezTo>
                    <a:pt x="2248" y="9026"/>
                    <a:pt x="2232" y="9027"/>
                    <a:pt x="2218" y="9027"/>
                  </a:cubicBezTo>
                  <a:cubicBezTo>
                    <a:pt x="1988" y="9027"/>
                    <a:pt x="1871" y="8881"/>
                    <a:pt x="1737" y="8678"/>
                  </a:cubicBezTo>
                  <a:cubicBezTo>
                    <a:pt x="1628" y="8515"/>
                    <a:pt x="1124" y="7355"/>
                    <a:pt x="873" y="6763"/>
                  </a:cubicBezTo>
                  <a:cubicBezTo>
                    <a:pt x="867" y="6750"/>
                    <a:pt x="858" y="6738"/>
                    <a:pt x="845" y="6731"/>
                  </a:cubicBezTo>
                  <a:cubicBezTo>
                    <a:pt x="520" y="6548"/>
                    <a:pt x="162" y="6280"/>
                    <a:pt x="150" y="6171"/>
                  </a:cubicBezTo>
                  <a:cubicBezTo>
                    <a:pt x="137" y="6055"/>
                    <a:pt x="491" y="5472"/>
                    <a:pt x="661" y="5193"/>
                  </a:cubicBezTo>
                  <a:cubicBezTo>
                    <a:pt x="854" y="4876"/>
                    <a:pt x="878" y="4831"/>
                    <a:pt x="878" y="4792"/>
                  </a:cubicBezTo>
                  <a:cubicBezTo>
                    <a:pt x="878" y="4765"/>
                    <a:pt x="872" y="4727"/>
                    <a:pt x="860" y="4664"/>
                  </a:cubicBezTo>
                  <a:cubicBezTo>
                    <a:pt x="837" y="4540"/>
                    <a:pt x="800" y="4332"/>
                    <a:pt x="784" y="4013"/>
                  </a:cubicBezTo>
                  <a:cubicBezTo>
                    <a:pt x="762" y="3561"/>
                    <a:pt x="1223" y="2079"/>
                    <a:pt x="1228" y="2064"/>
                  </a:cubicBezTo>
                  <a:cubicBezTo>
                    <a:pt x="1234" y="2045"/>
                    <a:pt x="1230" y="2025"/>
                    <a:pt x="1220" y="2008"/>
                  </a:cubicBezTo>
                  <a:cubicBezTo>
                    <a:pt x="1091" y="1810"/>
                    <a:pt x="1055" y="1721"/>
                    <a:pt x="1047" y="1683"/>
                  </a:cubicBezTo>
                  <a:lnTo>
                    <a:pt x="1047" y="1683"/>
                  </a:lnTo>
                  <a:cubicBezTo>
                    <a:pt x="1079" y="1692"/>
                    <a:pt x="1131" y="1718"/>
                    <a:pt x="1175" y="1747"/>
                  </a:cubicBezTo>
                  <a:cubicBezTo>
                    <a:pt x="1185" y="1754"/>
                    <a:pt x="1198" y="1758"/>
                    <a:pt x="1211" y="1758"/>
                  </a:cubicBezTo>
                  <a:cubicBezTo>
                    <a:pt x="1221" y="1758"/>
                    <a:pt x="1230" y="1756"/>
                    <a:pt x="1238" y="1751"/>
                  </a:cubicBezTo>
                  <a:cubicBezTo>
                    <a:pt x="1260" y="1742"/>
                    <a:pt x="1274" y="1723"/>
                    <a:pt x="1276" y="1699"/>
                  </a:cubicBezTo>
                  <a:cubicBezTo>
                    <a:pt x="1278" y="1690"/>
                    <a:pt x="1397" y="736"/>
                    <a:pt x="1862" y="382"/>
                  </a:cubicBezTo>
                  <a:cubicBezTo>
                    <a:pt x="1970" y="300"/>
                    <a:pt x="2054" y="269"/>
                    <a:pt x="2123" y="269"/>
                  </a:cubicBezTo>
                  <a:cubicBezTo>
                    <a:pt x="2237" y="269"/>
                    <a:pt x="2308" y="354"/>
                    <a:pt x="2374" y="432"/>
                  </a:cubicBezTo>
                  <a:cubicBezTo>
                    <a:pt x="2418" y="483"/>
                    <a:pt x="2469" y="543"/>
                    <a:pt x="2529" y="543"/>
                  </a:cubicBezTo>
                  <a:cubicBezTo>
                    <a:pt x="2547" y="543"/>
                    <a:pt x="2565" y="538"/>
                    <a:pt x="2584" y="527"/>
                  </a:cubicBezTo>
                  <a:cubicBezTo>
                    <a:pt x="2622" y="504"/>
                    <a:pt x="2661" y="469"/>
                    <a:pt x="2704" y="427"/>
                  </a:cubicBezTo>
                  <a:cubicBezTo>
                    <a:pt x="2814" y="324"/>
                    <a:pt x="2965" y="184"/>
                    <a:pt x="3220" y="136"/>
                  </a:cubicBezTo>
                  <a:cubicBezTo>
                    <a:pt x="3233" y="134"/>
                    <a:pt x="3244" y="133"/>
                    <a:pt x="3254" y="133"/>
                  </a:cubicBezTo>
                  <a:close/>
                  <a:moveTo>
                    <a:pt x="3255" y="0"/>
                  </a:moveTo>
                  <a:cubicBezTo>
                    <a:pt x="3237" y="0"/>
                    <a:pt x="3217" y="2"/>
                    <a:pt x="3195" y="6"/>
                  </a:cubicBezTo>
                  <a:cubicBezTo>
                    <a:pt x="2903" y="61"/>
                    <a:pt x="2729" y="223"/>
                    <a:pt x="2614" y="330"/>
                  </a:cubicBezTo>
                  <a:cubicBezTo>
                    <a:pt x="2581" y="361"/>
                    <a:pt x="2553" y="388"/>
                    <a:pt x="2529" y="405"/>
                  </a:cubicBezTo>
                  <a:cubicBezTo>
                    <a:pt x="2515" y="393"/>
                    <a:pt x="2494" y="367"/>
                    <a:pt x="2476" y="347"/>
                  </a:cubicBezTo>
                  <a:cubicBezTo>
                    <a:pt x="2406" y="265"/>
                    <a:pt x="2297" y="136"/>
                    <a:pt x="2124" y="136"/>
                  </a:cubicBezTo>
                  <a:cubicBezTo>
                    <a:pt x="2030" y="136"/>
                    <a:pt x="1917" y="174"/>
                    <a:pt x="1782" y="277"/>
                  </a:cubicBezTo>
                  <a:cubicBezTo>
                    <a:pt x="1360" y="598"/>
                    <a:pt x="1204" y="1321"/>
                    <a:pt x="1160" y="1586"/>
                  </a:cubicBezTo>
                  <a:cubicBezTo>
                    <a:pt x="1116" y="1564"/>
                    <a:pt x="1067" y="1547"/>
                    <a:pt x="1024" y="1547"/>
                  </a:cubicBezTo>
                  <a:cubicBezTo>
                    <a:pt x="993" y="1547"/>
                    <a:pt x="965" y="1556"/>
                    <a:pt x="943" y="1577"/>
                  </a:cubicBezTo>
                  <a:cubicBezTo>
                    <a:pt x="885" y="1635"/>
                    <a:pt x="888" y="1739"/>
                    <a:pt x="1092" y="2054"/>
                  </a:cubicBezTo>
                  <a:cubicBezTo>
                    <a:pt x="1023" y="2275"/>
                    <a:pt x="629" y="3576"/>
                    <a:pt x="652" y="4020"/>
                  </a:cubicBezTo>
                  <a:cubicBezTo>
                    <a:pt x="668" y="4348"/>
                    <a:pt x="706" y="4561"/>
                    <a:pt x="730" y="4688"/>
                  </a:cubicBezTo>
                  <a:cubicBezTo>
                    <a:pt x="738" y="4735"/>
                    <a:pt x="745" y="4777"/>
                    <a:pt x="746" y="4781"/>
                  </a:cubicBezTo>
                  <a:cubicBezTo>
                    <a:pt x="737" y="4813"/>
                    <a:pt x="636" y="4979"/>
                    <a:pt x="548" y="5124"/>
                  </a:cubicBezTo>
                  <a:cubicBezTo>
                    <a:pt x="238" y="5634"/>
                    <a:pt x="1" y="6038"/>
                    <a:pt x="18" y="6186"/>
                  </a:cubicBezTo>
                  <a:cubicBezTo>
                    <a:pt x="42" y="6409"/>
                    <a:pt x="602" y="6745"/>
                    <a:pt x="759" y="6836"/>
                  </a:cubicBezTo>
                  <a:cubicBezTo>
                    <a:pt x="847" y="7041"/>
                    <a:pt x="1489" y="8548"/>
                    <a:pt x="1625" y="8753"/>
                  </a:cubicBezTo>
                  <a:cubicBezTo>
                    <a:pt x="1748" y="8936"/>
                    <a:pt x="1898" y="9160"/>
                    <a:pt x="2219" y="9160"/>
                  </a:cubicBezTo>
                  <a:cubicBezTo>
                    <a:pt x="2236" y="9160"/>
                    <a:pt x="2255" y="9159"/>
                    <a:pt x="2274" y="9158"/>
                  </a:cubicBezTo>
                  <a:cubicBezTo>
                    <a:pt x="2542" y="9137"/>
                    <a:pt x="3018" y="8916"/>
                    <a:pt x="3168" y="8844"/>
                  </a:cubicBezTo>
                  <a:lnTo>
                    <a:pt x="5061" y="10968"/>
                  </a:lnTo>
                  <a:cubicBezTo>
                    <a:pt x="5074" y="10982"/>
                    <a:pt x="5092" y="10990"/>
                    <a:pt x="5111" y="10990"/>
                  </a:cubicBezTo>
                  <a:cubicBezTo>
                    <a:pt x="5114" y="10990"/>
                    <a:pt x="5118" y="10990"/>
                    <a:pt x="5121" y="10989"/>
                  </a:cubicBezTo>
                  <a:cubicBezTo>
                    <a:pt x="5144" y="10986"/>
                    <a:pt x="5163" y="10970"/>
                    <a:pt x="5172" y="10949"/>
                  </a:cubicBezTo>
                  <a:cubicBezTo>
                    <a:pt x="5797" y="9453"/>
                    <a:pt x="6845" y="6930"/>
                    <a:pt x="6845" y="6836"/>
                  </a:cubicBezTo>
                  <a:cubicBezTo>
                    <a:pt x="6845" y="6740"/>
                    <a:pt x="6648" y="6393"/>
                    <a:pt x="6546" y="6220"/>
                  </a:cubicBezTo>
                  <a:cubicBezTo>
                    <a:pt x="6675" y="5883"/>
                    <a:pt x="7711" y="3150"/>
                    <a:pt x="7619" y="2643"/>
                  </a:cubicBezTo>
                  <a:cubicBezTo>
                    <a:pt x="7516" y="2077"/>
                    <a:pt x="6630" y="1241"/>
                    <a:pt x="5724" y="856"/>
                  </a:cubicBezTo>
                  <a:cubicBezTo>
                    <a:pt x="5280" y="667"/>
                    <a:pt x="4716" y="616"/>
                    <a:pt x="4236" y="616"/>
                  </a:cubicBezTo>
                  <a:cubicBezTo>
                    <a:pt x="3845" y="616"/>
                    <a:pt x="3509" y="650"/>
                    <a:pt x="3339" y="671"/>
                  </a:cubicBezTo>
                  <a:cubicBezTo>
                    <a:pt x="3407" y="500"/>
                    <a:pt x="3504" y="199"/>
                    <a:pt x="3402" y="66"/>
                  </a:cubicBezTo>
                  <a:cubicBezTo>
                    <a:pt x="3377" y="35"/>
                    <a:pt x="3332" y="0"/>
                    <a:pt x="3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g332bf0ce26c_1_103"/>
            <p:cNvSpPr/>
            <p:nvPr/>
          </p:nvSpPr>
          <p:spPr>
            <a:xfrm>
              <a:off x="9784482" y="3212160"/>
              <a:ext cx="10882" cy="21655"/>
            </a:xfrm>
            <a:custGeom>
              <a:rect b="b" l="l" r="r" t="t"/>
              <a:pathLst>
                <a:path extrusionOk="0" h="593" w="298">
                  <a:moveTo>
                    <a:pt x="149" y="0"/>
                  </a:moveTo>
                  <a:cubicBezTo>
                    <a:pt x="67" y="0"/>
                    <a:pt x="1" y="133"/>
                    <a:pt x="1" y="297"/>
                  </a:cubicBezTo>
                  <a:cubicBezTo>
                    <a:pt x="1" y="460"/>
                    <a:pt x="67" y="593"/>
                    <a:pt x="149" y="593"/>
                  </a:cubicBezTo>
                  <a:cubicBezTo>
                    <a:pt x="232" y="593"/>
                    <a:pt x="298" y="460"/>
                    <a:pt x="298" y="297"/>
                  </a:cubicBezTo>
                  <a:cubicBezTo>
                    <a:pt x="298" y="133"/>
                    <a:pt x="232" y="0"/>
                    <a:pt x="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g332bf0ce26c_1_103"/>
            <p:cNvSpPr/>
            <p:nvPr/>
          </p:nvSpPr>
          <p:spPr>
            <a:xfrm>
              <a:off x="9772431" y="3046156"/>
              <a:ext cx="245105" cy="239007"/>
            </a:xfrm>
            <a:custGeom>
              <a:rect b="b" l="l" r="r" t="t"/>
              <a:pathLst>
                <a:path extrusionOk="0" h="6545" w="6712">
                  <a:moveTo>
                    <a:pt x="2318" y="1"/>
                  </a:moveTo>
                  <a:cubicBezTo>
                    <a:pt x="2304" y="1"/>
                    <a:pt x="2288" y="2"/>
                    <a:pt x="2271" y="5"/>
                  </a:cubicBezTo>
                  <a:cubicBezTo>
                    <a:pt x="1896" y="76"/>
                    <a:pt x="1732" y="334"/>
                    <a:pt x="1615" y="405"/>
                  </a:cubicBezTo>
                  <a:cubicBezTo>
                    <a:pt x="1608" y="409"/>
                    <a:pt x="1601" y="411"/>
                    <a:pt x="1594" y="411"/>
                  </a:cubicBezTo>
                  <a:cubicBezTo>
                    <a:pt x="1511" y="411"/>
                    <a:pt x="1418" y="137"/>
                    <a:pt x="1187" y="137"/>
                  </a:cubicBezTo>
                  <a:cubicBezTo>
                    <a:pt x="1106" y="137"/>
                    <a:pt x="1007" y="171"/>
                    <a:pt x="886" y="263"/>
                  </a:cubicBezTo>
                  <a:cubicBezTo>
                    <a:pt x="392" y="639"/>
                    <a:pt x="275" y="1626"/>
                    <a:pt x="275" y="1626"/>
                  </a:cubicBezTo>
                  <a:cubicBezTo>
                    <a:pt x="275" y="1626"/>
                    <a:pt x="156" y="1547"/>
                    <a:pt x="88" y="1547"/>
                  </a:cubicBezTo>
                  <a:cubicBezTo>
                    <a:pt x="17" y="1547"/>
                    <a:pt x="1" y="1632"/>
                    <a:pt x="228" y="1979"/>
                  </a:cubicBezTo>
                  <a:cubicBezTo>
                    <a:pt x="228" y="1979"/>
                    <a:pt x="356" y="2090"/>
                    <a:pt x="544" y="2090"/>
                  </a:cubicBezTo>
                  <a:cubicBezTo>
                    <a:pt x="732" y="2090"/>
                    <a:pt x="1332" y="1908"/>
                    <a:pt x="1496" y="1838"/>
                  </a:cubicBezTo>
                  <a:cubicBezTo>
                    <a:pt x="1532" y="1822"/>
                    <a:pt x="1598" y="1816"/>
                    <a:pt x="1682" y="1816"/>
                  </a:cubicBezTo>
                  <a:cubicBezTo>
                    <a:pt x="1979" y="1816"/>
                    <a:pt x="2495" y="1900"/>
                    <a:pt x="2624" y="1955"/>
                  </a:cubicBezTo>
                  <a:cubicBezTo>
                    <a:pt x="2788" y="2025"/>
                    <a:pt x="3024" y="2002"/>
                    <a:pt x="2624" y="2260"/>
                  </a:cubicBezTo>
                  <a:cubicBezTo>
                    <a:pt x="2225" y="2518"/>
                    <a:pt x="1825" y="2683"/>
                    <a:pt x="1801" y="3012"/>
                  </a:cubicBezTo>
                  <a:cubicBezTo>
                    <a:pt x="1778" y="3340"/>
                    <a:pt x="2624" y="3623"/>
                    <a:pt x="2859" y="3740"/>
                  </a:cubicBezTo>
                  <a:cubicBezTo>
                    <a:pt x="3093" y="3857"/>
                    <a:pt x="3141" y="4234"/>
                    <a:pt x="3093" y="4375"/>
                  </a:cubicBezTo>
                  <a:cubicBezTo>
                    <a:pt x="3047" y="4515"/>
                    <a:pt x="2859" y="4750"/>
                    <a:pt x="3000" y="4892"/>
                  </a:cubicBezTo>
                  <a:cubicBezTo>
                    <a:pt x="3038" y="4930"/>
                    <a:pt x="3089" y="4944"/>
                    <a:pt x="3142" y="4944"/>
                  </a:cubicBezTo>
                  <a:cubicBezTo>
                    <a:pt x="3284" y="4944"/>
                    <a:pt x="3446" y="4844"/>
                    <a:pt x="3446" y="4844"/>
                  </a:cubicBezTo>
                  <a:cubicBezTo>
                    <a:pt x="3446" y="4844"/>
                    <a:pt x="4034" y="3764"/>
                    <a:pt x="4316" y="3693"/>
                  </a:cubicBezTo>
                  <a:cubicBezTo>
                    <a:pt x="4323" y="3691"/>
                    <a:pt x="4331" y="3690"/>
                    <a:pt x="4338" y="3690"/>
                  </a:cubicBezTo>
                  <a:cubicBezTo>
                    <a:pt x="4617" y="3690"/>
                    <a:pt x="4970" y="4925"/>
                    <a:pt x="4833" y="5314"/>
                  </a:cubicBezTo>
                  <a:cubicBezTo>
                    <a:pt x="4691" y="5713"/>
                    <a:pt x="4104" y="5831"/>
                    <a:pt x="4104" y="5831"/>
                  </a:cubicBezTo>
                  <a:cubicBezTo>
                    <a:pt x="4104" y="5831"/>
                    <a:pt x="4175" y="6324"/>
                    <a:pt x="4597" y="6511"/>
                  </a:cubicBezTo>
                  <a:cubicBezTo>
                    <a:pt x="4649" y="6534"/>
                    <a:pt x="4704" y="6544"/>
                    <a:pt x="4761" y="6544"/>
                  </a:cubicBezTo>
                  <a:cubicBezTo>
                    <a:pt x="5032" y="6544"/>
                    <a:pt x="5351" y="6319"/>
                    <a:pt x="5539" y="6163"/>
                  </a:cubicBezTo>
                  <a:cubicBezTo>
                    <a:pt x="5538" y="6161"/>
                    <a:pt x="5537" y="6160"/>
                    <a:pt x="5537" y="6160"/>
                  </a:cubicBezTo>
                  <a:cubicBezTo>
                    <a:pt x="5537" y="6160"/>
                    <a:pt x="6711" y="3106"/>
                    <a:pt x="6617" y="2589"/>
                  </a:cubicBezTo>
                  <a:cubicBezTo>
                    <a:pt x="6523" y="2072"/>
                    <a:pt x="5701" y="1250"/>
                    <a:pt x="4762" y="851"/>
                  </a:cubicBezTo>
                  <a:cubicBezTo>
                    <a:pt x="4330" y="668"/>
                    <a:pt x="3775" y="618"/>
                    <a:pt x="3300" y="618"/>
                  </a:cubicBezTo>
                  <a:cubicBezTo>
                    <a:pt x="2742" y="618"/>
                    <a:pt x="2295" y="687"/>
                    <a:pt x="2295" y="687"/>
                  </a:cubicBezTo>
                  <a:cubicBezTo>
                    <a:pt x="2295" y="687"/>
                    <a:pt x="2616" y="1"/>
                    <a:pt x="2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g332bf0ce26c_1_103"/>
            <p:cNvSpPr/>
            <p:nvPr/>
          </p:nvSpPr>
          <p:spPr>
            <a:xfrm>
              <a:off x="9770459" y="3043746"/>
              <a:ext cx="249451" cy="243864"/>
            </a:xfrm>
            <a:custGeom>
              <a:rect b="b" l="l" r="r" t="t"/>
              <a:pathLst>
                <a:path extrusionOk="0" h="6678" w="6831">
                  <a:moveTo>
                    <a:pt x="2372" y="133"/>
                  </a:moveTo>
                  <a:cubicBezTo>
                    <a:pt x="2393" y="133"/>
                    <a:pt x="2407" y="138"/>
                    <a:pt x="2415" y="148"/>
                  </a:cubicBezTo>
                  <a:cubicBezTo>
                    <a:pt x="2470" y="220"/>
                    <a:pt x="2393" y="503"/>
                    <a:pt x="2289" y="724"/>
                  </a:cubicBezTo>
                  <a:cubicBezTo>
                    <a:pt x="2278" y="747"/>
                    <a:pt x="2281" y="773"/>
                    <a:pt x="2296" y="792"/>
                  </a:cubicBezTo>
                  <a:cubicBezTo>
                    <a:pt x="2309" y="809"/>
                    <a:pt x="2328" y="819"/>
                    <a:pt x="2349" y="819"/>
                  </a:cubicBezTo>
                  <a:cubicBezTo>
                    <a:pt x="2353" y="819"/>
                    <a:pt x="2356" y="818"/>
                    <a:pt x="2360" y="818"/>
                  </a:cubicBezTo>
                  <a:cubicBezTo>
                    <a:pt x="2367" y="817"/>
                    <a:pt x="2807" y="751"/>
                    <a:pt x="3354" y="751"/>
                  </a:cubicBezTo>
                  <a:cubicBezTo>
                    <a:pt x="3823" y="751"/>
                    <a:pt x="4369" y="799"/>
                    <a:pt x="4790" y="977"/>
                  </a:cubicBezTo>
                  <a:cubicBezTo>
                    <a:pt x="5754" y="1388"/>
                    <a:pt x="6521" y="2197"/>
                    <a:pt x="6606" y="2667"/>
                  </a:cubicBezTo>
                  <a:cubicBezTo>
                    <a:pt x="6680" y="3075"/>
                    <a:pt x="5859" y="5343"/>
                    <a:pt x="5531" y="6194"/>
                  </a:cubicBezTo>
                  <a:cubicBezTo>
                    <a:pt x="5378" y="6318"/>
                    <a:pt x="5066" y="6544"/>
                    <a:pt x="4815" y="6544"/>
                  </a:cubicBezTo>
                  <a:cubicBezTo>
                    <a:pt x="4766" y="6544"/>
                    <a:pt x="4721" y="6536"/>
                    <a:pt x="4678" y="6517"/>
                  </a:cubicBezTo>
                  <a:cubicBezTo>
                    <a:pt x="4378" y="6383"/>
                    <a:pt x="4269" y="6076"/>
                    <a:pt x="4236" y="5945"/>
                  </a:cubicBezTo>
                  <a:cubicBezTo>
                    <a:pt x="4402" y="5900"/>
                    <a:pt x="4825" y="5754"/>
                    <a:pt x="4949" y="5401"/>
                  </a:cubicBezTo>
                  <a:cubicBezTo>
                    <a:pt x="5081" y="5030"/>
                    <a:pt x="4822" y="4064"/>
                    <a:pt x="4566" y="3784"/>
                  </a:cubicBezTo>
                  <a:cubicBezTo>
                    <a:pt x="4498" y="3710"/>
                    <a:pt x="4437" y="3689"/>
                    <a:pt x="4390" y="3689"/>
                  </a:cubicBezTo>
                  <a:cubicBezTo>
                    <a:pt x="4377" y="3689"/>
                    <a:pt x="4364" y="3691"/>
                    <a:pt x="4353" y="3694"/>
                  </a:cubicBezTo>
                  <a:cubicBezTo>
                    <a:pt x="4066" y="3766"/>
                    <a:pt x="3570" y="4645"/>
                    <a:pt x="3450" y="4862"/>
                  </a:cubicBezTo>
                  <a:cubicBezTo>
                    <a:pt x="3395" y="4893"/>
                    <a:pt x="3284" y="4943"/>
                    <a:pt x="3196" y="4943"/>
                  </a:cubicBezTo>
                  <a:cubicBezTo>
                    <a:pt x="3158" y="4943"/>
                    <a:pt x="3125" y="4934"/>
                    <a:pt x="3101" y="4910"/>
                  </a:cubicBezTo>
                  <a:cubicBezTo>
                    <a:pt x="3034" y="4843"/>
                    <a:pt x="3082" y="4730"/>
                    <a:pt x="3153" y="4590"/>
                  </a:cubicBezTo>
                  <a:cubicBezTo>
                    <a:pt x="3176" y="4545"/>
                    <a:pt x="3197" y="4501"/>
                    <a:pt x="3211" y="4461"/>
                  </a:cubicBezTo>
                  <a:cubicBezTo>
                    <a:pt x="3268" y="4290"/>
                    <a:pt x="3208" y="3879"/>
                    <a:pt x="2943" y="3746"/>
                  </a:cubicBezTo>
                  <a:cubicBezTo>
                    <a:pt x="2898" y="3724"/>
                    <a:pt x="2832" y="3696"/>
                    <a:pt x="2755" y="3663"/>
                  </a:cubicBezTo>
                  <a:cubicBezTo>
                    <a:pt x="2479" y="3546"/>
                    <a:pt x="1906" y="3302"/>
                    <a:pt x="1922" y="3082"/>
                  </a:cubicBezTo>
                  <a:cubicBezTo>
                    <a:pt x="1938" y="2852"/>
                    <a:pt x="2178" y="2707"/>
                    <a:pt x="2483" y="2525"/>
                  </a:cubicBezTo>
                  <a:cubicBezTo>
                    <a:pt x="2558" y="2479"/>
                    <a:pt x="2636" y="2433"/>
                    <a:pt x="2714" y="2382"/>
                  </a:cubicBezTo>
                  <a:cubicBezTo>
                    <a:pt x="2908" y="2255"/>
                    <a:pt x="2975" y="2184"/>
                    <a:pt x="2963" y="2111"/>
                  </a:cubicBezTo>
                  <a:cubicBezTo>
                    <a:pt x="2952" y="2035"/>
                    <a:pt x="2873" y="2013"/>
                    <a:pt x="2796" y="1990"/>
                  </a:cubicBezTo>
                  <a:cubicBezTo>
                    <a:pt x="2767" y="1982"/>
                    <a:pt x="2735" y="1973"/>
                    <a:pt x="2704" y="1959"/>
                  </a:cubicBezTo>
                  <a:cubicBezTo>
                    <a:pt x="2578" y="1906"/>
                    <a:pt x="2061" y="1815"/>
                    <a:pt x="1741" y="1815"/>
                  </a:cubicBezTo>
                  <a:cubicBezTo>
                    <a:pt x="1647" y="1815"/>
                    <a:pt x="1569" y="1823"/>
                    <a:pt x="1524" y="1842"/>
                  </a:cubicBezTo>
                  <a:cubicBezTo>
                    <a:pt x="1353" y="1916"/>
                    <a:pt x="765" y="2090"/>
                    <a:pt x="598" y="2090"/>
                  </a:cubicBezTo>
                  <a:cubicBezTo>
                    <a:pt x="461" y="2090"/>
                    <a:pt x="358" y="2019"/>
                    <a:pt x="332" y="1999"/>
                  </a:cubicBezTo>
                  <a:cubicBezTo>
                    <a:pt x="207" y="1808"/>
                    <a:pt x="173" y="1721"/>
                    <a:pt x="165" y="1683"/>
                  </a:cubicBezTo>
                  <a:lnTo>
                    <a:pt x="165" y="1683"/>
                  </a:lnTo>
                  <a:cubicBezTo>
                    <a:pt x="197" y="1693"/>
                    <a:pt x="249" y="1718"/>
                    <a:pt x="293" y="1747"/>
                  </a:cubicBezTo>
                  <a:cubicBezTo>
                    <a:pt x="304" y="1754"/>
                    <a:pt x="317" y="1758"/>
                    <a:pt x="330" y="1758"/>
                  </a:cubicBezTo>
                  <a:cubicBezTo>
                    <a:pt x="339" y="1758"/>
                    <a:pt x="348" y="1756"/>
                    <a:pt x="356" y="1752"/>
                  </a:cubicBezTo>
                  <a:cubicBezTo>
                    <a:pt x="378" y="1743"/>
                    <a:pt x="392" y="1723"/>
                    <a:pt x="394" y="1699"/>
                  </a:cubicBezTo>
                  <a:cubicBezTo>
                    <a:pt x="396" y="1690"/>
                    <a:pt x="515" y="736"/>
                    <a:pt x="980" y="382"/>
                  </a:cubicBezTo>
                  <a:cubicBezTo>
                    <a:pt x="1088" y="300"/>
                    <a:pt x="1172" y="269"/>
                    <a:pt x="1241" y="269"/>
                  </a:cubicBezTo>
                  <a:cubicBezTo>
                    <a:pt x="1355" y="269"/>
                    <a:pt x="1427" y="354"/>
                    <a:pt x="1492" y="433"/>
                  </a:cubicBezTo>
                  <a:cubicBezTo>
                    <a:pt x="1536" y="484"/>
                    <a:pt x="1587" y="544"/>
                    <a:pt x="1648" y="544"/>
                  </a:cubicBezTo>
                  <a:cubicBezTo>
                    <a:pt x="1665" y="544"/>
                    <a:pt x="1683" y="539"/>
                    <a:pt x="1702" y="528"/>
                  </a:cubicBezTo>
                  <a:cubicBezTo>
                    <a:pt x="1740" y="504"/>
                    <a:pt x="1779" y="469"/>
                    <a:pt x="1822" y="427"/>
                  </a:cubicBezTo>
                  <a:cubicBezTo>
                    <a:pt x="1932" y="324"/>
                    <a:pt x="2084" y="184"/>
                    <a:pt x="2338" y="136"/>
                  </a:cubicBezTo>
                  <a:cubicBezTo>
                    <a:pt x="2351" y="134"/>
                    <a:pt x="2362" y="133"/>
                    <a:pt x="2372" y="133"/>
                  </a:cubicBezTo>
                  <a:close/>
                  <a:moveTo>
                    <a:pt x="2373" y="0"/>
                  </a:moveTo>
                  <a:cubicBezTo>
                    <a:pt x="2355" y="0"/>
                    <a:pt x="2335" y="2"/>
                    <a:pt x="2313" y="6"/>
                  </a:cubicBezTo>
                  <a:cubicBezTo>
                    <a:pt x="2021" y="61"/>
                    <a:pt x="1847" y="223"/>
                    <a:pt x="1732" y="330"/>
                  </a:cubicBezTo>
                  <a:cubicBezTo>
                    <a:pt x="1699" y="361"/>
                    <a:pt x="1671" y="387"/>
                    <a:pt x="1646" y="405"/>
                  </a:cubicBezTo>
                  <a:cubicBezTo>
                    <a:pt x="1633" y="393"/>
                    <a:pt x="1611" y="367"/>
                    <a:pt x="1594" y="347"/>
                  </a:cubicBezTo>
                  <a:cubicBezTo>
                    <a:pt x="1524" y="264"/>
                    <a:pt x="1415" y="136"/>
                    <a:pt x="1242" y="136"/>
                  </a:cubicBezTo>
                  <a:cubicBezTo>
                    <a:pt x="1148" y="136"/>
                    <a:pt x="1035" y="173"/>
                    <a:pt x="900" y="277"/>
                  </a:cubicBezTo>
                  <a:cubicBezTo>
                    <a:pt x="478" y="598"/>
                    <a:pt x="322" y="1321"/>
                    <a:pt x="277" y="1586"/>
                  </a:cubicBezTo>
                  <a:cubicBezTo>
                    <a:pt x="233" y="1564"/>
                    <a:pt x="185" y="1546"/>
                    <a:pt x="141" y="1546"/>
                  </a:cubicBezTo>
                  <a:cubicBezTo>
                    <a:pt x="111" y="1546"/>
                    <a:pt x="82" y="1555"/>
                    <a:pt x="61" y="1577"/>
                  </a:cubicBezTo>
                  <a:cubicBezTo>
                    <a:pt x="0" y="1636"/>
                    <a:pt x="6" y="1744"/>
                    <a:pt x="226" y="2080"/>
                  </a:cubicBezTo>
                  <a:cubicBezTo>
                    <a:pt x="230" y="2086"/>
                    <a:pt x="233" y="2091"/>
                    <a:pt x="238" y="2094"/>
                  </a:cubicBezTo>
                  <a:cubicBezTo>
                    <a:pt x="244" y="2099"/>
                    <a:pt x="387" y="2222"/>
                    <a:pt x="598" y="2222"/>
                  </a:cubicBezTo>
                  <a:cubicBezTo>
                    <a:pt x="804" y="2222"/>
                    <a:pt x="1412" y="2035"/>
                    <a:pt x="1576" y="1964"/>
                  </a:cubicBezTo>
                  <a:cubicBezTo>
                    <a:pt x="1603" y="1953"/>
                    <a:pt x="1656" y="1948"/>
                    <a:pt x="1725" y="1948"/>
                  </a:cubicBezTo>
                  <a:cubicBezTo>
                    <a:pt x="1999" y="1948"/>
                    <a:pt x="2524" y="2027"/>
                    <a:pt x="2652" y="2081"/>
                  </a:cubicBezTo>
                  <a:cubicBezTo>
                    <a:pt x="2686" y="2097"/>
                    <a:pt x="2724" y="2109"/>
                    <a:pt x="2759" y="2118"/>
                  </a:cubicBezTo>
                  <a:cubicBezTo>
                    <a:pt x="2777" y="2123"/>
                    <a:pt x="2801" y="2130"/>
                    <a:pt x="2819" y="2137"/>
                  </a:cubicBezTo>
                  <a:cubicBezTo>
                    <a:pt x="2798" y="2158"/>
                    <a:pt x="2752" y="2198"/>
                    <a:pt x="2642" y="2271"/>
                  </a:cubicBezTo>
                  <a:cubicBezTo>
                    <a:pt x="2565" y="2320"/>
                    <a:pt x="2488" y="2366"/>
                    <a:pt x="2414" y="2411"/>
                  </a:cubicBezTo>
                  <a:cubicBezTo>
                    <a:pt x="2091" y="2605"/>
                    <a:pt x="1811" y="2773"/>
                    <a:pt x="1789" y="3073"/>
                  </a:cubicBezTo>
                  <a:cubicBezTo>
                    <a:pt x="1767" y="3389"/>
                    <a:pt x="2330" y="3628"/>
                    <a:pt x="2701" y="3785"/>
                  </a:cubicBezTo>
                  <a:cubicBezTo>
                    <a:pt x="2777" y="3817"/>
                    <a:pt x="2841" y="3844"/>
                    <a:pt x="2884" y="3866"/>
                  </a:cubicBezTo>
                  <a:cubicBezTo>
                    <a:pt x="3082" y="3965"/>
                    <a:pt x="3123" y="4307"/>
                    <a:pt x="3085" y="4419"/>
                  </a:cubicBezTo>
                  <a:cubicBezTo>
                    <a:pt x="3074" y="4450"/>
                    <a:pt x="3055" y="4489"/>
                    <a:pt x="3034" y="4530"/>
                  </a:cubicBezTo>
                  <a:cubicBezTo>
                    <a:pt x="2964" y="4671"/>
                    <a:pt x="2867" y="4864"/>
                    <a:pt x="3007" y="5004"/>
                  </a:cubicBezTo>
                  <a:cubicBezTo>
                    <a:pt x="3060" y="5057"/>
                    <a:pt x="3128" y="5077"/>
                    <a:pt x="3197" y="5077"/>
                  </a:cubicBezTo>
                  <a:cubicBezTo>
                    <a:pt x="3351" y="5077"/>
                    <a:pt x="3510" y="4982"/>
                    <a:pt x="3536" y="4967"/>
                  </a:cubicBezTo>
                  <a:cubicBezTo>
                    <a:pt x="3545" y="4961"/>
                    <a:pt x="3553" y="4952"/>
                    <a:pt x="3558" y="4942"/>
                  </a:cubicBezTo>
                  <a:cubicBezTo>
                    <a:pt x="3780" y="4534"/>
                    <a:pt x="4200" y="3869"/>
                    <a:pt x="4385" y="3823"/>
                  </a:cubicBezTo>
                  <a:cubicBezTo>
                    <a:pt x="4387" y="3822"/>
                    <a:pt x="4389" y="3822"/>
                    <a:pt x="4391" y="3822"/>
                  </a:cubicBezTo>
                  <a:cubicBezTo>
                    <a:pt x="4411" y="3822"/>
                    <a:pt x="4439" y="3842"/>
                    <a:pt x="4468" y="3874"/>
                  </a:cubicBezTo>
                  <a:cubicBezTo>
                    <a:pt x="4704" y="4134"/>
                    <a:pt x="4928" y="5063"/>
                    <a:pt x="4824" y="5357"/>
                  </a:cubicBezTo>
                  <a:cubicBezTo>
                    <a:pt x="4697" y="5716"/>
                    <a:pt x="4151" y="5831"/>
                    <a:pt x="4145" y="5832"/>
                  </a:cubicBezTo>
                  <a:cubicBezTo>
                    <a:pt x="4111" y="5839"/>
                    <a:pt x="4087" y="5871"/>
                    <a:pt x="4092" y="5906"/>
                  </a:cubicBezTo>
                  <a:cubicBezTo>
                    <a:pt x="4095" y="5928"/>
                    <a:pt x="4173" y="6438"/>
                    <a:pt x="4624" y="6639"/>
                  </a:cubicBezTo>
                  <a:cubicBezTo>
                    <a:pt x="4686" y="6666"/>
                    <a:pt x="4749" y="6678"/>
                    <a:pt x="4816" y="6678"/>
                  </a:cubicBezTo>
                  <a:cubicBezTo>
                    <a:pt x="5091" y="6678"/>
                    <a:pt x="5402" y="6473"/>
                    <a:pt x="5636" y="6280"/>
                  </a:cubicBezTo>
                  <a:cubicBezTo>
                    <a:pt x="5649" y="6270"/>
                    <a:pt x="5656" y="6254"/>
                    <a:pt x="5658" y="6238"/>
                  </a:cubicBezTo>
                  <a:cubicBezTo>
                    <a:pt x="5750" y="5995"/>
                    <a:pt x="6831" y="3160"/>
                    <a:pt x="6737" y="2643"/>
                  </a:cubicBezTo>
                  <a:cubicBezTo>
                    <a:pt x="6633" y="2077"/>
                    <a:pt x="5748" y="1241"/>
                    <a:pt x="4842" y="856"/>
                  </a:cubicBezTo>
                  <a:cubicBezTo>
                    <a:pt x="4398" y="667"/>
                    <a:pt x="3834" y="616"/>
                    <a:pt x="3354" y="616"/>
                  </a:cubicBezTo>
                  <a:cubicBezTo>
                    <a:pt x="2963" y="616"/>
                    <a:pt x="2627" y="650"/>
                    <a:pt x="2457" y="671"/>
                  </a:cubicBezTo>
                  <a:cubicBezTo>
                    <a:pt x="2525" y="500"/>
                    <a:pt x="2622" y="199"/>
                    <a:pt x="2519" y="66"/>
                  </a:cubicBezTo>
                  <a:cubicBezTo>
                    <a:pt x="2494" y="35"/>
                    <a:pt x="2450" y="0"/>
                    <a:pt x="23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g332bf0ce26c_1_103"/>
            <p:cNvSpPr/>
            <p:nvPr/>
          </p:nvSpPr>
          <p:spPr>
            <a:xfrm>
              <a:off x="9774549" y="3182217"/>
              <a:ext cx="39001" cy="14096"/>
            </a:xfrm>
            <a:custGeom>
              <a:rect b="b" l="l" r="r" t="t"/>
              <a:pathLst>
                <a:path extrusionOk="0" h="386" w="1068">
                  <a:moveTo>
                    <a:pt x="523" y="1"/>
                  </a:moveTo>
                  <a:cubicBezTo>
                    <a:pt x="484" y="1"/>
                    <a:pt x="445" y="4"/>
                    <a:pt x="408" y="12"/>
                  </a:cubicBezTo>
                  <a:cubicBezTo>
                    <a:pt x="152" y="65"/>
                    <a:pt x="24" y="277"/>
                    <a:pt x="19" y="285"/>
                  </a:cubicBezTo>
                  <a:cubicBezTo>
                    <a:pt x="1" y="317"/>
                    <a:pt x="10" y="357"/>
                    <a:pt x="42" y="376"/>
                  </a:cubicBezTo>
                  <a:cubicBezTo>
                    <a:pt x="53" y="382"/>
                    <a:pt x="65" y="386"/>
                    <a:pt x="76" y="386"/>
                  </a:cubicBezTo>
                  <a:cubicBezTo>
                    <a:pt x="99" y="386"/>
                    <a:pt x="120" y="374"/>
                    <a:pt x="133" y="354"/>
                  </a:cubicBezTo>
                  <a:cubicBezTo>
                    <a:pt x="134" y="352"/>
                    <a:pt x="239" y="182"/>
                    <a:pt x="436" y="142"/>
                  </a:cubicBezTo>
                  <a:cubicBezTo>
                    <a:pt x="464" y="136"/>
                    <a:pt x="493" y="134"/>
                    <a:pt x="523" y="134"/>
                  </a:cubicBezTo>
                  <a:cubicBezTo>
                    <a:pt x="654" y="134"/>
                    <a:pt x="799" y="190"/>
                    <a:pt x="953" y="303"/>
                  </a:cubicBezTo>
                  <a:cubicBezTo>
                    <a:pt x="965" y="312"/>
                    <a:pt x="979" y="316"/>
                    <a:pt x="992" y="316"/>
                  </a:cubicBezTo>
                  <a:cubicBezTo>
                    <a:pt x="1013" y="316"/>
                    <a:pt x="1033" y="306"/>
                    <a:pt x="1045" y="288"/>
                  </a:cubicBezTo>
                  <a:cubicBezTo>
                    <a:pt x="1068" y="258"/>
                    <a:pt x="1061" y="217"/>
                    <a:pt x="1031" y="195"/>
                  </a:cubicBezTo>
                  <a:cubicBezTo>
                    <a:pt x="854" y="66"/>
                    <a:pt x="684" y="1"/>
                    <a:pt x="5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g332bf0ce26c_1_103"/>
            <p:cNvSpPr/>
            <p:nvPr/>
          </p:nvSpPr>
          <p:spPr>
            <a:xfrm>
              <a:off x="9790215" y="3273618"/>
              <a:ext cx="36883" cy="30638"/>
            </a:xfrm>
            <a:custGeom>
              <a:rect b="b" l="l" r="r" t="t"/>
              <a:pathLst>
                <a:path extrusionOk="0" h="839" w="1010">
                  <a:moveTo>
                    <a:pt x="892" y="1"/>
                  </a:moveTo>
                  <a:cubicBezTo>
                    <a:pt x="565" y="568"/>
                    <a:pt x="77" y="589"/>
                    <a:pt x="8" y="589"/>
                  </a:cubicBezTo>
                  <a:cubicBezTo>
                    <a:pt x="3" y="589"/>
                    <a:pt x="0" y="589"/>
                    <a:pt x="0" y="589"/>
                  </a:cubicBezTo>
                  <a:lnTo>
                    <a:pt x="0" y="589"/>
                  </a:lnTo>
                  <a:cubicBezTo>
                    <a:pt x="0" y="589"/>
                    <a:pt x="426" y="838"/>
                    <a:pt x="685" y="838"/>
                  </a:cubicBezTo>
                  <a:cubicBezTo>
                    <a:pt x="754" y="838"/>
                    <a:pt x="810" y="821"/>
                    <a:pt x="845" y="777"/>
                  </a:cubicBezTo>
                  <a:cubicBezTo>
                    <a:pt x="1009" y="565"/>
                    <a:pt x="892" y="1"/>
                    <a:pt x="8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g332bf0ce26c_1_103"/>
            <p:cNvSpPr/>
            <p:nvPr/>
          </p:nvSpPr>
          <p:spPr>
            <a:xfrm>
              <a:off x="9787549" y="3271207"/>
              <a:ext cx="41959" cy="35422"/>
            </a:xfrm>
            <a:custGeom>
              <a:rect b="b" l="l" r="r" t="t"/>
              <a:pathLst>
                <a:path extrusionOk="0" h="970" w="1149">
                  <a:moveTo>
                    <a:pt x="926" y="248"/>
                  </a:moveTo>
                  <a:cubicBezTo>
                    <a:pt x="947" y="435"/>
                    <a:pt x="953" y="689"/>
                    <a:pt x="866" y="801"/>
                  </a:cubicBezTo>
                  <a:cubicBezTo>
                    <a:pt x="846" y="827"/>
                    <a:pt x="809" y="838"/>
                    <a:pt x="760" y="838"/>
                  </a:cubicBezTo>
                  <a:cubicBezTo>
                    <a:pt x="641" y="838"/>
                    <a:pt x="455" y="772"/>
                    <a:pt x="287" y="693"/>
                  </a:cubicBezTo>
                  <a:cubicBezTo>
                    <a:pt x="462" y="648"/>
                    <a:pt x="713" y="535"/>
                    <a:pt x="926" y="248"/>
                  </a:cubicBezTo>
                  <a:close/>
                  <a:moveTo>
                    <a:pt x="965" y="1"/>
                  </a:moveTo>
                  <a:cubicBezTo>
                    <a:pt x="941" y="1"/>
                    <a:pt x="919" y="13"/>
                    <a:pt x="907" y="34"/>
                  </a:cubicBezTo>
                  <a:cubicBezTo>
                    <a:pt x="581" y="600"/>
                    <a:pt x="94" y="587"/>
                    <a:pt x="75" y="588"/>
                  </a:cubicBezTo>
                  <a:cubicBezTo>
                    <a:pt x="73" y="588"/>
                    <a:pt x="71" y="588"/>
                    <a:pt x="69" y="588"/>
                  </a:cubicBezTo>
                  <a:cubicBezTo>
                    <a:pt x="41" y="588"/>
                    <a:pt x="17" y="608"/>
                    <a:pt x="9" y="636"/>
                  </a:cubicBezTo>
                  <a:cubicBezTo>
                    <a:pt x="1" y="665"/>
                    <a:pt x="13" y="696"/>
                    <a:pt x="39" y="711"/>
                  </a:cubicBezTo>
                  <a:cubicBezTo>
                    <a:pt x="130" y="765"/>
                    <a:pt x="497" y="969"/>
                    <a:pt x="756" y="969"/>
                  </a:cubicBezTo>
                  <a:cubicBezTo>
                    <a:pt x="846" y="969"/>
                    <a:pt x="921" y="946"/>
                    <a:pt x="971" y="883"/>
                  </a:cubicBezTo>
                  <a:cubicBezTo>
                    <a:pt x="1149" y="653"/>
                    <a:pt x="1043" y="114"/>
                    <a:pt x="1030" y="54"/>
                  </a:cubicBezTo>
                  <a:cubicBezTo>
                    <a:pt x="1024" y="26"/>
                    <a:pt x="1003" y="5"/>
                    <a:pt x="976" y="2"/>
                  </a:cubicBezTo>
                  <a:cubicBezTo>
                    <a:pt x="972" y="1"/>
                    <a:pt x="968" y="1"/>
                    <a:pt x="9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5" name="Google Shape;1885;g332bf0ce26c_1_103"/>
            <p:cNvSpPr/>
            <p:nvPr/>
          </p:nvSpPr>
          <p:spPr>
            <a:xfrm>
              <a:off x="9854521" y="3345701"/>
              <a:ext cx="30017" cy="41192"/>
            </a:xfrm>
            <a:custGeom>
              <a:rect b="b" l="l" r="r" t="t"/>
              <a:pathLst>
                <a:path extrusionOk="0" h="1128" w="822">
                  <a:moveTo>
                    <a:pt x="822" y="0"/>
                  </a:moveTo>
                  <a:lnTo>
                    <a:pt x="1" y="493"/>
                  </a:lnTo>
                  <a:lnTo>
                    <a:pt x="588" y="1128"/>
                  </a:lnTo>
                  <a:lnTo>
                    <a:pt x="8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g332bf0ce26c_1_103"/>
            <p:cNvSpPr/>
            <p:nvPr/>
          </p:nvSpPr>
          <p:spPr>
            <a:xfrm>
              <a:off x="9852038" y="3343255"/>
              <a:ext cx="35093" cy="46049"/>
            </a:xfrm>
            <a:custGeom>
              <a:rect b="b" l="l" r="r" t="t"/>
              <a:pathLst>
                <a:path extrusionOk="0" h="1261" w="961">
                  <a:moveTo>
                    <a:pt x="794" y="202"/>
                  </a:moveTo>
                  <a:lnTo>
                    <a:pt x="617" y="1055"/>
                  </a:lnTo>
                  <a:lnTo>
                    <a:pt x="173" y="576"/>
                  </a:lnTo>
                  <a:lnTo>
                    <a:pt x="794" y="202"/>
                  </a:lnTo>
                  <a:close/>
                  <a:moveTo>
                    <a:pt x="891" y="0"/>
                  </a:moveTo>
                  <a:cubicBezTo>
                    <a:pt x="879" y="0"/>
                    <a:pt x="867" y="4"/>
                    <a:pt x="857" y="10"/>
                  </a:cubicBezTo>
                  <a:lnTo>
                    <a:pt x="34" y="504"/>
                  </a:lnTo>
                  <a:cubicBezTo>
                    <a:pt x="17" y="514"/>
                    <a:pt x="5" y="531"/>
                    <a:pt x="2" y="551"/>
                  </a:cubicBezTo>
                  <a:cubicBezTo>
                    <a:pt x="0" y="571"/>
                    <a:pt x="6" y="591"/>
                    <a:pt x="19" y="605"/>
                  </a:cubicBezTo>
                  <a:lnTo>
                    <a:pt x="607" y="1240"/>
                  </a:lnTo>
                  <a:cubicBezTo>
                    <a:pt x="620" y="1254"/>
                    <a:pt x="637" y="1261"/>
                    <a:pt x="656" y="1261"/>
                  </a:cubicBezTo>
                  <a:cubicBezTo>
                    <a:pt x="661" y="1261"/>
                    <a:pt x="667" y="1261"/>
                    <a:pt x="673" y="1258"/>
                  </a:cubicBezTo>
                  <a:cubicBezTo>
                    <a:pt x="697" y="1253"/>
                    <a:pt x="715" y="1232"/>
                    <a:pt x="721" y="1209"/>
                  </a:cubicBezTo>
                  <a:lnTo>
                    <a:pt x="955" y="81"/>
                  </a:lnTo>
                  <a:cubicBezTo>
                    <a:pt x="961" y="55"/>
                    <a:pt x="950" y="28"/>
                    <a:pt x="929" y="13"/>
                  </a:cubicBezTo>
                  <a:cubicBezTo>
                    <a:pt x="918" y="5"/>
                    <a:pt x="904" y="0"/>
                    <a:pt x="8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g332bf0ce26c_1_103"/>
            <p:cNvSpPr/>
            <p:nvPr/>
          </p:nvSpPr>
          <p:spPr>
            <a:xfrm>
              <a:off x="9914444" y="3280519"/>
              <a:ext cx="91367" cy="202307"/>
            </a:xfrm>
            <a:custGeom>
              <a:rect b="b" l="l" r="r" t="t"/>
              <a:pathLst>
                <a:path extrusionOk="0" h="5540" w="2502">
                  <a:moveTo>
                    <a:pt x="1856" y="1"/>
                  </a:moveTo>
                  <a:lnTo>
                    <a:pt x="1" y="4387"/>
                  </a:lnTo>
                  <a:lnTo>
                    <a:pt x="1096" y="5539"/>
                  </a:lnTo>
                  <a:lnTo>
                    <a:pt x="2502" y="507"/>
                  </a:lnTo>
                  <a:lnTo>
                    <a:pt x="185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g332bf0ce26c_1_103"/>
            <p:cNvSpPr/>
            <p:nvPr/>
          </p:nvSpPr>
          <p:spPr>
            <a:xfrm>
              <a:off x="9911815" y="3278109"/>
              <a:ext cx="96589" cy="207127"/>
            </a:xfrm>
            <a:custGeom>
              <a:rect b="b" l="l" r="r" t="t"/>
              <a:pathLst>
                <a:path extrusionOk="0" h="5672" w="2645">
                  <a:moveTo>
                    <a:pt x="1955" y="172"/>
                  </a:moveTo>
                  <a:lnTo>
                    <a:pt x="2498" y="598"/>
                  </a:lnTo>
                  <a:lnTo>
                    <a:pt x="1136" y="5474"/>
                  </a:lnTo>
                  <a:lnTo>
                    <a:pt x="151" y="4439"/>
                  </a:lnTo>
                  <a:lnTo>
                    <a:pt x="1955" y="172"/>
                  </a:lnTo>
                  <a:close/>
                  <a:moveTo>
                    <a:pt x="1928" y="1"/>
                  </a:moveTo>
                  <a:cubicBezTo>
                    <a:pt x="1922" y="1"/>
                    <a:pt x="1917" y="1"/>
                    <a:pt x="1911" y="3"/>
                  </a:cubicBezTo>
                  <a:cubicBezTo>
                    <a:pt x="1891" y="8"/>
                    <a:pt x="1875" y="22"/>
                    <a:pt x="1866" y="41"/>
                  </a:cubicBezTo>
                  <a:lnTo>
                    <a:pt x="11" y="4427"/>
                  </a:lnTo>
                  <a:cubicBezTo>
                    <a:pt x="1" y="4450"/>
                    <a:pt x="6" y="4479"/>
                    <a:pt x="24" y="4498"/>
                  </a:cubicBezTo>
                  <a:lnTo>
                    <a:pt x="1121" y="5651"/>
                  </a:lnTo>
                  <a:cubicBezTo>
                    <a:pt x="1134" y="5664"/>
                    <a:pt x="1151" y="5671"/>
                    <a:pt x="1168" y="5671"/>
                  </a:cubicBezTo>
                  <a:cubicBezTo>
                    <a:pt x="1174" y="5671"/>
                    <a:pt x="1180" y="5670"/>
                    <a:pt x="1185" y="5669"/>
                  </a:cubicBezTo>
                  <a:cubicBezTo>
                    <a:pt x="1207" y="5663"/>
                    <a:pt x="1226" y="5645"/>
                    <a:pt x="1232" y="5623"/>
                  </a:cubicBezTo>
                  <a:lnTo>
                    <a:pt x="2638" y="591"/>
                  </a:lnTo>
                  <a:cubicBezTo>
                    <a:pt x="2645" y="565"/>
                    <a:pt x="2637" y="538"/>
                    <a:pt x="2615" y="521"/>
                  </a:cubicBezTo>
                  <a:lnTo>
                    <a:pt x="1968" y="15"/>
                  </a:lnTo>
                  <a:cubicBezTo>
                    <a:pt x="1957" y="6"/>
                    <a:pt x="1943" y="1"/>
                    <a:pt x="19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g332bf0ce26c_1_103"/>
            <p:cNvSpPr/>
            <p:nvPr/>
          </p:nvSpPr>
          <p:spPr>
            <a:xfrm>
              <a:off x="9584480" y="3394670"/>
              <a:ext cx="566058" cy="384347"/>
            </a:xfrm>
            <a:custGeom>
              <a:rect b="b" l="l" r="r" t="t"/>
              <a:pathLst>
                <a:path extrusionOk="0" h="10525" w="15501">
                  <a:moveTo>
                    <a:pt x="14542" y="1"/>
                  </a:moveTo>
                  <a:cubicBezTo>
                    <a:pt x="14457" y="1"/>
                    <a:pt x="13764" y="22"/>
                    <a:pt x="12920" y="706"/>
                  </a:cubicBezTo>
                  <a:cubicBezTo>
                    <a:pt x="12019" y="1436"/>
                    <a:pt x="10564" y="2599"/>
                    <a:pt x="10564" y="2599"/>
                  </a:cubicBezTo>
                  <a:lnTo>
                    <a:pt x="7475" y="5900"/>
                  </a:lnTo>
                  <a:lnTo>
                    <a:pt x="1363" y="1772"/>
                  </a:lnTo>
                  <a:lnTo>
                    <a:pt x="0" y="2794"/>
                  </a:lnTo>
                  <a:cubicBezTo>
                    <a:pt x="0" y="2794"/>
                    <a:pt x="7189" y="10525"/>
                    <a:pt x="7531" y="10525"/>
                  </a:cubicBezTo>
                  <a:cubicBezTo>
                    <a:pt x="7871" y="10525"/>
                    <a:pt x="15087" y="5137"/>
                    <a:pt x="15500" y="4893"/>
                  </a:cubicBezTo>
                  <a:lnTo>
                    <a:pt x="14551" y="1"/>
                  </a:lnTo>
                  <a:cubicBezTo>
                    <a:pt x="14551" y="1"/>
                    <a:pt x="14548" y="1"/>
                    <a:pt x="145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g332bf0ce26c_1_103"/>
            <p:cNvSpPr/>
            <p:nvPr/>
          </p:nvSpPr>
          <p:spPr>
            <a:xfrm>
              <a:off x="9581997" y="3392260"/>
              <a:ext cx="571316" cy="389240"/>
            </a:xfrm>
            <a:custGeom>
              <a:rect b="b" l="l" r="r" t="t"/>
              <a:pathLst>
                <a:path extrusionOk="0" h="10659" w="15645">
                  <a:moveTo>
                    <a:pt x="14607" y="0"/>
                  </a:moveTo>
                  <a:cubicBezTo>
                    <a:pt x="14496" y="0"/>
                    <a:pt x="13798" y="30"/>
                    <a:pt x="12946" y="721"/>
                  </a:cubicBezTo>
                  <a:cubicBezTo>
                    <a:pt x="12057" y="1443"/>
                    <a:pt x="10606" y="2602"/>
                    <a:pt x="10584" y="2620"/>
                  </a:cubicBezTo>
                  <a:lnTo>
                    <a:pt x="7534" y="5879"/>
                  </a:lnTo>
                  <a:lnTo>
                    <a:pt x="1469" y="1782"/>
                  </a:lnTo>
                  <a:cubicBezTo>
                    <a:pt x="1458" y="1775"/>
                    <a:pt x="1445" y="1771"/>
                    <a:pt x="1432" y="1771"/>
                  </a:cubicBezTo>
                  <a:cubicBezTo>
                    <a:pt x="1418" y="1771"/>
                    <a:pt x="1404" y="1776"/>
                    <a:pt x="1392" y="1785"/>
                  </a:cubicBezTo>
                  <a:lnTo>
                    <a:pt x="28" y="2807"/>
                  </a:lnTo>
                  <a:cubicBezTo>
                    <a:pt x="14" y="2819"/>
                    <a:pt x="4" y="2835"/>
                    <a:pt x="2" y="2854"/>
                  </a:cubicBezTo>
                  <a:cubicBezTo>
                    <a:pt x="1" y="2873"/>
                    <a:pt x="7" y="2892"/>
                    <a:pt x="20" y="2905"/>
                  </a:cubicBezTo>
                  <a:cubicBezTo>
                    <a:pt x="1710" y="4724"/>
                    <a:pt x="7255" y="10658"/>
                    <a:pt x="7599" y="10658"/>
                  </a:cubicBezTo>
                  <a:cubicBezTo>
                    <a:pt x="7810" y="10658"/>
                    <a:pt x="9752" y="9269"/>
                    <a:pt x="13498" y="6534"/>
                  </a:cubicBezTo>
                  <a:cubicBezTo>
                    <a:pt x="14599" y="5729"/>
                    <a:pt x="15470" y="5095"/>
                    <a:pt x="15602" y="5017"/>
                  </a:cubicBezTo>
                  <a:cubicBezTo>
                    <a:pt x="15634" y="4998"/>
                    <a:pt x="15645" y="4958"/>
                    <a:pt x="15626" y="4926"/>
                  </a:cubicBezTo>
                  <a:cubicBezTo>
                    <a:pt x="15613" y="4905"/>
                    <a:pt x="15592" y="4893"/>
                    <a:pt x="15569" y="4893"/>
                  </a:cubicBezTo>
                  <a:cubicBezTo>
                    <a:pt x="15557" y="4893"/>
                    <a:pt x="15546" y="4896"/>
                    <a:pt x="15535" y="4902"/>
                  </a:cubicBezTo>
                  <a:cubicBezTo>
                    <a:pt x="15397" y="4983"/>
                    <a:pt x="14567" y="5588"/>
                    <a:pt x="13420" y="6426"/>
                  </a:cubicBezTo>
                  <a:cubicBezTo>
                    <a:pt x="11342" y="7944"/>
                    <a:pt x="7864" y="10483"/>
                    <a:pt x="7607" y="10526"/>
                  </a:cubicBezTo>
                  <a:cubicBezTo>
                    <a:pt x="7283" y="10429"/>
                    <a:pt x="3000" y="5915"/>
                    <a:pt x="167" y="2870"/>
                  </a:cubicBezTo>
                  <a:lnTo>
                    <a:pt x="1433" y="1920"/>
                  </a:lnTo>
                  <a:lnTo>
                    <a:pt x="7506" y="6021"/>
                  </a:lnTo>
                  <a:cubicBezTo>
                    <a:pt x="7518" y="6029"/>
                    <a:pt x="7530" y="6033"/>
                    <a:pt x="7543" y="6033"/>
                  </a:cubicBezTo>
                  <a:cubicBezTo>
                    <a:pt x="7561" y="6033"/>
                    <a:pt x="7578" y="6026"/>
                    <a:pt x="7591" y="6012"/>
                  </a:cubicBezTo>
                  <a:lnTo>
                    <a:pt x="10674" y="2717"/>
                  </a:lnTo>
                  <a:cubicBezTo>
                    <a:pt x="10689" y="2706"/>
                    <a:pt x="12139" y="1546"/>
                    <a:pt x="13030" y="824"/>
                  </a:cubicBezTo>
                  <a:cubicBezTo>
                    <a:pt x="13830" y="176"/>
                    <a:pt x="14497" y="132"/>
                    <a:pt x="14602" y="132"/>
                  </a:cubicBezTo>
                  <a:cubicBezTo>
                    <a:pt x="14611" y="132"/>
                    <a:pt x="14616" y="133"/>
                    <a:pt x="14617" y="133"/>
                  </a:cubicBezTo>
                  <a:cubicBezTo>
                    <a:pt x="14618" y="133"/>
                    <a:pt x="14618" y="133"/>
                    <a:pt x="14619" y="133"/>
                  </a:cubicBezTo>
                  <a:cubicBezTo>
                    <a:pt x="14654" y="133"/>
                    <a:pt x="14684" y="104"/>
                    <a:pt x="14685" y="68"/>
                  </a:cubicBezTo>
                  <a:cubicBezTo>
                    <a:pt x="14687" y="31"/>
                    <a:pt x="14658" y="2"/>
                    <a:pt x="14622" y="0"/>
                  </a:cubicBezTo>
                  <a:cubicBezTo>
                    <a:pt x="14620" y="0"/>
                    <a:pt x="14615" y="0"/>
                    <a:pt x="146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g332bf0ce26c_1_103"/>
            <p:cNvSpPr/>
            <p:nvPr/>
          </p:nvSpPr>
          <p:spPr>
            <a:xfrm>
              <a:off x="9606025" y="3474897"/>
              <a:ext cx="52403" cy="45099"/>
            </a:xfrm>
            <a:custGeom>
              <a:rect b="b" l="l" r="r" t="t"/>
              <a:pathLst>
                <a:path extrusionOk="0" h="1235" w="1435">
                  <a:moveTo>
                    <a:pt x="1360" y="0"/>
                  </a:moveTo>
                  <a:cubicBezTo>
                    <a:pt x="1345" y="0"/>
                    <a:pt x="1329" y="6"/>
                    <a:pt x="1317" y="16"/>
                  </a:cubicBezTo>
                  <a:lnTo>
                    <a:pt x="31" y="1118"/>
                  </a:lnTo>
                  <a:cubicBezTo>
                    <a:pt x="4" y="1141"/>
                    <a:pt x="0" y="1184"/>
                    <a:pt x="24" y="1211"/>
                  </a:cubicBezTo>
                  <a:cubicBezTo>
                    <a:pt x="37" y="1227"/>
                    <a:pt x="56" y="1235"/>
                    <a:pt x="75" y="1235"/>
                  </a:cubicBezTo>
                  <a:cubicBezTo>
                    <a:pt x="90" y="1235"/>
                    <a:pt x="106" y="1230"/>
                    <a:pt x="118" y="1218"/>
                  </a:cubicBezTo>
                  <a:lnTo>
                    <a:pt x="1404" y="117"/>
                  </a:lnTo>
                  <a:cubicBezTo>
                    <a:pt x="1431" y="93"/>
                    <a:pt x="1434" y="52"/>
                    <a:pt x="1411" y="23"/>
                  </a:cubicBezTo>
                  <a:cubicBezTo>
                    <a:pt x="1398" y="8"/>
                    <a:pt x="1379" y="0"/>
                    <a:pt x="13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g332bf0ce26c_1_103"/>
            <p:cNvSpPr/>
            <p:nvPr/>
          </p:nvSpPr>
          <p:spPr>
            <a:xfrm>
              <a:off x="9462296" y="3270148"/>
              <a:ext cx="171961" cy="226591"/>
            </a:xfrm>
            <a:custGeom>
              <a:rect b="b" l="l" r="r" t="t"/>
              <a:pathLst>
                <a:path extrusionOk="0" h="6205" w="4709">
                  <a:moveTo>
                    <a:pt x="1630" y="1"/>
                  </a:moveTo>
                  <a:cubicBezTo>
                    <a:pt x="1544" y="1"/>
                    <a:pt x="1460" y="114"/>
                    <a:pt x="1496" y="240"/>
                  </a:cubicBezTo>
                  <a:cubicBezTo>
                    <a:pt x="1545" y="410"/>
                    <a:pt x="2372" y="2187"/>
                    <a:pt x="2372" y="2187"/>
                  </a:cubicBezTo>
                  <a:cubicBezTo>
                    <a:pt x="2372" y="2187"/>
                    <a:pt x="1617" y="1360"/>
                    <a:pt x="1399" y="995"/>
                  </a:cubicBezTo>
                  <a:cubicBezTo>
                    <a:pt x="1199" y="662"/>
                    <a:pt x="918" y="127"/>
                    <a:pt x="760" y="127"/>
                  </a:cubicBezTo>
                  <a:cubicBezTo>
                    <a:pt x="744" y="127"/>
                    <a:pt x="730" y="132"/>
                    <a:pt x="717" y="143"/>
                  </a:cubicBezTo>
                  <a:cubicBezTo>
                    <a:pt x="570" y="265"/>
                    <a:pt x="669" y="337"/>
                    <a:pt x="911" y="970"/>
                  </a:cubicBezTo>
                  <a:cubicBezTo>
                    <a:pt x="1155" y="1603"/>
                    <a:pt x="1691" y="2601"/>
                    <a:pt x="1691" y="2601"/>
                  </a:cubicBezTo>
                  <a:cubicBezTo>
                    <a:pt x="1691" y="2601"/>
                    <a:pt x="888" y="1750"/>
                    <a:pt x="790" y="1628"/>
                  </a:cubicBezTo>
                  <a:cubicBezTo>
                    <a:pt x="707" y="1524"/>
                    <a:pt x="410" y="939"/>
                    <a:pt x="265" y="939"/>
                  </a:cubicBezTo>
                  <a:cubicBezTo>
                    <a:pt x="240" y="939"/>
                    <a:pt x="220" y="956"/>
                    <a:pt x="206" y="995"/>
                  </a:cubicBezTo>
                  <a:cubicBezTo>
                    <a:pt x="109" y="1262"/>
                    <a:pt x="473" y="1872"/>
                    <a:pt x="498" y="1944"/>
                  </a:cubicBezTo>
                  <a:cubicBezTo>
                    <a:pt x="522" y="2017"/>
                    <a:pt x="839" y="2553"/>
                    <a:pt x="839" y="2553"/>
                  </a:cubicBezTo>
                  <a:lnTo>
                    <a:pt x="1203" y="3064"/>
                  </a:lnTo>
                  <a:cubicBezTo>
                    <a:pt x="1203" y="3064"/>
                    <a:pt x="766" y="2869"/>
                    <a:pt x="498" y="2625"/>
                  </a:cubicBezTo>
                  <a:cubicBezTo>
                    <a:pt x="348" y="2490"/>
                    <a:pt x="206" y="2407"/>
                    <a:pt x="114" y="2407"/>
                  </a:cubicBezTo>
                  <a:cubicBezTo>
                    <a:pt x="42" y="2407"/>
                    <a:pt x="0" y="2459"/>
                    <a:pt x="11" y="2577"/>
                  </a:cubicBezTo>
                  <a:cubicBezTo>
                    <a:pt x="36" y="2845"/>
                    <a:pt x="400" y="3088"/>
                    <a:pt x="522" y="3186"/>
                  </a:cubicBezTo>
                  <a:cubicBezTo>
                    <a:pt x="644" y="3283"/>
                    <a:pt x="1557" y="4136"/>
                    <a:pt x="1826" y="4502"/>
                  </a:cubicBezTo>
                  <a:cubicBezTo>
                    <a:pt x="2093" y="4867"/>
                    <a:pt x="2566" y="5401"/>
                    <a:pt x="2566" y="5401"/>
                  </a:cubicBezTo>
                  <a:lnTo>
                    <a:pt x="3346" y="6204"/>
                  </a:lnTo>
                  <a:lnTo>
                    <a:pt x="4709" y="5182"/>
                  </a:lnTo>
                  <a:lnTo>
                    <a:pt x="4709" y="4671"/>
                  </a:lnTo>
                  <a:cubicBezTo>
                    <a:pt x="4709" y="4476"/>
                    <a:pt x="4709" y="3331"/>
                    <a:pt x="4612" y="3039"/>
                  </a:cubicBezTo>
                  <a:cubicBezTo>
                    <a:pt x="4515" y="2748"/>
                    <a:pt x="3954" y="1872"/>
                    <a:pt x="3760" y="1604"/>
                  </a:cubicBezTo>
                  <a:cubicBezTo>
                    <a:pt x="3609" y="1396"/>
                    <a:pt x="3444" y="1072"/>
                    <a:pt x="3309" y="1072"/>
                  </a:cubicBezTo>
                  <a:cubicBezTo>
                    <a:pt x="3270" y="1072"/>
                    <a:pt x="3233" y="1099"/>
                    <a:pt x="3201" y="1165"/>
                  </a:cubicBezTo>
                  <a:cubicBezTo>
                    <a:pt x="3054" y="1457"/>
                    <a:pt x="3127" y="1604"/>
                    <a:pt x="3273" y="1798"/>
                  </a:cubicBezTo>
                  <a:cubicBezTo>
                    <a:pt x="3419" y="1993"/>
                    <a:pt x="3735" y="2675"/>
                    <a:pt x="3735" y="2675"/>
                  </a:cubicBezTo>
                  <a:cubicBezTo>
                    <a:pt x="3735" y="2675"/>
                    <a:pt x="2762" y="1725"/>
                    <a:pt x="2713" y="1628"/>
                  </a:cubicBezTo>
                  <a:cubicBezTo>
                    <a:pt x="2665" y="1531"/>
                    <a:pt x="1813" y="167"/>
                    <a:pt x="1716" y="46"/>
                  </a:cubicBezTo>
                  <a:cubicBezTo>
                    <a:pt x="1690" y="14"/>
                    <a:pt x="1660" y="1"/>
                    <a:pt x="16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g332bf0ce26c_1_103"/>
            <p:cNvSpPr/>
            <p:nvPr/>
          </p:nvSpPr>
          <p:spPr>
            <a:xfrm>
              <a:off x="9459812" y="3267738"/>
              <a:ext cx="176891" cy="231411"/>
            </a:xfrm>
            <a:custGeom>
              <a:rect b="b" l="l" r="r" t="t"/>
              <a:pathLst>
                <a:path extrusionOk="0" h="6337" w="4844">
                  <a:moveTo>
                    <a:pt x="1699" y="133"/>
                  </a:moveTo>
                  <a:cubicBezTo>
                    <a:pt x="1710" y="133"/>
                    <a:pt x="1721" y="140"/>
                    <a:pt x="1732" y="153"/>
                  </a:cubicBezTo>
                  <a:cubicBezTo>
                    <a:pt x="1824" y="269"/>
                    <a:pt x="2675" y="1628"/>
                    <a:pt x="2722" y="1723"/>
                  </a:cubicBezTo>
                  <a:cubicBezTo>
                    <a:pt x="2772" y="1823"/>
                    <a:pt x="3526" y="2563"/>
                    <a:pt x="3757" y="2788"/>
                  </a:cubicBezTo>
                  <a:cubicBezTo>
                    <a:pt x="3769" y="2801"/>
                    <a:pt x="3786" y="2807"/>
                    <a:pt x="3803" y="2807"/>
                  </a:cubicBezTo>
                  <a:cubicBezTo>
                    <a:pt x="3817" y="2807"/>
                    <a:pt x="3831" y="2803"/>
                    <a:pt x="3842" y="2794"/>
                  </a:cubicBezTo>
                  <a:cubicBezTo>
                    <a:pt x="3868" y="2776"/>
                    <a:pt x="3878" y="2742"/>
                    <a:pt x="3864" y="2712"/>
                  </a:cubicBezTo>
                  <a:cubicBezTo>
                    <a:pt x="3851" y="2684"/>
                    <a:pt x="3543" y="2023"/>
                    <a:pt x="3394" y="1824"/>
                  </a:cubicBezTo>
                  <a:cubicBezTo>
                    <a:pt x="3252" y="1635"/>
                    <a:pt x="3199" y="1517"/>
                    <a:pt x="3328" y="1261"/>
                  </a:cubicBezTo>
                  <a:cubicBezTo>
                    <a:pt x="3348" y="1221"/>
                    <a:pt x="3367" y="1205"/>
                    <a:pt x="3376" y="1204"/>
                  </a:cubicBezTo>
                  <a:lnTo>
                    <a:pt x="3377" y="1204"/>
                  </a:lnTo>
                  <a:cubicBezTo>
                    <a:pt x="3441" y="1204"/>
                    <a:pt x="3575" y="1410"/>
                    <a:pt x="3655" y="1533"/>
                  </a:cubicBezTo>
                  <a:cubicBezTo>
                    <a:pt x="3696" y="1594"/>
                    <a:pt x="3736" y="1655"/>
                    <a:pt x="3774" y="1709"/>
                  </a:cubicBezTo>
                  <a:cubicBezTo>
                    <a:pt x="3978" y="1988"/>
                    <a:pt x="4525" y="2851"/>
                    <a:pt x="4617" y="3127"/>
                  </a:cubicBezTo>
                  <a:cubicBezTo>
                    <a:pt x="4676" y="3306"/>
                    <a:pt x="4711" y="3893"/>
                    <a:pt x="4711" y="4737"/>
                  </a:cubicBezTo>
                  <a:lnTo>
                    <a:pt x="4711" y="5215"/>
                  </a:lnTo>
                  <a:lnTo>
                    <a:pt x="3421" y="6183"/>
                  </a:lnTo>
                  <a:lnTo>
                    <a:pt x="2685" y="5423"/>
                  </a:lnTo>
                  <a:cubicBezTo>
                    <a:pt x="2680" y="5417"/>
                    <a:pt x="2210" y="4887"/>
                    <a:pt x="1947" y="4529"/>
                  </a:cubicBezTo>
                  <a:cubicBezTo>
                    <a:pt x="1672" y="4153"/>
                    <a:pt x="760" y="3303"/>
                    <a:pt x="631" y="3200"/>
                  </a:cubicBezTo>
                  <a:cubicBezTo>
                    <a:pt x="617" y="3188"/>
                    <a:pt x="598" y="3174"/>
                    <a:pt x="577" y="3157"/>
                  </a:cubicBezTo>
                  <a:cubicBezTo>
                    <a:pt x="433" y="3047"/>
                    <a:pt x="164" y="2844"/>
                    <a:pt x="145" y="2637"/>
                  </a:cubicBezTo>
                  <a:cubicBezTo>
                    <a:pt x="140" y="2587"/>
                    <a:pt x="147" y="2550"/>
                    <a:pt x="163" y="2543"/>
                  </a:cubicBezTo>
                  <a:cubicBezTo>
                    <a:pt x="168" y="2541"/>
                    <a:pt x="175" y="2540"/>
                    <a:pt x="183" y="2540"/>
                  </a:cubicBezTo>
                  <a:cubicBezTo>
                    <a:pt x="236" y="2540"/>
                    <a:pt x="354" y="2589"/>
                    <a:pt x="521" y="2741"/>
                  </a:cubicBezTo>
                  <a:cubicBezTo>
                    <a:pt x="795" y="2988"/>
                    <a:pt x="1226" y="3182"/>
                    <a:pt x="1245" y="3190"/>
                  </a:cubicBezTo>
                  <a:cubicBezTo>
                    <a:pt x="1254" y="3194"/>
                    <a:pt x="1263" y="3196"/>
                    <a:pt x="1272" y="3196"/>
                  </a:cubicBezTo>
                  <a:cubicBezTo>
                    <a:pt x="1292" y="3196"/>
                    <a:pt x="1311" y="3188"/>
                    <a:pt x="1323" y="3172"/>
                  </a:cubicBezTo>
                  <a:cubicBezTo>
                    <a:pt x="1342" y="3149"/>
                    <a:pt x="1344" y="3116"/>
                    <a:pt x="1326" y="3091"/>
                  </a:cubicBezTo>
                  <a:lnTo>
                    <a:pt x="965" y="2585"/>
                  </a:lnTo>
                  <a:cubicBezTo>
                    <a:pt x="811" y="2324"/>
                    <a:pt x="643" y="2031"/>
                    <a:pt x="629" y="1988"/>
                  </a:cubicBezTo>
                  <a:cubicBezTo>
                    <a:pt x="624" y="1974"/>
                    <a:pt x="606" y="1938"/>
                    <a:pt x="580" y="1887"/>
                  </a:cubicBezTo>
                  <a:cubicBezTo>
                    <a:pt x="495" y="1719"/>
                    <a:pt x="268" y="1273"/>
                    <a:pt x="337" y="1083"/>
                  </a:cubicBezTo>
                  <a:cubicBezTo>
                    <a:pt x="338" y="1080"/>
                    <a:pt x="339" y="1076"/>
                    <a:pt x="340" y="1074"/>
                  </a:cubicBezTo>
                  <a:cubicBezTo>
                    <a:pt x="423" y="1108"/>
                    <a:pt x="618" y="1431"/>
                    <a:pt x="693" y="1557"/>
                  </a:cubicBezTo>
                  <a:cubicBezTo>
                    <a:pt x="743" y="1638"/>
                    <a:pt x="782" y="1703"/>
                    <a:pt x="806" y="1735"/>
                  </a:cubicBezTo>
                  <a:cubicBezTo>
                    <a:pt x="905" y="1857"/>
                    <a:pt x="1678" y="2678"/>
                    <a:pt x="1710" y="2712"/>
                  </a:cubicBezTo>
                  <a:cubicBezTo>
                    <a:pt x="1724" y="2727"/>
                    <a:pt x="1741" y="2734"/>
                    <a:pt x="1759" y="2734"/>
                  </a:cubicBezTo>
                  <a:cubicBezTo>
                    <a:pt x="1772" y="2734"/>
                    <a:pt x="1786" y="2729"/>
                    <a:pt x="1798" y="2721"/>
                  </a:cubicBezTo>
                  <a:cubicBezTo>
                    <a:pt x="1825" y="2702"/>
                    <a:pt x="1833" y="2665"/>
                    <a:pt x="1818" y="2636"/>
                  </a:cubicBezTo>
                  <a:cubicBezTo>
                    <a:pt x="1812" y="2626"/>
                    <a:pt x="1281" y="1635"/>
                    <a:pt x="1042" y="1012"/>
                  </a:cubicBezTo>
                  <a:cubicBezTo>
                    <a:pt x="980" y="851"/>
                    <a:pt x="928" y="727"/>
                    <a:pt x="887" y="628"/>
                  </a:cubicBezTo>
                  <a:cubicBezTo>
                    <a:pt x="759" y="326"/>
                    <a:pt x="761" y="315"/>
                    <a:pt x="828" y="260"/>
                  </a:cubicBezTo>
                  <a:lnTo>
                    <a:pt x="830" y="260"/>
                  </a:lnTo>
                  <a:cubicBezTo>
                    <a:pt x="922" y="260"/>
                    <a:pt x="1181" y="704"/>
                    <a:pt x="1307" y="919"/>
                  </a:cubicBezTo>
                  <a:cubicBezTo>
                    <a:pt x="1342" y="980"/>
                    <a:pt x="1378" y="1041"/>
                    <a:pt x="1410" y="1095"/>
                  </a:cubicBezTo>
                  <a:cubicBezTo>
                    <a:pt x="1630" y="1462"/>
                    <a:pt x="2361" y="2264"/>
                    <a:pt x="2392" y="2298"/>
                  </a:cubicBezTo>
                  <a:cubicBezTo>
                    <a:pt x="2405" y="2313"/>
                    <a:pt x="2422" y="2320"/>
                    <a:pt x="2440" y="2320"/>
                  </a:cubicBezTo>
                  <a:cubicBezTo>
                    <a:pt x="2453" y="2320"/>
                    <a:pt x="2466" y="2316"/>
                    <a:pt x="2477" y="2309"/>
                  </a:cubicBezTo>
                  <a:cubicBezTo>
                    <a:pt x="2505" y="2291"/>
                    <a:pt x="2515" y="2256"/>
                    <a:pt x="2501" y="2226"/>
                  </a:cubicBezTo>
                  <a:cubicBezTo>
                    <a:pt x="2271" y="1733"/>
                    <a:pt x="1667" y="424"/>
                    <a:pt x="1629" y="288"/>
                  </a:cubicBezTo>
                  <a:cubicBezTo>
                    <a:pt x="1607" y="214"/>
                    <a:pt x="1644" y="156"/>
                    <a:pt x="1678" y="139"/>
                  </a:cubicBezTo>
                  <a:cubicBezTo>
                    <a:pt x="1686" y="135"/>
                    <a:pt x="1692" y="133"/>
                    <a:pt x="1699" y="133"/>
                  </a:cubicBezTo>
                  <a:close/>
                  <a:moveTo>
                    <a:pt x="1698" y="0"/>
                  </a:moveTo>
                  <a:cubicBezTo>
                    <a:pt x="1671" y="0"/>
                    <a:pt x="1643" y="7"/>
                    <a:pt x="1617" y="21"/>
                  </a:cubicBezTo>
                  <a:cubicBezTo>
                    <a:pt x="1532" y="65"/>
                    <a:pt x="1461" y="186"/>
                    <a:pt x="1500" y="325"/>
                  </a:cubicBezTo>
                  <a:cubicBezTo>
                    <a:pt x="1535" y="447"/>
                    <a:pt x="1941" y="1333"/>
                    <a:pt x="2189" y="1871"/>
                  </a:cubicBezTo>
                  <a:cubicBezTo>
                    <a:pt x="1955" y="1601"/>
                    <a:pt x="1649" y="1235"/>
                    <a:pt x="1523" y="1026"/>
                  </a:cubicBezTo>
                  <a:cubicBezTo>
                    <a:pt x="1491" y="973"/>
                    <a:pt x="1457" y="914"/>
                    <a:pt x="1422" y="851"/>
                  </a:cubicBezTo>
                  <a:cubicBezTo>
                    <a:pt x="1177" y="433"/>
                    <a:pt x="1005" y="156"/>
                    <a:pt x="853" y="129"/>
                  </a:cubicBezTo>
                  <a:cubicBezTo>
                    <a:pt x="844" y="127"/>
                    <a:pt x="836" y="126"/>
                    <a:pt x="828" y="126"/>
                  </a:cubicBezTo>
                  <a:cubicBezTo>
                    <a:pt x="797" y="126"/>
                    <a:pt x="768" y="137"/>
                    <a:pt x="743" y="158"/>
                  </a:cubicBezTo>
                  <a:cubicBezTo>
                    <a:pt x="596" y="280"/>
                    <a:pt x="638" y="381"/>
                    <a:pt x="764" y="680"/>
                  </a:cubicBezTo>
                  <a:cubicBezTo>
                    <a:pt x="805" y="778"/>
                    <a:pt x="857" y="901"/>
                    <a:pt x="918" y="1061"/>
                  </a:cubicBezTo>
                  <a:cubicBezTo>
                    <a:pt x="1060" y="1429"/>
                    <a:pt x="1301" y="1922"/>
                    <a:pt x="1478" y="2271"/>
                  </a:cubicBezTo>
                  <a:cubicBezTo>
                    <a:pt x="1245" y="2023"/>
                    <a:pt x="964" y="1720"/>
                    <a:pt x="911" y="1652"/>
                  </a:cubicBezTo>
                  <a:cubicBezTo>
                    <a:pt x="890" y="1628"/>
                    <a:pt x="849" y="1560"/>
                    <a:pt x="806" y="1488"/>
                  </a:cubicBezTo>
                  <a:cubicBezTo>
                    <a:pt x="583" y="1117"/>
                    <a:pt x="453" y="939"/>
                    <a:pt x="331" y="939"/>
                  </a:cubicBezTo>
                  <a:cubicBezTo>
                    <a:pt x="328" y="939"/>
                    <a:pt x="325" y="939"/>
                    <a:pt x="321" y="939"/>
                  </a:cubicBezTo>
                  <a:cubicBezTo>
                    <a:pt x="293" y="942"/>
                    <a:pt x="241" y="959"/>
                    <a:pt x="211" y="1038"/>
                  </a:cubicBezTo>
                  <a:cubicBezTo>
                    <a:pt x="123" y="1282"/>
                    <a:pt x="352" y="1732"/>
                    <a:pt x="462" y="1947"/>
                  </a:cubicBezTo>
                  <a:cubicBezTo>
                    <a:pt x="483" y="1988"/>
                    <a:pt x="499" y="2018"/>
                    <a:pt x="504" y="2031"/>
                  </a:cubicBezTo>
                  <a:cubicBezTo>
                    <a:pt x="528" y="2107"/>
                    <a:pt x="796" y="2562"/>
                    <a:pt x="853" y="2657"/>
                  </a:cubicBezTo>
                  <a:lnTo>
                    <a:pt x="1061" y="2949"/>
                  </a:lnTo>
                  <a:cubicBezTo>
                    <a:pt x="920" y="2871"/>
                    <a:pt x="743" y="2762"/>
                    <a:pt x="611" y="2643"/>
                  </a:cubicBezTo>
                  <a:cubicBezTo>
                    <a:pt x="506" y="2548"/>
                    <a:pt x="326" y="2406"/>
                    <a:pt x="183" y="2406"/>
                  </a:cubicBezTo>
                  <a:cubicBezTo>
                    <a:pt x="155" y="2406"/>
                    <a:pt x="128" y="2412"/>
                    <a:pt x="104" y="2424"/>
                  </a:cubicBezTo>
                  <a:cubicBezTo>
                    <a:pt x="55" y="2449"/>
                    <a:pt x="1" y="2507"/>
                    <a:pt x="13" y="2650"/>
                  </a:cubicBezTo>
                  <a:cubicBezTo>
                    <a:pt x="37" y="2914"/>
                    <a:pt x="336" y="3141"/>
                    <a:pt x="496" y="3263"/>
                  </a:cubicBezTo>
                  <a:cubicBezTo>
                    <a:pt x="517" y="3278"/>
                    <a:pt x="534" y="3292"/>
                    <a:pt x="549" y="3304"/>
                  </a:cubicBezTo>
                  <a:cubicBezTo>
                    <a:pt x="670" y="3401"/>
                    <a:pt x="1577" y="4249"/>
                    <a:pt x="1840" y="4608"/>
                  </a:cubicBezTo>
                  <a:cubicBezTo>
                    <a:pt x="2107" y="4971"/>
                    <a:pt x="2581" y="5506"/>
                    <a:pt x="2587" y="5513"/>
                  </a:cubicBezTo>
                  <a:lnTo>
                    <a:pt x="3367" y="6316"/>
                  </a:lnTo>
                  <a:cubicBezTo>
                    <a:pt x="3380" y="6329"/>
                    <a:pt x="3396" y="6336"/>
                    <a:pt x="3414" y="6336"/>
                  </a:cubicBezTo>
                  <a:cubicBezTo>
                    <a:pt x="3428" y="6336"/>
                    <a:pt x="3442" y="6332"/>
                    <a:pt x="3454" y="6323"/>
                  </a:cubicBezTo>
                  <a:lnTo>
                    <a:pt x="4817" y="5301"/>
                  </a:lnTo>
                  <a:cubicBezTo>
                    <a:pt x="4834" y="5288"/>
                    <a:pt x="4843" y="5268"/>
                    <a:pt x="4843" y="5248"/>
                  </a:cubicBezTo>
                  <a:lnTo>
                    <a:pt x="4843" y="4737"/>
                  </a:lnTo>
                  <a:cubicBezTo>
                    <a:pt x="4843" y="4233"/>
                    <a:pt x="4830" y="3348"/>
                    <a:pt x="4743" y="3084"/>
                  </a:cubicBezTo>
                  <a:cubicBezTo>
                    <a:pt x="4643" y="2785"/>
                    <a:pt x="4082" y="1906"/>
                    <a:pt x="3881" y="1630"/>
                  </a:cubicBezTo>
                  <a:cubicBezTo>
                    <a:pt x="3844" y="1579"/>
                    <a:pt x="3806" y="1520"/>
                    <a:pt x="3767" y="1460"/>
                  </a:cubicBezTo>
                  <a:cubicBezTo>
                    <a:pt x="3631" y="1252"/>
                    <a:pt x="3515" y="1071"/>
                    <a:pt x="3377" y="1071"/>
                  </a:cubicBezTo>
                  <a:cubicBezTo>
                    <a:pt x="3374" y="1071"/>
                    <a:pt x="3371" y="1071"/>
                    <a:pt x="3368" y="1071"/>
                  </a:cubicBezTo>
                  <a:cubicBezTo>
                    <a:pt x="3304" y="1075"/>
                    <a:pt x="3250" y="1119"/>
                    <a:pt x="3208" y="1202"/>
                  </a:cubicBezTo>
                  <a:cubicBezTo>
                    <a:pt x="3043" y="1533"/>
                    <a:pt x="3142" y="1709"/>
                    <a:pt x="3287" y="1904"/>
                  </a:cubicBezTo>
                  <a:cubicBezTo>
                    <a:pt x="3361" y="2001"/>
                    <a:pt x="3480" y="2229"/>
                    <a:pt x="3578" y="2426"/>
                  </a:cubicBezTo>
                  <a:cubicBezTo>
                    <a:pt x="3242" y="2095"/>
                    <a:pt x="2873" y="1721"/>
                    <a:pt x="2840" y="1664"/>
                  </a:cubicBezTo>
                  <a:cubicBezTo>
                    <a:pt x="2789" y="1561"/>
                    <a:pt x="1936" y="196"/>
                    <a:pt x="1835" y="71"/>
                  </a:cubicBezTo>
                  <a:cubicBezTo>
                    <a:pt x="1798" y="25"/>
                    <a:pt x="1749"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g332bf0ce26c_1_103"/>
            <p:cNvSpPr/>
            <p:nvPr/>
          </p:nvSpPr>
          <p:spPr>
            <a:xfrm>
              <a:off x="9282889" y="3413658"/>
              <a:ext cx="229805" cy="196866"/>
            </a:xfrm>
            <a:custGeom>
              <a:rect b="b" l="l" r="r" t="t"/>
              <a:pathLst>
                <a:path extrusionOk="0" h="5391" w="6293">
                  <a:moveTo>
                    <a:pt x="3708" y="0"/>
                  </a:moveTo>
                  <a:cubicBezTo>
                    <a:pt x="3693" y="0"/>
                    <a:pt x="3678" y="4"/>
                    <a:pt x="3661" y="13"/>
                  </a:cubicBezTo>
                  <a:cubicBezTo>
                    <a:pt x="3444" y="129"/>
                    <a:pt x="3325" y="379"/>
                    <a:pt x="3395" y="678"/>
                  </a:cubicBezTo>
                  <a:cubicBezTo>
                    <a:pt x="3465" y="979"/>
                    <a:pt x="3921" y="1638"/>
                    <a:pt x="3921" y="1638"/>
                  </a:cubicBezTo>
                  <a:lnTo>
                    <a:pt x="2529" y="1059"/>
                  </a:lnTo>
                  <a:cubicBezTo>
                    <a:pt x="2529" y="1059"/>
                    <a:pt x="947" y="472"/>
                    <a:pt x="801" y="423"/>
                  </a:cubicBezTo>
                  <a:cubicBezTo>
                    <a:pt x="766" y="411"/>
                    <a:pt x="730" y="405"/>
                    <a:pt x="695" y="405"/>
                  </a:cubicBezTo>
                  <a:cubicBezTo>
                    <a:pt x="585" y="405"/>
                    <a:pt x="491" y="464"/>
                    <a:pt x="518" y="579"/>
                  </a:cubicBezTo>
                  <a:cubicBezTo>
                    <a:pt x="552" y="729"/>
                    <a:pt x="741" y="781"/>
                    <a:pt x="886" y="851"/>
                  </a:cubicBezTo>
                  <a:cubicBezTo>
                    <a:pt x="1031" y="922"/>
                    <a:pt x="2147" y="1507"/>
                    <a:pt x="2147" y="1507"/>
                  </a:cubicBezTo>
                  <a:cubicBezTo>
                    <a:pt x="2147" y="1507"/>
                    <a:pt x="537" y="1046"/>
                    <a:pt x="370" y="995"/>
                  </a:cubicBezTo>
                  <a:cubicBezTo>
                    <a:pt x="265" y="963"/>
                    <a:pt x="161" y="915"/>
                    <a:pt x="96" y="915"/>
                  </a:cubicBezTo>
                  <a:cubicBezTo>
                    <a:pt x="58" y="915"/>
                    <a:pt x="34" y="932"/>
                    <a:pt x="32" y="979"/>
                  </a:cubicBezTo>
                  <a:cubicBezTo>
                    <a:pt x="26" y="1105"/>
                    <a:pt x="61" y="1234"/>
                    <a:pt x="391" y="1420"/>
                  </a:cubicBezTo>
                  <a:cubicBezTo>
                    <a:pt x="721" y="1607"/>
                    <a:pt x="2023" y="2286"/>
                    <a:pt x="2023" y="2286"/>
                  </a:cubicBezTo>
                  <a:cubicBezTo>
                    <a:pt x="2023" y="2286"/>
                    <a:pt x="1352" y="2146"/>
                    <a:pt x="659" y="2027"/>
                  </a:cubicBezTo>
                  <a:cubicBezTo>
                    <a:pt x="460" y="1993"/>
                    <a:pt x="323" y="1978"/>
                    <a:pt x="231" y="1978"/>
                  </a:cubicBezTo>
                  <a:cubicBezTo>
                    <a:pt x="0" y="1978"/>
                    <a:pt x="50" y="2073"/>
                    <a:pt x="119" y="2213"/>
                  </a:cubicBezTo>
                  <a:cubicBezTo>
                    <a:pt x="215" y="2408"/>
                    <a:pt x="1928" y="2917"/>
                    <a:pt x="1928" y="2917"/>
                  </a:cubicBezTo>
                  <a:cubicBezTo>
                    <a:pt x="1928" y="2917"/>
                    <a:pt x="798" y="3051"/>
                    <a:pt x="585" y="3083"/>
                  </a:cubicBezTo>
                  <a:cubicBezTo>
                    <a:pt x="371" y="3115"/>
                    <a:pt x="381" y="3348"/>
                    <a:pt x="527" y="3398"/>
                  </a:cubicBezTo>
                  <a:cubicBezTo>
                    <a:pt x="673" y="3448"/>
                    <a:pt x="1667" y="3497"/>
                    <a:pt x="1791" y="3546"/>
                  </a:cubicBezTo>
                  <a:cubicBezTo>
                    <a:pt x="1916" y="3594"/>
                    <a:pt x="2533" y="3985"/>
                    <a:pt x="3094" y="4225"/>
                  </a:cubicBezTo>
                  <a:cubicBezTo>
                    <a:pt x="3654" y="4464"/>
                    <a:pt x="4364" y="4669"/>
                    <a:pt x="4512" y="4677"/>
                  </a:cubicBezTo>
                  <a:cubicBezTo>
                    <a:pt x="4660" y="4684"/>
                    <a:pt x="5289" y="5390"/>
                    <a:pt x="5289" y="5390"/>
                  </a:cubicBezTo>
                  <a:lnTo>
                    <a:pt x="6293" y="3671"/>
                  </a:lnTo>
                  <a:lnTo>
                    <a:pt x="5504" y="3072"/>
                  </a:lnTo>
                  <a:cubicBezTo>
                    <a:pt x="5504" y="3072"/>
                    <a:pt x="5252" y="2148"/>
                    <a:pt x="5053" y="1884"/>
                  </a:cubicBezTo>
                  <a:cubicBezTo>
                    <a:pt x="4854" y="1620"/>
                    <a:pt x="4261" y="1167"/>
                    <a:pt x="4106" y="883"/>
                  </a:cubicBezTo>
                  <a:cubicBezTo>
                    <a:pt x="3962" y="621"/>
                    <a:pt x="3890" y="0"/>
                    <a:pt x="370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g332bf0ce26c_1_103"/>
            <p:cNvSpPr/>
            <p:nvPr/>
          </p:nvSpPr>
          <p:spPr>
            <a:xfrm>
              <a:off x="9281319" y="3411248"/>
              <a:ext cx="234077" cy="201686"/>
            </a:xfrm>
            <a:custGeom>
              <a:rect b="b" l="l" r="r" t="t"/>
              <a:pathLst>
                <a:path extrusionOk="0" h="5523" w="6410">
                  <a:moveTo>
                    <a:pt x="3751" y="132"/>
                  </a:moveTo>
                  <a:cubicBezTo>
                    <a:pt x="3754" y="132"/>
                    <a:pt x="3756" y="133"/>
                    <a:pt x="3758" y="134"/>
                  </a:cubicBezTo>
                  <a:cubicBezTo>
                    <a:pt x="3824" y="162"/>
                    <a:pt x="3893" y="397"/>
                    <a:pt x="3943" y="570"/>
                  </a:cubicBezTo>
                  <a:cubicBezTo>
                    <a:pt x="3987" y="720"/>
                    <a:pt x="4033" y="875"/>
                    <a:pt x="4091" y="981"/>
                  </a:cubicBezTo>
                  <a:cubicBezTo>
                    <a:pt x="4185" y="1152"/>
                    <a:pt x="4418" y="1371"/>
                    <a:pt x="4643" y="1582"/>
                  </a:cubicBezTo>
                  <a:cubicBezTo>
                    <a:pt x="4806" y="1736"/>
                    <a:pt x="4961" y="1881"/>
                    <a:pt x="5043" y="1990"/>
                  </a:cubicBezTo>
                  <a:cubicBezTo>
                    <a:pt x="5232" y="2241"/>
                    <a:pt x="5479" y="3146"/>
                    <a:pt x="5481" y="3155"/>
                  </a:cubicBezTo>
                  <a:cubicBezTo>
                    <a:pt x="5485" y="3169"/>
                    <a:pt x="5493" y="3181"/>
                    <a:pt x="5505" y="3191"/>
                  </a:cubicBezTo>
                  <a:lnTo>
                    <a:pt x="6248" y="3754"/>
                  </a:lnTo>
                  <a:lnTo>
                    <a:pt x="5321" y="5343"/>
                  </a:lnTo>
                  <a:cubicBezTo>
                    <a:pt x="5102" y="5103"/>
                    <a:pt x="4702" y="4683"/>
                    <a:pt x="4559" y="4676"/>
                  </a:cubicBezTo>
                  <a:cubicBezTo>
                    <a:pt x="4425" y="4668"/>
                    <a:pt x="3728" y="4472"/>
                    <a:pt x="3163" y="4230"/>
                  </a:cubicBezTo>
                  <a:cubicBezTo>
                    <a:pt x="2801" y="4075"/>
                    <a:pt x="2410" y="3853"/>
                    <a:pt x="2152" y="3708"/>
                  </a:cubicBezTo>
                  <a:cubicBezTo>
                    <a:pt x="2004" y="3624"/>
                    <a:pt x="1906" y="3568"/>
                    <a:pt x="1859" y="3549"/>
                  </a:cubicBezTo>
                  <a:cubicBezTo>
                    <a:pt x="1791" y="3523"/>
                    <a:pt x="1569" y="3503"/>
                    <a:pt x="1212" y="3471"/>
                  </a:cubicBezTo>
                  <a:cubicBezTo>
                    <a:pt x="951" y="3449"/>
                    <a:pt x="656" y="3424"/>
                    <a:pt x="590" y="3401"/>
                  </a:cubicBezTo>
                  <a:cubicBezTo>
                    <a:pt x="544" y="3386"/>
                    <a:pt x="527" y="3341"/>
                    <a:pt x="530" y="3306"/>
                  </a:cubicBezTo>
                  <a:cubicBezTo>
                    <a:pt x="535" y="3257"/>
                    <a:pt x="574" y="3224"/>
                    <a:pt x="638" y="3214"/>
                  </a:cubicBezTo>
                  <a:cubicBezTo>
                    <a:pt x="847" y="3184"/>
                    <a:pt x="1968" y="3050"/>
                    <a:pt x="1979" y="3049"/>
                  </a:cubicBezTo>
                  <a:cubicBezTo>
                    <a:pt x="2010" y="3044"/>
                    <a:pt x="2035" y="3019"/>
                    <a:pt x="2037" y="2988"/>
                  </a:cubicBezTo>
                  <a:cubicBezTo>
                    <a:pt x="2040" y="2957"/>
                    <a:pt x="2021" y="2927"/>
                    <a:pt x="1990" y="2919"/>
                  </a:cubicBezTo>
                  <a:cubicBezTo>
                    <a:pt x="1171" y="2676"/>
                    <a:pt x="286" y="2359"/>
                    <a:pt x="219" y="2244"/>
                  </a:cubicBezTo>
                  <a:cubicBezTo>
                    <a:pt x="199" y="2203"/>
                    <a:pt x="167" y="2139"/>
                    <a:pt x="168" y="2125"/>
                  </a:cubicBezTo>
                  <a:cubicBezTo>
                    <a:pt x="176" y="2119"/>
                    <a:pt x="199" y="2109"/>
                    <a:pt x="266" y="2109"/>
                  </a:cubicBezTo>
                  <a:cubicBezTo>
                    <a:pt x="341" y="2109"/>
                    <a:pt x="469" y="2120"/>
                    <a:pt x="690" y="2158"/>
                  </a:cubicBezTo>
                  <a:cubicBezTo>
                    <a:pt x="1375" y="2276"/>
                    <a:pt x="2046" y="2415"/>
                    <a:pt x="2053" y="2416"/>
                  </a:cubicBezTo>
                  <a:cubicBezTo>
                    <a:pt x="2057" y="2417"/>
                    <a:pt x="2062" y="2417"/>
                    <a:pt x="2067" y="2417"/>
                  </a:cubicBezTo>
                  <a:cubicBezTo>
                    <a:pt x="2094" y="2417"/>
                    <a:pt x="2119" y="2400"/>
                    <a:pt x="2129" y="2373"/>
                  </a:cubicBezTo>
                  <a:cubicBezTo>
                    <a:pt x="2139" y="2342"/>
                    <a:pt x="2126" y="2307"/>
                    <a:pt x="2097" y="2293"/>
                  </a:cubicBezTo>
                  <a:cubicBezTo>
                    <a:pt x="2084" y="2286"/>
                    <a:pt x="792" y="1611"/>
                    <a:pt x="467" y="1428"/>
                  </a:cubicBezTo>
                  <a:cubicBezTo>
                    <a:pt x="131" y="1240"/>
                    <a:pt x="137" y="1124"/>
                    <a:pt x="133" y="1048"/>
                  </a:cubicBezTo>
                  <a:cubicBezTo>
                    <a:pt x="135" y="1047"/>
                    <a:pt x="138" y="1047"/>
                    <a:pt x="141" y="1047"/>
                  </a:cubicBezTo>
                  <a:cubicBezTo>
                    <a:pt x="171" y="1047"/>
                    <a:pt x="240" y="1071"/>
                    <a:pt x="288" y="1088"/>
                  </a:cubicBezTo>
                  <a:cubicBezTo>
                    <a:pt x="322" y="1101"/>
                    <a:pt x="357" y="1114"/>
                    <a:pt x="394" y="1125"/>
                  </a:cubicBezTo>
                  <a:cubicBezTo>
                    <a:pt x="560" y="1175"/>
                    <a:pt x="2105" y="1618"/>
                    <a:pt x="2171" y="1636"/>
                  </a:cubicBezTo>
                  <a:cubicBezTo>
                    <a:pt x="2177" y="1638"/>
                    <a:pt x="2184" y="1639"/>
                    <a:pt x="2190" y="1639"/>
                  </a:cubicBezTo>
                  <a:cubicBezTo>
                    <a:pt x="2216" y="1639"/>
                    <a:pt x="2241" y="1623"/>
                    <a:pt x="2252" y="1597"/>
                  </a:cubicBezTo>
                  <a:cubicBezTo>
                    <a:pt x="2263" y="1566"/>
                    <a:pt x="2250" y="1530"/>
                    <a:pt x="2221" y="1514"/>
                  </a:cubicBezTo>
                  <a:cubicBezTo>
                    <a:pt x="2175" y="1491"/>
                    <a:pt x="1102" y="927"/>
                    <a:pt x="958" y="858"/>
                  </a:cubicBezTo>
                  <a:cubicBezTo>
                    <a:pt x="930" y="843"/>
                    <a:pt x="900" y="830"/>
                    <a:pt x="871" y="817"/>
                  </a:cubicBezTo>
                  <a:cubicBezTo>
                    <a:pt x="755" y="767"/>
                    <a:pt x="646" y="719"/>
                    <a:pt x="626" y="629"/>
                  </a:cubicBezTo>
                  <a:cubicBezTo>
                    <a:pt x="616" y="593"/>
                    <a:pt x="629" y="576"/>
                    <a:pt x="640" y="567"/>
                  </a:cubicBezTo>
                  <a:cubicBezTo>
                    <a:pt x="661" y="548"/>
                    <a:pt x="698" y="538"/>
                    <a:pt x="738" y="538"/>
                  </a:cubicBezTo>
                  <a:cubicBezTo>
                    <a:pt x="766" y="538"/>
                    <a:pt x="795" y="542"/>
                    <a:pt x="822" y="551"/>
                  </a:cubicBezTo>
                  <a:cubicBezTo>
                    <a:pt x="965" y="601"/>
                    <a:pt x="2533" y="1182"/>
                    <a:pt x="2546" y="1187"/>
                  </a:cubicBezTo>
                  <a:lnTo>
                    <a:pt x="3939" y="1764"/>
                  </a:lnTo>
                  <a:cubicBezTo>
                    <a:pt x="3947" y="1768"/>
                    <a:pt x="3955" y="1769"/>
                    <a:pt x="3964" y="1769"/>
                  </a:cubicBezTo>
                  <a:cubicBezTo>
                    <a:pt x="3983" y="1769"/>
                    <a:pt x="4002" y="1761"/>
                    <a:pt x="4016" y="1745"/>
                  </a:cubicBezTo>
                  <a:cubicBezTo>
                    <a:pt x="4033" y="1721"/>
                    <a:pt x="4035" y="1689"/>
                    <a:pt x="4018" y="1666"/>
                  </a:cubicBezTo>
                  <a:cubicBezTo>
                    <a:pt x="4013" y="1659"/>
                    <a:pt x="3570" y="1014"/>
                    <a:pt x="3503" y="729"/>
                  </a:cubicBezTo>
                  <a:cubicBezTo>
                    <a:pt x="3443" y="473"/>
                    <a:pt x="3533" y="246"/>
                    <a:pt x="3736" y="137"/>
                  </a:cubicBezTo>
                  <a:cubicBezTo>
                    <a:pt x="3743" y="133"/>
                    <a:pt x="3748" y="132"/>
                    <a:pt x="3751" y="132"/>
                  </a:cubicBezTo>
                  <a:close/>
                  <a:moveTo>
                    <a:pt x="3752" y="0"/>
                  </a:moveTo>
                  <a:cubicBezTo>
                    <a:pt x="3729" y="0"/>
                    <a:pt x="3702" y="6"/>
                    <a:pt x="3674" y="21"/>
                  </a:cubicBezTo>
                  <a:cubicBezTo>
                    <a:pt x="3418" y="157"/>
                    <a:pt x="3301" y="447"/>
                    <a:pt x="3374" y="759"/>
                  </a:cubicBezTo>
                  <a:cubicBezTo>
                    <a:pt x="3423" y="970"/>
                    <a:pt x="3645" y="1337"/>
                    <a:pt x="3787" y="1558"/>
                  </a:cubicBezTo>
                  <a:lnTo>
                    <a:pt x="2595" y="1064"/>
                  </a:lnTo>
                  <a:cubicBezTo>
                    <a:pt x="2531" y="1040"/>
                    <a:pt x="1010" y="475"/>
                    <a:pt x="865" y="426"/>
                  </a:cubicBezTo>
                  <a:cubicBezTo>
                    <a:pt x="823" y="412"/>
                    <a:pt x="780" y="405"/>
                    <a:pt x="739" y="405"/>
                  </a:cubicBezTo>
                  <a:cubicBezTo>
                    <a:pt x="665" y="405"/>
                    <a:pt x="596" y="427"/>
                    <a:pt x="550" y="468"/>
                  </a:cubicBezTo>
                  <a:cubicBezTo>
                    <a:pt x="498" y="516"/>
                    <a:pt x="478" y="584"/>
                    <a:pt x="496" y="660"/>
                  </a:cubicBezTo>
                  <a:cubicBezTo>
                    <a:pt x="531" y="814"/>
                    <a:pt x="684" y="881"/>
                    <a:pt x="818" y="939"/>
                  </a:cubicBezTo>
                  <a:cubicBezTo>
                    <a:pt x="845" y="952"/>
                    <a:pt x="873" y="964"/>
                    <a:pt x="899" y="977"/>
                  </a:cubicBezTo>
                  <a:cubicBezTo>
                    <a:pt x="970" y="1011"/>
                    <a:pt x="1284" y="1175"/>
                    <a:pt x="1580" y="1329"/>
                  </a:cubicBezTo>
                  <a:cubicBezTo>
                    <a:pt x="1109" y="1194"/>
                    <a:pt x="528" y="1027"/>
                    <a:pt x="432" y="997"/>
                  </a:cubicBezTo>
                  <a:cubicBezTo>
                    <a:pt x="399" y="988"/>
                    <a:pt x="364" y="975"/>
                    <a:pt x="333" y="964"/>
                  </a:cubicBezTo>
                  <a:cubicBezTo>
                    <a:pt x="260" y="938"/>
                    <a:pt x="193" y="914"/>
                    <a:pt x="138" y="914"/>
                  </a:cubicBezTo>
                  <a:cubicBezTo>
                    <a:pt x="109" y="914"/>
                    <a:pt x="84" y="921"/>
                    <a:pt x="62" y="936"/>
                  </a:cubicBezTo>
                  <a:cubicBezTo>
                    <a:pt x="39" y="951"/>
                    <a:pt x="11" y="982"/>
                    <a:pt x="8" y="1041"/>
                  </a:cubicBezTo>
                  <a:cubicBezTo>
                    <a:pt x="0" y="1205"/>
                    <a:pt x="64" y="1353"/>
                    <a:pt x="401" y="1544"/>
                  </a:cubicBezTo>
                  <a:cubicBezTo>
                    <a:pt x="611" y="1662"/>
                    <a:pt x="1213" y="1979"/>
                    <a:pt x="1626" y="2196"/>
                  </a:cubicBezTo>
                  <a:cubicBezTo>
                    <a:pt x="1374" y="2146"/>
                    <a:pt x="1045" y="2085"/>
                    <a:pt x="712" y="2028"/>
                  </a:cubicBezTo>
                  <a:cubicBezTo>
                    <a:pt x="506" y="1992"/>
                    <a:pt x="367" y="1977"/>
                    <a:pt x="271" y="1977"/>
                  </a:cubicBezTo>
                  <a:cubicBezTo>
                    <a:pt x="146" y="1977"/>
                    <a:pt x="94" y="2003"/>
                    <a:pt x="63" y="2044"/>
                  </a:cubicBezTo>
                  <a:cubicBezTo>
                    <a:pt x="8" y="2118"/>
                    <a:pt x="53" y="2208"/>
                    <a:pt x="102" y="2307"/>
                  </a:cubicBezTo>
                  <a:cubicBezTo>
                    <a:pt x="186" y="2476"/>
                    <a:pt x="1098" y="2781"/>
                    <a:pt x="1651" y="2954"/>
                  </a:cubicBezTo>
                  <a:cubicBezTo>
                    <a:pt x="1299" y="2997"/>
                    <a:pt x="761" y="3062"/>
                    <a:pt x="618" y="3083"/>
                  </a:cubicBezTo>
                  <a:cubicBezTo>
                    <a:pt x="467" y="3106"/>
                    <a:pt x="406" y="3207"/>
                    <a:pt x="398" y="3294"/>
                  </a:cubicBezTo>
                  <a:cubicBezTo>
                    <a:pt x="388" y="3398"/>
                    <a:pt x="451" y="3494"/>
                    <a:pt x="548" y="3527"/>
                  </a:cubicBezTo>
                  <a:cubicBezTo>
                    <a:pt x="624" y="3553"/>
                    <a:pt x="845" y="3573"/>
                    <a:pt x="1200" y="3604"/>
                  </a:cubicBezTo>
                  <a:cubicBezTo>
                    <a:pt x="1448" y="3626"/>
                    <a:pt x="1756" y="3652"/>
                    <a:pt x="1810" y="3673"/>
                  </a:cubicBezTo>
                  <a:cubicBezTo>
                    <a:pt x="1849" y="3689"/>
                    <a:pt x="1955" y="3748"/>
                    <a:pt x="2087" y="3824"/>
                  </a:cubicBezTo>
                  <a:cubicBezTo>
                    <a:pt x="2347" y="3970"/>
                    <a:pt x="2741" y="4194"/>
                    <a:pt x="3110" y="4351"/>
                  </a:cubicBezTo>
                  <a:cubicBezTo>
                    <a:pt x="3663" y="4588"/>
                    <a:pt x="4389" y="4801"/>
                    <a:pt x="4550" y="4808"/>
                  </a:cubicBezTo>
                  <a:cubicBezTo>
                    <a:pt x="4634" y="4822"/>
                    <a:pt x="4995" y="5178"/>
                    <a:pt x="5283" y="5500"/>
                  </a:cubicBezTo>
                  <a:cubicBezTo>
                    <a:pt x="5296" y="5514"/>
                    <a:pt x="5313" y="5523"/>
                    <a:pt x="5332" y="5523"/>
                  </a:cubicBezTo>
                  <a:lnTo>
                    <a:pt x="5338" y="5523"/>
                  </a:lnTo>
                  <a:cubicBezTo>
                    <a:pt x="5360" y="5520"/>
                    <a:pt x="5379" y="5507"/>
                    <a:pt x="5389" y="5490"/>
                  </a:cubicBezTo>
                  <a:lnTo>
                    <a:pt x="6392" y="3770"/>
                  </a:lnTo>
                  <a:cubicBezTo>
                    <a:pt x="6409" y="3742"/>
                    <a:pt x="6402" y="3705"/>
                    <a:pt x="6375" y="3684"/>
                  </a:cubicBezTo>
                  <a:lnTo>
                    <a:pt x="5603" y="3098"/>
                  </a:lnTo>
                  <a:cubicBezTo>
                    <a:pt x="5563" y="2953"/>
                    <a:pt x="5338" y="2161"/>
                    <a:pt x="5149" y="1909"/>
                  </a:cubicBezTo>
                  <a:cubicBezTo>
                    <a:pt x="5060" y="1792"/>
                    <a:pt x="4902" y="1643"/>
                    <a:pt x="4734" y="1486"/>
                  </a:cubicBezTo>
                  <a:cubicBezTo>
                    <a:pt x="4527" y="1291"/>
                    <a:pt x="4291" y="1069"/>
                    <a:pt x="4207" y="917"/>
                  </a:cubicBezTo>
                  <a:cubicBezTo>
                    <a:pt x="4156" y="825"/>
                    <a:pt x="4113" y="677"/>
                    <a:pt x="4071" y="533"/>
                  </a:cubicBezTo>
                  <a:cubicBezTo>
                    <a:pt x="3997" y="281"/>
                    <a:pt x="3933" y="64"/>
                    <a:pt x="3809" y="12"/>
                  </a:cubicBezTo>
                  <a:cubicBezTo>
                    <a:pt x="3794" y="5"/>
                    <a:pt x="3775" y="0"/>
                    <a:pt x="37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g332bf0ce26c_1_103"/>
            <p:cNvSpPr/>
            <p:nvPr/>
          </p:nvSpPr>
          <p:spPr>
            <a:xfrm>
              <a:off x="9425414" y="3479607"/>
              <a:ext cx="32245" cy="65074"/>
            </a:xfrm>
            <a:custGeom>
              <a:rect b="b" l="l" r="r" t="t"/>
              <a:pathLst>
                <a:path extrusionOk="0" h="1782" w="883">
                  <a:moveTo>
                    <a:pt x="69" y="1"/>
                  </a:moveTo>
                  <a:cubicBezTo>
                    <a:pt x="68" y="1"/>
                    <a:pt x="66" y="1"/>
                    <a:pt x="65" y="1"/>
                  </a:cubicBezTo>
                  <a:cubicBezTo>
                    <a:pt x="28" y="3"/>
                    <a:pt x="1" y="35"/>
                    <a:pt x="3" y="72"/>
                  </a:cubicBezTo>
                  <a:cubicBezTo>
                    <a:pt x="10" y="183"/>
                    <a:pt x="80" y="1174"/>
                    <a:pt x="177" y="1394"/>
                  </a:cubicBezTo>
                  <a:cubicBezTo>
                    <a:pt x="278" y="1622"/>
                    <a:pt x="514" y="1766"/>
                    <a:pt x="811" y="1781"/>
                  </a:cubicBezTo>
                  <a:lnTo>
                    <a:pt x="815" y="1781"/>
                  </a:lnTo>
                  <a:cubicBezTo>
                    <a:pt x="850" y="1781"/>
                    <a:pt x="879" y="1753"/>
                    <a:pt x="881" y="1717"/>
                  </a:cubicBezTo>
                  <a:cubicBezTo>
                    <a:pt x="882" y="1681"/>
                    <a:pt x="854" y="1650"/>
                    <a:pt x="817" y="1648"/>
                  </a:cubicBezTo>
                  <a:cubicBezTo>
                    <a:pt x="572" y="1636"/>
                    <a:pt x="378" y="1521"/>
                    <a:pt x="299" y="1341"/>
                  </a:cubicBezTo>
                  <a:cubicBezTo>
                    <a:pt x="225" y="1172"/>
                    <a:pt x="156" y="360"/>
                    <a:pt x="136" y="62"/>
                  </a:cubicBezTo>
                  <a:cubicBezTo>
                    <a:pt x="134" y="27"/>
                    <a:pt x="104"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g332bf0ce26c_1_103"/>
            <p:cNvSpPr/>
            <p:nvPr/>
          </p:nvSpPr>
          <p:spPr>
            <a:xfrm>
              <a:off x="9363080" y="3468506"/>
              <a:ext cx="15410" cy="52403"/>
            </a:xfrm>
            <a:custGeom>
              <a:rect b="b" l="l" r="r" t="t"/>
              <a:pathLst>
                <a:path extrusionOk="0" h="1435" w="422">
                  <a:moveTo>
                    <a:pt x="351" y="1"/>
                  </a:moveTo>
                  <a:cubicBezTo>
                    <a:pt x="320" y="1"/>
                    <a:pt x="292" y="22"/>
                    <a:pt x="285" y="53"/>
                  </a:cubicBezTo>
                  <a:lnTo>
                    <a:pt x="9" y="1354"/>
                  </a:lnTo>
                  <a:cubicBezTo>
                    <a:pt x="1" y="1390"/>
                    <a:pt x="24" y="1425"/>
                    <a:pt x="60" y="1432"/>
                  </a:cubicBezTo>
                  <a:cubicBezTo>
                    <a:pt x="65" y="1433"/>
                    <a:pt x="69" y="1435"/>
                    <a:pt x="74" y="1435"/>
                  </a:cubicBezTo>
                  <a:cubicBezTo>
                    <a:pt x="105" y="1435"/>
                    <a:pt x="132" y="1412"/>
                    <a:pt x="139" y="1381"/>
                  </a:cubicBezTo>
                  <a:lnTo>
                    <a:pt x="415" y="81"/>
                  </a:lnTo>
                  <a:cubicBezTo>
                    <a:pt x="422" y="44"/>
                    <a:pt x="399" y="10"/>
                    <a:pt x="364" y="2"/>
                  </a:cubicBezTo>
                  <a:cubicBezTo>
                    <a:pt x="360" y="1"/>
                    <a:pt x="355"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g332bf0ce26c_1_103"/>
            <p:cNvSpPr/>
            <p:nvPr/>
          </p:nvSpPr>
          <p:spPr>
            <a:xfrm>
              <a:off x="10042326" y="4878666"/>
              <a:ext cx="230352" cy="146764"/>
            </a:xfrm>
            <a:custGeom>
              <a:rect b="b" l="l" r="r" t="t"/>
              <a:pathLst>
                <a:path extrusionOk="0" h="4019" w="6308">
                  <a:moveTo>
                    <a:pt x="5748" y="1"/>
                  </a:moveTo>
                  <a:lnTo>
                    <a:pt x="3189" y="198"/>
                  </a:lnTo>
                  <a:cubicBezTo>
                    <a:pt x="3189" y="198"/>
                    <a:pt x="2905" y="1119"/>
                    <a:pt x="2651" y="1474"/>
                  </a:cubicBezTo>
                  <a:cubicBezTo>
                    <a:pt x="2398" y="1830"/>
                    <a:pt x="1077" y="2947"/>
                    <a:pt x="519" y="3353"/>
                  </a:cubicBezTo>
                  <a:cubicBezTo>
                    <a:pt x="0" y="3729"/>
                    <a:pt x="835" y="4018"/>
                    <a:pt x="1647" y="4018"/>
                  </a:cubicBezTo>
                  <a:cubicBezTo>
                    <a:pt x="1712" y="4018"/>
                    <a:pt x="1776" y="4017"/>
                    <a:pt x="1839" y="4013"/>
                  </a:cubicBezTo>
                  <a:cubicBezTo>
                    <a:pt x="2702" y="3962"/>
                    <a:pt x="4530" y="3758"/>
                    <a:pt x="5343" y="3454"/>
                  </a:cubicBezTo>
                  <a:cubicBezTo>
                    <a:pt x="6155" y="3149"/>
                    <a:pt x="6308" y="2743"/>
                    <a:pt x="6257" y="2439"/>
                  </a:cubicBezTo>
                  <a:cubicBezTo>
                    <a:pt x="6206" y="2134"/>
                    <a:pt x="5748" y="1"/>
                    <a:pt x="574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g332bf0ce26c_1_103"/>
            <p:cNvSpPr/>
            <p:nvPr/>
          </p:nvSpPr>
          <p:spPr>
            <a:xfrm>
              <a:off x="10052368" y="4876255"/>
              <a:ext cx="222392" cy="151584"/>
            </a:xfrm>
            <a:custGeom>
              <a:rect b="b" l="l" r="r" t="t"/>
              <a:pathLst>
                <a:path extrusionOk="0" h="4151" w="6090">
                  <a:moveTo>
                    <a:pt x="5421" y="138"/>
                  </a:moveTo>
                  <a:cubicBezTo>
                    <a:pt x="5493" y="479"/>
                    <a:pt x="5871" y="2244"/>
                    <a:pt x="5916" y="2516"/>
                  </a:cubicBezTo>
                  <a:cubicBezTo>
                    <a:pt x="5979" y="2890"/>
                    <a:pt x="5669" y="3225"/>
                    <a:pt x="5044" y="3459"/>
                  </a:cubicBezTo>
                  <a:cubicBezTo>
                    <a:pt x="4210" y="3771"/>
                    <a:pt x="2336" y="3966"/>
                    <a:pt x="1560" y="4013"/>
                  </a:cubicBezTo>
                  <a:cubicBezTo>
                    <a:pt x="1499" y="4016"/>
                    <a:pt x="1438" y="4018"/>
                    <a:pt x="1378" y="4018"/>
                  </a:cubicBezTo>
                  <a:cubicBezTo>
                    <a:pt x="797" y="4018"/>
                    <a:pt x="222" y="3865"/>
                    <a:pt x="155" y="3679"/>
                  </a:cubicBezTo>
                  <a:cubicBezTo>
                    <a:pt x="129" y="3604"/>
                    <a:pt x="210" y="3525"/>
                    <a:pt x="283" y="3473"/>
                  </a:cubicBezTo>
                  <a:cubicBezTo>
                    <a:pt x="827" y="3077"/>
                    <a:pt x="2165" y="1949"/>
                    <a:pt x="2430" y="1579"/>
                  </a:cubicBezTo>
                  <a:cubicBezTo>
                    <a:pt x="2659" y="1259"/>
                    <a:pt x="2904" y="516"/>
                    <a:pt x="2964" y="328"/>
                  </a:cubicBezTo>
                  <a:lnTo>
                    <a:pt x="5421" y="138"/>
                  </a:lnTo>
                  <a:close/>
                  <a:moveTo>
                    <a:pt x="5478" y="1"/>
                  </a:moveTo>
                  <a:cubicBezTo>
                    <a:pt x="5475" y="1"/>
                    <a:pt x="5472" y="1"/>
                    <a:pt x="5469" y="2"/>
                  </a:cubicBezTo>
                  <a:lnTo>
                    <a:pt x="2910" y="199"/>
                  </a:lnTo>
                  <a:cubicBezTo>
                    <a:pt x="2882" y="201"/>
                    <a:pt x="2859" y="219"/>
                    <a:pt x="2850" y="245"/>
                  </a:cubicBezTo>
                  <a:cubicBezTo>
                    <a:pt x="2848" y="254"/>
                    <a:pt x="2566" y="1159"/>
                    <a:pt x="2323" y="1501"/>
                  </a:cubicBezTo>
                  <a:cubicBezTo>
                    <a:pt x="2084" y="1836"/>
                    <a:pt x="792" y="2938"/>
                    <a:pt x="205" y="3365"/>
                  </a:cubicBezTo>
                  <a:cubicBezTo>
                    <a:pt x="6" y="3510"/>
                    <a:pt x="0" y="3640"/>
                    <a:pt x="31" y="3723"/>
                  </a:cubicBezTo>
                  <a:cubicBezTo>
                    <a:pt x="127" y="3994"/>
                    <a:pt x="766" y="4151"/>
                    <a:pt x="1371" y="4151"/>
                  </a:cubicBezTo>
                  <a:cubicBezTo>
                    <a:pt x="1438" y="4151"/>
                    <a:pt x="1503" y="4149"/>
                    <a:pt x="1568" y="4145"/>
                  </a:cubicBezTo>
                  <a:cubicBezTo>
                    <a:pt x="2351" y="4099"/>
                    <a:pt x="4242" y="3901"/>
                    <a:pt x="5091" y="3583"/>
                  </a:cubicBezTo>
                  <a:cubicBezTo>
                    <a:pt x="6022" y="3233"/>
                    <a:pt x="6090" y="2750"/>
                    <a:pt x="6047" y="2495"/>
                  </a:cubicBezTo>
                  <a:cubicBezTo>
                    <a:pt x="5996" y="2192"/>
                    <a:pt x="5557" y="140"/>
                    <a:pt x="5538" y="54"/>
                  </a:cubicBezTo>
                  <a:cubicBezTo>
                    <a:pt x="5532" y="24"/>
                    <a:pt x="5506"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g332bf0ce26c_1_103"/>
            <p:cNvSpPr/>
            <p:nvPr/>
          </p:nvSpPr>
          <p:spPr>
            <a:xfrm>
              <a:off x="10052368" y="4955935"/>
              <a:ext cx="222392" cy="71903"/>
            </a:xfrm>
            <a:custGeom>
              <a:rect b="b" l="l" r="r" t="t"/>
              <a:pathLst>
                <a:path extrusionOk="0" h="1969" w="6090">
                  <a:moveTo>
                    <a:pt x="5885" y="171"/>
                  </a:moveTo>
                  <a:cubicBezTo>
                    <a:pt x="5900" y="244"/>
                    <a:pt x="5910" y="300"/>
                    <a:pt x="5916" y="334"/>
                  </a:cubicBezTo>
                  <a:cubicBezTo>
                    <a:pt x="5979" y="708"/>
                    <a:pt x="5669" y="1043"/>
                    <a:pt x="5044" y="1277"/>
                  </a:cubicBezTo>
                  <a:cubicBezTo>
                    <a:pt x="4210" y="1589"/>
                    <a:pt x="2337" y="1784"/>
                    <a:pt x="1560" y="1831"/>
                  </a:cubicBezTo>
                  <a:cubicBezTo>
                    <a:pt x="1499" y="1834"/>
                    <a:pt x="1439" y="1836"/>
                    <a:pt x="1378" y="1836"/>
                  </a:cubicBezTo>
                  <a:cubicBezTo>
                    <a:pt x="798" y="1836"/>
                    <a:pt x="223" y="1683"/>
                    <a:pt x="155" y="1497"/>
                  </a:cubicBezTo>
                  <a:cubicBezTo>
                    <a:pt x="135" y="1438"/>
                    <a:pt x="180" y="1376"/>
                    <a:pt x="236" y="1328"/>
                  </a:cubicBezTo>
                  <a:cubicBezTo>
                    <a:pt x="328" y="1371"/>
                    <a:pt x="584" y="1416"/>
                    <a:pt x="1359" y="1416"/>
                  </a:cubicBezTo>
                  <a:cubicBezTo>
                    <a:pt x="1572" y="1416"/>
                    <a:pt x="1825" y="1412"/>
                    <a:pt x="2124" y="1405"/>
                  </a:cubicBezTo>
                  <a:cubicBezTo>
                    <a:pt x="3231" y="1377"/>
                    <a:pt x="4496" y="962"/>
                    <a:pt x="5885" y="171"/>
                  </a:cubicBezTo>
                  <a:close/>
                  <a:moveTo>
                    <a:pt x="5931" y="0"/>
                  </a:moveTo>
                  <a:cubicBezTo>
                    <a:pt x="5920" y="0"/>
                    <a:pt x="5909" y="3"/>
                    <a:pt x="5899" y="10"/>
                  </a:cubicBezTo>
                  <a:cubicBezTo>
                    <a:pt x="4498" y="819"/>
                    <a:pt x="3227" y="1244"/>
                    <a:pt x="2120" y="1272"/>
                  </a:cubicBezTo>
                  <a:cubicBezTo>
                    <a:pt x="1826" y="1280"/>
                    <a:pt x="1578" y="1283"/>
                    <a:pt x="1371" y="1283"/>
                  </a:cubicBezTo>
                  <a:cubicBezTo>
                    <a:pt x="567" y="1283"/>
                    <a:pt x="359" y="1236"/>
                    <a:pt x="307" y="1214"/>
                  </a:cubicBezTo>
                  <a:cubicBezTo>
                    <a:pt x="303" y="1207"/>
                    <a:pt x="300" y="1200"/>
                    <a:pt x="294" y="1194"/>
                  </a:cubicBezTo>
                  <a:cubicBezTo>
                    <a:pt x="281" y="1178"/>
                    <a:pt x="262" y="1170"/>
                    <a:pt x="243" y="1170"/>
                  </a:cubicBezTo>
                  <a:cubicBezTo>
                    <a:pt x="230" y="1170"/>
                    <a:pt x="216" y="1174"/>
                    <a:pt x="205" y="1183"/>
                  </a:cubicBezTo>
                  <a:cubicBezTo>
                    <a:pt x="6" y="1328"/>
                    <a:pt x="0" y="1458"/>
                    <a:pt x="31" y="1541"/>
                  </a:cubicBezTo>
                  <a:cubicBezTo>
                    <a:pt x="127" y="1812"/>
                    <a:pt x="766" y="1969"/>
                    <a:pt x="1371" y="1969"/>
                  </a:cubicBezTo>
                  <a:cubicBezTo>
                    <a:pt x="1438" y="1969"/>
                    <a:pt x="1503" y="1967"/>
                    <a:pt x="1568" y="1963"/>
                  </a:cubicBezTo>
                  <a:cubicBezTo>
                    <a:pt x="2351" y="1917"/>
                    <a:pt x="4242" y="1719"/>
                    <a:pt x="5091" y="1400"/>
                  </a:cubicBezTo>
                  <a:cubicBezTo>
                    <a:pt x="6022" y="1051"/>
                    <a:pt x="6090" y="568"/>
                    <a:pt x="6047" y="311"/>
                  </a:cubicBezTo>
                  <a:cubicBezTo>
                    <a:pt x="6039" y="264"/>
                    <a:pt x="6021" y="173"/>
                    <a:pt x="5997" y="54"/>
                  </a:cubicBezTo>
                  <a:cubicBezTo>
                    <a:pt x="5993" y="32"/>
                    <a:pt x="5980" y="14"/>
                    <a:pt x="5960" y="6"/>
                  </a:cubicBezTo>
                  <a:cubicBezTo>
                    <a:pt x="5950" y="2"/>
                    <a:pt x="5941" y="0"/>
                    <a:pt x="59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g332bf0ce26c_1_103"/>
            <p:cNvSpPr/>
            <p:nvPr/>
          </p:nvSpPr>
          <p:spPr>
            <a:xfrm>
              <a:off x="8910968" y="3174293"/>
              <a:ext cx="238350" cy="179885"/>
            </a:xfrm>
            <a:custGeom>
              <a:rect b="b" l="l" r="r" t="t"/>
              <a:pathLst>
                <a:path extrusionOk="0" h="4926" w="6527">
                  <a:moveTo>
                    <a:pt x="684" y="1"/>
                  </a:moveTo>
                  <a:cubicBezTo>
                    <a:pt x="307" y="1"/>
                    <a:pt x="0" y="307"/>
                    <a:pt x="0" y="684"/>
                  </a:cubicBezTo>
                  <a:lnTo>
                    <a:pt x="0" y="2997"/>
                  </a:lnTo>
                  <a:cubicBezTo>
                    <a:pt x="0" y="3375"/>
                    <a:pt x="306" y="3681"/>
                    <a:pt x="683" y="3681"/>
                  </a:cubicBezTo>
                  <a:lnTo>
                    <a:pt x="722" y="3681"/>
                  </a:lnTo>
                  <a:lnTo>
                    <a:pt x="217" y="4926"/>
                  </a:lnTo>
                  <a:lnTo>
                    <a:pt x="217" y="4926"/>
                  </a:lnTo>
                  <a:lnTo>
                    <a:pt x="1818" y="3681"/>
                  </a:lnTo>
                  <a:lnTo>
                    <a:pt x="5843" y="3681"/>
                  </a:lnTo>
                  <a:cubicBezTo>
                    <a:pt x="6220" y="3681"/>
                    <a:pt x="6526" y="3375"/>
                    <a:pt x="6526" y="2997"/>
                  </a:cubicBezTo>
                  <a:lnTo>
                    <a:pt x="6526" y="684"/>
                  </a:lnTo>
                  <a:cubicBezTo>
                    <a:pt x="6526" y="307"/>
                    <a:pt x="6220" y="1"/>
                    <a:pt x="58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g332bf0ce26c_1_103"/>
            <p:cNvSpPr/>
            <p:nvPr/>
          </p:nvSpPr>
          <p:spPr>
            <a:xfrm>
              <a:off x="8908557" y="3171882"/>
              <a:ext cx="243170" cy="184742"/>
            </a:xfrm>
            <a:custGeom>
              <a:rect b="b" l="l" r="r" t="t"/>
              <a:pathLst>
                <a:path extrusionOk="0" h="5059" w="6659">
                  <a:moveTo>
                    <a:pt x="5909" y="133"/>
                  </a:moveTo>
                  <a:cubicBezTo>
                    <a:pt x="6249" y="133"/>
                    <a:pt x="6526" y="410"/>
                    <a:pt x="6526" y="750"/>
                  </a:cubicBezTo>
                  <a:lnTo>
                    <a:pt x="6526" y="3063"/>
                  </a:lnTo>
                  <a:cubicBezTo>
                    <a:pt x="6526" y="3404"/>
                    <a:pt x="6249" y="3681"/>
                    <a:pt x="5909" y="3681"/>
                  </a:cubicBezTo>
                  <a:lnTo>
                    <a:pt x="1884" y="3681"/>
                  </a:lnTo>
                  <a:cubicBezTo>
                    <a:pt x="1868" y="3681"/>
                    <a:pt x="1854" y="3686"/>
                    <a:pt x="1842" y="3695"/>
                  </a:cubicBezTo>
                  <a:lnTo>
                    <a:pt x="438" y="4787"/>
                  </a:lnTo>
                  <a:lnTo>
                    <a:pt x="850" y="3772"/>
                  </a:lnTo>
                  <a:cubicBezTo>
                    <a:pt x="858" y="3752"/>
                    <a:pt x="855" y="3728"/>
                    <a:pt x="844" y="3711"/>
                  </a:cubicBezTo>
                  <a:cubicBezTo>
                    <a:pt x="832" y="3692"/>
                    <a:pt x="811" y="3681"/>
                    <a:pt x="788" y="3681"/>
                  </a:cubicBezTo>
                  <a:lnTo>
                    <a:pt x="750" y="3681"/>
                  </a:lnTo>
                  <a:cubicBezTo>
                    <a:pt x="409" y="3681"/>
                    <a:pt x="133" y="3404"/>
                    <a:pt x="133" y="3063"/>
                  </a:cubicBezTo>
                  <a:lnTo>
                    <a:pt x="133" y="750"/>
                  </a:lnTo>
                  <a:cubicBezTo>
                    <a:pt x="133" y="410"/>
                    <a:pt x="409" y="133"/>
                    <a:pt x="750" y="133"/>
                  </a:cubicBezTo>
                  <a:close/>
                  <a:moveTo>
                    <a:pt x="749" y="0"/>
                  </a:moveTo>
                  <a:cubicBezTo>
                    <a:pt x="336" y="0"/>
                    <a:pt x="0" y="336"/>
                    <a:pt x="0" y="750"/>
                  </a:cubicBezTo>
                  <a:lnTo>
                    <a:pt x="0" y="3063"/>
                  </a:lnTo>
                  <a:cubicBezTo>
                    <a:pt x="0" y="3457"/>
                    <a:pt x="305" y="3780"/>
                    <a:pt x="691" y="3811"/>
                  </a:cubicBezTo>
                  <a:lnTo>
                    <a:pt x="221" y="4967"/>
                  </a:lnTo>
                  <a:cubicBezTo>
                    <a:pt x="210" y="4994"/>
                    <a:pt x="219" y="5026"/>
                    <a:pt x="243" y="5045"/>
                  </a:cubicBezTo>
                  <a:cubicBezTo>
                    <a:pt x="254" y="5054"/>
                    <a:pt x="269" y="5058"/>
                    <a:pt x="283" y="5058"/>
                  </a:cubicBezTo>
                  <a:cubicBezTo>
                    <a:pt x="297" y="5058"/>
                    <a:pt x="311" y="5054"/>
                    <a:pt x="323" y="5044"/>
                  </a:cubicBezTo>
                  <a:lnTo>
                    <a:pt x="1906" y="3814"/>
                  </a:lnTo>
                  <a:lnTo>
                    <a:pt x="5909" y="3814"/>
                  </a:lnTo>
                  <a:cubicBezTo>
                    <a:pt x="6323" y="3814"/>
                    <a:pt x="6659" y="3478"/>
                    <a:pt x="6659" y="3063"/>
                  </a:cubicBezTo>
                  <a:lnTo>
                    <a:pt x="6659" y="750"/>
                  </a:lnTo>
                  <a:cubicBezTo>
                    <a:pt x="6659" y="336"/>
                    <a:pt x="6323" y="0"/>
                    <a:pt x="59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g332bf0ce26c_1_103"/>
            <p:cNvSpPr/>
            <p:nvPr/>
          </p:nvSpPr>
          <p:spPr>
            <a:xfrm>
              <a:off x="8907791" y="3166405"/>
              <a:ext cx="238386" cy="179885"/>
            </a:xfrm>
            <a:custGeom>
              <a:rect b="b" l="l" r="r" t="t"/>
              <a:pathLst>
                <a:path extrusionOk="0" h="4926" w="6528">
                  <a:moveTo>
                    <a:pt x="685" y="0"/>
                  </a:moveTo>
                  <a:cubicBezTo>
                    <a:pt x="307" y="0"/>
                    <a:pt x="1" y="307"/>
                    <a:pt x="1" y="684"/>
                  </a:cubicBezTo>
                  <a:lnTo>
                    <a:pt x="1" y="2997"/>
                  </a:lnTo>
                  <a:cubicBezTo>
                    <a:pt x="1" y="3374"/>
                    <a:pt x="307" y="3681"/>
                    <a:pt x="685" y="3681"/>
                  </a:cubicBezTo>
                  <a:lnTo>
                    <a:pt x="723" y="3681"/>
                  </a:lnTo>
                  <a:lnTo>
                    <a:pt x="217" y="4925"/>
                  </a:lnTo>
                  <a:lnTo>
                    <a:pt x="1818" y="3681"/>
                  </a:lnTo>
                  <a:lnTo>
                    <a:pt x="5843" y="3681"/>
                  </a:lnTo>
                  <a:cubicBezTo>
                    <a:pt x="6221" y="3681"/>
                    <a:pt x="6527" y="3374"/>
                    <a:pt x="6527" y="2997"/>
                  </a:cubicBezTo>
                  <a:lnTo>
                    <a:pt x="6527" y="684"/>
                  </a:lnTo>
                  <a:cubicBezTo>
                    <a:pt x="6527" y="307"/>
                    <a:pt x="6221" y="0"/>
                    <a:pt x="584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g332bf0ce26c_1_103"/>
            <p:cNvSpPr/>
            <p:nvPr/>
          </p:nvSpPr>
          <p:spPr>
            <a:xfrm>
              <a:off x="8905380" y="3163958"/>
              <a:ext cx="243207" cy="184742"/>
            </a:xfrm>
            <a:custGeom>
              <a:rect b="b" l="l" r="r" t="t"/>
              <a:pathLst>
                <a:path extrusionOk="0" h="5059" w="6660">
                  <a:moveTo>
                    <a:pt x="5910" y="133"/>
                  </a:moveTo>
                  <a:cubicBezTo>
                    <a:pt x="6250" y="133"/>
                    <a:pt x="6527" y="410"/>
                    <a:pt x="6527" y="751"/>
                  </a:cubicBezTo>
                  <a:lnTo>
                    <a:pt x="6527" y="3064"/>
                  </a:lnTo>
                  <a:cubicBezTo>
                    <a:pt x="6527" y="3405"/>
                    <a:pt x="6250" y="3682"/>
                    <a:pt x="5910" y="3682"/>
                  </a:cubicBezTo>
                  <a:lnTo>
                    <a:pt x="1884" y="3682"/>
                  </a:lnTo>
                  <a:cubicBezTo>
                    <a:pt x="1870" y="3682"/>
                    <a:pt x="1855" y="3686"/>
                    <a:pt x="1844" y="3696"/>
                  </a:cubicBezTo>
                  <a:lnTo>
                    <a:pt x="438" y="4788"/>
                  </a:lnTo>
                  <a:lnTo>
                    <a:pt x="851" y="3773"/>
                  </a:lnTo>
                  <a:cubicBezTo>
                    <a:pt x="860" y="3753"/>
                    <a:pt x="857" y="3729"/>
                    <a:pt x="844" y="3710"/>
                  </a:cubicBezTo>
                  <a:cubicBezTo>
                    <a:pt x="832" y="3692"/>
                    <a:pt x="811" y="3682"/>
                    <a:pt x="790" y="3682"/>
                  </a:cubicBezTo>
                  <a:lnTo>
                    <a:pt x="751" y="3682"/>
                  </a:lnTo>
                  <a:cubicBezTo>
                    <a:pt x="410" y="3682"/>
                    <a:pt x="133" y="3405"/>
                    <a:pt x="133" y="3064"/>
                  </a:cubicBezTo>
                  <a:lnTo>
                    <a:pt x="133" y="751"/>
                  </a:lnTo>
                  <a:cubicBezTo>
                    <a:pt x="133" y="410"/>
                    <a:pt x="410" y="133"/>
                    <a:pt x="751" y="133"/>
                  </a:cubicBezTo>
                  <a:close/>
                  <a:moveTo>
                    <a:pt x="751" y="1"/>
                  </a:moveTo>
                  <a:cubicBezTo>
                    <a:pt x="338" y="1"/>
                    <a:pt x="1" y="337"/>
                    <a:pt x="1" y="751"/>
                  </a:cubicBezTo>
                  <a:lnTo>
                    <a:pt x="1" y="3064"/>
                  </a:lnTo>
                  <a:cubicBezTo>
                    <a:pt x="1" y="3458"/>
                    <a:pt x="306" y="3782"/>
                    <a:pt x="692" y="3812"/>
                  </a:cubicBezTo>
                  <a:lnTo>
                    <a:pt x="222" y="4968"/>
                  </a:lnTo>
                  <a:cubicBezTo>
                    <a:pt x="211" y="4995"/>
                    <a:pt x="220" y="5027"/>
                    <a:pt x="243" y="5046"/>
                  </a:cubicBezTo>
                  <a:cubicBezTo>
                    <a:pt x="255" y="5054"/>
                    <a:pt x="269" y="5059"/>
                    <a:pt x="283" y="5059"/>
                  </a:cubicBezTo>
                  <a:cubicBezTo>
                    <a:pt x="298" y="5059"/>
                    <a:pt x="313" y="5054"/>
                    <a:pt x="325" y="5045"/>
                  </a:cubicBezTo>
                  <a:lnTo>
                    <a:pt x="1907" y="3814"/>
                  </a:lnTo>
                  <a:lnTo>
                    <a:pt x="5910" y="3814"/>
                  </a:lnTo>
                  <a:cubicBezTo>
                    <a:pt x="6323" y="3814"/>
                    <a:pt x="6659" y="3478"/>
                    <a:pt x="6659" y="3064"/>
                  </a:cubicBezTo>
                  <a:lnTo>
                    <a:pt x="6659" y="751"/>
                  </a:lnTo>
                  <a:cubicBezTo>
                    <a:pt x="6659" y="337"/>
                    <a:pt x="6323" y="1"/>
                    <a:pt x="59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g332bf0ce26c_1_103"/>
            <p:cNvSpPr/>
            <p:nvPr/>
          </p:nvSpPr>
          <p:spPr>
            <a:xfrm>
              <a:off x="8966436" y="3223736"/>
              <a:ext cx="19829" cy="19756"/>
            </a:xfrm>
            <a:custGeom>
              <a:rect b="b" l="l" r="r" t="t"/>
              <a:pathLst>
                <a:path extrusionOk="0" h="541" w="543">
                  <a:moveTo>
                    <a:pt x="271" y="0"/>
                  </a:moveTo>
                  <a:cubicBezTo>
                    <a:pt x="121" y="0"/>
                    <a:pt x="0" y="121"/>
                    <a:pt x="0" y="271"/>
                  </a:cubicBezTo>
                  <a:cubicBezTo>
                    <a:pt x="0" y="420"/>
                    <a:pt x="121" y="541"/>
                    <a:pt x="271" y="541"/>
                  </a:cubicBezTo>
                  <a:cubicBezTo>
                    <a:pt x="420" y="541"/>
                    <a:pt x="542" y="420"/>
                    <a:pt x="542" y="271"/>
                  </a:cubicBezTo>
                  <a:cubicBezTo>
                    <a:pt x="542" y="121"/>
                    <a:pt x="420" y="0"/>
                    <a:pt x="2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g332bf0ce26c_1_103"/>
            <p:cNvSpPr/>
            <p:nvPr/>
          </p:nvSpPr>
          <p:spPr>
            <a:xfrm>
              <a:off x="9017815" y="3223736"/>
              <a:ext cx="19829" cy="19756"/>
            </a:xfrm>
            <a:custGeom>
              <a:rect b="b" l="l" r="r" t="t"/>
              <a:pathLst>
                <a:path extrusionOk="0" h="541" w="543">
                  <a:moveTo>
                    <a:pt x="271" y="0"/>
                  </a:moveTo>
                  <a:cubicBezTo>
                    <a:pt x="122" y="0"/>
                    <a:pt x="0" y="121"/>
                    <a:pt x="0" y="271"/>
                  </a:cubicBezTo>
                  <a:cubicBezTo>
                    <a:pt x="0" y="420"/>
                    <a:pt x="122" y="541"/>
                    <a:pt x="271" y="541"/>
                  </a:cubicBezTo>
                  <a:cubicBezTo>
                    <a:pt x="421" y="541"/>
                    <a:pt x="542" y="420"/>
                    <a:pt x="542" y="271"/>
                  </a:cubicBezTo>
                  <a:cubicBezTo>
                    <a:pt x="542" y="121"/>
                    <a:pt x="421" y="0"/>
                    <a:pt x="2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g332bf0ce26c_1_103"/>
            <p:cNvSpPr/>
            <p:nvPr/>
          </p:nvSpPr>
          <p:spPr>
            <a:xfrm>
              <a:off x="9069231" y="3223736"/>
              <a:ext cx="19756" cy="19756"/>
            </a:xfrm>
            <a:custGeom>
              <a:rect b="b" l="l" r="r" t="t"/>
              <a:pathLst>
                <a:path extrusionOk="0" h="541" w="541">
                  <a:moveTo>
                    <a:pt x="270" y="0"/>
                  </a:moveTo>
                  <a:cubicBezTo>
                    <a:pt x="121" y="0"/>
                    <a:pt x="0" y="121"/>
                    <a:pt x="0" y="271"/>
                  </a:cubicBezTo>
                  <a:cubicBezTo>
                    <a:pt x="0" y="420"/>
                    <a:pt x="121" y="541"/>
                    <a:pt x="270" y="541"/>
                  </a:cubicBezTo>
                  <a:cubicBezTo>
                    <a:pt x="420" y="541"/>
                    <a:pt x="541" y="420"/>
                    <a:pt x="541" y="271"/>
                  </a:cubicBezTo>
                  <a:cubicBezTo>
                    <a:pt x="541" y="121"/>
                    <a:pt x="420"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g332bf0ce26c_1_103"/>
            <p:cNvSpPr/>
            <p:nvPr/>
          </p:nvSpPr>
          <p:spPr>
            <a:xfrm>
              <a:off x="8647317" y="4925772"/>
              <a:ext cx="128213" cy="182332"/>
            </a:xfrm>
            <a:custGeom>
              <a:rect b="b" l="l" r="r" t="t"/>
              <a:pathLst>
                <a:path extrusionOk="0" h="4993" w="3511">
                  <a:moveTo>
                    <a:pt x="42" y="0"/>
                  </a:moveTo>
                  <a:lnTo>
                    <a:pt x="42" y="0"/>
                  </a:lnTo>
                  <a:cubicBezTo>
                    <a:pt x="42" y="0"/>
                    <a:pt x="1" y="2612"/>
                    <a:pt x="83" y="3346"/>
                  </a:cubicBezTo>
                  <a:cubicBezTo>
                    <a:pt x="164" y="4081"/>
                    <a:pt x="246" y="4611"/>
                    <a:pt x="1511" y="4897"/>
                  </a:cubicBezTo>
                  <a:cubicBezTo>
                    <a:pt x="1802" y="4963"/>
                    <a:pt x="2066" y="4992"/>
                    <a:pt x="2299" y="4992"/>
                  </a:cubicBezTo>
                  <a:cubicBezTo>
                    <a:pt x="3075" y="4992"/>
                    <a:pt x="3510" y="4671"/>
                    <a:pt x="3510" y="4326"/>
                  </a:cubicBezTo>
                  <a:cubicBezTo>
                    <a:pt x="3510" y="3878"/>
                    <a:pt x="2735" y="2326"/>
                    <a:pt x="2735" y="2326"/>
                  </a:cubicBezTo>
                  <a:lnTo>
                    <a:pt x="2245" y="286"/>
                  </a:lnTo>
                  <a:lnTo>
                    <a:pt x="4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g332bf0ce26c_1_103"/>
            <p:cNvSpPr/>
            <p:nvPr/>
          </p:nvSpPr>
          <p:spPr>
            <a:xfrm>
              <a:off x="8644944" y="4923325"/>
              <a:ext cx="133033" cy="187152"/>
            </a:xfrm>
            <a:custGeom>
              <a:rect b="b" l="l" r="r" t="t"/>
              <a:pathLst>
                <a:path extrusionOk="0" h="5125" w="3643">
                  <a:moveTo>
                    <a:pt x="172" y="143"/>
                  </a:moveTo>
                  <a:lnTo>
                    <a:pt x="2256" y="413"/>
                  </a:lnTo>
                  <a:lnTo>
                    <a:pt x="2735" y="2409"/>
                  </a:lnTo>
                  <a:cubicBezTo>
                    <a:pt x="2736" y="2414"/>
                    <a:pt x="2739" y="2418"/>
                    <a:pt x="2741" y="2423"/>
                  </a:cubicBezTo>
                  <a:cubicBezTo>
                    <a:pt x="2748" y="2438"/>
                    <a:pt x="3509" y="3965"/>
                    <a:pt x="3509" y="4393"/>
                  </a:cubicBezTo>
                  <a:cubicBezTo>
                    <a:pt x="3509" y="4517"/>
                    <a:pt x="3443" y="4635"/>
                    <a:pt x="3317" y="4736"/>
                  </a:cubicBezTo>
                  <a:cubicBezTo>
                    <a:pt x="3106" y="4905"/>
                    <a:pt x="2772" y="4993"/>
                    <a:pt x="2370" y="4993"/>
                  </a:cubicBezTo>
                  <a:cubicBezTo>
                    <a:pt x="2131" y="4993"/>
                    <a:pt x="1868" y="4962"/>
                    <a:pt x="1591" y="4899"/>
                  </a:cubicBezTo>
                  <a:cubicBezTo>
                    <a:pt x="349" y="4619"/>
                    <a:pt x="292" y="4110"/>
                    <a:pt x="214" y="3406"/>
                  </a:cubicBezTo>
                  <a:cubicBezTo>
                    <a:pt x="142" y="2753"/>
                    <a:pt x="167" y="574"/>
                    <a:pt x="172" y="143"/>
                  </a:cubicBezTo>
                  <a:close/>
                  <a:moveTo>
                    <a:pt x="107" y="1"/>
                  </a:moveTo>
                  <a:cubicBezTo>
                    <a:pt x="91" y="1"/>
                    <a:pt x="76" y="7"/>
                    <a:pt x="64" y="18"/>
                  </a:cubicBezTo>
                  <a:cubicBezTo>
                    <a:pt x="49" y="30"/>
                    <a:pt x="41" y="47"/>
                    <a:pt x="41" y="66"/>
                  </a:cubicBezTo>
                  <a:cubicBezTo>
                    <a:pt x="39" y="173"/>
                    <a:pt x="1" y="2690"/>
                    <a:pt x="81" y="3420"/>
                  </a:cubicBezTo>
                  <a:cubicBezTo>
                    <a:pt x="159" y="4122"/>
                    <a:pt x="227" y="4728"/>
                    <a:pt x="1561" y="5029"/>
                  </a:cubicBezTo>
                  <a:cubicBezTo>
                    <a:pt x="1845" y="5093"/>
                    <a:pt x="2117" y="5124"/>
                    <a:pt x="2366" y="5124"/>
                  </a:cubicBezTo>
                  <a:cubicBezTo>
                    <a:pt x="2801" y="5124"/>
                    <a:pt x="3166" y="5027"/>
                    <a:pt x="3401" y="4840"/>
                  </a:cubicBezTo>
                  <a:cubicBezTo>
                    <a:pt x="3556" y="4716"/>
                    <a:pt x="3643" y="4556"/>
                    <a:pt x="3643" y="4393"/>
                  </a:cubicBezTo>
                  <a:cubicBezTo>
                    <a:pt x="3643" y="3945"/>
                    <a:pt x="2927" y="2498"/>
                    <a:pt x="2863" y="2371"/>
                  </a:cubicBezTo>
                  <a:lnTo>
                    <a:pt x="2375" y="338"/>
                  </a:lnTo>
                  <a:cubicBezTo>
                    <a:pt x="2368" y="311"/>
                    <a:pt x="2347" y="291"/>
                    <a:pt x="2320" y="288"/>
                  </a:cubicBezTo>
                  <a:lnTo>
                    <a:pt x="116" y="1"/>
                  </a:lnTo>
                  <a:cubicBezTo>
                    <a:pt x="113" y="1"/>
                    <a:pt x="110"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g332bf0ce26c_1_103"/>
            <p:cNvSpPr/>
            <p:nvPr/>
          </p:nvSpPr>
          <p:spPr>
            <a:xfrm>
              <a:off x="8647756" y="5045510"/>
              <a:ext cx="130185" cy="64965"/>
            </a:xfrm>
            <a:custGeom>
              <a:rect b="b" l="l" r="r" t="t"/>
              <a:pathLst>
                <a:path extrusionOk="0" h="1779" w="3565">
                  <a:moveTo>
                    <a:pt x="195" y="478"/>
                  </a:moveTo>
                  <a:lnTo>
                    <a:pt x="195" y="478"/>
                  </a:lnTo>
                  <a:cubicBezTo>
                    <a:pt x="422" y="826"/>
                    <a:pt x="896" y="1276"/>
                    <a:pt x="1825" y="1276"/>
                  </a:cubicBezTo>
                  <a:cubicBezTo>
                    <a:pt x="2642" y="1276"/>
                    <a:pt x="3084" y="924"/>
                    <a:pt x="3321" y="584"/>
                  </a:cubicBezTo>
                  <a:cubicBezTo>
                    <a:pt x="3412" y="848"/>
                    <a:pt x="3432" y="981"/>
                    <a:pt x="3432" y="1047"/>
                  </a:cubicBezTo>
                  <a:cubicBezTo>
                    <a:pt x="3432" y="1171"/>
                    <a:pt x="3366" y="1289"/>
                    <a:pt x="3241" y="1390"/>
                  </a:cubicBezTo>
                  <a:cubicBezTo>
                    <a:pt x="3029" y="1559"/>
                    <a:pt x="2695" y="1647"/>
                    <a:pt x="2293" y="1647"/>
                  </a:cubicBezTo>
                  <a:cubicBezTo>
                    <a:pt x="2054" y="1647"/>
                    <a:pt x="1791" y="1616"/>
                    <a:pt x="1514" y="1553"/>
                  </a:cubicBezTo>
                  <a:cubicBezTo>
                    <a:pt x="533" y="1332"/>
                    <a:pt x="292" y="968"/>
                    <a:pt x="195" y="478"/>
                  </a:cubicBezTo>
                  <a:close/>
                  <a:moveTo>
                    <a:pt x="71" y="1"/>
                  </a:moveTo>
                  <a:cubicBezTo>
                    <a:pt x="67" y="1"/>
                    <a:pt x="63" y="1"/>
                    <a:pt x="59" y="2"/>
                  </a:cubicBezTo>
                  <a:cubicBezTo>
                    <a:pt x="24" y="8"/>
                    <a:pt x="1" y="40"/>
                    <a:pt x="4" y="74"/>
                  </a:cubicBezTo>
                  <a:cubicBezTo>
                    <a:pt x="82" y="776"/>
                    <a:pt x="150" y="1382"/>
                    <a:pt x="1484" y="1683"/>
                  </a:cubicBezTo>
                  <a:cubicBezTo>
                    <a:pt x="1768" y="1747"/>
                    <a:pt x="2040" y="1778"/>
                    <a:pt x="2289" y="1778"/>
                  </a:cubicBezTo>
                  <a:cubicBezTo>
                    <a:pt x="2724" y="1778"/>
                    <a:pt x="3089" y="1681"/>
                    <a:pt x="3324" y="1494"/>
                  </a:cubicBezTo>
                  <a:cubicBezTo>
                    <a:pt x="3479" y="1370"/>
                    <a:pt x="3564" y="1210"/>
                    <a:pt x="3564" y="1047"/>
                  </a:cubicBezTo>
                  <a:cubicBezTo>
                    <a:pt x="3564" y="919"/>
                    <a:pt x="3511" y="712"/>
                    <a:pt x="3400" y="412"/>
                  </a:cubicBezTo>
                  <a:cubicBezTo>
                    <a:pt x="3390" y="388"/>
                    <a:pt x="3369" y="370"/>
                    <a:pt x="3343" y="369"/>
                  </a:cubicBezTo>
                  <a:cubicBezTo>
                    <a:pt x="3341" y="369"/>
                    <a:pt x="3339" y="369"/>
                    <a:pt x="3337" y="369"/>
                  </a:cubicBezTo>
                  <a:cubicBezTo>
                    <a:pt x="3313" y="369"/>
                    <a:pt x="3291" y="381"/>
                    <a:pt x="3280" y="401"/>
                  </a:cubicBezTo>
                  <a:cubicBezTo>
                    <a:pt x="3084" y="741"/>
                    <a:pt x="2673" y="1144"/>
                    <a:pt x="1825" y="1144"/>
                  </a:cubicBezTo>
                  <a:cubicBezTo>
                    <a:pt x="429" y="1144"/>
                    <a:pt x="146" y="96"/>
                    <a:pt x="136" y="52"/>
                  </a:cubicBezTo>
                  <a:cubicBezTo>
                    <a:pt x="127" y="22"/>
                    <a:pt x="101"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g332bf0ce26c_1_103"/>
            <p:cNvSpPr/>
            <p:nvPr/>
          </p:nvSpPr>
          <p:spPr>
            <a:xfrm>
              <a:off x="8790390" y="4916825"/>
              <a:ext cx="251861" cy="128761"/>
            </a:xfrm>
            <a:custGeom>
              <a:rect b="b" l="l" r="r" t="t"/>
              <a:pathLst>
                <a:path extrusionOk="0" h="3526" w="6897">
                  <a:moveTo>
                    <a:pt x="1306" y="1"/>
                  </a:moveTo>
                  <a:cubicBezTo>
                    <a:pt x="1306" y="1"/>
                    <a:pt x="0" y="2367"/>
                    <a:pt x="572" y="2735"/>
                  </a:cubicBezTo>
                  <a:cubicBezTo>
                    <a:pt x="1143" y="3102"/>
                    <a:pt x="2531" y="3102"/>
                    <a:pt x="2694" y="3102"/>
                  </a:cubicBezTo>
                  <a:cubicBezTo>
                    <a:pt x="2858" y="3102"/>
                    <a:pt x="3918" y="3428"/>
                    <a:pt x="4979" y="3510"/>
                  </a:cubicBezTo>
                  <a:cubicBezTo>
                    <a:pt x="5117" y="3520"/>
                    <a:pt x="5249" y="3525"/>
                    <a:pt x="5374" y="3525"/>
                  </a:cubicBezTo>
                  <a:cubicBezTo>
                    <a:pt x="6210" y="3525"/>
                    <a:pt x="6744" y="3299"/>
                    <a:pt x="6815" y="2980"/>
                  </a:cubicBezTo>
                  <a:cubicBezTo>
                    <a:pt x="6897" y="2612"/>
                    <a:pt x="6203" y="2530"/>
                    <a:pt x="5102" y="1877"/>
                  </a:cubicBezTo>
                  <a:cubicBezTo>
                    <a:pt x="3999" y="1225"/>
                    <a:pt x="3347" y="327"/>
                    <a:pt x="3347" y="327"/>
                  </a:cubicBezTo>
                  <a:lnTo>
                    <a:pt x="130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g332bf0ce26c_1_103"/>
            <p:cNvSpPr/>
            <p:nvPr/>
          </p:nvSpPr>
          <p:spPr>
            <a:xfrm>
              <a:off x="8787797" y="4914415"/>
              <a:ext cx="256134" cy="133581"/>
            </a:xfrm>
            <a:custGeom>
              <a:rect b="b" l="l" r="r" t="t"/>
              <a:pathLst>
                <a:path extrusionOk="0" h="3658" w="7014">
                  <a:moveTo>
                    <a:pt x="1413" y="140"/>
                  </a:moveTo>
                  <a:lnTo>
                    <a:pt x="3380" y="455"/>
                  </a:lnTo>
                  <a:cubicBezTo>
                    <a:pt x="3490" y="598"/>
                    <a:pt x="4134" y="1406"/>
                    <a:pt x="5139" y="2001"/>
                  </a:cubicBezTo>
                  <a:cubicBezTo>
                    <a:pt x="5551" y="2245"/>
                    <a:pt x="5903" y="2408"/>
                    <a:pt x="6186" y="2539"/>
                  </a:cubicBezTo>
                  <a:cubicBezTo>
                    <a:pt x="6654" y="2756"/>
                    <a:pt x="6859" y="2860"/>
                    <a:pt x="6821" y="3030"/>
                  </a:cubicBezTo>
                  <a:cubicBezTo>
                    <a:pt x="6763" y="3293"/>
                    <a:pt x="6276" y="3525"/>
                    <a:pt x="5440" y="3525"/>
                  </a:cubicBezTo>
                  <a:cubicBezTo>
                    <a:pt x="5319" y="3525"/>
                    <a:pt x="5190" y="3520"/>
                    <a:pt x="5055" y="3509"/>
                  </a:cubicBezTo>
                  <a:cubicBezTo>
                    <a:pt x="4342" y="3455"/>
                    <a:pt x="3622" y="3287"/>
                    <a:pt x="3191" y="3186"/>
                  </a:cubicBezTo>
                  <a:cubicBezTo>
                    <a:pt x="2944" y="3128"/>
                    <a:pt x="2823" y="3101"/>
                    <a:pt x="2765" y="3101"/>
                  </a:cubicBezTo>
                  <a:cubicBezTo>
                    <a:pt x="2406" y="3101"/>
                    <a:pt x="1194" y="3075"/>
                    <a:pt x="679" y="2745"/>
                  </a:cubicBezTo>
                  <a:cubicBezTo>
                    <a:pt x="307" y="2505"/>
                    <a:pt x="923" y="1038"/>
                    <a:pt x="1413" y="140"/>
                  </a:cubicBezTo>
                  <a:close/>
                  <a:moveTo>
                    <a:pt x="1377" y="1"/>
                  </a:moveTo>
                  <a:cubicBezTo>
                    <a:pt x="1353" y="1"/>
                    <a:pt x="1331" y="13"/>
                    <a:pt x="1319" y="35"/>
                  </a:cubicBezTo>
                  <a:cubicBezTo>
                    <a:pt x="1182" y="282"/>
                    <a:pt x="0" y="2467"/>
                    <a:pt x="607" y="2856"/>
                  </a:cubicBezTo>
                  <a:cubicBezTo>
                    <a:pt x="1153" y="3207"/>
                    <a:pt x="2396" y="3234"/>
                    <a:pt x="2765" y="3234"/>
                  </a:cubicBezTo>
                  <a:cubicBezTo>
                    <a:pt x="2810" y="3234"/>
                    <a:pt x="2972" y="3272"/>
                    <a:pt x="3160" y="3315"/>
                  </a:cubicBezTo>
                  <a:cubicBezTo>
                    <a:pt x="3596" y="3417"/>
                    <a:pt x="4322" y="3586"/>
                    <a:pt x="5045" y="3642"/>
                  </a:cubicBezTo>
                  <a:cubicBezTo>
                    <a:pt x="5182" y="3653"/>
                    <a:pt x="5314" y="3657"/>
                    <a:pt x="5440" y="3657"/>
                  </a:cubicBezTo>
                  <a:cubicBezTo>
                    <a:pt x="6279" y="3657"/>
                    <a:pt x="6868" y="3433"/>
                    <a:pt x="6951" y="3060"/>
                  </a:cubicBezTo>
                  <a:cubicBezTo>
                    <a:pt x="7014" y="2777"/>
                    <a:pt x="6723" y="2642"/>
                    <a:pt x="6241" y="2419"/>
                  </a:cubicBezTo>
                  <a:cubicBezTo>
                    <a:pt x="5961" y="2290"/>
                    <a:pt x="5613" y="2128"/>
                    <a:pt x="5206" y="1886"/>
                  </a:cubicBezTo>
                  <a:cubicBezTo>
                    <a:pt x="4129" y="1248"/>
                    <a:pt x="3477" y="362"/>
                    <a:pt x="3472" y="354"/>
                  </a:cubicBezTo>
                  <a:cubicBezTo>
                    <a:pt x="3461" y="340"/>
                    <a:pt x="3446" y="330"/>
                    <a:pt x="3428" y="327"/>
                  </a:cubicBezTo>
                  <a:lnTo>
                    <a:pt x="1388" y="1"/>
                  </a:lnTo>
                  <a:cubicBezTo>
                    <a:pt x="1384" y="1"/>
                    <a:pt x="1380" y="1"/>
                    <a:pt x="13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g332bf0ce26c_1_103"/>
            <p:cNvSpPr/>
            <p:nvPr/>
          </p:nvSpPr>
          <p:spPr>
            <a:xfrm>
              <a:off x="8802148" y="4990625"/>
              <a:ext cx="240504" cy="57369"/>
            </a:xfrm>
            <a:custGeom>
              <a:rect b="b" l="l" r="r" t="t"/>
              <a:pathLst>
                <a:path extrusionOk="0" h="1571" w="6586">
                  <a:moveTo>
                    <a:pt x="186" y="171"/>
                  </a:moveTo>
                  <a:lnTo>
                    <a:pt x="186" y="171"/>
                  </a:lnTo>
                  <a:cubicBezTo>
                    <a:pt x="562" y="377"/>
                    <a:pt x="1103" y="610"/>
                    <a:pt x="1673" y="657"/>
                  </a:cubicBezTo>
                  <a:cubicBezTo>
                    <a:pt x="2175" y="700"/>
                    <a:pt x="2583" y="782"/>
                    <a:pt x="3056" y="879"/>
                  </a:cubicBezTo>
                  <a:cubicBezTo>
                    <a:pt x="3487" y="967"/>
                    <a:pt x="3974" y="1067"/>
                    <a:pt x="4608" y="1147"/>
                  </a:cubicBezTo>
                  <a:cubicBezTo>
                    <a:pt x="4725" y="1161"/>
                    <a:pt x="4837" y="1168"/>
                    <a:pt x="4946" y="1168"/>
                  </a:cubicBezTo>
                  <a:cubicBezTo>
                    <a:pt x="5548" y="1168"/>
                    <a:pt x="6036" y="966"/>
                    <a:pt x="6366" y="771"/>
                  </a:cubicBezTo>
                  <a:cubicBezTo>
                    <a:pt x="6424" y="827"/>
                    <a:pt x="6442" y="879"/>
                    <a:pt x="6428" y="943"/>
                  </a:cubicBezTo>
                  <a:cubicBezTo>
                    <a:pt x="6370" y="1206"/>
                    <a:pt x="5883" y="1438"/>
                    <a:pt x="5047" y="1438"/>
                  </a:cubicBezTo>
                  <a:cubicBezTo>
                    <a:pt x="4926" y="1438"/>
                    <a:pt x="4797" y="1433"/>
                    <a:pt x="4662" y="1422"/>
                  </a:cubicBezTo>
                  <a:cubicBezTo>
                    <a:pt x="3949" y="1368"/>
                    <a:pt x="3229" y="1200"/>
                    <a:pt x="2798" y="1099"/>
                  </a:cubicBezTo>
                  <a:cubicBezTo>
                    <a:pt x="2551" y="1041"/>
                    <a:pt x="2430" y="1014"/>
                    <a:pt x="2372" y="1014"/>
                  </a:cubicBezTo>
                  <a:cubicBezTo>
                    <a:pt x="2013" y="1014"/>
                    <a:pt x="801" y="988"/>
                    <a:pt x="286" y="658"/>
                  </a:cubicBezTo>
                  <a:cubicBezTo>
                    <a:pt x="163" y="579"/>
                    <a:pt x="160" y="365"/>
                    <a:pt x="186" y="171"/>
                  </a:cubicBezTo>
                  <a:close/>
                  <a:moveTo>
                    <a:pt x="136" y="0"/>
                  </a:moveTo>
                  <a:cubicBezTo>
                    <a:pt x="126" y="0"/>
                    <a:pt x="116" y="2"/>
                    <a:pt x="107" y="6"/>
                  </a:cubicBezTo>
                  <a:cubicBezTo>
                    <a:pt x="88" y="16"/>
                    <a:pt x="73" y="33"/>
                    <a:pt x="70" y="55"/>
                  </a:cubicBezTo>
                  <a:cubicBezTo>
                    <a:pt x="0" y="429"/>
                    <a:pt x="47" y="663"/>
                    <a:pt x="214" y="769"/>
                  </a:cubicBezTo>
                  <a:cubicBezTo>
                    <a:pt x="760" y="1120"/>
                    <a:pt x="2003" y="1147"/>
                    <a:pt x="2372" y="1147"/>
                  </a:cubicBezTo>
                  <a:cubicBezTo>
                    <a:pt x="2417" y="1147"/>
                    <a:pt x="2579" y="1185"/>
                    <a:pt x="2767" y="1228"/>
                  </a:cubicBezTo>
                  <a:cubicBezTo>
                    <a:pt x="3203" y="1330"/>
                    <a:pt x="3929" y="1499"/>
                    <a:pt x="4652" y="1555"/>
                  </a:cubicBezTo>
                  <a:cubicBezTo>
                    <a:pt x="4789" y="1566"/>
                    <a:pt x="4921" y="1570"/>
                    <a:pt x="5047" y="1570"/>
                  </a:cubicBezTo>
                  <a:cubicBezTo>
                    <a:pt x="5886" y="1570"/>
                    <a:pt x="6475" y="1346"/>
                    <a:pt x="6558" y="973"/>
                  </a:cubicBezTo>
                  <a:cubicBezTo>
                    <a:pt x="6585" y="847"/>
                    <a:pt x="6539" y="737"/>
                    <a:pt x="6416" y="638"/>
                  </a:cubicBezTo>
                  <a:cubicBezTo>
                    <a:pt x="6404" y="628"/>
                    <a:pt x="6389" y="623"/>
                    <a:pt x="6374" y="623"/>
                  </a:cubicBezTo>
                  <a:cubicBezTo>
                    <a:pt x="6362" y="623"/>
                    <a:pt x="6350" y="626"/>
                    <a:pt x="6339" y="633"/>
                  </a:cubicBezTo>
                  <a:cubicBezTo>
                    <a:pt x="6025" y="826"/>
                    <a:pt x="5544" y="1036"/>
                    <a:pt x="4946" y="1036"/>
                  </a:cubicBezTo>
                  <a:cubicBezTo>
                    <a:pt x="4842" y="1036"/>
                    <a:pt x="4734" y="1029"/>
                    <a:pt x="4624" y="1015"/>
                  </a:cubicBezTo>
                  <a:cubicBezTo>
                    <a:pt x="3995" y="936"/>
                    <a:pt x="3510" y="837"/>
                    <a:pt x="3082" y="749"/>
                  </a:cubicBezTo>
                  <a:cubicBezTo>
                    <a:pt x="2605" y="652"/>
                    <a:pt x="2192" y="567"/>
                    <a:pt x="1684" y="526"/>
                  </a:cubicBezTo>
                  <a:cubicBezTo>
                    <a:pt x="1093" y="476"/>
                    <a:pt x="534" y="217"/>
                    <a:pt x="168" y="9"/>
                  </a:cubicBezTo>
                  <a:cubicBezTo>
                    <a:pt x="158" y="3"/>
                    <a:pt x="147" y="0"/>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g332bf0ce26c_1_103"/>
            <p:cNvSpPr/>
            <p:nvPr/>
          </p:nvSpPr>
          <p:spPr>
            <a:xfrm>
              <a:off x="8549526" y="3986530"/>
              <a:ext cx="457783" cy="961469"/>
            </a:xfrm>
            <a:custGeom>
              <a:rect b="b" l="l" r="r" t="t"/>
              <a:pathLst>
                <a:path extrusionOk="0" h="26329" w="12536">
                  <a:moveTo>
                    <a:pt x="11329" y="0"/>
                  </a:moveTo>
                  <a:lnTo>
                    <a:pt x="500" y="584"/>
                  </a:lnTo>
                  <a:cubicBezTo>
                    <a:pt x="500" y="584"/>
                    <a:pt x="122" y="2358"/>
                    <a:pt x="61" y="4682"/>
                  </a:cubicBezTo>
                  <a:cubicBezTo>
                    <a:pt x="0" y="7006"/>
                    <a:pt x="1346" y="10918"/>
                    <a:pt x="1406" y="11346"/>
                  </a:cubicBezTo>
                  <a:cubicBezTo>
                    <a:pt x="1467" y="11775"/>
                    <a:pt x="1712" y="14649"/>
                    <a:pt x="1712" y="14649"/>
                  </a:cubicBezTo>
                  <a:cubicBezTo>
                    <a:pt x="1712" y="14649"/>
                    <a:pt x="1589" y="15994"/>
                    <a:pt x="1589" y="17279"/>
                  </a:cubicBezTo>
                  <a:cubicBezTo>
                    <a:pt x="1589" y="18562"/>
                    <a:pt x="2691" y="26328"/>
                    <a:pt x="2691" y="26328"/>
                  </a:cubicBezTo>
                  <a:lnTo>
                    <a:pt x="5320" y="26267"/>
                  </a:lnTo>
                  <a:cubicBezTo>
                    <a:pt x="5320" y="26267"/>
                    <a:pt x="5748" y="17645"/>
                    <a:pt x="5748" y="16361"/>
                  </a:cubicBezTo>
                  <a:cubicBezTo>
                    <a:pt x="5748" y="15077"/>
                    <a:pt x="6175" y="10491"/>
                    <a:pt x="6175" y="10246"/>
                  </a:cubicBezTo>
                  <a:cubicBezTo>
                    <a:pt x="6175" y="10001"/>
                    <a:pt x="6420" y="5599"/>
                    <a:pt x="6420" y="5599"/>
                  </a:cubicBezTo>
                  <a:lnTo>
                    <a:pt x="7943" y="13521"/>
                  </a:lnTo>
                  <a:cubicBezTo>
                    <a:pt x="7943" y="13521"/>
                    <a:pt x="8331" y="14380"/>
                    <a:pt x="8024" y="17438"/>
                  </a:cubicBezTo>
                  <a:cubicBezTo>
                    <a:pt x="7719" y="20496"/>
                    <a:pt x="7643" y="25900"/>
                    <a:pt x="7643" y="25900"/>
                  </a:cubicBezTo>
                  <a:lnTo>
                    <a:pt x="9722" y="26207"/>
                  </a:lnTo>
                  <a:lnTo>
                    <a:pt x="10212" y="25962"/>
                  </a:lnTo>
                  <a:cubicBezTo>
                    <a:pt x="10212" y="25962"/>
                    <a:pt x="12536" y="12631"/>
                    <a:pt x="12536" y="12265"/>
                  </a:cubicBezTo>
                  <a:cubicBezTo>
                    <a:pt x="12536" y="11897"/>
                    <a:pt x="11329" y="0"/>
                    <a:pt x="113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g332bf0ce26c_1_103"/>
            <p:cNvSpPr/>
            <p:nvPr/>
          </p:nvSpPr>
          <p:spPr>
            <a:xfrm>
              <a:off x="8547591" y="3984083"/>
              <a:ext cx="462129" cy="966326"/>
            </a:xfrm>
            <a:custGeom>
              <a:rect b="b" l="l" r="r" t="t"/>
              <a:pathLst>
                <a:path extrusionOk="0" h="26462" w="12655">
                  <a:moveTo>
                    <a:pt x="11323" y="137"/>
                  </a:moveTo>
                  <a:cubicBezTo>
                    <a:pt x="11417" y="1073"/>
                    <a:pt x="12522" y="11985"/>
                    <a:pt x="12522" y="12330"/>
                  </a:cubicBezTo>
                  <a:cubicBezTo>
                    <a:pt x="12522" y="12616"/>
                    <a:pt x="11010" y="21366"/>
                    <a:pt x="10205" y="25984"/>
                  </a:cubicBezTo>
                  <a:lnTo>
                    <a:pt x="9764" y="26204"/>
                  </a:lnTo>
                  <a:lnTo>
                    <a:pt x="7764" y="25910"/>
                  </a:lnTo>
                  <a:cubicBezTo>
                    <a:pt x="7773" y="25316"/>
                    <a:pt x="7860" y="20361"/>
                    <a:pt x="8144" y="17511"/>
                  </a:cubicBezTo>
                  <a:cubicBezTo>
                    <a:pt x="8437" y="14587"/>
                    <a:pt x="8101" y="13665"/>
                    <a:pt x="8061" y="13568"/>
                  </a:cubicBezTo>
                  <a:lnTo>
                    <a:pt x="6539" y="5653"/>
                  </a:lnTo>
                  <a:cubicBezTo>
                    <a:pt x="6532" y="5621"/>
                    <a:pt x="6505" y="5599"/>
                    <a:pt x="6474" y="5599"/>
                  </a:cubicBezTo>
                  <a:cubicBezTo>
                    <a:pt x="6473" y="5599"/>
                    <a:pt x="6471" y="5600"/>
                    <a:pt x="6469" y="5600"/>
                  </a:cubicBezTo>
                  <a:cubicBezTo>
                    <a:pt x="6435" y="5602"/>
                    <a:pt x="6409" y="5628"/>
                    <a:pt x="6407" y="5662"/>
                  </a:cubicBezTo>
                  <a:cubicBezTo>
                    <a:pt x="6397" y="5842"/>
                    <a:pt x="6163" y="10069"/>
                    <a:pt x="6163" y="10313"/>
                  </a:cubicBezTo>
                  <a:cubicBezTo>
                    <a:pt x="6163" y="10384"/>
                    <a:pt x="6120" y="10885"/>
                    <a:pt x="6068" y="11519"/>
                  </a:cubicBezTo>
                  <a:cubicBezTo>
                    <a:pt x="5943" y="13019"/>
                    <a:pt x="5735" y="15531"/>
                    <a:pt x="5735" y="16428"/>
                  </a:cubicBezTo>
                  <a:cubicBezTo>
                    <a:pt x="5735" y="17639"/>
                    <a:pt x="5348" y="25489"/>
                    <a:pt x="5310" y="26269"/>
                  </a:cubicBezTo>
                  <a:lnTo>
                    <a:pt x="2801" y="26328"/>
                  </a:lnTo>
                  <a:cubicBezTo>
                    <a:pt x="2700" y="25609"/>
                    <a:pt x="1709" y="18551"/>
                    <a:pt x="1709" y="17346"/>
                  </a:cubicBezTo>
                  <a:cubicBezTo>
                    <a:pt x="1709" y="16079"/>
                    <a:pt x="1830" y="14736"/>
                    <a:pt x="1832" y="14710"/>
                  </a:cubicBezTo>
                  <a:cubicBezTo>
                    <a:pt x="1821" y="14593"/>
                    <a:pt x="1586" y="11830"/>
                    <a:pt x="1525" y="11404"/>
                  </a:cubicBezTo>
                  <a:cubicBezTo>
                    <a:pt x="1510" y="11303"/>
                    <a:pt x="1433" y="11035"/>
                    <a:pt x="1316" y="10629"/>
                  </a:cubicBezTo>
                  <a:cubicBezTo>
                    <a:pt x="932" y="9302"/>
                    <a:pt x="134" y="6538"/>
                    <a:pt x="180" y="4750"/>
                  </a:cubicBezTo>
                  <a:cubicBezTo>
                    <a:pt x="234" y="2674"/>
                    <a:pt x="547" y="1019"/>
                    <a:pt x="608" y="715"/>
                  </a:cubicBezTo>
                  <a:lnTo>
                    <a:pt x="11323" y="137"/>
                  </a:lnTo>
                  <a:close/>
                  <a:moveTo>
                    <a:pt x="11384" y="1"/>
                  </a:moveTo>
                  <a:cubicBezTo>
                    <a:pt x="11382" y="1"/>
                    <a:pt x="11380" y="1"/>
                    <a:pt x="11378" y="1"/>
                  </a:cubicBezTo>
                  <a:lnTo>
                    <a:pt x="549" y="586"/>
                  </a:lnTo>
                  <a:cubicBezTo>
                    <a:pt x="520" y="587"/>
                    <a:pt x="493" y="608"/>
                    <a:pt x="488" y="638"/>
                  </a:cubicBezTo>
                  <a:cubicBezTo>
                    <a:pt x="484" y="655"/>
                    <a:pt x="108" y="2444"/>
                    <a:pt x="47" y="4747"/>
                  </a:cubicBezTo>
                  <a:cubicBezTo>
                    <a:pt x="0" y="6556"/>
                    <a:pt x="802" y="9332"/>
                    <a:pt x="1188" y="10666"/>
                  </a:cubicBezTo>
                  <a:cubicBezTo>
                    <a:pt x="1299" y="11053"/>
                    <a:pt x="1380" y="11331"/>
                    <a:pt x="1394" y="11423"/>
                  </a:cubicBezTo>
                  <a:cubicBezTo>
                    <a:pt x="1453" y="11844"/>
                    <a:pt x="1697" y="14693"/>
                    <a:pt x="1699" y="14710"/>
                  </a:cubicBezTo>
                  <a:cubicBezTo>
                    <a:pt x="1698" y="14724"/>
                    <a:pt x="1576" y="16073"/>
                    <a:pt x="1576" y="17346"/>
                  </a:cubicBezTo>
                  <a:cubicBezTo>
                    <a:pt x="1576" y="18620"/>
                    <a:pt x="2633" y="26088"/>
                    <a:pt x="2678" y="26405"/>
                  </a:cubicBezTo>
                  <a:cubicBezTo>
                    <a:pt x="2682" y="26437"/>
                    <a:pt x="2711" y="26462"/>
                    <a:pt x="2744" y="26462"/>
                  </a:cubicBezTo>
                  <a:lnTo>
                    <a:pt x="2745" y="26462"/>
                  </a:lnTo>
                  <a:lnTo>
                    <a:pt x="5374" y="26401"/>
                  </a:lnTo>
                  <a:cubicBezTo>
                    <a:pt x="5408" y="26400"/>
                    <a:pt x="5437" y="26373"/>
                    <a:pt x="5439" y="26337"/>
                  </a:cubicBezTo>
                  <a:cubicBezTo>
                    <a:pt x="5442" y="26252"/>
                    <a:pt x="5867" y="17699"/>
                    <a:pt x="5867" y="16429"/>
                  </a:cubicBezTo>
                  <a:cubicBezTo>
                    <a:pt x="5867" y="15537"/>
                    <a:pt x="6075" y="13028"/>
                    <a:pt x="6200" y="11529"/>
                  </a:cubicBezTo>
                  <a:cubicBezTo>
                    <a:pt x="6258" y="10843"/>
                    <a:pt x="6296" y="10390"/>
                    <a:pt x="6296" y="10313"/>
                  </a:cubicBezTo>
                  <a:cubicBezTo>
                    <a:pt x="6296" y="10125"/>
                    <a:pt x="6445" y="7391"/>
                    <a:pt x="6510" y="6208"/>
                  </a:cubicBezTo>
                  <a:lnTo>
                    <a:pt x="7931" y="13601"/>
                  </a:lnTo>
                  <a:cubicBezTo>
                    <a:pt x="7932" y="13606"/>
                    <a:pt x="7933" y="13611"/>
                    <a:pt x="7935" y="13615"/>
                  </a:cubicBezTo>
                  <a:cubicBezTo>
                    <a:pt x="7939" y="13624"/>
                    <a:pt x="8310" y="14507"/>
                    <a:pt x="8011" y="17498"/>
                  </a:cubicBezTo>
                  <a:cubicBezTo>
                    <a:pt x="7709" y="20524"/>
                    <a:pt x="7630" y="25913"/>
                    <a:pt x="7630" y="25967"/>
                  </a:cubicBezTo>
                  <a:cubicBezTo>
                    <a:pt x="7629" y="26000"/>
                    <a:pt x="7654" y="26029"/>
                    <a:pt x="7687" y="26033"/>
                  </a:cubicBezTo>
                  <a:lnTo>
                    <a:pt x="9766" y="26339"/>
                  </a:lnTo>
                  <a:cubicBezTo>
                    <a:pt x="9769" y="26339"/>
                    <a:pt x="9772" y="26340"/>
                    <a:pt x="9776" y="26340"/>
                  </a:cubicBezTo>
                  <a:cubicBezTo>
                    <a:pt x="9786" y="26340"/>
                    <a:pt x="9796" y="26337"/>
                    <a:pt x="9805" y="26333"/>
                  </a:cubicBezTo>
                  <a:lnTo>
                    <a:pt x="10294" y="26088"/>
                  </a:lnTo>
                  <a:cubicBezTo>
                    <a:pt x="10313" y="26078"/>
                    <a:pt x="10326" y="26061"/>
                    <a:pt x="10330" y="26040"/>
                  </a:cubicBezTo>
                  <a:cubicBezTo>
                    <a:pt x="10425" y="25495"/>
                    <a:pt x="12655" y="12700"/>
                    <a:pt x="12655" y="12332"/>
                  </a:cubicBezTo>
                  <a:cubicBezTo>
                    <a:pt x="12655" y="11965"/>
                    <a:pt x="11497" y="547"/>
                    <a:pt x="11448" y="61"/>
                  </a:cubicBezTo>
                  <a:cubicBezTo>
                    <a:pt x="11445" y="28"/>
                    <a:pt x="11416" y="1"/>
                    <a:pt x="113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g332bf0ce26c_1_103"/>
            <p:cNvSpPr/>
            <p:nvPr/>
          </p:nvSpPr>
          <p:spPr>
            <a:xfrm>
              <a:off x="8566068" y="3960129"/>
              <a:ext cx="398041" cy="102505"/>
            </a:xfrm>
            <a:custGeom>
              <a:rect b="b" l="l" r="r" t="t"/>
              <a:pathLst>
                <a:path extrusionOk="0" h="2807" w="10900">
                  <a:moveTo>
                    <a:pt x="257" y="0"/>
                  </a:moveTo>
                  <a:cubicBezTo>
                    <a:pt x="257" y="0"/>
                    <a:pt x="1" y="1214"/>
                    <a:pt x="47" y="1307"/>
                  </a:cubicBezTo>
                  <a:cubicBezTo>
                    <a:pt x="94" y="1400"/>
                    <a:pt x="1261" y="2731"/>
                    <a:pt x="4644" y="2801"/>
                  </a:cubicBezTo>
                  <a:cubicBezTo>
                    <a:pt x="4820" y="2805"/>
                    <a:pt x="4992" y="2806"/>
                    <a:pt x="5159" y="2806"/>
                  </a:cubicBezTo>
                  <a:cubicBezTo>
                    <a:pt x="8199" y="2806"/>
                    <a:pt x="9730" y="2229"/>
                    <a:pt x="10106" y="2007"/>
                  </a:cubicBezTo>
                  <a:cubicBezTo>
                    <a:pt x="10502" y="1774"/>
                    <a:pt x="10899" y="1680"/>
                    <a:pt x="10899" y="1330"/>
                  </a:cubicBezTo>
                  <a:cubicBezTo>
                    <a:pt x="10899" y="980"/>
                    <a:pt x="10759" y="607"/>
                    <a:pt x="10736" y="538"/>
                  </a:cubicBezTo>
                  <a:cubicBezTo>
                    <a:pt x="10735" y="535"/>
                    <a:pt x="10733" y="534"/>
                    <a:pt x="10728" y="534"/>
                  </a:cubicBezTo>
                  <a:cubicBezTo>
                    <a:pt x="10627" y="534"/>
                    <a:pt x="9574" y="1204"/>
                    <a:pt x="7109" y="1204"/>
                  </a:cubicBezTo>
                  <a:cubicBezTo>
                    <a:pt x="6786" y="1204"/>
                    <a:pt x="6440" y="1193"/>
                    <a:pt x="6068" y="1167"/>
                  </a:cubicBezTo>
                  <a:cubicBezTo>
                    <a:pt x="2731" y="934"/>
                    <a:pt x="257" y="0"/>
                    <a:pt x="2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g332bf0ce26c_1_103"/>
            <p:cNvSpPr/>
            <p:nvPr/>
          </p:nvSpPr>
          <p:spPr>
            <a:xfrm>
              <a:off x="8563877" y="3957682"/>
              <a:ext cx="402642" cy="107398"/>
            </a:xfrm>
            <a:custGeom>
              <a:rect b="b" l="l" r="r" t="t"/>
              <a:pathLst>
                <a:path extrusionOk="0" h="2941" w="11026">
                  <a:moveTo>
                    <a:pt x="366" y="156"/>
                  </a:moveTo>
                  <a:cubicBezTo>
                    <a:pt x="801" y="310"/>
                    <a:pt x="3130" y="1091"/>
                    <a:pt x="6124" y="1300"/>
                  </a:cubicBezTo>
                  <a:cubicBezTo>
                    <a:pt x="6483" y="1325"/>
                    <a:pt x="6831" y="1338"/>
                    <a:pt x="7167" y="1338"/>
                  </a:cubicBezTo>
                  <a:cubicBezTo>
                    <a:pt x="8542" y="1338"/>
                    <a:pt x="9720" y="1128"/>
                    <a:pt x="10681" y="711"/>
                  </a:cubicBezTo>
                  <a:cubicBezTo>
                    <a:pt x="10706" y="700"/>
                    <a:pt x="10731" y="690"/>
                    <a:pt x="10752" y="682"/>
                  </a:cubicBezTo>
                  <a:cubicBezTo>
                    <a:pt x="10797" y="814"/>
                    <a:pt x="10893" y="1113"/>
                    <a:pt x="10893" y="1397"/>
                  </a:cubicBezTo>
                  <a:cubicBezTo>
                    <a:pt x="10893" y="1614"/>
                    <a:pt x="10718" y="1713"/>
                    <a:pt x="10409" y="1868"/>
                  </a:cubicBezTo>
                  <a:cubicBezTo>
                    <a:pt x="10319" y="1914"/>
                    <a:pt x="10227" y="1962"/>
                    <a:pt x="10132" y="2017"/>
                  </a:cubicBezTo>
                  <a:cubicBezTo>
                    <a:pt x="9650" y="2300"/>
                    <a:pt x="8024" y="2807"/>
                    <a:pt x="5202" y="2807"/>
                  </a:cubicBezTo>
                  <a:cubicBezTo>
                    <a:pt x="5041" y="2807"/>
                    <a:pt x="4875" y="2805"/>
                    <a:pt x="4705" y="2802"/>
                  </a:cubicBezTo>
                  <a:cubicBezTo>
                    <a:pt x="1606" y="2738"/>
                    <a:pt x="295" y="1571"/>
                    <a:pt x="169" y="1351"/>
                  </a:cubicBezTo>
                  <a:cubicBezTo>
                    <a:pt x="152" y="1274"/>
                    <a:pt x="253" y="696"/>
                    <a:pt x="366" y="156"/>
                  </a:cubicBezTo>
                  <a:close/>
                  <a:moveTo>
                    <a:pt x="318" y="1"/>
                  </a:moveTo>
                  <a:cubicBezTo>
                    <a:pt x="307" y="1"/>
                    <a:pt x="295" y="4"/>
                    <a:pt x="285" y="9"/>
                  </a:cubicBezTo>
                  <a:cubicBezTo>
                    <a:pt x="269" y="18"/>
                    <a:pt x="256" y="34"/>
                    <a:pt x="252" y="53"/>
                  </a:cubicBezTo>
                  <a:cubicBezTo>
                    <a:pt x="133" y="618"/>
                    <a:pt x="0" y="1310"/>
                    <a:pt x="47" y="1404"/>
                  </a:cubicBezTo>
                  <a:cubicBezTo>
                    <a:pt x="55" y="1419"/>
                    <a:pt x="1126" y="2860"/>
                    <a:pt x="4703" y="2934"/>
                  </a:cubicBezTo>
                  <a:cubicBezTo>
                    <a:pt x="4884" y="2938"/>
                    <a:pt x="5060" y="2940"/>
                    <a:pt x="5231" y="2940"/>
                  </a:cubicBezTo>
                  <a:cubicBezTo>
                    <a:pt x="8782" y="2940"/>
                    <a:pt x="10141" y="2166"/>
                    <a:pt x="10200" y="2132"/>
                  </a:cubicBezTo>
                  <a:cubicBezTo>
                    <a:pt x="10291" y="2078"/>
                    <a:pt x="10382" y="2033"/>
                    <a:pt x="10470" y="1988"/>
                  </a:cubicBezTo>
                  <a:cubicBezTo>
                    <a:pt x="10768" y="1836"/>
                    <a:pt x="11026" y="1706"/>
                    <a:pt x="11026" y="1397"/>
                  </a:cubicBezTo>
                  <a:cubicBezTo>
                    <a:pt x="11026" y="1065"/>
                    <a:pt x="10906" y="718"/>
                    <a:pt x="10866" y="605"/>
                  </a:cubicBezTo>
                  <a:lnTo>
                    <a:pt x="10859" y="583"/>
                  </a:lnTo>
                  <a:cubicBezTo>
                    <a:pt x="10853" y="566"/>
                    <a:pt x="10838" y="548"/>
                    <a:pt x="10820" y="541"/>
                  </a:cubicBezTo>
                  <a:cubicBezTo>
                    <a:pt x="10810" y="536"/>
                    <a:pt x="10800" y="533"/>
                    <a:pt x="10788" y="533"/>
                  </a:cubicBezTo>
                  <a:cubicBezTo>
                    <a:pt x="10758" y="533"/>
                    <a:pt x="10716" y="551"/>
                    <a:pt x="10629" y="589"/>
                  </a:cubicBezTo>
                  <a:cubicBezTo>
                    <a:pt x="9684" y="999"/>
                    <a:pt x="8523" y="1205"/>
                    <a:pt x="7167" y="1205"/>
                  </a:cubicBezTo>
                  <a:cubicBezTo>
                    <a:pt x="6834" y="1205"/>
                    <a:pt x="6490" y="1193"/>
                    <a:pt x="6133" y="1168"/>
                  </a:cubicBezTo>
                  <a:cubicBezTo>
                    <a:pt x="2844" y="938"/>
                    <a:pt x="366" y="14"/>
                    <a:pt x="341" y="5"/>
                  </a:cubicBezTo>
                  <a:cubicBezTo>
                    <a:pt x="333" y="2"/>
                    <a:pt x="326"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g332bf0ce26c_1_103"/>
            <p:cNvSpPr/>
            <p:nvPr/>
          </p:nvSpPr>
          <p:spPr>
            <a:xfrm>
              <a:off x="8485585" y="3238416"/>
              <a:ext cx="138620" cy="242914"/>
            </a:xfrm>
            <a:custGeom>
              <a:rect b="b" l="l" r="r" t="t"/>
              <a:pathLst>
                <a:path extrusionOk="0" h="6652" w="3796">
                  <a:moveTo>
                    <a:pt x="3165" y="1"/>
                  </a:moveTo>
                  <a:cubicBezTo>
                    <a:pt x="2673" y="1"/>
                    <a:pt x="1882" y="174"/>
                    <a:pt x="1159" y="1097"/>
                  </a:cubicBezTo>
                  <a:cubicBezTo>
                    <a:pt x="0" y="2576"/>
                    <a:pt x="75" y="4597"/>
                    <a:pt x="223" y="5164"/>
                  </a:cubicBezTo>
                  <a:cubicBezTo>
                    <a:pt x="362" y="5699"/>
                    <a:pt x="1030" y="6652"/>
                    <a:pt x="2099" y="6652"/>
                  </a:cubicBezTo>
                  <a:cubicBezTo>
                    <a:pt x="2162" y="6652"/>
                    <a:pt x="2226" y="6648"/>
                    <a:pt x="2292" y="6641"/>
                  </a:cubicBezTo>
                  <a:cubicBezTo>
                    <a:pt x="3475" y="6518"/>
                    <a:pt x="3796" y="5484"/>
                    <a:pt x="3672" y="4522"/>
                  </a:cubicBezTo>
                  <a:cubicBezTo>
                    <a:pt x="3549" y="3562"/>
                    <a:pt x="3155" y="1984"/>
                    <a:pt x="3302" y="1320"/>
                  </a:cubicBezTo>
                  <a:cubicBezTo>
                    <a:pt x="3450" y="653"/>
                    <a:pt x="3771" y="457"/>
                    <a:pt x="3771" y="457"/>
                  </a:cubicBezTo>
                  <a:lnTo>
                    <a:pt x="3648" y="63"/>
                  </a:lnTo>
                  <a:cubicBezTo>
                    <a:pt x="3648" y="63"/>
                    <a:pt x="3461" y="1"/>
                    <a:pt x="3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g332bf0ce26c_1_103"/>
            <p:cNvSpPr/>
            <p:nvPr/>
          </p:nvSpPr>
          <p:spPr>
            <a:xfrm>
              <a:off x="8480400" y="3236079"/>
              <a:ext cx="145559" cy="247698"/>
            </a:xfrm>
            <a:custGeom>
              <a:rect b="b" l="l" r="r" t="t"/>
              <a:pathLst>
                <a:path extrusionOk="0" h="6783" w="3986">
                  <a:moveTo>
                    <a:pt x="3300" y="127"/>
                  </a:moveTo>
                  <a:cubicBezTo>
                    <a:pt x="3515" y="127"/>
                    <a:pt x="3672" y="163"/>
                    <a:pt x="3737" y="180"/>
                  </a:cubicBezTo>
                  <a:lnTo>
                    <a:pt x="3835" y="496"/>
                  </a:lnTo>
                  <a:cubicBezTo>
                    <a:pt x="3738" y="577"/>
                    <a:pt x="3501" y="822"/>
                    <a:pt x="3379" y="1369"/>
                  </a:cubicBezTo>
                  <a:cubicBezTo>
                    <a:pt x="3273" y="1849"/>
                    <a:pt x="3433" y="2747"/>
                    <a:pt x="3588" y="3615"/>
                  </a:cubicBezTo>
                  <a:cubicBezTo>
                    <a:pt x="3651" y="3972"/>
                    <a:pt x="3712" y="4311"/>
                    <a:pt x="3749" y="4595"/>
                  </a:cubicBezTo>
                  <a:cubicBezTo>
                    <a:pt x="3828" y="5219"/>
                    <a:pt x="3712" y="5766"/>
                    <a:pt x="3422" y="6133"/>
                  </a:cubicBezTo>
                  <a:cubicBezTo>
                    <a:pt x="3190" y="6425"/>
                    <a:pt x="2856" y="6595"/>
                    <a:pt x="2427" y="6640"/>
                  </a:cubicBezTo>
                  <a:cubicBezTo>
                    <a:pt x="2363" y="6647"/>
                    <a:pt x="2300" y="6650"/>
                    <a:pt x="2239" y="6650"/>
                  </a:cubicBezTo>
                  <a:cubicBezTo>
                    <a:pt x="1170" y="6650"/>
                    <a:pt x="552" y="5683"/>
                    <a:pt x="429" y="5211"/>
                  </a:cubicBezTo>
                  <a:cubicBezTo>
                    <a:pt x="281" y="4644"/>
                    <a:pt x="225" y="2642"/>
                    <a:pt x="1353" y="1203"/>
                  </a:cubicBezTo>
                  <a:cubicBezTo>
                    <a:pt x="2061" y="299"/>
                    <a:pt x="2824" y="127"/>
                    <a:pt x="3300" y="127"/>
                  </a:cubicBezTo>
                  <a:close/>
                  <a:moveTo>
                    <a:pt x="3316" y="1"/>
                  </a:moveTo>
                  <a:cubicBezTo>
                    <a:pt x="2808" y="1"/>
                    <a:pt x="1988" y="177"/>
                    <a:pt x="1249" y="1121"/>
                  </a:cubicBezTo>
                  <a:cubicBezTo>
                    <a:pt x="0" y="2713"/>
                    <a:pt x="187" y="4810"/>
                    <a:pt x="300" y="5244"/>
                  </a:cubicBezTo>
                  <a:cubicBezTo>
                    <a:pt x="432" y="5748"/>
                    <a:pt x="1094" y="6782"/>
                    <a:pt x="2238" y="6782"/>
                  </a:cubicBezTo>
                  <a:cubicBezTo>
                    <a:pt x="2304" y="6782"/>
                    <a:pt x="2371" y="6779"/>
                    <a:pt x="2441" y="6772"/>
                  </a:cubicBezTo>
                  <a:cubicBezTo>
                    <a:pt x="2907" y="6723"/>
                    <a:pt x="3272" y="6536"/>
                    <a:pt x="3526" y="6215"/>
                  </a:cubicBezTo>
                  <a:cubicBezTo>
                    <a:pt x="3838" y="5820"/>
                    <a:pt x="3965" y="5238"/>
                    <a:pt x="3880" y="4578"/>
                  </a:cubicBezTo>
                  <a:cubicBezTo>
                    <a:pt x="3843" y="4289"/>
                    <a:pt x="3783" y="3951"/>
                    <a:pt x="3719" y="3591"/>
                  </a:cubicBezTo>
                  <a:cubicBezTo>
                    <a:pt x="3573" y="2776"/>
                    <a:pt x="3409" y="1852"/>
                    <a:pt x="3510" y="1398"/>
                  </a:cubicBezTo>
                  <a:cubicBezTo>
                    <a:pt x="3648" y="773"/>
                    <a:pt x="3945" y="579"/>
                    <a:pt x="3947" y="578"/>
                  </a:cubicBezTo>
                  <a:cubicBezTo>
                    <a:pt x="3973" y="561"/>
                    <a:pt x="3985" y="531"/>
                    <a:pt x="3976" y="501"/>
                  </a:cubicBezTo>
                  <a:lnTo>
                    <a:pt x="3853" y="107"/>
                  </a:lnTo>
                  <a:cubicBezTo>
                    <a:pt x="3847" y="87"/>
                    <a:pt x="3831" y="70"/>
                    <a:pt x="3810" y="63"/>
                  </a:cubicBezTo>
                  <a:cubicBezTo>
                    <a:pt x="3805" y="61"/>
                    <a:pt x="3614" y="1"/>
                    <a:pt x="3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g332bf0ce26c_1_103"/>
            <p:cNvSpPr/>
            <p:nvPr/>
          </p:nvSpPr>
          <p:spPr>
            <a:xfrm>
              <a:off x="8566871" y="3709589"/>
              <a:ext cx="396361" cy="323947"/>
            </a:xfrm>
            <a:custGeom>
              <a:rect b="b" l="l" r="r" t="t"/>
              <a:pathLst>
                <a:path extrusionOk="0" h="8871" w="10854">
                  <a:moveTo>
                    <a:pt x="6909" y="1"/>
                  </a:moveTo>
                  <a:lnTo>
                    <a:pt x="1425" y="2777"/>
                  </a:lnTo>
                  <a:cubicBezTo>
                    <a:pt x="1425" y="2777"/>
                    <a:pt x="1356" y="4714"/>
                    <a:pt x="1145" y="4994"/>
                  </a:cubicBezTo>
                  <a:cubicBezTo>
                    <a:pt x="934" y="5275"/>
                    <a:pt x="1" y="6418"/>
                    <a:pt x="25" y="7048"/>
                  </a:cubicBezTo>
                  <a:cubicBezTo>
                    <a:pt x="48" y="7661"/>
                    <a:pt x="3474" y="8871"/>
                    <a:pt x="5723" y="8871"/>
                  </a:cubicBezTo>
                  <a:cubicBezTo>
                    <a:pt x="5785" y="8871"/>
                    <a:pt x="5846" y="8870"/>
                    <a:pt x="5906" y="8868"/>
                  </a:cubicBezTo>
                  <a:cubicBezTo>
                    <a:pt x="8147" y="8798"/>
                    <a:pt x="10854" y="8028"/>
                    <a:pt x="10854" y="7584"/>
                  </a:cubicBezTo>
                  <a:cubicBezTo>
                    <a:pt x="10854" y="7142"/>
                    <a:pt x="10597" y="6581"/>
                    <a:pt x="10293" y="5788"/>
                  </a:cubicBezTo>
                  <a:cubicBezTo>
                    <a:pt x="9990" y="4994"/>
                    <a:pt x="9477" y="4131"/>
                    <a:pt x="9407" y="3548"/>
                  </a:cubicBezTo>
                  <a:cubicBezTo>
                    <a:pt x="9337" y="2964"/>
                    <a:pt x="9150" y="1143"/>
                    <a:pt x="9150" y="887"/>
                  </a:cubicBezTo>
                  <a:cubicBezTo>
                    <a:pt x="9150" y="630"/>
                    <a:pt x="6909" y="1"/>
                    <a:pt x="690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g332bf0ce26c_1_103"/>
            <p:cNvSpPr/>
            <p:nvPr/>
          </p:nvSpPr>
          <p:spPr>
            <a:xfrm>
              <a:off x="8564498" y="3707142"/>
              <a:ext cx="401181" cy="328840"/>
            </a:xfrm>
            <a:custGeom>
              <a:rect b="b" l="l" r="r" t="t"/>
              <a:pathLst>
                <a:path extrusionOk="0" h="9005" w="10986">
                  <a:moveTo>
                    <a:pt x="6981" y="137"/>
                  </a:moveTo>
                  <a:cubicBezTo>
                    <a:pt x="7989" y="422"/>
                    <a:pt x="9098" y="815"/>
                    <a:pt x="9149" y="954"/>
                  </a:cubicBezTo>
                  <a:cubicBezTo>
                    <a:pt x="9149" y="1219"/>
                    <a:pt x="9338" y="3055"/>
                    <a:pt x="9406" y="3622"/>
                  </a:cubicBezTo>
                  <a:cubicBezTo>
                    <a:pt x="9452" y="4005"/>
                    <a:pt x="9678" y="4494"/>
                    <a:pt x="9918" y="5011"/>
                  </a:cubicBezTo>
                  <a:cubicBezTo>
                    <a:pt x="10050" y="5297"/>
                    <a:pt x="10188" y="5594"/>
                    <a:pt x="10296" y="5879"/>
                  </a:cubicBezTo>
                  <a:cubicBezTo>
                    <a:pt x="10350" y="6017"/>
                    <a:pt x="10402" y="6150"/>
                    <a:pt x="10451" y="6275"/>
                  </a:cubicBezTo>
                  <a:cubicBezTo>
                    <a:pt x="10675" y="6848"/>
                    <a:pt x="10852" y="7299"/>
                    <a:pt x="10852" y="7651"/>
                  </a:cubicBezTo>
                  <a:cubicBezTo>
                    <a:pt x="10852" y="7986"/>
                    <a:pt x="8401" y="8793"/>
                    <a:pt x="5969" y="8869"/>
                  </a:cubicBezTo>
                  <a:cubicBezTo>
                    <a:pt x="5905" y="8871"/>
                    <a:pt x="5840" y="8872"/>
                    <a:pt x="5775" y="8872"/>
                  </a:cubicBezTo>
                  <a:cubicBezTo>
                    <a:pt x="3494" y="8872"/>
                    <a:pt x="177" y="7658"/>
                    <a:pt x="156" y="7113"/>
                  </a:cubicBezTo>
                  <a:cubicBezTo>
                    <a:pt x="136" y="6566"/>
                    <a:pt x="898" y="5576"/>
                    <a:pt x="1185" y="5203"/>
                  </a:cubicBezTo>
                  <a:cubicBezTo>
                    <a:pt x="1217" y="5162"/>
                    <a:pt x="1243" y="5128"/>
                    <a:pt x="1263" y="5101"/>
                  </a:cubicBezTo>
                  <a:cubicBezTo>
                    <a:pt x="1469" y="4826"/>
                    <a:pt x="1543" y="3212"/>
                    <a:pt x="1556" y="2886"/>
                  </a:cubicBezTo>
                  <a:lnTo>
                    <a:pt x="6981" y="137"/>
                  </a:lnTo>
                  <a:close/>
                  <a:moveTo>
                    <a:pt x="6975" y="1"/>
                  </a:moveTo>
                  <a:cubicBezTo>
                    <a:pt x="6965" y="1"/>
                    <a:pt x="6955" y="3"/>
                    <a:pt x="6945" y="7"/>
                  </a:cubicBezTo>
                  <a:lnTo>
                    <a:pt x="1460" y="2785"/>
                  </a:lnTo>
                  <a:cubicBezTo>
                    <a:pt x="1438" y="2796"/>
                    <a:pt x="1424" y="2817"/>
                    <a:pt x="1424" y="2842"/>
                  </a:cubicBezTo>
                  <a:cubicBezTo>
                    <a:pt x="1396" y="3612"/>
                    <a:pt x="1302" y="4828"/>
                    <a:pt x="1157" y="5021"/>
                  </a:cubicBezTo>
                  <a:cubicBezTo>
                    <a:pt x="1137" y="5047"/>
                    <a:pt x="1111" y="5082"/>
                    <a:pt x="1080" y="5122"/>
                  </a:cubicBezTo>
                  <a:cubicBezTo>
                    <a:pt x="757" y="5542"/>
                    <a:pt x="1" y="6523"/>
                    <a:pt x="23" y="7118"/>
                  </a:cubicBezTo>
                  <a:cubicBezTo>
                    <a:pt x="48" y="7776"/>
                    <a:pt x="3536" y="9005"/>
                    <a:pt x="5792" y="9005"/>
                  </a:cubicBezTo>
                  <a:cubicBezTo>
                    <a:pt x="5853" y="9005"/>
                    <a:pt x="5914" y="9004"/>
                    <a:pt x="5973" y="9001"/>
                  </a:cubicBezTo>
                  <a:cubicBezTo>
                    <a:pt x="8175" y="8933"/>
                    <a:pt x="10985" y="8175"/>
                    <a:pt x="10985" y="7651"/>
                  </a:cubicBezTo>
                  <a:cubicBezTo>
                    <a:pt x="10985" y="7273"/>
                    <a:pt x="10813" y="6835"/>
                    <a:pt x="10574" y="6227"/>
                  </a:cubicBezTo>
                  <a:cubicBezTo>
                    <a:pt x="10526" y="6101"/>
                    <a:pt x="10474" y="5970"/>
                    <a:pt x="10421" y="5831"/>
                  </a:cubicBezTo>
                  <a:cubicBezTo>
                    <a:pt x="10311" y="5542"/>
                    <a:pt x="10172" y="5244"/>
                    <a:pt x="10039" y="4955"/>
                  </a:cubicBezTo>
                  <a:cubicBezTo>
                    <a:pt x="9803" y="4447"/>
                    <a:pt x="9581" y="3968"/>
                    <a:pt x="9538" y="3606"/>
                  </a:cubicBezTo>
                  <a:cubicBezTo>
                    <a:pt x="9464" y="2986"/>
                    <a:pt x="9281" y="1195"/>
                    <a:pt x="9281" y="954"/>
                  </a:cubicBezTo>
                  <a:cubicBezTo>
                    <a:pt x="9281" y="686"/>
                    <a:pt x="7847" y="244"/>
                    <a:pt x="6993" y="2"/>
                  </a:cubicBezTo>
                  <a:cubicBezTo>
                    <a:pt x="6987" y="1"/>
                    <a:pt x="6981" y="1"/>
                    <a:pt x="69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g332bf0ce26c_1_103"/>
            <p:cNvSpPr/>
            <p:nvPr/>
          </p:nvSpPr>
          <p:spPr>
            <a:xfrm>
              <a:off x="8508080" y="3429215"/>
              <a:ext cx="492402" cy="436165"/>
            </a:xfrm>
            <a:custGeom>
              <a:rect b="b" l="l" r="r" t="t"/>
              <a:pathLst>
                <a:path extrusionOk="0" h="11944" w="13484">
                  <a:moveTo>
                    <a:pt x="4156" y="0"/>
                  </a:moveTo>
                  <a:cubicBezTo>
                    <a:pt x="4156" y="0"/>
                    <a:pt x="1775" y="1097"/>
                    <a:pt x="1121" y="1423"/>
                  </a:cubicBezTo>
                  <a:cubicBezTo>
                    <a:pt x="468" y="1750"/>
                    <a:pt x="235" y="1704"/>
                    <a:pt x="351" y="2146"/>
                  </a:cubicBezTo>
                  <a:cubicBezTo>
                    <a:pt x="468" y="2590"/>
                    <a:pt x="1" y="3080"/>
                    <a:pt x="71" y="5111"/>
                  </a:cubicBezTo>
                  <a:cubicBezTo>
                    <a:pt x="142" y="7141"/>
                    <a:pt x="351" y="9452"/>
                    <a:pt x="491" y="10619"/>
                  </a:cubicBezTo>
                  <a:cubicBezTo>
                    <a:pt x="613" y="11636"/>
                    <a:pt x="682" y="11943"/>
                    <a:pt x="899" y="11943"/>
                  </a:cubicBezTo>
                  <a:cubicBezTo>
                    <a:pt x="930" y="11943"/>
                    <a:pt x="965" y="11937"/>
                    <a:pt x="1004" y="11925"/>
                  </a:cubicBezTo>
                  <a:cubicBezTo>
                    <a:pt x="1308" y="11832"/>
                    <a:pt x="2792" y="11482"/>
                    <a:pt x="3936" y="11110"/>
                  </a:cubicBezTo>
                  <a:cubicBezTo>
                    <a:pt x="5080" y="10736"/>
                    <a:pt x="7960" y="8961"/>
                    <a:pt x="7960" y="8961"/>
                  </a:cubicBezTo>
                  <a:cubicBezTo>
                    <a:pt x="7960" y="8961"/>
                    <a:pt x="9570" y="9359"/>
                    <a:pt x="11460" y="9381"/>
                  </a:cubicBezTo>
                  <a:cubicBezTo>
                    <a:pt x="11655" y="9383"/>
                    <a:pt x="11831" y="9385"/>
                    <a:pt x="11990" y="9385"/>
                  </a:cubicBezTo>
                  <a:cubicBezTo>
                    <a:pt x="13377" y="9385"/>
                    <a:pt x="13484" y="9275"/>
                    <a:pt x="13421" y="8752"/>
                  </a:cubicBezTo>
                  <a:cubicBezTo>
                    <a:pt x="13351" y="8167"/>
                    <a:pt x="12860" y="5928"/>
                    <a:pt x="12207" y="4363"/>
                  </a:cubicBezTo>
                  <a:cubicBezTo>
                    <a:pt x="11554" y="2799"/>
                    <a:pt x="11740" y="2520"/>
                    <a:pt x="11250" y="1843"/>
                  </a:cubicBezTo>
                  <a:cubicBezTo>
                    <a:pt x="10760" y="1167"/>
                    <a:pt x="8753" y="512"/>
                    <a:pt x="8403" y="419"/>
                  </a:cubicBezTo>
                  <a:cubicBezTo>
                    <a:pt x="8053" y="327"/>
                    <a:pt x="4156" y="0"/>
                    <a:pt x="41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g332bf0ce26c_1_103"/>
            <p:cNvSpPr/>
            <p:nvPr/>
          </p:nvSpPr>
          <p:spPr>
            <a:xfrm>
              <a:off x="8506655" y="3426731"/>
              <a:ext cx="494922" cy="441058"/>
            </a:xfrm>
            <a:custGeom>
              <a:rect b="b" l="l" r="r" t="t"/>
              <a:pathLst>
                <a:path extrusionOk="0" h="12078" w="13553">
                  <a:moveTo>
                    <a:pt x="4207" y="136"/>
                  </a:moveTo>
                  <a:cubicBezTo>
                    <a:pt x="4491" y="159"/>
                    <a:pt x="8096" y="464"/>
                    <a:pt x="8425" y="552"/>
                  </a:cubicBezTo>
                  <a:cubicBezTo>
                    <a:pt x="8771" y="644"/>
                    <a:pt x="10760" y="1294"/>
                    <a:pt x="11236" y="1950"/>
                  </a:cubicBezTo>
                  <a:cubicBezTo>
                    <a:pt x="11491" y="2304"/>
                    <a:pt x="11556" y="2542"/>
                    <a:pt x="11664" y="2936"/>
                  </a:cubicBezTo>
                  <a:cubicBezTo>
                    <a:pt x="11755" y="3271"/>
                    <a:pt x="11880" y="3730"/>
                    <a:pt x="12184" y="4457"/>
                  </a:cubicBezTo>
                  <a:cubicBezTo>
                    <a:pt x="12819" y="5973"/>
                    <a:pt x="13319" y="8207"/>
                    <a:pt x="13394" y="8827"/>
                  </a:cubicBezTo>
                  <a:cubicBezTo>
                    <a:pt x="13416" y="9011"/>
                    <a:pt x="13415" y="9133"/>
                    <a:pt x="13347" y="9210"/>
                  </a:cubicBezTo>
                  <a:cubicBezTo>
                    <a:pt x="13222" y="9349"/>
                    <a:pt x="12843" y="9387"/>
                    <a:pt x="12039" y="9387"/>
                  </a:cubicBezTo>
                  <a:cubicBezTo>
                    <a:pt x="11877" y="9387"/>
                    <a:pt x="11698" y="9385"/>
                    <a:pt x="11499" y="9383"/>
                  </a:cubicBezTo>
                  <a:cubicBezTo>
                    <a:pt x="9640" y="9360"/>
                    <a:pt x="8031" y="8969"/>
                    <a:pt x="8014" y="8965"/>
                  </a:cubicBezTo>
                  <a:cubicBezTo>
                    <a:pt x="8009" y="8964"/>
                    <a:pt x="8004" y="8963"/>
                    <a:pt x="7998" y="8963"/>
                  </a:cubicBezTo>
                  <a:cubicBezTo>
                    <a:pt x="7986" y="8963"/>
                    <a:pt x="7974" y="8966"/>
                    <a:pt x="7963" y="8972"/>
                  </a:cubicBezTo>
                  <a:cubicBezTo>
                    <a:pt x="7935" y="8990"/>
                    <a:pt x="5077" y="10747"/>
                    <a:pt x="3955" y="11114"/>
                  </a:cubicBezTo>
                  <a:cubicBezTo>
                    <a:pt x="3161" y="11373"/>
                    <a:pt x="2216" y="11618"/>
                    <a:pt x="1590" y="11779"/>
                  </a:cubicBezTo>
                  <a:cubicBezTo>
                    <a:pt x="1315" y="11850"/>
                    <a:pt x="1118" y="11900"/>
                    <a:pt x="1024" y="11930"/>
                  </a:cubicBezTo>
                  <a:cubicBezTo>
                    <a:pt x="988" y="11941"/>
                    <a:pt x="960" y="11945"/>
                    <a:pt x="938" y="11945"/>
                  </a:cubicBezTo>
                  <a:cubicBezTo>
                    <a:pt x="908" y="11945"/>
                    <a:pt x="890" y="11937"/>
                    <a:pt x="877" y="11929"/>
                  </a:cubicBezTo>
                  <a:cubicBezTo>
                    <a:pt x="757" y="11850"/>
                    <a:pt x="690" y="11463"/>
                    <a:pt x="596" y="10678"/>
                  </a:cubicBezTo>
                  <a:cubicBezTo>
                    <a:pt x="441" y="9384"/>
                    <a:pt x="243" y="7110"/>
                    <a:pt x="177" y="5177"/>
                  </a:cubicBezTo>
                  <a:cubicBezTo>
                    <a:pt x="134" y="3943"/>
                    <a:pt x="289" y="3287"/>
                    <a:pt x="392" y="2854"/>
                  </a:cubicBezTo>
                  <a:cubicBezTo>
                    <a:pt x="460" y="2573"/>
                    <a:pt x="504" y="2386"/>
                    <a:pt x="454" y="2198"/>
                  </a:cubicBezTo>
                  <a:cubicBezTo>
                    <a:pt x="379" y="1911"/>
                    <a:pt x="443" y="1884"/>
                    <a:pt x="802" y="1729"/>
                  </a:cubicBezTo>
                  <a:cubicBezTo>
                    <a:pt x="907" y="1683"/>
                    <a:pt x="1038" y="1626"/>
                    <a:pt x="1190" y="1551"/>
                  </a:cubicBezTo>
                  <a:cubicBezTo>
                    <a:pt x="1807" y="1242"/>
                    <a:pt x="3997" y="231"/>
                    <a:pt x="4207" y="136"/>
                  </a:cubicBezTo>
                  <a:close/>
                  <a:moveTo>
                    <a:pt x="4191" y="1"/>
                  </a:moveTo>
                  <a:cubicBezTo>
                    <a:pt x="4182" y="1"/>
                    <a:pt x="4174" y="3"/>
                    <a:pt x="4166" y="8"/>
                  </a:cubicBezTo>
                  <a:cubicBezTo>
                    <a:pt x="4143" y="18"/>
                    <a:pt x="1778" y="1108"/>
                    <a:pt x="1131" y="1432"/>
                  </a:cubicBezTo>
                  <a:cubicBezTo>
                    <a:pt x="982" y="1507"/>
                    <a:pt x="853" y="1562"/>
                    <a:pt x="748" y="1607"/>
                  </a:cubicBezTo>
                  <a:cubicBezTo>
                    <a:pt x="386" y="1763"/>
                    <a:pt x="222" y="1836"/>
                    <a:pt x="326" y="2232"/>
                  </a:cubicBezTo>
                  <a:cubicBezTo>
                    <a:pt x="367" y="2388"/>
                    <a:pt x="326" y="2561"/>
                    <a:pt x="263" y="2824"/>
                  </a:cubicBezTo>
                  <a:cubicBezTo>
                    <a:pt x="159" y="3264"/>
                    <a:pt x="1" y="3930"/>
                    <a:pt x="43" y="5182"/>
                  </a:cubicBezTo>
                  <a:cubicBezTo>
                    <a:pt x="111" y="7118"/>
                    <a:pt x="308" y="9397"/>
                    <a:pt x="464" y="10695"/>
                  </a:cubicBezTo>
                  <a:cubicBezTo>
                    <a:pt x="575" y="11609"/>
                    <a:pt x="638" y="11932"/>
                    <a:pt x="805" y="12040"/>
                  </a:cubicBezTo>
                  <a:cubicBezTo>
                    <a:pt x="849" y="12068"/>
                    <a:pt x="895" y="12078"/>
                    <a:pt x="939" y="12078"/>
                  </a:cubicBezTo>
                  <a:cubicBezTo>
                    <a:pt x="985" y="12078"/>
                    <a:pt x="1029" y="12067"/>
                    <a:pt x="1063" y="12057"/>
                  </a:cubicBezTo>
                  <a:cubicBezTo>
                    <a:pt x="1154" y="12028"/>
                    <a:pt x="1361" y="11975"/>
                    <a:pt x="1623" y="11908"/>
                  </a:cubicBezTo>
                  <a:cubicBezTo>
                    <a:pt x="2250" y="11745"/>
                    <a:pt x="3199" y="11501"/>
                    <a:pt x="3996" y="11240"/>
                  </a:cubicBezTo>
                  <a:cubicBezTo>
                    <a:pt x="5092" y="10882"/>
                    <a:pt x="7713" y="9282"/>
                    <a:pt x="8009" y="9100"/>
                  </a:cubicBezTo>
                  <a:cubicBezTo>
                    <a:pt x="8231" y="9152"/>
                    <a:pt x="9756" y="9494"/>
                    <a:pt x="11498" y="9515"/>
                  </a:cubicBezTo>
                  <a:cubicBezTo>
                    <a:pt x="11692" y="9518"/>
                    <a:pt x="11867" y="9519"/>
                    <a:pt x="12025" y="9519"/>
                  </a:cubicBezTo>
                  <a:cubicBezTo>
                    <a:pt x="12930" y="9519"/>
                    <a:pt x="13290" y="9472"/>
                    <a:pt x="13446" y="9299"/>
                  </a:cubicBezTo>
                  <a:cubicBezTo>
                    <a:pt x="13547" y="9185"/>
                    <a:pt x="13552" y="9034"/>
                    <a:pt x="13526" y="8811"/>
                  </a:cubicBezTo>
                  <a:cubicBezTo>
                    <a:pt x="13450" y="8185"/>
                    <a:pt x="12945" y="5933"/>
                    <a:pt x="12308" y="4407"/>
                  </a:cubicBezTo>
                  <a:cubicBezTo>
                    <a:pt x="12007" y="3686"/>
                    <a:pt x="11883" y="3233"/>
                    <a:pt x="11793" y="2902"/>
                  </a:cubicBezTo>
                  <a:cubicBezTo>
                    <a:pt x="11685" y="2506"/>
                    <a:pt x="11613" y="2245"/>
                    <a:pt x="11343" y="1872"/>
                  </a:cubicBezTo>
                  <a:cubicBezTo>
                    <a:pt x="10839" y="1177"/>
                    <a:pt x="8833" y="524"/>
                    <a:pt x="8459" y="423"/>
                  </a:cubicBezTo>
                  <a:cubicBezTo>
                    <a:pt x="8107" y="330"/>
                    <a:pt x="4359" y="15"/>
                    <a:pt x="4200" y="2"/>
                  </a:cubicBezTo>
                  <a:cubicBezTo>
                    <a:pt x="4197" y="1"/>
                    <a:pt x="4194" y="1"/>
                    <a:pt x="41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g332bf0ce26c_1_103"/>
            <p:cNvSpPr/>
            <p:nvPr/>
          </p:nvSpPr>
          <p:spPr>
            <a:xfrm>
              <a:off x="8530245" y="3666645"/>
              <a:ext cx="197560" cy="94215"/>
            </a:xfrm>
            <a:custGeom>
              <a:rect b="b" l="l" r="r" t="t"/>
              <a:pathLst>
                <a:path extrusionOk="0" h="2580" w="5410">
                  <a:moveTo>
                    <a:pt x="1803" y="0"/>
                  </a:moveTo>
                  <a:cubicBezTo>
                    <a:pt x="1724" y="0"/>
                    <a:pt x="1667" y="18"/>
                    <a:pt x="1635" y="56"/>
                  </a:cubicBezTo>
                  <a:cubicBezTo>
                    <a:pt x="1495" y="219"/>
                    <a:pt x="771" y="709"/>
                    <a:pt x="655" y="919"/>
                  </a:cubicBezTo>
                  <a:cubicBezTo>
                    <a:pt x="538" y="1129"/>
                    <a:pt x="1" y="1736"/>
                    <a:pt x="24" y="1899"/>
                  </a:cubicBezTo>
                  <a:cubicBezTo>
                    <a:pt x="33" y="1959"/>
                    <a:pt x="51" y="1987"/>
                    <a:pt x="82" y="1987"/>
                  </a:cubicBezTo>
                  <a:cubicBezTo>
                    <a:pt x="137" y="1987"/>
                    <a:pt x="235" y="1900"/>
                    <a:pt x="398" y="1736"/>
                  </a:cubicBezTo>
                  <a:cubicBezTo>
                    <a:pt x="655" y="1479"/>
                    <a:pt x="818" y="1339"/>
                    <a:pt x="912" y="1269"/>
                  </a:cubicBezTo>
                  <a:cubicBezTo>
                    <a:pt x="1004" y="1199"/>
                    <a:pt x="1215" y="1059"/>
                    <a:pt x="1215" y="1059"/>
                  </a:cubicBezTo>
                  <a:lnTo>
                    <a:pt x="1215" y="1059"/>
                  </a:lnTo>
                  <a:cubicBezTo>
                    <a:pt x="1215" y="1059"/>
                    <a:pt x="934" y="2109"/>
                    <a:pt x="841" y="2389"/>
                  </a:cubicBezTo>
                  <a:cubicBezTo>
                    <a:pt x="793" y="2534"/>
                    <a:pt x="876" y="2579"/>
                    <a:pt x="990" y="2579"/>
                  </a:cubicBezTo>
                  <a:cubicBezTo>
                    <a:pt x="1096" y="2579"/>
                    <a:pt x="1229" y="2540"/>
                    <a:pt x="1308" y="2506"/>
                  </a:cubicBezTo>
                  <a:cubicBezTo>
                    <a:pt x="1471" y="2437"/>
                    <a:pt x="2498" y="1689"/>
                    <a:pt x="2498" y="1689"/>
                  </a:cubicBezTo>
                  <a:cubicBezTo>
                    <a:pt x="2498" y="1689"/>
                    <a:pt x="2807" y="1741"/>
                    <a:pt x="2939" y="1741"/>
                  </a:cubicBezTo>
                  <a:cubicBezTo>
                    <a:pt x="2961" y="1741"/>
                    <a:pt x="2978" y="1740"/>
                    <a:pt x="2988" y="1736"/>
                  </a:cubicBezTo>
                  <a:cubicBezTo>
                    <a:pt x="3058" y="1712"/>
                    <a:pt x="5107" y="1063"/>
                    <a:pt x="5107" y="1063"/>
                  </a:cubicBezTo>
                  <a:lnTo>
                    <a:pt x="5410" y="922"/>
                  </a:lnTo>
                  <a:lnTo>
                    <a:pt x="5410" y="922"/>
                  </a:lnTo>
                  <a:cubicBezTo>
                    <a:pt x="5410" y="922"/>
                    <a:pt x="5399" y="922"/>
                    <a:pt x="5378" y="922"/>
                  </a:cubicBezTo>
                  <a:cubicBezTo>
                    <a:pt x="5163" y="922"/>
                    <a:pt x="3899" y="906"/>
                    <a:pt x="3175" y="522"/>
                  </a:cubicBezTo>
                  <a:cubicBezTo>
                    <a:pt x="2565" y="199"/>
                    <a:pt x="2065" y="0"/>
                    <a:pt x="180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g332bf0ce26c_1_103"/>
            <p:cNvSpPr/>
            <p:nvPr/>
          </p:nvSpPr>
          <p:spPr>
            <a:xfrm>
              <a:off x="8528054" y="3664271"/>
              <a:ext cx="202417" cy="98999"/>
            </a:xfrm>
            <a:custGeom>
              <a:rect b="b" l="l" r="r" t="t"/>
              <a:pathLst>
                <a:path extrusionOk="0" h="2711" w="5543">
                  <a:moveTo>
                    <a:pt x="1862" y="129"/>
                  </a:moveTo>
                  <a:cubicBezTo>
                    <a:pt x="2056" y="129"/>
                    <a:pt x="2478" y="261"/>
                    <a:pt x="3204" y="645"/>
                  </a:cubicBezTo>
                  <a:cubicBezTo>
                    <a:pt x="3792" y="958"/>
                    <a:pt x="4713" y="1032"/>
                    <a:pt x="5180" y="1049"/>
                  </a:cubicBezTo>
                  <a:lnTo>
                    <a:pt x="5147" y="1064"/>
                  </a:lnTo>
                  <a:cubicBezTo>
                    <a:pt x="5063" y="1091"/>
                    <a:pt x="3097" y="1715"/>
                    <a:pt x="3028" y="1737"/>
                  </a:cubicBezTo>
                  <a:cubicBezTo>
                    <a:pt x="3022" y="1739"/>
                    <a:pt x="3012" y="1740"/>
                    <a:pt x="2998" y="1740"/>
                  </a:cubicBezTo>
                  <a:cubicBezTo>
                    <a:pt x="2920" y="1740"/>
                    <a:pt x="2729" y="1715"/>
                    <a:pt x="2569" y="1689"/>
                  </a:cubicBezTo>
                  <a:cubicBezTo>
                    <a:pt x="2565" y="1688"/>
                    <a:pt x="2561" y="1688"/>
                    <a:pt x="2557" y="1688"/>
                  </a:cubicBezTo>
                  <a:cubicBezTo>
                    <a:pt x="2543" y="1688"/>
                    <a:pt x="2530" y="1692"/>
                    <a:pt x="2519" y="1701"/>
                  </a:cubicBezTo>
                  <a:cubicBezTo>
                    <a:pt x="2235" y="1906"/>
                    <a:pt x="1470" y="2455"/>
                    <a:pt x="1342" y="2510"/>
                  </a:cubicBezTo>
                  <a:cubicBezTo>
                    <a:pt x="1249" y="2550"/>
                    <a:pt x="1128" y="2578"/>
                    <a:pt x="1045" y="2578"/>
                  </a:cubicBezTo>
                  <a:cubicBezTo>
                    <a:pt x="1007" y="2578"/>
                    <a:pt x="978" y="2572"/>
                    <a:pt x="962" y="2558"/>
                  </a:cubicBezTo>
                  <a:cubicBezTo>
                    <a:pt x="946" y="2542"/>
                    <a:pt x="956" y="2499"/>
                    <a:pt x="963" y="2476"/>
                  </a:cubicBezTo>
                  <a:cubicBezTo>
                    <a:pt x="1057" y="2196"/>
                    <a:pt x="1327" y="1184"/>
                    <a:pt x="1338" y="1141"/>
                  </a:cubicBezTo>
                  <a:cubicBezTo>
                    <a:pt x="1346" y="1115"/>
                    <a:pt x="1336" y="1087"/>
                    <a:pt x="1314" y="1070"/>
                  </a:cubicBezTo>
                  <a:cubicBezTo>
                    <a:pt x="1302" y="1062"/>
                    <a:pt x="1288" y="1058"/>
                    <a:pt x="1275" y="1058"/>
                  </a:cubicBezTo>
                  <a:cubicBezTo>
                    <a:pt x="1262" y="1058"/>
                    <a:pt x="1249" y="1062"/>
                    <a:pt x="1238" y="1069"/>
                  </a:cubicBezTo>
                  <a:cubicBezTo>
                    <a:pt x="1230" y="1075"/>
                    <a:pt x="1025" y="1211"/>
                    <a:pt x="931" y="1281"/>
                  </a:cubicBezTo>
                  <a:cubicBezTo>
                    <a:pt x="844" y="1346"/>
                    <a:pt x="683" y="1482"/>
                    <a:pt x="411" y="1754"/>
                  </a:cubicBezTo>
                  <a:cubicBezTo>
                    <a:pt x="349" y="1815"/>
                    <a:pt x="212" y="1951"/>
                    <a:pt x="155" y="1981"/>
                  </a:cubicBezTo>
                  <a:cubicBezTo>
                    <a:pt x="153" y="1974"/>
                    <a:pt x="152" y="1966"/>
                    <a:pt x="149" y="1955"/>
                  </a:cubicBezTo>
                  <a:cubicBezTo>
                    <a:pt x="139" y="1876"/>
                    <a:pt x="396" y="1535"/>
                    <a:pt x="534" y="1353"/>
                  </a:cubicBezTo>
                  <a:cubicBezTo>
                    <a:pt x="639" y="1213"/>
                    <a:pt x="729" y="1094"/>
                    <a:pt x="773" y="1016"/>
                  </a:cubicBezTo>
                  <a:cubicBezTo>
                    <a:pt x="836" y="902"/>
                    <a:pt x="1128" y="672"/>
                    <a:pt x="1362" y="488"/>
                  </a:cubicBezTo>
                  <a:cubicBezTo>
                    <a:pt x="1535" y="352"/>
                    <a:pt x="1685" y="234"/>
                    <a:pt x="1745" y="164"/>
                  </a:cubicBezTo>
                  <a:cubicBezTo>
                    <a:pt x="1764" y="142"/>
                    <a:pt x="1802" y="129"/>
                    <a:pt x="1862" y="129"/>
                  </a:cubicBezTo>
                  <a:close/>
                  <a:moveTo>
                    <a:pt x="1863" y="1"/>
                  </a:moveTo>
                  <a:cubicBezTo>
                    <a:pt x="1761" y="1"/>
                    <a:pt x="1688" y="26"/>
                    <a:pt x="1644" y="77"/>
                  </a:cubicBezTo>
                  <a:cubicBezTo>
                    <a:pt x="1592" y="139"/>
                    <a:pt x="1440" y="258"/>
                    <a:pt x="1279" y="384"/>
                  </a:cubicBezTo>
                  <a:cubicBezTo>
                    <a:pt x="1011" y="596"/>
                    <a:pt x="733" y="814"/>
                    <a:pt x="656" y="952"/>
                  </a:cubicBezTo>
                  <a:cubicBezTo>
                    <a:pt x="618" y="1021"/>
                    <a:pt x="526" y="1143"/>
                    <a:pt x="427" y="1272"/>
                  </a:cubicBezTo>
                  <a:cubicBezTo>
                    <a:pt x="168" y="1615"/>
                    <a:pt x="0" y="1850"/>
                    <a:pt x="18" y="1974"/>
                  </a:cubicBezTo>
                  <a:cubicBezTo>
                    <a:pt x="22" y="2002"/>
                    <a:pt x="35" y="2090"/>
                    <a:pt x="107" y="2113"/>
                  </a:cubicBezTo>
                  <a:cubicBezTo>
                    <a:pt x="118" y="2117"/>
                    <a:pt x="130" y="2119"/>
                    <a:pt x="142" y="2119"/>
                  </a:cubicBezTo>
                  <a:cubicBezTo>
                    <a:pt x="224" y="2119"/>
                    <a:pt x="323" y="2029"/>
                    <a:pt x="504" y="1848"/>
                  </a:cubicBezTo>
                  <a:cubicBezTo>
                    <a:pt x="785" y="1567"/>
                    <a:pt x="942" y="1439"/>
                    <a:pt x="1011" y="1387"/>
                  </a:cubicBezTo>
                  <a:cubicBezTo>
                    <a:pt x="1049" y="1359"/>
                    <a:pt x="1108" y="1317"/>
                    <a:pt x="1163" y="1279"/>
                  </a:cubicBezTo>
                  <a:lnTo>
                    <a:pt x="1163" y="1279"/>
                  </a:lnTo>
                  <a:cubicBezTo>
                    <a:pt x="1081" y="1589"/>
                    <a:pt x="907" y="2227"/>
                    <a:pt x="838" y="2433"/>
                  </a:cubicBezTo>
                  <a:cubicBezTo>
                    <a:pt x="798" y="2554"/>
                    <a:pt x="834" y="2621"/>
                    <a:pt x="872" y="2655"/>
                  </a:cubicBezTo>
                  <a:cubicBezTo>
                    <a:pt x="917" y="2697"/>
                    <a:pt x="981" y="2711"/>
                    <a:pt x="1050" y="2711"/>
                  </a:cubicBezTo>
                  <a:cubicBezTo>
                    <a:pt x="1210" y="2711"/>
                    <a:pt x="1392" y="2633"/>
                    <a:pt x="1394" y="2633"/>
                  </a:cubicBezTo>
                  <a:cubicBezTo>
                    <a:pt x="1550" y="2565"/>
                    <a:pt x="2397" y="1953"/>
                    <a:pt x="2575" y="1825"/>
                  </a:cubicBezTo>
                  <a:cubicBezTo>
                    <a:pt x="2702" y="1846"/>
                    <a:pt x="2885" y="1872"/>
                    <a:pt x="2994" y="1872"/>
                  </a:cubicBezTo>
                  <a:cubicBezTo>
                    <a:pt x="3027" y="1872"/>
                    <a:pt x="3053" y="1869"/>
                    <a:pt x="3069" y="1864"/>
                  </a:cubicBezTo>
                  <a:cubicBezTo>
                    <a:pt x="3138" y="1841"/>
                    <a:pt x="5166" y="1198"/>
                    <a:pt x="5194" y="1188"/>
                  </a:cubicBezTo>
                  <a:lnTo>
                    <a:pt x="5498" y="1049"/>
                  </a:lnTo>
                  <a:cubicBezTo>
                    <a:pt x="5527" y="1034"/>
                    <a:pt x="5542" y="1004"/>
                    <a:pt x="5535" y="973"/>
                  </a:cubicBezTo>
                  <a:cubicBezTo>
                    <a:pt x="5528" y="944"/>
                    <a:pt x="5505" y="921"/>
                    <a:pt x="5475" y="921"/>
                  </a:cubicBezTo>
                  <a:cubicBezTo>
                    <a:pt x="5473" y="921"/>
                    <a:pt x="5471" y="921"/>
                    <a:pt x="5469" y="921"/>
                  </a:cubicBezTo>
                  <a:cubicBezTo>
                    <a:pt x="5468" y="921"/>
                    <a:pt x="5455" y="921"/>
                    <a:pt x="5432" y="921"/>
                  </a:cubicBezTo>
                  <a:cubicBezTo>
                    <a:pt x="5205" y="921"/>
                    <a:pt x="3965" y="900"/>
                    <a:pt x="3266" y="529"/>
                  </a:cubicBezTo>
                  <a:cubicBezTo>
                    <a:pt x="2602" y="177"/>
                    <a:pt x="2132" y="1"/>
                    <a:pt x="18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g332bf0ce26c_1_103"/>
            <p:cNvSpPr/>
            <p:nvPr/>
          </p:nvSpPr>
          <p:spPr>
            <a:xfrm>
              <a:off x="8571801" y="3681580"/>
              <a:ext cx="15812" cy="26183"/>
            </a:xfrm>
            <a:custGeom>
              <a:rect b="b" l="l" r="r" t="t"/>
              <a:pathLst>
                <a:path extrusionOk="0" h="717" w="433">
                  <a:moveTo>
                    <a:pt x="357" y="1"/>
                  </a:moveTo>
                  <a:cubicBezTo>
                    <a:pt x="332" y="1"/>
                    <a:pt x="309" y="14"/>
                    <a:pt x="297" y="38"/>
                  </a:cubicBezTo>
                  <a:lnTo>
                    <a:pt x="16" y="622"/>
                  </a:lnTo>
                  <a:cubicBezTo>
                    <a:pt x="1" y="655"/>
                    <a:pt x="15" y="694"/>
                    <a:pt x="48" y="710"/>
                  </a:cubicBezTo>
                  <a:cubicBezTo>
                    <a:pt x="58" y="714"/>
                    <a:pt x="67" y="717"/>
                    <a:pt x="77" y="717"/>
                  </a:cubicBezTo>
                  <a:cubicBezTo>
                    <a:pt x="101" y="717"/>
                    <a:pt x="125" y="702"/>
                    <a:pt x="137" y="679"/>
                  </a:cubicBezTo>
                  <a:lnTo>
                    <a:pt x="416" y="96"/>
                  </a:lnTo>
                  <a:cubicBezTo>
                    <a:pt x="433" y="62"/>
                    <a:pt x="418" y="22"/>
                    <a:pt x="385" y="7"/>
                  </a:cubicBezTo>
                  <a:cubicBezTo>
                    <a:pt x="376" y="3"/>
                    <a:pt x="367"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g332bf0ce26c_1_103"/>
            <p:cNvSpPr/>
            <p:nvPr/>
          </p:nvSpPr>
          <p:spPr>
            <a:xfrm>
              <a:off x="8563512" y="3678878"/>
              <a:ext cx="41776" cy="82712"/>
            </a:xfrm>
            <a:custGeom>
              <a:rect b="b" l="l" r="r" t="t"/>
              <a:pathLst>
                <a:path extrusionOk="0" h="2265" w="1144">
                  <a:moveTo>
                    <a:pt x="1144" y="0"/>
                  </a:moveTo>
                  <a:cubicBezTo>
                    <a:pt x="934" y="24"/>
                    <a:pt x="747" y="327"/>
                    <a:pt x="560" y="840"/>
                  </a:cubicBezTo>
                  <a:cubicBezTo>
                    <a:pt x="373" y="1354"/>
                    <a:pt x="1" y="2265"/>
                    <a:pt x="1" y="2265"/>
                  </a:cubicBezTo>
                  <a:lnTo>
                    <a:pt x="11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g332bf0ce26c_1_103"/>
            <p:cNvSpPr/>
            <p:nvPr/>
          </p:nvSpPr>
          <p:spPr>
            <a:xfrm>
              <a:off x="8560737" y="3676431"/>
              <a:ext cx="47108" cy="87605"/>
            </a:xfrm>
            <a:custGeom>
              <a:rect b="b" l="l" r="r" t="t"/>
              <a:pathLst>
                <a:path extrusionOk="0" h="2399" w="1290">
                  <a:moveTo>
                    <a:pt x="1219" y="1"/>
                  </a:moveTo>
                  <a:cubicBezTo>
                    <a:pt x="1217" y="1"/>
                    <a:pt x="1215" y="1"/>
                    <a:pt x="1212" y="1"/>
                  </a:cubicBezTo>
                  <a:cubicBezTo>
                    <a:pt x="984" y="27"/>
                    <a:pt x="787" y="299"/>
                    <a:pt x="574" y="885"/>
                  </a:cubicBezTo>
                  <a:cubicBezTo>
                    <a:pt x="390" y="1391"/>
                    <a:pt x="19" y="2298"/>
                    <a:pt x="15" y="2306"/>
                  </a:cubicBezTo>
                  <a:cubicBezTo>
                    <a:pt x="1" y="2340"/>
                    <a:pt x="18" y="2379"/>
                    <a:pt x="51" y="2392"/>
                  </a:cubicBezTo>
                  <a:cubicBezTo>
                    <a:pt x="59" y="2396"/>
                    <a:pt x="67" y="2398"/>
                    <a:pt x="77" y="2398"/>
                  </a:cubicBezTo>
                  <a:cubicBezTo>
                    <a:pt x="103" y="2398"/>
                    <a:pt x="128" y="2383"/>
                    <a:pt x="137" y="2357"/>
                  </a:cubicBezTo>
                  <a:cubicBezTo>
                    <a:pt x="142" y="2347"/>
                    <a:pt x="513" y="1440"/>
                    <a:pt x="699" y="930"/>
                  </a:cubicBezTo>
                  <a:cubicBezTo>
                    <a:pt x="885" y="420"/>
                    <a:pt x="1062" y="151"/>
                    <a:pt x="1227" y="134"/>
                  </a:cubicBezTo>
                  <a:cubicBezTo>
                    <a:pt x="1263" y="129"/>
                    <a:pt x="1289" y="97"/>
                    <a:pt x="1286" y="60"/>
                  </a:cubicBezTo>
                  <a:cubicBezTo>
                    <a:pt x="1283" y="26"/>
                    <a:pt x="1252" y="1"/>
                    <a:pt x="12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g332bf0ce26c_1_103"/>
            <p:cNvSpPr/>
            <p:nvPr/>
          </p:nvSpPr>
          <p:spPr>
            <a:xfrm>
              <a:off x="8578009" y="3686547"/>
              <a:ext cx="44332" cy="71647"/>
            </a:xfrm>
            <a:custGeom>
              <a:rect b="b" l="l" r="r" t="t"/>
              <a:pathLst>
                <a:path extrusionOk="0" h="1962" w="1214">
                  <a:moveTo>
                    <a:pt x="1214" y="1"/>
                  </a:moveTo>
                  <a:cubicBezTo>
                    <a:pt x="1214" y="1"/>
                    <a:pt x="747" y="654"/>
                    <a:pt x="514" y="981"/>
                  </a:cubicBezTo>
                  <a:cubicBezTo>
                    <a:pt x="280" y="1307"/>
                    <a:pt x="0" y="1961"/>
                    <a:pt x="0" y="1961"/>
                  </a:cubicBezTo>
                  <a:lnTo>
                    <a:pt x="12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g332bf0ce26c_1_103"/>
            <p:cNvSpPr/>
            <p:nvPr/>
          </p:nvSpPr>
          <p:spPr>
            <a:xfrm>
              <a:off x="8575234" y="3684136"/>
              <a:ext cx="49846" cy="76468"/>
            </a:xfrm>
            <a:custGeom>
              <a:rect b="b" l="l" r="r" t="t"/>
              <a:pathLst>
                <a:path extrusionOk="0" h="2094" w="1365">
                  <a:moveTo>
                    <a:pt x="1290" y="0"/>
                  </a:moveTo>
                  <a:cubicBezTo>
                    <a:pt x="1269" y="0"/>
                    <a:pt x="1248" y="10"/>
                    <a:pt x="1236" y="28"/>
                  </a:cubicBezTo>
                  <a:lnTo>
                    <a:pt x="535" y="1009"/>
                  </a:lnTo>
                  <a:cubicBezTo>
                    <a:pt x="301" y="1338"/>
                    <a:pt x="26" y="1974"/>
                    <a:pt x="15" y="2001"/>
                  </a:cubicBezTo>
                  <a:cubicBezTo>
                    <a:pt x="0" y="2034"/>
                    <a:pt x="16" y="2074"/>
                    <a:pt x="50" y="2088"/>
                  </a:cubicBezTo>
                  <a:cubicBezTo>
                    <a:pt x="58" y="2091"/>
                    <a:pt x="67" y="2094"/>
                    <a:pt x="76" y="2094"/>
                  </a:cubicBezTo>
                  <a:cubicBezTo>
                    <a:pt x="102" y="2094"/>
                    <a:pt x="126" y="2078"/>
                    <a:pt x="136" y="2053"/>
                  </a:cubicBezTo>
                  <a:cubicBezTo>
                    <a:pt x="140" y="2047"/>
                    <a:pt x="417" y="1403"/>
                    <a:pt x="643" y="1086"/>
                  </a:cubicBezTo>
                  <a:lnTo>
                    <a:pt x="1343" y="106"/>
                  </a:lnTo>
                  <a:cubicBezTo>
                    <a:pt x="1364" y="75"/>
                    <a:pt x="1357" y="34"/>
                    <a:pt x="1328" y="13"/>
                  </a:cubicBezTo>
                  <a:cubicBezTo>
                    <a:pt x="1316" y="4"/>
                    <a:pt x="1303"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g332bf0ce26c_1_103"/>
            <p:cNvSpPr/>
            <p:nvPr/>
          </p:nvSpPr>
          <p:spPr>
            <a:xfrm>
              <a:off x="8618688" y="3711378"/>
              <a:ext cx="14936" cy="19391"/>
            </a:xfrm>
            <a:custGeom>
              <a:rect b="b" l="l" r="r" t="t"/>
              <a:pathLst>
                <a:path extrusionOk="0" h="531" w="409">
                  <a:moveTo>
                    <a:pt x="332" y="1"/>
                  </a:moveTo>
                  <a:cubicBezTo>
                    <a:pt x="311" y="1"/>
                    <a:pt x="290" y="12"/>
                    <a:pt x="277" y="32"/>
                  </a:cubicBezTo>
                  <a:lnTo>
                    <a:pt x="21" y="428"/>
                  </a:lnTo>
                  <a:cubicBezTo>
                    <a:pt x="1" y="459"/>
                    <a:pt x="9" y="501"/>
                    <a:pt x="40" y="521"/>
                  </a:cubicBezTo>
                  <a:cubicBezTo>
                    <a:pt x="51" y="528"/>
                    <a:pt x="63" y="530"/>
                    <a:pt x="76" y="530"/>
                  </a:cubicBezTo>
                  <a:cubicBezTo>
                    <a:pt x="98" y="530"/>
                    <a:pt x="119" y="519"/>
                    <a:pt x="132" y="501"/>
                  </a:cubicBezTo>
                  <a:lnTo>
                    <a:pt x="389" y="104"/>
                  </a:lnTo>
                  <a:cubicBezTo>
                    <a:pt x="409" y="73"/>
                    <a:pt x="399" y="32"/>
                    <a:pt x="368" y="12"/>
                  </a:cubicBezTo>
                  <a:cubicBezTo>
                    <a:pt x="357" y="5"/>
                    <a:pt x="345" y="1"/>
                    <a:pt x="3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g332bf0ce26c_1_103"/>
            <p:cNvSpPr/>
            <p:nvPr/>
          </p:nvSpPr>
          <p:spPr>
            <a:xfrm>
              <a:off x="8727764" y="3655836"/>
              <a:ext cx="205630" cy="100642"/>
            </a:xfrm>
            <a:custGeom>
              <a:rect b="b" l="l" r="r" t="t"/>
              <a:pathLst>
                <a:path extrusionOk="0" h="2756" w="5631">
                  <a:moveTo>
                    <a:pt x="3572" y="0"/>
                  </a:moveTo>
                  <a:cubicBezTo>
                    <a:pt x="3347" y="0"/>
                    <a:pt x="3082" y="25"/>
                    <a:pt x="2923" y="118"/>
                  </a:cubicBezTo>
                  <a:cubicBezTo>
                    <a:pt x="2644" y="281"/>
                    <a:pt x="1" y="1218"/>
                    <a:pt x="1" y="1218"/>
                  </a:cubicBezTo>
                  <a:lnTo>
                    <a:pt x="1944" y="2755"/>
                  </a:lnTo>
                  <a:lnTo>
                    <a:pt x="3928" y="912"/>
                  </a:lnTo>
                  <a:cubicBezTo>
                    <a:pt x="3928" y="912"/>
                    <a:pt x="5491" y="562"/>
                    <a:pt x="5560" y="515"/>
                  </a:cubicBezTo>
                  <a:cubicBezTo>
                    <a:pt x="5630" y="468"/>
                    <a:pt x="4091" y="48"/>
                    <a:pt x="3950" y="24"/>
                  </a:cubicBezTo>
                  <a:cubicBezTo>
                    <a:pt x="3890" y="15"/>
                    <a:pt x="3742" y="0"/>
                    <a:pt x="357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g332bf0ce26c_1_103"/>
            <p:cNvSpPr/>
            <p:nvPr/>
          </p:nvSpPr>
          <p:spPr>
            <a:xfrm>
              <a:off x="8725061" y="3653426"/>
              <a:ext cx="208442" cy="105463"/>
            </a:xfrm>
            <a:custGeom>
              <a:rect b="b" l="l" r="r" t="t"/>
              <a:pathLst>
                <a:path extrusionOk="0" h="2888" w="5708">
                  <a:moveTo>
                    <a:pt x="3646" y="1"/>
                  </a:moveTo>
                  <a:cubicBezTo>
                    <a:pt x="3414" y="1"/>
                    <a:pt x="3137" y="27"/>
                    <a:pt x="2964" y="127"/>
                  </a:cubicBezTo>
                  <a:cubicBezTo>
                    <a:pt x="2692" y="286"/>
                    <a:pt x="80" y="1213"/>
                    <a:pt x="54" y="1221"/>
                  </a:cubicBezTo>
                  <a:cubicBezTo>
                    <a:pt x="18" y="1234"/>
                    <a:pt x="0" y="1272"/>
                    <a:pt x="12" y="1307"/>
                  </a:cubicBezTo>
                  <a:cubicBezTo>
                    <a:pt x="23" y="1334"/>
                    <a:pt x="48" y="1351"/>
                    <a:pt x="76" y="1351"/>
                  </a:cubicBezTo>
                  <a:cubicBezTo>
                    <a:pt x="83" y="1351"/>
                    <a:pt x="90" y="1349"/>
                    <a:pt x="97" y="1347"/>
                  </a:cubicBezTo>
                  <a:cubicBezTo>
                    <a:pt x="205" y="1309"/>
                    <a:pt x="2749" y="406"/>
                    <a:pt x="3030" y="242"/>
                  </a:cubicBezTo>
                  <a:cubicBezTo>
                    <a:pt x="3176" y="157"/>
                    <a:pt x="3428" y="132"/>
                    <a:pt x="3647" y="132"/>
                  </a:cubicBezTo>
                  <a:cubicBezTo>
                    <a:pt x="3804" y="132"/>
                    <a:pt x="3944" y="145"/>
                    <a:pt x="4014" y="157"/>
                  </a:cubicBezTo>
                  <a:cubicBezTo>
                    <a:pt x="4125" y="174"/>
                    <a:pt x="5094" y="439"/>
                    <a:pt x="5458" y="566"/>
                  </a:cubicBezTo>
                  <a:cubicBezTo>
                    <a:pt x="5155" y="646"/>
                    <a:pt x="4452" y="809"/>
                    <a:pt x="3986" y="913"/>
                  </a:cubicBezTo>
                  <a:cubicBezTo>
                    <a:pt x="3976" y="915"/>
                    <a:pt x="3965" y="921"/>
                    <a:pt x="3956" y="929"/>
                  </a:cubicBezTo>
                  <a:lnTo>
                    <a:pt x="1973" y="2773"/>
                  </a:lnTo>
                  <a:cubicBezTo>
                    <a:pt x="1945" y="2797"/>
                    <a:pt x="1943" y="2840"/>
                    <a:pt x="1969" y="2867"/>
                  </a:cubicBezTo>
                  <a:cubicBezTo>
                    <a:pt x="1982" y="2880"/>
                    <a:pt x="2000" y="2887"/>
                    <a:pt x="2018" y="2887"/>
                  </a:cubicBezTo>
                  <a:cubicBezTo>
                    <a:pt x="2034" y="2887"/>
                    <a:pt x="2050" y="2881"/>
                    <a:pt x="2063" y="2871"/>
                  </a:cubicBezTo>
                  <a:lnTo>
                    <a:pt x="4034" y="1039"/>
                  </a:lnTo>
                  <a:cubicBezTo>
                    <a:pt x="4516" y="930"/>
                    <a:pt x="5600" y="684"/>
                    <a:pt x="5671" y="636"/>
                  </a:cubicBezTo>
                  <a:cubicBezTo>
                    <a:pt x="5695" y="622"/>
                    <a:pt x="5708" y="590"/>
                    <a:pt x="5702" y="562"/>
                  </a:cubicBezTo>
                  <a:cubicBezTo>
                    <a:pt x="5672" y="424"/>
                    <a:pt x="4051" y="28"/>
                    <a:pt x="4035" y="25"/>
                  </a:cubicBezTo>
                  <a:cubicBezTo>
                    <a:pt x="3984" y="17"/>
                    <a:pt x="3830" y="1"/>
                    <a:pt x="36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g332bf0ce26c_1_103"/>
            <p:cNvSpPr/>
            <p:nvPr/>
          </p:nvSpPr>
          <p:spPr>
            <a:xfrm>
              <a:off x="8827965" y="3655836"/>
              <a:ext cx="105463" cy="53279"/>
            </a:xfrm>
            <a:custGeom>
              <a:rect b="b" l="l" r="r" t="t"/>
              <a:pathLst>
                <a:path extrusionOk="0" h="1459" w="2888">
                  <a:moveTo>
                    <a:pt x="828" y="0"/>
                  </a:moveTo>
                  <a:cubicBezTo>
                    <a:pt x="603" y="0"/>
                    <a:pt x="338" y="25"/>
                    <a:pt x="179" y="118"/>
                  </a:cubicBezTo>
                  <a:cubicBezTo>
                    <a:pt x="148" y="137"/>
                    <a:pt x="85" y="170"/>
                    <a:pt x="1" y="214"/>
                  </a:cubicBezTo>
                  <a:cubicBezTo>
                    <a:pt x="99" y="313"/>
                    <a:pt x="231" y="486"/>
                    <a:pt x="343" y="772"/>
                  </a:cubicBezTo>
                  <a:cubicBezTo>
                    <a:pt x="441" y="1023"/>
                    <a:pt x="529" y="1268"/>
                    <a:pt x="595" y="1458"/>
                  </a:cubicBezTo>
                  <a:lnTo>
                    <a:pt x="1184" y="912"/>
                  </a:lnTo>
                  <a:cubicBezTo>
                    <a:pt x="1184" y="912"/>
                    <a:pt x="2747" y="562"/>
                    <a:pt x="2816" y="515"/>
                  </a:cubicBezTo>
                  <a:cubicBezTo>
                    <a:pt x="2887" y="468"/>
                    <a:pt x="1347" y="48"/>
                    <a:pt x="1206" y="24"/>
                  </a:cubicBezTo>
                  <a:cubicBezTo>
                    <a:pt x="1146" y="15"/>
                    <a:pt x="998" y="0"/>
                    <a:pt x="8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g332bf0ce26c_1_103"/>
            <p:cNvSpPr/>
            <p:nvPr/>
          </p:nvSpPr>
          <p:spPr>
            <a:xfrm>
              <a:off x="8825446" y="3653426"/>
              <a:ext cx="108055" cy="58099"/>
            </a:xfrm>
            <a:custGeom>
              <a:rect b="b" l="l" r="r" t="t"/>
              <a:pathLst>
                <a:path extrusionOk="0" h="1591" w="2959">
                  <a:moveTo>
                    <a:pt x="901" y="132"/>
                  </a:moveTo>
                  <a:cubicBezTo>
                    <a:pt x="1057" y="132"/>
                    <a:pt x="1195" y="145"/>
                    <a:pt x="1265" y="157"/>
                  </a:cubicBezTo>
                  <a:cubicBezTo>
                    <a:pt x="1376" y="176"/>
                    <a:pt x="2345" y="439"/>
                    <a:pt x="2709" y="566"/>
                  </a:cubicBezTo>
                  <a:cubicBezTo>
                    <a:pt x="2405" y="646"/>
                    <a:pt x="1703" y="809"/>
                    <a:pt x="1237" y="913"/>
                  </a:cubicBezTo>
                  <a:cubicBezTo>
                    <a:pt x="1225" y="915"/>
                    <a:pt x="1215" y="921"/>
                    <a:pt x="1207" y="929"/>
                  </a:cubicBezTo>
                  <a:lnTo>
                    <a:pt x="693" y="1407"/>
                  </a:lnTo>
                  <a:cubicBezTo>
                    <a:pt x="619" y="1195"/>
                    <a:pt x="545" y="997"/>
                    <a:pt x="474" y="813"/>
                  </a:cubicBezTo>
                  <a:cubicBezTo>
                    <a:pt x="378" y="570"/>
                    <a:pt x="267" y="405"/>
                    <a:pt x="177" y="299"/>
                  </a:cubicBezTo>
                  <a:cubicBezTo>
                    <a:pt x="225" y="274"/>
                    <a:pt x="260" y="254"/>
                    <a:pt x="281" y="242"/>
                  </a:cubicBezTo>
                  <a:cubicBezTo>
                    <a:pt x="428" y="157"/>
                    <a:pt x="682" y="132"/>
                    <a:pt x="901" y="132"/>
                  </a:cubicBezTo>
                  <a:close/>
                  <a:moveTo>
                    <a:pt x="898" y="1"/>
                  </a:moveTo>
                  <a:cubicBezTo>
                    <a:pt x="666" y="1"/>
                    <a:pt x="388" y="27"/>
                    <a:pt x="215" y="127"/>
                  </a:cubicBezTo>
                  <a:cubicBezTo>
                    <a:pt x="184" y="145"/>
                    <a:pt x="123" y="178"/>
                    <a:pt x="39" y="221"/>
                  </a:cubicBezTo>
                  <a:cubicBezTo>
                    <a:pt x="20" y="230"/>
                    <a:pt x="7" y="248"/>
                    <a:pt x="3" y="269"/>
                  </a:cubicBezTo>
                  <a:cubicBezTo>
                    <a:pt x="1" y="289"/>
                    <a:pt x="7" y="310"/>
                    <a:pt x="22" y="326"/>
                  </a:cubicBezTo>
                  <a:cubicBezTo>
                    <a:pt x="111" y="416"/>
                    <a:pt x="240" y="581"/>
                    <a:pt x="350" y="862"/>
                  </a:cubicBezTo>
                  <a:cubicBezTo>
                    <a:pt x="432" y="1071"/>
                    <a:pt x="517" y="1301"/>
                    <a:pt x="601" y="1546"/>
                  </a:cubicBezTo>
                  <a:cubicBezTo>
                    <a:pt x="608" y="1567"/>
                    <a:pt x="626" y="1583"/>
                    <a:pt x="648" y="1589"/>
                  </a:cubicBezTo>
                  <a:cubicBezTo>
                    <a:pt x="653" y="1591"/>
                    <a:pt x="659" y="1591"/>
                    <a:pt x="664" y="1591"/>
                  </a:cubicBezTo>
                  <a:cubicBezTo>
                    <a:pt x="680" y="1591"/>
                    <a:pt x="697" y="1585"/>
                    <a:pt x="708" y="1573"/>
                  </a:cubicBezTo>
                  <a:lnTo>
                    <a:pt x="1285" y="1039"/>
                  </a:lnTo>
                  <a:cubicBezTo>
                    <a:pt x="1767" y="930"/>
                    <a:pt x="2851" y="684"/>
                    <a:pt x="2923" y="636"/>
                  </a:cubicBezTo>
                  <a:cubicBezTo>
                    <a:pt x="2946" y="622"/>
                    <a:pt x="2959" y="590"/>
                    <a:pt x="2953" y="562"/>
                  </a:cubicBezTo>
                  <a:cubicBezTo>
                    <a:pt x="2923" y="424"/>
                    <a:pt x="1302" y="28"/>
                    <a:pt x="1287" y="25"/>
                  </a:cubicBezTo>
                  <a:cubicBezTo>
                    <a:pt x="1236" y="17"/>
                    <a:pt x="1082" y="1"/>
                    <a:pt x="8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g332bf0ce26c_1_103"/>
            <p:cNvSpPr/>
            <p:nvPr/>
          </p:nvSpPr>
          <p:spPr>
            <a:xfrm>
              <a:off x="8603498" y="3106518"/>
              <a:ext cx="278957" cy="342096"/>
            </a:xfrm>
            <a:custGeom>
              <a:rect b="b" l="l" r="r" t="t"/>
              <a:pathLst>
                <a:path extrusionOk="0" h="9368" w="7639">
                  <a:moveTo>
                    <a:pt x="3332" y="0"/>
                  </a:moveTo>
                  <a:cubicBezTo>
                    <a:pt x="2796" y="0"/>
                    <a:pt x="2310" y="80"/>
                    <a:pt x="2020" y="225"/>
                  </a:cubicBezTo>
                  <a:cubicBezTo>
                    <a:pt x="2020" y="225"/>
                    <a:pt x="738" y="546"/>
                    <a:pt x="369" y="2196"/>
                  </a:cubicBezTo>
                  <a:cubicBezTo>
                    <a:pt x="0" y="3847"/>
                    <a:pt x="813" y="5153"/>
                    <a:pt x="1700" y="5769"/>
                  </a:cubicBezTo>
                  <a:cubicBezTo>
                    <a:pt x="2586" y="6386"/>
                    <a:pt x="2809" y="6681"/>
                    <a:pt x="2809" y="6755"/>
                  </a:cubicBezTo>
                  <a:cubicBezTo>
                    <a:pt x="2809" y="6829"/>
                    <a:pt x="3005" y="7100"/>
                    <a:pt x="2784" y="7839"/>
                  </a:cubicBezTo>
                  <a:cubicBezTo>
                    <a:pt x="2563" y="8578"/>
                    <a:pt x="2340" y="8899"/>
                    <a:pt x="2340" y="8899"/>
                  </a:cubicBezTo>
                  <a:cubicBezTo>
                    <a:pt x="2340" y="8899"/>
                    <a:pt x="3942" y="9367"/>
                    <a:pt x="4582" y="9367"/>
                  </a:cubicBezTo>
                  <a:cubicBezTo>
                    <a:pt x="5224" y="9367"/>
                    <a:pt x="5396" y="9268"/>
                    <a:pt x="5396" y="9268"/>
                  </a:cubicBezTo>
                  <a:lnTo>
                    <a:pt x="5692" y="8011"/>
                  </a:lnTo>
                  <a:cubicBezTo>
                    <a:pt x="5692" y="8011"/>
                    <a:pt x="5984" y="8097"/>
                    <a:pt x="6181" y="8097"/>
                  </a:cubicBezTo>
                  <a:cubicBezTo>
                    <a:pt x="6219" y="8097"/>
                    <a:pt x="6254" y="8094"/>
                    <a:pt x="6282" y="8086"/>
                  </a:cubicBezTo>
                  <a:cubicBezTo>
                    <a:pt x="6455" y="8036"/>
                    <a:pt x="7022" y="6903"/>
                    <a:pt x="7072" y="6434"/>
                  </a:cubicBezTo>
                  <a:cubicBezTo>
                    <a:pt x="7121" y="5967"/>
                    <a:pt x="7170" y="5696"/>
                    <a:pt x="7170" y="5696"/>
                  </a:cubicBezTo>
                  <a:cubicBezTo>
                    <a:pt x="7170" y="5696"/>
                    <a:pt x="7254" y="5724"/>
                    <a:pt x="7347" y="5724"/>
                  </a:cubicBezTo>
                  <a:cubicBezTo>
                    <a:pt x="7449" y="5724"/>
                    <a:pt x="7563" y="5690"/>
                    <a:pt x="7589" y="5548"/>
                  </a:cubicBezTo>
                  <a:cubicBezTo>
                    <a:pt x="7638" y="5277"/>
                    <a:pt x="7318" y="4882"/>
                    <a:pt x="7096" y="4415"/>
                  </a:cubicBezTo>
                  <a:cubicBezTo>
                    <a:pt x="6874" y="3946"/>
                    <a:pt x="7121" y="3231"/>
                    <a:pt x="6949" y="2294"/>
                  </a:cubicBezTo>
                  <a:cubicBezTo>
                    <a:pt x="6776" y="1359"/>
                    <a:pt x="5988" y="644"/>
                    <a:pt x="5002" y="275"/>
                  </a:cubicBezTo>
                  <a:cubicBezTo>
                    <a:pt x="4500" y="86"/>
                    <a:pt x="3889" y="0"/>
                    <a:pt x="333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g332bf0ce26c_1_103"/>
            <p:cNvSpPr/>
            <p:nvPr/>
          </p:nvSpPr>
          <p:spPr>
            <a:xfrm>
              <a:off x="8600503" y="3104108"/>
              <a:ext cx="283924" cy="346916"/>
            </a:xfrm>
            <a:custGeom>
              <a:rect b="b" l="l" r="r" t="t"/>
              <a:pathLst>
                <a:path extrusionOk="0" h="9500" w="7775">
                  <a:moveTo>
                    <a:pt x="3417" y="131"/>
                  </a:moveTo>
                  <a:cubicBezTo>
                    <a:pt x="3959" y="131"/>
                    <a:pt x="4558" y="214"/>
                    <a:pt x="5061" y="402"/>
                  </a:cubicBezTo>
                  <a:cubicBezTo>
                    <a:pt x="6097" y="792"/>
                    <a:pt x="6809" y="1527"/>
                    <a:pt x="6965" y="2372"/>
                  </a:cubicBezTo>
                  <a:cubicBezTo>
                    <a:pt x="7047" y="2816"/>
                    <a:pt x="7033" y="3209"/>
                    <a:pt x="7021" y="3554"/>
                  </a:cubicBezTo>
                  <a:cubicBezTo>
                    <a:pt x="7008" y="3928"/>
                    <a:pt x="6996" y="4251"/>
                    <a:pt x="7118" y="4508"/>
                  </a:cubicBezTo>
                  <a:cubicBezTo>
                    <a:pt x="7190" y="4660"/>
                    <a:pt x="7271" y="4801"/>
                    <a:pt x="7348" y="4937"/>
                  </a:cubicBezTo>
                  <a:cubicBezTo>
                    <a:pt x="7501" y="5207"/>
                    <a:pt x="7635" y="5440"/>
                    <a:pt x="7606" y="5601"/>
                  </a:cubicBezTo>
                  <a:cubicBezTo>
                    <a:pt x="7597" y="5646"/>
                    <a:pt x="7577" y="5678"/>
                    <a:pt x="7545" y="5697"/>
                  </a:cubicBezTo>
                  <a:cubicBezTo>
                    <a:pt x="7513" y="5716"/>
                    <a:pt x="7472" y="5723"/>
                    <a:pt x="7430" y="5723"/>
                  </a:cubicBezTo>
                  <a:cubicBezTo>
                    <a:pt x="7366" y="5723"/>
                    <a:pt x="7302" y="5707"/>
                    <a:pt x="7273" y="5698"/>
                  </a:cubicBezTo>
                  <a:cubicBezTo>
                    <a:pt x="7266" y="5696"/>
                    <a:pt x="7259" y="5695"/>
                    <a:pt x="7252" y="5695"/>
                  </a:cubicBezTo>
                  <a:cubicBezTo>
                    <a:pt x="7240" y="5695"/>
                    <a:pt x="7228" y="5698"/>
                    <a:pt x="7217" y="5704"/>
                  </a:cubicBezTo>
                  <a:cubicBezTo>
                    <a:pt x="7201" y="5713"/>
                    <a:pt x="7190" y="5730"/>
                    <a:pt x="7187" y="5749"/>
                  </a:cubicBezTo>
                  <a:cubicBezTo>
                    <a:pt x="7186" y="5751"/>
                    <a:pt x="7136" y="6028"/>
                    <a:pt x="7087" y="6493"/>
                  </a:cubicBezTo>
                  <a:cubicBezTo>
                    <a:pt x="7039" y="6953"/>
                    <a:pt x="6488" y="8031"/>
                    <a:pt x="6347" y="8087"/>
                  </a:cubicBezTo>
                  <a:cubicBezTo>
                    <a:pt x="6323" y="8094"/>
                    <a:pt x="6293" y="8096"/>
                    <a:pt x="6259" y="8096"/>
                  </a:cubicBezTo>
                  <a:cubicBezTo>
                    <a:pt x="6110" y="8096"/>
                    <a:pt x="5882" y="8040"/>
                    <a:pt x="5792" y="8013"/>
                  </a:cubicBezTo>
                  <a:cubicBezTo>
                    <a:pt x="5786" y="8012"/>
                    <a:pt x="5780" y="8011"/>
                    <a:pt x="5774" y="8011"/>
                  </a:cubicBezTo>
                  <a:cubicBezTo>
                    <a:pt x="5762" y="8011"/>
                    <a:pt x="5751" y="8014"/>
                    <a:pt x="5740" y="8020"/>
                  </a:cubicBezTo>
                  <a:cubicBezTo>
                    <a:pt x="5724" y="8029"/>
                    <a:pt x="5713" y="8044"/>
                    <a:pt x="5709" y="8062"/>
                  </a:cubicBezTo>
                  <a:lnTo>
                    <a:pt x="5420" y="9285"/>
                  </a:lnTo>
                  <a:cubicBezTo>
                    <a:pt x="5354" y="9309"/>
                    <a:pt x="5145" y="9366"/>
                    <a:pt x="4664" y="9366"/>
                  </a:cubicBezTo>
                  <a:cubicBezTo>
                    <a:pt x="4124" y="9366"/>
                    <a:pt x="2861" y="9020"/>
                    <a:pt x="2525" y="8924"/>
                  </a:cubicBezTo>
                  <a:cubicBezTo>
                    <a:pt x="2603" y="8788"/>
                    <a:pt x="2765" y="8469"/>
                    <a:pt x="2930" y="7923"/>
                  </a:cubicBezTo>
                  <a:cubicBezTo>
                    <a:pt x="3116" y="7302"/>
                    <a:pt x="3014" y="6995"/>
                    <a:pt x="2970" y="6863"/>
                  </a:cubicBezTo>
                  <a:cubicBezTo>
                    <a:pt x="2964" y="6847"/>
                    <a:pt x="2958" y="6825"/>
                    <a:pt x="2957" y="6821"/>
                  </a:cubicBezTo>
                  <a:cubicBezTo>
                    <a:pt x="2957" y="6663"/>
                    <a:pt x="2532" y="6275"/>
                    <a:pt x="1820" y="5781"/>
                  </a:cubicBezTo>
                  <a:cubicBezTo>
                    <a:pt x="986" y="5201"/>
                    <a:pt x="145" y="3936"/>
                    <a:pt x="516" y="2276"/>
                  </a:cubicBezTo>
                  <a:cubicBezTo>
                    <a:pt x="871" y="687"/>
                    <a:pt x="2106" y="359"/>
                    <a:pt x="2118" y="355"/>
                  </a:cubicBezTo>
                  <a:cubicBezTo>
                    <a:pt x="2123" y="354"/>
                    <a:pt x="2128" y="353"/>
                    <a:pt x="2132" y="350"/>
                  </a:cubicBezTo>
                  <a:cubicBezTo>
                    <a:pt x="2411" y="211"/>
                    <a:pt x="2887" y="131"/>
                    <a:pt x="3417" y="131"/>
                  </a:cubicBezTo>
                  <a:close/>
                  <a:moveTo>
                    <a:pt x="3422" y="1"/>
                  </a:moveTo>
                  <a:cubicBezTo>
                    <a:pt x="2871" y="1"/>
                    <a:pt x="2373" y="84"/>
                    <a:pt x="2078" y="228"/>
                  </a:cubicBezTo>
                  <a:cubicBezTo>
                    <a:pt x="1969" y="259"/>
                    <a:pt x="746" y="642"/>
                    <a:pt x="386" y="2248"/>
                  </a:cubicBezTo>
                  <a:cubicBezTo>
                    <a:pt x="0" y="3972"/>
                    <a:pt x="876" y="5287"/>
                    <a:pt x="1744" y="5890"/>
                  </a:cubicBezTo>
                  <a:cubicBezTo>
                    <a:pt x="2754" y="6591"/>
                    <a:pt x="2823" y="6821"/>
                    <a:pt x="2825" y="6821"/>
                  </a:cubicBezTo>
                  <a:cubicBezTo>
                    <a:pt x="2825" y="6844"/>
                    <a:pt x="2833" y="6870"/>
                    <a:pt x="2845" y="6905"/>
                  </a:cubicBezTo>
                  <a:cubicBezTo>
                    <a:pt x="2884" y="7024"/>
                    <a:pt x="2977" y="7305"/>
                    <a:pt x="2802" y="7886"/>
                  </a:cubicBezTo>
                  <a:cubicBezTo>
                    <a:pt x="2587" y="8604"/>
                    <a:pt x="2370" y="8923"/>
                    <a:pt x="2368" y="8927"/>
                  </a:cubicBezTo>
                  <a:cubicBezTo>
                    <a:pt x="2356" y="8944"/>
                    <a:pt x="2352" y="8967"/>
                    <a:pt x="2360" y="8987"/>
                  </a:cubicBezTo>
                  <a:cubicBezTo>
                    <a:pt x="2367" y="9007"/>
                    <a:pt x="2383" y="9023"/>
                    <a:pt x="2403" y="9028"/>
                  </a:cubicBezTo>
                  <a:cubicBezTo>
                    <a:pt x="2470" y="9047"/>
                    <a:pt x="4022" y="9499"/>
                    <a:pt x="4664" y="9499"/>
                  </a:cubicBezTo>
                  <a:cubicBezTo>
                    <a:pt x="5304" y="9499"/>
                    <a:pt x="5491" y="9402"/>
                    <a:pt x="5511" y="9392"/>
                  </a:cubicBezTo>
                  <a:cubicBezTo>
                    <a:pt x="5527" y="9382"/>
                    <a:pt x="5539" y="9367"/>
                    <a:pt x="5542" y="9349"/>
                  </a:cubicBezTo>
                  <a:lnTo>
                    <a:pt x="5823" y="8160"/>
                  </a:lnTo>
                  <a:cubicBezTo>
                    <a:pt x="5924" y="8186"/>
                    <a:pt x="6110" y="8229"/>
                    <a:pt x="6259" y="8229"/>
                  </a:cubicBezTo>
                  <a:cubicBezTo>
                    <a:pt x="6305" y="8229"/>
                    <a:pt x="6348" y="8225"/>
                    <a:pt x="6383" y="8214"/>
                  </a:cubicBezTo>
                  <a:cubicBezTo>
                    <a:pt x="6616" y="8148"/>
                    <a:pt x="7174" y="6947"/>
                    <a:pt x="7220" y="6507"/>
                  </a:cubicBezTo>
                  <a:cubicBezTo>
                    <a:pt x="7254" y="6183"/>
                    <a:pt x="7288" y="5951"/>
                    <a:pt x="7306" y="5844"/>
                  </a:cubicBezTo>
                  <a:cubicBezTo>
                    <a:pt x="7340" y="5850"/>
                    <a:pt x="7382" y="5856"/>
                    <a:pt x="7427" y="5856"/>
                  </a:cubicBezTo>
                  <a:cubicBezTo>
                    <a:pt x="7489" y="5856"/>
                    <a:pt x="7556" y="5845"/>
                    <a:pt x="7613" y="5812"/>
                  </a:cubicBezTo>
                  <a:cubicBezTo>
                    <a:pt x="7679" y="5773"/>
                    <a:pt x="7721" y="5707"/>
                    <a:pt x="7737" y="5625"/>
                  </a:cubicBezTo>
                  <a:cubicBezTo>
                    <a:pt x="7775" y="5416"/>
                    <a:pt x="7630" y="5164"/>
                    <a:pt x="7464" y="4871"/>
                  </a:cubicBezTo>
                  <a:cubicBezTo>
                    <a:pt x="7387" y="4737"/>
                    <a:pt x="7307" y="4599"/>
                    <a:pt x="7238" y="4451"/>
                  </a:cubicBezTo>
                  <a:cubicBezTo>
                    <a:pt x="7130" y="4223"/>
                    <a:pt x="7141" y="3929"/>
                    <a:pt x="7154" y="3559"/>
                  </a:cubicBezTo>
                  <a:cubicBezTo>
                    <a:pt x="7165" y="3206"/>
                    <a:pt x="7180" y="2806"/>
                    <a:pt x="7096" y="2349"/>
                  </a:cubicBezTo>
                  <a:cubicBezTo>
                    <a:pt x="6931" y="1458"/>
                    <a:pt x="6188" y="683"/>
                    <a:pt x="5107" y="278"/>
                  </a:cubicBezTo>
                  <a:cubicBezTo>
                    <a:pt x="4594" y="86"/>
                    <a:pt x="3981" y="1"/>
                    <a:pt x="3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g332bf0ce26c_1_103"/>
            <p:cNvSpPr/>
            <p:nvPr/>
          </p:nvSpPr>
          <p:spPr>
            <a:xfrm>
              <a:off x="8603498" y="3106518"/>
              <a:ext cx="245032" cy="223085"/>
            </a:xfrm>
            <a:custGeom>
              <a:rect b="b" l="l" r="r" t="t"/>
              <a:pathLst>
                <a:path extrusionOk="0" h="6109" w="6710">
                  <a:moveTo>
                    <a:pt x="3332" y="0"/>
                  </a:moveTo>
                  <a:cubicBezTo>
                    <a:pt x="2796" y="0"/>
                    <a:pt x="2310" y="80"/>
                    <a:pt x="2020" y="225"/>
                  </a:cubicBezTo>
                  <a:cubicBezTo>
                    <a:pt x="2020" y="225"/>
                    <a:pt x="738" y="546"/>
                    <a:pt x="369" y="2196"/>
                  </a:cubicBezTo>
                  <a:cubicBezTo>
                    <a:pt x="0" y="3847"/>
                    <a:pt x="813" y="5153"/>
                    <a:pt x="1700" y="5769"/>
                  </a:cubicBezTo>
                  <a:cubicBezTo>
                    <a:pt x="1882" y="5896"/>
                    <a:pt x="2035" y="6008"/>
                    <a:pt x="2165" y="6109"/>
                  </a:cubicBezTo>
                  <a:cubicBezTo>
                    <a:pt x="2328" y="6040"/>
                    <a:pt x="2495" y="5897"/>
                    <a:pt x="2563" y="5596"/>
                  </a:cubicBezTo>
                  <a:cubicBezTo>
                    <a:pt x="2711" y="4932"/>
                    <a:pt x="2588" y="4488"/>
                    <a:pt x="2661" y="4438"/>
                  </a:cubicBezTo>
                  <a:cubicBezTo>
                    <a:pt x="2735" y="4390"/>
                    <a:pt x="3277" y="4413"/>
                    <a:pt x="3449" y="4242"/>
                  </a:cubicBezTo>
                  <a:cubicBezTo>
                    <a:pt x="3622" y="4069"/>
                    <a:pt x="3474" y="3428"/>
                    <a:pt x="3474" y="3330"/>
                  </a:cubicBezTo>
                  <a:cubicBezTo>
                    <a:pt x="3474" y="3241"/>
                    <a:pt x="4915" y="1634"/>
                    <a:pt x="6613" y="1634"/>
                  </a:cubicBezTo>
                  <a:cubicBezTo>
                    <a:pt x="6645" y="1634"/>
                    <a:pt x="6677" y="1634"/>
                    <a:pt x="6710" y="1635"/>
                  </a:cubicBezTo>
                  <a:cubicBezTo>
                    <a:pt x="6369" y="1023"/>
                    <a:pt x="5741" y="552"/>
                    <a:pt x="5001" y="275"/>
                  </a:cubicBezTo>
                  <a:cubicBezTo>
                    <a:pt x="4499" y="86"/>
                    <a:pt x="3889" y="0"/>
                    <a:pt x="33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g332bf0ce26c_1_103"/>
            <p:cNvSpPr/>
            <p:nvPr/>
          </p:nvSpPr>
          <p:spPr>
            <a:xfrm>
              <a:off x="8600503" y="3104108"/>
              <a:ext cx="250547" cy="227942"/>
            </a:xfrm>
            <a:custGeom>
              <a:rect b="b" l="l" r="r" t="t"/>
              <a:pathLst>
                <a:path extrusionOk="0" h="6242" w="6861">
                  <a:moveTo>
                    <a:pt x="3418" y="131"/>
                  </a:moveTo>
                  <a:cubicBezTo>
                    <a:pt x="3960" y="131"/>
                    <a:pt x="4559" y="214"/>
                    <a:pt x="5061" y="402"/>
                  </a:cubicBezTo>
                  <a:cubicBezTo>
                    <a:pt x="5775" y="671"/>
                    <a:pt x="6344" y="1105"/>
                    <a:pt x="6674" y="1633"/>
                  </a:cubicBezTo>
                  <a:cubicBezTo>
                    <a:pt x="5319" y="1645"/>
                    <a:pt x="4163" y="2656"/>
                    <a:pt x="3834" y="2974"/>
                  </a:cubicBezTo>
                  <a:cubicBezTo>
                    <a:pt x="3753" y="3053"/>
                    <a:pt x="3489" y="3313"/>
                    <a:pt x="3489" y="3396"/>
                  </a:cubicBezTo>
                  <a:cubicBezTo>
                    <a:pt x="3489" y="3420"/>
                    <a:pt x="3495" y="3460"/>
                    <a:pt x="3506" y="3533"/>
                  </a:cubicBezTo>
                  <a:cubicBezTo>
                    <a:pt x="3533" y="3716"/>
                    <a:pt x="3596" y="4148"/>
                    <a:pt x="3485" y="4260"/>
                  </a:cubicBezTo>
                  <a:cubicBezTo>
                    <a:pt x="3388" y="4358"/>
                    <a:pt x="3119" y="4385"/>
                    <a:pt x="2942" y="4402"/>
                  </a:cubicBezTo>
                  <a:cubicBezTo>
                    <a:pt x="2809" y="4417"/>
                    <a:pt x="2743" y="4424"/>
                    <a:pt x="2706" y="4449"/>
                  </a:cubicBezTo>
                  <a:cubicBezTo>
                    <a:pt x="2646" y="4489"/>
                    <a:pt x="2648" y="4575"/>
                    <a:pt x="2652" y="4747"/>
                  </a:cubicBezTo>
                  <a:cubicBezTo>
                    <a:pt x="2658" y="4950"/>
                    <a:pt x="2666" y="5259"/>
                    <a:pt x="2580" y="5648"/>
                  </a:cubicBezTo>
                  <a:cubicBezTo>
                    <a:pt x="2531" y="5865"/>
                    <a:pt x="2422" y="6015"/>
                    <a:pt x="2257" y="6098"/>
                  </a:cubicBezTo>
                  <a:cubicBezTo>
                    <a:pt x="2124" y="5997"/>
                    <a:pt x="1977" y="5890"/>
                    <a:pt x="1820" y="5781"/>
                  </a:cubicBezTo>
                  <a:cubicBezTo>
                    <a:pt x="986" y="5201"/>
                    <a:pt x="145" y="3936"/>
                    <a:pt x="516" y="2276"/>
                  </a:cubicBezTo>
                  <a:cubicBezTo>
                    <a:pt x="871" y="687"/>
                    <a:pt x="2106" y="359"/>
                    <a:pt x="2118" y="355"/>
                  </a:cubicBezTo>
                  <a:cubicBezTo>
                    <a:pt x="2123" y="354"/>
                    <a:pt x="2128" y="353"/>
                    <a:pt x="2131" y="350"/>
                  </a:cubicBezTo>
                  <a:cubicBezTo>
                    <a:pt x="2410" y="211"/>
                    <a:pt x="2887" y="131"/>
                    <a:pt x="3418" y="131"/>
                  </a:cubicBezTo>
                  <a:close/>
                  <a:moveTo>
                    <a:pt x="3422" y="1"/>
                  </a:moveTo>
                  <a:cubicBezTo>
                    <a:pt x="2870" y="1"/>
                    <a:pt x="2373" y="84"/>
                    <a:pt x="2078" y="228"/>
                  </a:cubicBezTo>
                  <a:cubicBezTo>
                    <a:pt x="1969" y="259"/>
                    <a:pt x="746" y="644"/>
                    <a:pt x="386" y="2248"/>
                  </a:cubicBezTo>
                  <a:cubicBezTo>
                    <a:pt x="0" y="3972"/>
                    <a:pt x="876" y="5287"/>
                    <a:pt x="1743" y="5890"/>
                  </a:cubicBezTo>
                  <a:cubicBezTo>
                    <a:pt x="1912" y="6007"/>
                    <a:pt x="2069" y="6120"/>
                    <a:pt x="2207" y="6228"/>
                  </a:cubicBezTo>
                  <a:cubicBezTo>
                    <a:pt x="2219" y="6236"/>
                    <a:pt x="2233" y="6241"/>
                    <a:pt x="2247" y="6241"/>
                  </a:cubicBezTo>
                  <a:cubicBezTo>
                    <a:pt x="2257" y="6241"/>
                    <a:pt x="2265" y="6240"/>
                    <a:pt x="2273" y="6236"/>
                  </a:cubicBezTo>
                  <a:cubicBezTo>
                    <a:pt x="2498" y="6142"/>
                    <a:pt x="2648" y="5949"/>
                    <a:pt x="2709" y="5677"/>
                  </a:cubicBezTo>
                  <a:cubicBezTo>
                    <a:pt x="2799" y="5272"/>
                    <a:pt x="2790" y="4954"/>
                    <a:pt x="2784" y="4743"/>
                  </a:cubicBezTo>
                  <a:cubicBezTo>
                    <a:pt x="2783" y="4670"/>
                    <a:pt x="2781" y="4589"/>
                    <a:pt x="2787" y="4557"/>
                  </a:cubicBezTo>
                  <a:cubicBezTo>
                    <a:pt x="2819" y="4549"/>
                    <a:pt x="2893" y="4542"/>
                    <a:pt x="2956" y="4535"/>
                  </a:cubicBezTo>
                  <a:cubicBezTo>
                    <a:pt x="3163" y="4514"/>
                    <a:pt x="3448" y="4484"/>
                    <a:pt x="3578" y="4354"/>
                  </a:cubicBezTo>
                  <a:cubicBezTo>
                    <a:pt x="3725" y="4207"/>
                    <a:pt x="3686" y="3843"/>
                    <a:pt x="3637" y="3513"/>
                  </a:cubicBezTo>
                  <a:cubicBezTo>
                    <a:pt x="3630" y="3470"/>
                    <a:pt x="3624" y="3429"/>
                    <a:pt x="3623" y="3406"/>
                  </a:cubicBezTo>
                  <a:cubicBezTo>
                    <a:pt x="3714" y="3252"/>
                    <a:pt x="5061" y="1766"/>
                    <a:pt x="6693" y="1766"/>
                  </a:cubicBezTo>
                  <a:cubicBezTo>
                    <a:pt x="6725" y="1766"/>
                    <a:pt x="6757" y="1766"/>
                    <a:pt x="6789" y="1768"/>
                  </a:cubicBezTo>
                  <a:cubicBezTo>
                    <a:pt x="6790" y="1768"/>
                    <a:pt x="6791" y="1768"/>
                    <a:pt x="6792" y="1768"/>
                  </a:cubicBezTo>
                  <a:cubicBezTo>
                    <a:pt x="6814" y="1768"/>
                    <a:pt x="6836" y="1755"/>
                    <a:pt x="6847" y="1736"/>
                  </a:cubicBezTo>
                  <a:cubicBezTo>
                    <a:pt x="6860" y="1716"/>
                    <a:pt x="6860" y="1690"/>
                    <a:pt x="6850" y="1668"/>
                  </a:cubicBezTo>
                  <a:cubicBezTo>
                    <a:pt x="6515" y="1068"/>
                    <a:pt x="5896" y="574"/>
                    <a:pt x="5107" y="278"/>
                  </a:cubicBezTo>
                  <a:cubicBezTo>
                    <a:pt x="4594" y="86"/>
                    <a:pt x="3980" y="1"/>
                    <a:pt x="3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g332bf0ce26c_1_103"/>
            <p:cNvSpPr/>
            <p:nvPr/>
          </p:nvSpPr>
          <p:spPr>
            <a:xfrm>
              <a:off x="8755516" y="3377434"/>
              <a:ext cx="55872" cy="55872"/>
            </a:xfrm>
            <a:custGeom>
              <a:rect b="b" l="l" r="r" t="t"/>
              <a:pathLst>
                <a:path extrusionOk="0" h="1530" w="1530">
                  <a:moveTo>
                    <a:pt x="0" y="1"/>
                  </a:moveTo>
                  <a:lnTo>
                    <a:pt x="1282" y="1529"/>
                  </a:lnTo>
                  <a:lnTo>
                    <a:pt x="1529" y="59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g332bf0ce26c_1_103"/>
            <p:cNvSpPr/>
            <p:nvPr/>
          </p:nvSpPr>
          <p:spPr>
            <a:xfrm>
              <a:off x="8752924" y="3375024"/>
              <a:ext cx="61094" cy="60692"/>
            </a:xfrm>
            <a:custGeom>
              <a:rect b="b" l="l" r="r" t="t"/>
              <a:pathLst>
                <a:path extrusionOk="0" h="1662" w="1673">
                  <a:moveTo>
                    <a:pt x="289" y="222"/>
                  </a:moveTo>
                  <a:lnTo>
                    <a:pt x="1520" y="698"/>
                  </a:lnTo>
                  <a:lnTo>
                    <a:pt x="1321" y="1453"/>
                  </a:lnTo>
                  <a:lnTo>
                    <a:pt x="289" y="222"/>
                  </a:lnTo>
                  <a:close/>
                  <a:moveTo>
                    <a:pt x="73" y="1"/>
                  </a:moveTo>
                  <a:cubicBezTo>
                    <a:pt x="52" y="1"/>
                    <a:pt x="31" y="11"/>
                    <a:pt x="18" y="29"/>
                  </a:cubicBezTo>
                  <a:cubicBezTo>
                    <a:pt x="1" y="52"/>
                    <a:pt x="2" y="87"/>
                    <a:pt x="21" y="109"/>
                  </a:cubicBezTo>
                  <a:lnTo>
                    <a:pt x="1302" y="1638"/>
                  </a:lnTo>
                  <a:cubicBezTo>
                    <a:pt x="1315" y="1653"/>
                    <a:pt x="1334" y="1662"/>
                    <a:pt x="1353" y="1662"/>
                  </a:cubicBezTo>
                  <a:cubicBezTo>
                    <a:pt x="1358" y="1662"/>
                    <a:pt x="1362" y="1660"/>
                    <a:pt x="1368" y="1659"/>
                  </a:cubicBezTo>
                  <a:cubicBezTo>
                    <a:pt x="1392" y="1654"/>
                    <a:pt x="1411" y="1636"/>
                    <a:pt x="1418" y="1612"/>
                  </a:cubicBezTo>
                  <a:lnTo>
                    <a:pt x="1664" y="675"/>
                  </a:lnTo>
                  <a:cubicBezTo>
                    <a:pt x="1672" y="643"/>
                    <a:pt x="1655" y="609"/>
                    <a:pt x="1624" y="597"/>
                  </a:cubicBezTo>
                  <a:lnTo>
                    <a:pt x="96" y="5"/>
                  </a:lnTo>
                  <a:cubicBezTo>
                    <a:pt x="89" y="2"/>
                    <a:pt x="81" y="1"/>
                    <a:pt x="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g332bf0ce26c_1_103"/>
            <p:cNvSpPr/>
            <p:nvPr/>
          </p:nvSpPr>
          <p:spPr>
            <a:xfrm>
              <a:off x="8796378" y="3327151"/>
              <a:ext cx="49445" cy="31551"/>
            </a:xfrm>
            <a:custGeom>
              <a:rect b="b" l="l" r="r" t="t"/>
              <a:pathLst>
                <a:path extrusionOk="0" h="864" w="1354">
                  <a:moveTo>
                    <a:pt x="1284" y="1"/>
                  </a:moveTo>
                  <a:cubicBezTo>
                    <a:pt x="1275" y="1"/>
                    <a:pt x="1064" y="8"/>
                    <a:pt x="759" y="54"/>
                  </a:cubicBezTo>
                  <a:cubicBezTo>
                    <a:pt x="450" y="100"/>
                    <a:pt x="68" y="237"/>
                    <a:pt x="53" y="243"/>
                  </a:cubicBezTo>
                  <a:cubicBezTo>
                    <a:pt x="18" y="255"/>
                    <a:pt x="1" y="293"/>
                    <a:pt x="13" y="327"/>
                  </a:cubicBezTo>
                  <a:cubicBezTo>
                    <a:pt x="22" y="354"/>
                    <a:pt x="48" y="372"/>
                    <a:pt x="75" y="372"/>
                  </a:cubicBezTo>
                  <a:cubicBezTo>
                    <a:pt x="82" y="372"/>
                    <a:pt x="89" y="371"/>
                    <a:pt x="98" y="367"/>
                  </a:cubicBezTo>
                  <a:cubicBezTo>
                    <a:pt x="98" y="367"/>
                    <a:pt x="98" y="367"/>
                    <a:pt x="98" y="367"/>
                  </a:cubicBezTo>
                  <a:cubicBezTo>
                    <a:pt x="102" y="367"/>
                    <a:pt x="347" y="863"/>
                    <a:pt x="628" y="863"/>
                  </a:cubicBezTo>
                  <a:cubicBezTo>
                    <a:pt x="640" y="863"/>
                    <a:pt x="651" y="862"/>
                    <a:pt x="663" y="861"/>
                  </a:cubicBezTo>
                  <a:cubicBezTo>
                    <a:pt x="960" y="816"/>
                    <a:pt x="1286" y="133"/>
                    <a:pt x="1288" y="133"/>
                  </a:cubicBezTo>
                  <a:cubicBezTo>
                    <a:pt x="1325" y="132"/>
                    <a:pt x="1353" y="101"/>
                    <a:pt x="1352" y="64"/>
                  </a:cubicBezTo>
                  <a:cubicBezTo>
                    <a:pt x="1352" y="28"/>
                    <a:pt x="1320" y="2"/>
                    <a:pt x="12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g332bf0ce26c_1_103"/>
            <p:cNvSpPr/>
            <p:nvPr/>
          </p:nvSpPr>
          <p:spPr>
            <a:xfrm>
              <a:off x="8821246" y="3256893"/>
              <a:ext cx="10809" cy="23408"/>
            </a:xfrm>
            <a:custGeom>
              <a:rect b="b" l="l" r="r" t="t"/>
              <a:pathLst>
                <a:path extrusionOk="0" h="641" w="296">
                  <a:moveTo>
                    <a:pt x="148" y="1"/>
                  </a:moveTo>
                  <a:cubicBezTo>
                    <a:pt x="65" y="1"/>
                    <a:pt x="0" y="144"/>
                    <a:pt x="0" y="320"/>
                  </a:cubicBezTo>
                  <a:cubicBezTo>
                    <a:pt x="0" y="498"/>
                    <a:pt x="65" y="641"/>
                    <a:pt x="148" y="641"/>
                  </a:cubicBezTo>
                  <a:cubicBezTo>
                    <a:pt x="230" y="641"/>
                    <a:pt x="296" y="498"/>
                    <a:pt x="296" y="320"/>
                  </a:cubicBezTo>
                  <a:cubicBezTo>
                    <a:pt x="296" y="144"/>
                    <a:pt x="230" y="1"/>
                    <a:pt x="1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g332bf0ce26c_1_103"/>
            <p:cNvSpPr/>
            <p:nvPr/>
          </p:nvSpPr>
          <p:spPr>
            <a:xfrm>
              <a:off x="8809561" y="3234800"/>
              <a:ext cx="36043" cy="11028"/>
            </a:xfrm>
            <a:custGeom>
              <a:rect b="b" l="l" r="r" t="t"/>
              <a:pathLst>
                <a:path extrusionOk="0" h="302" w="987">
                  <a:moveTo>
                    <a:pt x="526" y="1"/>
                  </a:moveTo>
                  <a:cubicBezTo>
                    <a:pt x="219" y="1"/>
                    <a:pt x="37" y="178"/>
                    <a:pt x="27" y="188"/>
                  </a:cubicBezTo>
                  <a:cubicBezTo>
                    <a:pt x="1" y="214"/>
                    <a:pt x="1" y="257"/>
                    <a:pt x="25" y="283"/>
                  </a:cubicBezTo>
                  <a:cubicBezTo>
                    <a:pt x="40" y="296"/>
                    <a:pt x="56" y="302"/>
                    <a:pt x="73" y="302"/>
                  </a:cubicBezTo>
                  <a:cubicBezTo>
                    <a:pt x="90" y="302"/>
                    <a:pt x="107" y="296"/>
                    <a:pt x="120" y="283"/>
                  </a:cubicBezTo>
                  <a:cubicBezTo>
                    <a:pt x="128" y="274"/>
                    <a:pt x="275" y="135"/>
                    <a:pt x="527" y="135"/>
                  </a:cubicBezTo>
                  <a:cubicBezTo>
                    <a:pt x="629" y="135"/>
                    <a:pt x="748" y="158"/>
                    <a:pt x="882" y="221"/>
                  </a:cubicBezTo>
                  <a:cubicBezTo>
                    <a:pt x="891" y="226"/>
                    <a:pt x="901" y="228"/>
                    <a:pt x="911" y="228"/>
                  </a:cubicBezTo>
                  <a:cubicBezTo>
                    <a:pt x="936" y="228"/>
                    <a:pt x="960" y="214"/>
                    <a:pt x="971" y="190"/>
                  </a:cubicBezTo>
                  <a:cubicBezTo>
                    <a:pt x="986" y="157"/>
                    <a:pt x="972" y="117"/>
                    <a:pt x="939" y="102"/>
                  </a:cubicBezTo>
                  <a:cubicBezTo>
                    <a:pt x="784" y="28"/>
                    <a:pt x="645" y="1"/>
                    <a:pt x="5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g332bf0ce26c_1_103"/>
            <p:cNvSpPr/>
            <p:nvPr/>
          </p:nvSpPr>
          <p:spPr>
            <a:xfrm>
              <a:off x="8672733" y="3260289"/>
              <a:ext cx="42324" cy="68361"/>
            </a:xfrm>
            <a:custGeom>
              <a:rect b="b" l="l" r="r" t="t"/>
              <a:pathLst>
                <a:path extrusionOk="0" h="1872" w="1159">
                  <a:moveTo>
                    <a:pt x="455" y="0"/>
                  </a:moveTo>
                  <a:cubicBezTo>
                    <a:pt x="435" y="0"/>
                    <a:pt x="415" y="2"/>
                    <a:pt x="395" y="6"/>
                  </a:cubicBezTo>
                  <a:cubicBezTo>
                    <a:pt x="1" y="79"/>
                    <a:pt x="75" y="868"/>
                    <a:pt x="223" y="1262"/>
                  </a:cubicBezTo>
                  <a:cubicBezTo>
                    <a:pt x="340" y="1574"/>
                    <a:pt x="673" y="1871"/>
                    <a:pt x="941" y="1871"/>
                  </a:cubicBezTo>
                  <a:cubicBezTo>
                    <a:pt x="1011" y="1871"/>
                    <a:pt x="1078" y="1851"/>
                    <a:pt x="1134" y="1804"/>
                  </a:cubicBezTo>
                  <a:lnTo>
                    <a:pt x="1159" y="621"/>
                  </a:lnTo>
                  <a:cubicBezTo>
                    <a:pt x="1159" y="621"/>
                    <a:pt x="827" y="0"/>
                    <a:pt x="4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g332bf0ce26c_1_103"/>
            <p:cNvSpPr/>
            <p:nvPr/>
          </p:nvSpPr>
          <p:spPr>
            <a:xfrm>
              <a:off x="8671382" y="3257879"/>
              <a:ext cx="46450" cy="73218"/>
            </a:xfrm>
            <a:custGeom>
              <a:rect b="b" l="l" r="r" t="t"/>
              <a:pathLst>
                <a:path extrusionOk="0" h="2005" w="1272">
                  <a:moveTo>
                    <a:pt x="492" y="0"/>
                  </a:moveTo>
                  <a:cubicBezTo>
                    <a:pt x="468" y="0"/>
                    <a:pt x="444" y="2"/>
                    <a:pt x="420" y="7"/>
                  </a:cubicBezTo>
                  <a:cubicBezTo>
                    <a:pt x="312" y="27"/>
                    <a:pt x="228" y="90"/>
                    <a:pt x="169" y="195"/>
                  </a:cubicBezTo>
                  <a:cubicBezTo>
                    <a:pt x="1" y="492"/>
                    <a:pt x="85" y="1050"/>
                    <a:pt x="197" y="1352"/>
                  </a:cubicBezTo>
                  <a:cubicBezTo>
                    <a:pt x="306" y="1642"/>
                    <a:pt x="587" y="1915"/>
                    <a:pt x="848" y="1985"/>
                  </a:cubicBezTo>
                  <a:cubicBezTo>
                    <a:pt x="893" y="1998"/>
                    <a:pt x="937" y="2004"/>
                    <a:pt x="978" y="2004"/>
                  </a:cubicBezTo>
                  <a:cubicBezTo>
                    <a:pt x="1067" y="2004"/>
                    <a:pt x="1147" y="1977"/>
                    <a:pt x="1214" y="1922"/>
                  </a:cubicBezTo>
                  <a:cubicBezTo>
                    <a:pt x="1242" y="1899"/>
                    <a:pt x="1247" y="1857"/>
                    <a:pt x="1223" y="1829"/>
                  </a:cubicBezTo>
                  <a:cubicBezTo>
                    <a:pt x="1210" y="1813"/>
                    <a:pt x="1191" y="1804"/>
                    <a:pt x="1171" y="1804"/>
                  </a:cubicBezTo>
                  <a:cubicBezTo>
                    <a:pt x="1157" y="1804"/>
                    <a:pt x="1142" y="1809"/>
                    <a:pt x="1130" y="1819"/>
                  </a:cubicBezTo>
                  <a:cubicBezTo>
                    <a:pt x="1087" y="1854"/>
                    <a:pt x="1037" y="1871"/>
                    <a:pt x="979" y="1871"/>
                  </a:cubicBezTo>
                  <a:cubicBezTo>
                    <a:pt x="949" y="1871"/>
                    <a:pt x="917" y="1867"/>
                    <a:pt x="884" y="1857"/>
                  </a:cubicBezTo>
                  <a:cubicBezTo>
                    <a:pt x="662" y="1798"/>
                    <a:pt x="416" y="1556"/>
                    <a:pt x="322" y="1305"/>
                  </a:cubicBezTo>
                  <a:cubicBezTo>
                    <a:pt x="217" y="1026"/>
                    <a:pt x="146" y="506"/>
                    <a:pt x="285" y="260"/>
                  </a:cubicBezTo>
                  <a:cubicBezTo>
                    <a:pt x="324" y="190"/>
                    <a:pt x="376" y="150"/>
                    <a:pt x="445" y="137"/>
                  </a:cubicBezTo>
                  <a:cubicBezTo>
                    <a:pt x="460" y="134"/>
                    <a:pt x="476" y="133"/>
                    <a:pt x="491" y="133"/>
                  </a:cubicBezTo>
                  <a:cubicBezTo>
                    <a:pt x="761" y="133"/>
                    <a:pt x="1046" y="549"/>
                    <a:pt x="1138" y="719"/>
                  </a:cubicBezTo>
                  <a:cubicBezTo>
                    <a:pt x="1149" y="741"/>
                    <a:pt x="1172" y="754"/>
                    <a:pt x="1196" y="754"/>
                  </a:cubicBezTo>
                  <a:cubicBezTo>
                    <a:pt x="1207" y="754"/>
                    <a:pt x="1218" y="752"/>
                    <a:pt x="1228" y="746"/>
                  </a:cubicBezTo>
                  <a:cubicBezTo>
                    <a:pt x="1260" y="729"/>
                    <a:pt x="1272" y="688"/>
                    <a:pt x="1255" y="656"/>
                  </a:cubicBezTo>
                  <a:cubicBezTo>
                    <a:pt x="1239" y="628"/>
                    <a:pt x="898" y="0"/>
                    <a:pt x="4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g332bf0ce26c_1_103"/>
            <p:cNvSpPr/>
            <p:nvPr/>
          </p:nvSpPr>
          <p:spPr>
            <a:xfrm>
              <a:off x="8636764" y="3384372"/>
              <a:ext cx="198874" cy="125292"/>
            </a:xfrm>
            <a:custGeom>
              <a:rect b="b" l="l" r="r" t="t"/>
              <a:pathLst>
                <a:path extrusionOk="0" h="3431" w="5446">
                  <a:moveTo>
                    <a:pt x="1183" y="1"/>
                  </a:moveTo>
                  <a:cubicBezTo>
                    <a:pt x="1093" y="1"/>
                    <a:pt x="1014" y="23"/>
                    <a:pt x="961" y="82"/>
                  </a:cubicBezTo>
                  <a:cubicBezTo>
                    <a:pt x="740" y="329"/>
                    <a:pt x="493" y="1043"/>
                    <a:pt x="321" y="1536"/>
                  </a:cubicBezTo>
                  <a:cubicBezTo>
                    <a:pt x="148" y="2028"/>
                    <a:pt x="0" y="2176"/>
                    <a:pt x="986" y="2892"/>
                  </a:cubicBezTo>
                  <a:cubicBezTo>
                    <a:pt x="1526" y="3283"/>
                    <a:pt x="2363" y="3431"/>
                    <a:pt x="3115" y="3431"/>
                  </a:cubicBezTo>
                  <a:cubicBezTo>
                    <a:pt x="3733" y="3431"/>
                    <a:pt x="4294" y="3331"/>
                    <a:pt x="4583" y="3186"/>
                  </a:cubicBezTo>
                  <a:cubicBezTo>
                    <a:pt x="5224" y="2867"/>
                    <a:pt x="5446" y="2398"/>
                    <a:pt x="5323" y="2152"/>
                  </a:cubicBezTo>
                  <a:cubicBezTo>
                    <a:pt x="5200" y="1905"/>
                    <a:pt x="5002" y="1314"/>
                    <a:pt x="4879" y="1042"/>
                  </a:cubicBezTo>
                  <a:lnTo>
                    <a:pt x="4756" y="771"/>
                  </a:lnTo>
                  <a:lnTo>
                    <a:pt x="4534" y="1338"/>
                  </a:lnTo>
                  <a:cubicBezTo>
                    <a:pt x="4534" y="1338"/>
                    <a:pt x="4223" y="1365"/>
                    <a:pt x="3842" y="1365"/>
                  </a:cubicBezTo>
                  <a:cubicBezTo>
                    <a:pt x="3588" y="1365"/>
                    <a:pt x="3302" y="1353"/>
                    <a:pt x="3056" y="1313"/>
                  </a:cubicBezTo>
                  <a:cubicBezTo>
                    <a:pt x="2440" y="1215"/>
                    <a:pt x="1651" y="871"/>
                    <a:pt x="1651" y="871"/>
                  </a:cubicBezTo>
                  <a:lnTo>
                    <a:pt x="1873" y="230"/>
                  </a:lnTo>
                  <a:cubicBezTo>
                    <a:pt x="1873" y="230"/>
                    <a:pt x="1472" y="1"/>
                    <a:pt x="118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g332bf0ce26c_1_103"/>
            <p:cNvSpPr/>
            <p:nvPr/>
          </p:nvSpPr>
          <p:spPr>
            <a:xfrm>
              <a:off x="8638079" y="3381999"/>
              <a:ext cx="200554" cy="130075"/>
            </a:xfrm>
            <a:custGeom>
              <a:rect b="b" l="l" r="r" t="t"/>
              <a:pathLst>
                <a:path extrusionOk="0" h="3562" w="5492">
                  <a:moveTo>
                    <a:pt x="1146" y="132"/>
                  </a:moveTo>
                  <a:cubicBezTo>
                    <a:pt x="1338" y="132"/>
                    <a:pt x="1610" y="250"/>
                    <a:pt x="1755" y="326"/>
                  </a:cubicBezTo>
                  <a:lnTo>
                    <a:pt x="1552" y="913"/>
                  </a:lnTo>
                  <a:cubicBezTo>
                    <a:pt x="1541" y="946"/>
                    <a:pt x="1557" y="982"/>
                    <a:pt x="1589" y="996"/>
                  </a:cubicBezTo>
                  <a:cubicBezTo>
                    <a:pt x="1620" y="1010"/>
                    <a:pt x="2392" y="1345"/>
                    <a:pt x="3009" y="1445"/>
                  </a:cubicBezTo>
                  <a:cubicBezTo>
                    <a:pt x="3261" y="1485"/>
                    <a:pt x="3551" y="1497"/>
                    <a:pt x="3808" y="1497"/>
                  </a:cubicBezTo>
                  <a:cubicBezTo>
                    <a:pt x="4180" y="1497"/>
                    <a:pt x="4483" y="1471"/>
                    <a:pt x="4504" y="1469"/>
                  </a:cubicBezTo>
                  <a:cubicBezTo>
                    <a:pt x="4529" y="1467"/>
                    <a:pt x="4551" y="1452"/>
                    <a:pt x="4559" y="1428"/>
                  </a:cubicBezTo>
                  <a:lnTo>
                    <a:pt x="4724" y="1007"/>
                  </a:lnTo>
                  <a:lnTo>
                    <a:pt x="4782" y="1136"/>
                  </a:lnTo>
                  <a:cubicBezTo>
                    <a:pt x="4837" y="1256"/>
                    <a:pt x="4907" y="1441"/>
                    <a:pt x="4981" y="1637"/>
                  </a:cubicBezTo>
                  <a:cubicBezTo>
                    <a:pt x="5068" y="1869"/>
                    <a:pt x="5158" y="2109"/>
                    <a:pt x="5227" y="2247"/>
                  </a:cubicBezTo>
                  <a:cubicBezTo>
                    <a:pt x="5326" y="2444"/>
                    <a:pt x="5134" y="2883"/>
                    <a:pt x="4518" y="3192"/>
                  </a:cubicBezTo>
                  <a:cubicBezTo>
                    <a:pt x="4241" y="3331"/>
                    <a:pt x="3693" y="3425"/>
                    <a:pt x="3088" y="3425"/>
                  </a:cubicBezTo>
                  <a:cubicBezTo>
                    <a:pt x="2345" y="3425"/>
                    <a:pt x="1514" y="3282"/>
                    <a:pt x="989" y="2902"/>
                  </a:cubicBezTo>
                  <a:cubicBezTo>
                    <a:pt x="113" y="2267"/>
                    <a:pt x="166" y="2119"/>
                    <a:pt x="312" y="1723"/>
                  </a:cubicBezTo>
                  <a:cubicBezTo>
                    <a:pt x="323" y="1691"/>
                    <a:pt x="336" y="1657"/>
                    <a:pt x="347" y="1623"/>
                  </a:cubicBezTo>
                  <a:lnTo>
                    <a:pt x="360" y="1585"/>
                  </a:lnTo>
                  <a:cubicBezTo>
                    <a:pt x="523" y="1122"/>
                    <a:pt x="767" y="421"/>
                    <a:pt x="974" y="192"/>
                  </a:cubicBezTo>
                  <a:cubicBezTo>
                    <a:pt x="1012" y="149"/>
                    <a:pt x="1074" y="132"/>
                    <a:pt x="1146" y="132"/>
                  </a:cubicBezTo>
                  <a:close/>
                  <a:moveTo>
                    <a:pt x="1149" y="0"/>
                  </a:moveTo>
                  <a:cubicBezTo>
                    <a:pt x="1041" y="0"/>
                    <a:pt x="944" y="28"/>
                    <a:pt x="876" y="103"/>
                  </a:cubicBezTo>
                  <a:cubicBezTo>
                    <a:pt x="651" y="352"/>
                    <a:pt x="410" y="1040"/>
                    <a:pt x="235" y="1542"/>
                  </a:cubicBezTo>
                  <a:lnTo>
                    <a:pt x="187" y="1678"/>
                  </a:lnTo>
                  <a:cubicBezTo>
                    <a:pt x="14" y="2152"/>
                    <a:pt x="1" y="2350"/>
                    <a:pt x="911" y="3010"/>
                  </a:cubicBezTo>
                  <a:cubicBezTo>
                    <a:pt x="1463" y="3411"/>
                    <a:pt x="2316" y="3561"/>
                    <a:pt x="3082" y="3561"/>
                  </a:cubicBezTo>
                  <a:cubicBezTo>
                    <a:pt x="3710" y="3561"/>
                    <a:pt x="4280" y="3459"/>
                    <a:pt x="4577" y="3311"/>
                  </a:cubicBezTo>
                  <a:cubicBezTo>
                    <a:pt x="5243" y="2978"/>
                    <a:pt x="5492" y="2479"/>
                    <a:pt x="5346" y="2188"/>
                  </a:cubicBezTo>
                  <a:cubicBezTo>
                    <a:pt x="5281" y="2056"/>
                    <a:pt x="5191" y="1820"/>
                    <a:pt x="5106" y="1591"/>
                  </a:cubicBezTo>
                  <a:cubicBezTo>
                    <a:pt x="5031" y="1394"/>
                    <a:pt x="4960" y="1207"/>
                    <a:pt x="4904" y="1081"/>
                  </a:cubicBezTo>
                  <a:lnTo>
                    <a:pt x="4781" y="810"/>
                  </a:lnTo>
                  <a:cubicBezTo>
                    <a:pt x="4770" y="786"/>
                    <a:pt x="4743" y="771"/>
                    <a:pt x="4718" y="771"/>
                  </a:cubicBezTo>
                  <a:cubicBezTo>
                    <a:pt x="4692" y="771"/>
                    <a:pt x="4668" y="788"/>
                    <a:pt x="4658" y="813"/>
                  </a:cubicBezTo>
                  <a:lnTo>
                    <a:pt x="4452" y="1340"/>
                  </a:lnTo>
                  <a:cubicBezTo>
                    <a:pt x="4355" y="1347"/>
                    <a:pt x="4100" y="1364"/>
                    <a:pt x="3803" y="1364"/>
                  </a:cubicBezTo>
                  <a:cubicBezTo>
                    <a:pt x="3552" y="1364"/>
                    <a:pt x="3271" y="1352"/>
                    <a:pt x="3031" y="1313"/>
                  </a:cubicBezTo>
                  <a:cubicBezTo>
                    <a:pt x="2523" y="1233"/>
                    <a:pt x="1889" y="978"/>
                    <a:pt x="1699" y="899"/>
                  </a:cubicBezTo>
                  <a:lnTo>
                    <a:pt x="1900" y="317"/>
                  </a:lnTo>
                  <a:cubicBezTo>
                    <a:pt x="1910" y="286"/>
                    <a:pt x="1897" y="253"/>
                    <a:pt x="1870" y="238"/>
                  </a:cubicBezTo>
                  <a:cubicBezTo>
                    <a:pt x="1815" y="206"/>
                    <a:pt x="1443" y="0"/>
                    <a:pt x="1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g332bf0ce26c_1_103"/>
            <p:cNvSpPr/>
            <p:nvPr/>
          </p:nvSpPr>
          <p:spPr>
            <a:xfrm>
              <a:off x="8672879" y="3398431"/>
              <a:ext cx="26950" cy="20194"/>
            </a:xfrm>
            <a:custGeom>
              <a:rect b="b" l="l" r="r" t="t"/>
              <a:pathLst>
                <a:path extrusionOk="0" h="553" w="738">
                  <a:moveTo>
                    <a:pt x="186" y="1"/>
                  </a:moveTo>
                  <a:cubicBezTo>
                    <a:pt x="121" y="1"/>
                    <a:pt x="76" y="18"/>
                    <a:pt x="46" y="52"/>
                  </a:cubicBezTo>
                  <a:cubicBezTo>
                    <a:pt x="21" y="79"/>
                    <a:pt x="0" y="131"/>
                    <a:pt x="33" y="215"/>
                  </a:cubicBezTo>
                  <a:cubicBezTo>
                    <a:pt x="89" y="352"/>
                    <a:pt x="477" y="494"/>
                    <a:pt x="641" y="548"/>
                  </a:cubicBezTo>
                  <a:cubicBezTo>
                    <a:pt x="649" y="551"/>
                    <a:pt x="656" y="552"/>
                    <a:pt x="662" y="552"/>
                  </a:cubicBezTo>
                  <a:cubicBezTo>
                    <a:pt x="690" y="552"/>
                    <a:pt x="716" y="534"/>
                    <a:pt x="725" y="507"/>
                  </a:cubicBezTo>
                  <a:cubicBezTo>
                    <a:pt x="737" y="472"/>
                    <a:pt x="718" y="434"/>
                    <a:pt x="683" y="423"/>
                  </a:cubicBezTo>
                  <a:cubicBezTo>
                    <a:pt x="425" y="337"/>
                    <a:pt x="179" y="216"/>
                    <a:pt x="158" y="165"/>
                  </a:cubicBezTo>
                  <a:cubicBezTo>
                    <a:pt x="152" y="150"/>
                    <a:pt x="149" y="141"/>
                    <a:pt x="148" y="139"/>
                  </a:cubicBezTo>
                  <a:cubicBezTo>
                    <a:pt x="153" y="137"/>
                    <a:pt x="164" y="134"/>
                    <a:pt x="186" y="134"/>
                  </a:cubicBezTo>
                  <a:cubicBezTo>
                    <a:pt x="214" y="134"/>
                    <a:pt x="257" y="139"/>
                    <a:pt x="326" y="156"/>
                  </a:cubicBezTo>
                  <a:cubicBezTo>
                    <a:pt x="331" y="157"/>
                    <a:pt x="336" y="157"/>
                    <a:pt x="341" y="157"/>
                  </a:cubicBezTo>
                  <a:cubicBezTo>
                    <a:pt x="371" y="157"/>
                    <a:pt x="399" y="137"/>
                    <a:pt x="406" y="107"/>
                  </a:cubicBezTo>
                  <a:cubicBezTo>
                    <a:pt x="415" y="72"/>
                    <a:pt x="393" y="36"/>
                    <a:pt x="357" y="27"/>
                  </a:cubicBezTo>
                  <a:cubicBezTo>
                    <a:pt x="289" y="9"/>
                    <a:pt x="232" y="1"/>
                    <a:pt x="1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g332bf0ce26c_1_103"/>
            <p:cNvSpPr/>
            <p:nvPr/>
          </p:nvSpPr>
          <p:spPr>
            <a:xfrm>
              <a:off x="8928276" y="3669676"/>
              <a:ext cx="31551" cy="7413"/>
            </a:xfrm>
            <a:custGeom>
              <a:rect b="b" l="l" r="r" t="t"/>
              <a:pathLst>
                <a:path extrusionOk="0" h="203" w="864">
                  <a:moveTo>
                    <a:pt x="794" y="0"/>
                  </a:moveTo>
                  <a:cubicBezTo>
                    <a:pt x="792" y="0"/>
                    <a:pt x="790" y="0"/>
                    <a:pt x="788" y="0"/>
                  </a:cubicBezTo>
                  <a:lnTo>
                    <a:pt x="63" y="70"/>
                  </a:lnTo>
                  <a:cubicBezTo>
                    <a:pt x="27" y="74"/>
                    <a:pt x="1" y="106"/>
                    <a:pt x="4" y="142"/>
                  </a:cubicBezTo>
                  <a:cubicBezTo>
                    <a:pt x="7" y="177"/>
                    <a:pt x="36" y="203"/>
                    <a:pt x="69" y="203"/>
                  </a:cubicBezTo>
                  <a:cubicBezTo>
                    <a:pt x="72" y="203"/>
                    <a:pt x="74" y="203"/>
                    <a:pt x="77" y="201"/>
                  </a:cubicBezTo>
                  <a:lnTo>
                    <a:pt x="799" y="132"/>
                  </a:lnTo>
                  <a:cubicBezTo>
                    <a:pt x="836" y="128"/>
                    <a:pt x="863" y="96"/>
                    <a:pt x="860" y="59"/>
                  </a:cubicBezTo>
                  <a:cubicBezTo>
                    <a:pt x="856" y="25"/>
                    <a:pt x="828" y="0"/>
                    <a:pt x="7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g332bf0ce26c_1_103"/>
            <p:cNvSpPr/>
            <p:nvPr/>
          </p:nvSpPr>
          <p:spPr>
            <a:xfrm>
              <a:off x="8923894" y="3679974"/>
              <a:ext cx="57442" cy="17565"/>
            </a:xfrm>
            <a:custGeom>
              <a:rect b="b" l="l" r="r" t="t"/>
              <a:pathLst>
                <a:path extrusionOk="0" h="481" w="1573">
                  <a:moveTo>
                    <a:pt x="332" y="0"/>
                  </a:moveTo>
                  <a:cubicBezTo>
                    <a:pt x="171" y="0"/>
                    <a:pt x="70" y="20"/>
                    <a:pt x="59" y="22"/>
                  </a:cubicBezTo>
                  <a:cubicBezTo>
                    <a:pt x="24" y="29"/>
                    <a:pt x="0" y="65"/>
                    <a:pt x="8" y="100"/>
                  </a:cubicBezTo>
                  <a:cubicBezTo>
                    <a:pt x="15" y="132"/>
                    <a:pt x="42" y="154"/>
                    <a:pt x="73" y="154"/>
                  </a:cubicBezTo>
                  <a:cubicBezTo>
                    <a:pt x="78" y="154"/>
                    <a:pt x="82" y="153"/>
                    <a:pt x="86" y="153"/>
                  </a:cubicBezTo>
                  <a:cubicBezTo>
                    <a:pt x="89" y="152"/>
                    <a:pt x="177" y="135"/>
                    <a:pt x="323" y="135"/>
                  </a:cubicBezTo>
                  <a:cubicBezTo>
                    <a:pt x="578" y="135"/>
                    <a:pt x="1008" y="187"/>
                    <a:pt x="1461" y="471"/>
                  </a:cubicBezTo>
                  <a:cubicBezTo>
                    <a:pt x="1472" y="477"/>
                    <a:pt x="1485" y="480"/>
                    <a:pt x="1497" y="480"/>
                  </a:cubicBezTo>
                  <a:cubicBezTo>
                    <a:pt x="1519" y="480"/>
                    <a:pt x="1541" y="470"/>
                    <a:pt x="1554" y="449"/>
                  </a:cubicBezTo>
                  <a:cubicBezTo>
                    <a:pt x="1572" y="418"/>
                    <a:pt x="1563" y="377"/>
                    <a:pt x="1532" y="357"/>
                  </a:cubicBezTo>
                  <a:cubicBezTo>
                    <a:pt x="1053" y="58"/>
                    <a:pt x="605" y="0"/>
                    <a:pt x="3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g332bf0ce26c_1_103"/>
            <p:cNvSpPr/>
            <p:nvPr/>
          </p:nvSpPr>
          <p:spPr>
            <a:xfrm>
              <a:off x="8873501" y="3567357"/>
              <a:ext cx="35933" cy="97830"/>
            </a:xfrm>
            <a:custGeom>
              <a:rect b="b" l="l" r="r" t="t"/>
              <a:pathLst>
                <a:path extrusionOk="0" h="2679" w="984">
                  <a:moveTo>
                    <a:pt x="76" y="1"/>
                  </a:moveTo>
                  <a:cubicBezTo>
                    <a:pt x="65" y="1"/>
                    <a:pt x="55" y="4"/>
                    <a:pt x="44" y="9"/>
                  </a:cubicBezTo>
                  <a:cubicBezTo>
                    <a:pt x="12" y="27"/>
                    <a:pt x="1" y="67"/>
                    <a:pt x="18" y="99"/>
                  </a:cubicBezTo>
                  <a:cubicBezTo>
                    <a:pt x="25" y="114"/>
                    <a:pt x="828" y="1613"/>
                    <a:pt x="850" y="2613"/>
                  </a:cubicBezTo>
                  <a:cubicBezTo>
                    <a:pt x="851" y="2649"/>
                    <a:pt x="881" y="2678"/>
                    <a:pt x="916" y="2678"/>
                  </a:cubicBezTo>
                  <a:lnTo>
                    <a:pt x="918" y="2678"/>
                  </a:lnTo>
                  <a:cubicBezTo>
                    <a:pt x="954" y="2677"/>
                    <a:pt x="984" y="2646"/>
                    <a:pt x="983" y="2609"/>
                  </a:cubicBezTo>
                  <a:cubicBezTo>
                    <a:pt x="959" y="1579"/>
                    <a:pt x="169" y="99"/>
                    <a:pt x="134" y="36"/>
                  </a:cubicBezTo>
                  <a:cubicBezTo>
                    <a:pt x="123" y="14"/>
                    <a:pt x="100"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g332bf0ce26c_1_103"/>
            <p:cNvSpPr/>
            <p:nvPr/>
          </p:nvSpPr>
          <p:spPr>
            <a:xfrm>
              <a:off x="8884712" y="3540115"/>
              <a:ext cx="42068" cy="47509"/>
            </a:xfrm>
            <a:custGeom>
              <a:rect b="b" l="l" r="r" t="t"/>
              <a:pathLst>
                <a:path extrusionOk="0" h="1301" w="1152">
                  <a:moveTo>
                    <a:pt x="1076" y="0"/>
                  </a:moveTo>
                  <a:cubicBezTo>
                    <a:pt x="1062" y="0"/>
                    <a:pt x="1048" y="5"/>
                    <a:pt x="1036" y="13"/>
                  </a:cubicBezTo>
                  <a:cubicBezTo>
                    <a:pt x="999" y="42"/>
                    <a:pt x="104" y="711"/>
                    <a:pt x="7" y="1221"/>
                  </a:cubicBezTo>
                  <a:cubicBezTo>
                    <a:pt x="0" y="1257"/>
                    <a:pt x="24" y="1292"/>
                    <a:pt x="60" y="1299"/>
                  </a:cubicBezTo>
                  <a:cubicBezTo>
                    <a:pt x="64" y="1299"/>
                    <a:pt x="69" y="1300"/>
                    <a:pt x="72" y="1300"/>
                  </a:cubicBezTo>
                  <a:cubicBezTo>
                    <a:pt x="104" y="1300"/>
                    <a:pt x="131" y="1278"/>
                    <a:pt x="138" y="1246"/>
                  </a:cubicBezTo>
                  <a:cubicBezTo>
                    <a:pt x="225" y="787"/>
                    <a:pt x="1107" y="127"/>
                    <a:pt x="1116" y="120"/>
                  </a:cubicBezTo>
                  <a:cubicBezTo>
                    <a:pt x="1145" y="98"/>
                    <a:pt x="1151" y="57"/>
                    <a:pt x="1130" y="27"/>
                  </a:cubicBezTo>
                  <a:cubicBezTo>
                    <a:pt x="1116" y="10"/>
                    <a:pt x="1096" y="0"/>
                    <a:pt x="10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g332bf0ce26c_1_103"/>
            <p:cNvSpPr/>
            <p:nvPr/>
          </p:nvSpPr>
          <p:spPr>
            <a:xfrm>
              <a:off x="8881426" y="3526458"/>
              <a:ext cx="15520" cy="31295"/>
            </a:xfrm>
            <a:custGeom>
              <a:rect b="b" l="l" r="r" t="t"/>
              <a:pathLst>
                <a:path extrusionOk="0" h="857" w="425">
                  <a:moveTo>
                    <a:pt x="350" y="1"/>
                  </a:moveTo>
                  <a:cubicBezTo>
                    <a:pt x="328" y="1"/>
                    <a:pt x="306" y="11"/>
                    <a:pt x="294" y="31"/>
                  </a:cubicBezTo>
                  <a:cubicBezTo>
                    <a:pt x="283" y="48"/>
                    <a:pt x="27" y="446"/>
                    <a:pt x="4" y="786"/>
                  </a:cubicBezTo>
                  <a:cubicBezTo>
                    <a:pt x="0" y="823"/>
                    <a:pt x="28" y="854"/>
                    <a:pt x="65" y="857"/>
                  </a:cubicBezTo>
                  <a:lnTo>
                    <a:pt x="70" y="857"/>
                  </a:lnTo>
                  <a:cubicBezTo>
                    <a:pt x="104" y="857"/>
                    <a:pt x="133" y="831"/>
                    <a:pt x="135" y="795"/>
                  </a:cubicBezTo>
                  <a:cubicBezTo>
                    <a:pt x="157" y="490"/>
                    <a:pt x="402" y="107"/>
                    <a:pt x="405" y="103"/>
                  </a:cubicBezTo>
                  <a:cubicBezTo>
                    <a:pt x="425" y="72"/>
                    <a:pt x="417" y="31"/>
                    <a:pt x="386" y="11"/>
                  </a:cubicBezTo>
                  <a:cubicBezTo>
                    <a:pt x="375" y="4"/>
                    <a:pt x="362" y="1"/>
                    <a:pt x="3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g332bf0ce26c_1_103"/>
            <p:cNvSpPr/>
            <p:nvPr/>
          </p:nvSpPr>
          <p:spPr>
            <a:xfrm>
              <a:off x="8553251" y="3606575"/>
              <a:ext cx="26548" cy="12781"/>
            </a:xfrm>
            <a:custGeom>
              <a:rect b="b" l="l" r="r" t="t"/>
              <a:pathLst>
                <a:path extrusionOk="0" h="350" w="727">
                  <a:moveTo>
                    <a:pt x="72" y="0"/>
                  </a:moveTo>
                  <a:cubicBezTo>
                    <a:pt x="40" y="0"/>
                    <a:pt x="10" y="24"/>
                    <a:pt x="5" y="58"/>
                  </a:cubicBezTo>
                  <a:cubicBezTo>
                    <a:pt x="0" y="93"/>
                    <a:pt x="25" y="128"/>
                    <a:pt x="62" y="132"/>
                  </a:cubicBezTo>
                  <a:cubicBezTo>
                    <a:pt x="210" y="154"/>
                    <a:pt x="398" y="225"/>
                    <a:pt x="620" y="343"/>
                  </a:cubicBezTo>
                  <a:cubicBezTo>
                    <a:pt x="630" y="348"/>
                    <a:pt x="640" y="350"/>
                    <a:pt x="651" y="350"/>
                  </a:cubicBezTo>
                  <a:cubicBezTo>
                    <a:pt x="674" y="350"/>
                    <a:pt x="697" y="338"/>
                    <a:pt x="709" y="316"/>
                  </a:cubicBezTo>
                  <a:cubicBezTo>
                    <a:pt x="727" y="283"/>
                    <a:pt x="715" y="242"/>
                    <a:pt x="682" y="226"/>
                  </a:cubicBezTo>
                  <a:cubicBezTo>
                    <a:pt x="446" y="100"/>
                    <a:pt x="244" y="25"/>
                    <a:pt x="81" y="1"/>
                  </a:cubicBezTo>
                  <a:cubicBezTo>
                    <a:pt x="78" y="1"/>
                    <a:pt x="75"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g332bf0ce26c_1_103"/>
            <p:cNvSpPr/>
            <p:nvPr/>
          </p:nvSpPr>
          <p:spPr>
            <a:xfrm>
              <a:off x="8585422" y="3558008"/>
              <a:ext cx="59925" cy="110575"/>
            </a:xfrm>
            <a:custGeom>
              <a:rect b="b" l="l" r="r" t="t"/>
              <a:pathLst>
                <a:path extrusionOk="0" h="3028" w="1641">
                  <a:moveTo>
                    <a:pt x="193" y="1"/>
                  </a:moveTo>
                  <a:cubicBezTo>
                    <a:pt x="176" y="1"/>
                    <a:pt x="159" y="7"/>
                    <a:pt x="146" y="20"/>
                  </a:cubicBezTo>
                  <a:cubicBezTo>
                    <a:pt x="121" y="46"/>
                    <a:pt x="121" y="88"/>
                    <a:pt x="146" y="114"/>
                  </a:cubicBezTo>
                  <a:cubicBezTo>
                    <a:pt x="153" y="121"/>
                    <a:pt x="863" y="838"/>
                    <a:pt x="1158" y="1721"/>
                  </a:cubicBezTo>
                  <a:cubicBezTo>
                    <a:pt x="1333" y="2249"/>
                    <a:pt x="1423" y="2589"/>
                    <a:pt x="1466" y="2778"/>
                  </a:cubicBezTo>
                  <a:cubicBezTo>
                    <a:pt x="1207" y="2550"/>
                    <a:pt x="651" y="2079"/>
                    <a:pt x="112" y="1738"/>
                  </a:cubicBezTo>
                  <a:cubicBezTo>
                    <a:pt x="101" y="1731"/>
                    <a:pt x="89" y="1727"/>
                    <a:pt x="76" y="1727"/>
                  </a:cubicBezTo>
                  <a:cubicBezTo>
                    <a:pt x="55" y="1727"/>
                    <a:pt x="34" y="1738"/>
                    <a:pt x="21" y="1758"/>
                  </a:cubicBezTo>
                  <a:cubicBezTo>
                    <a:pt x="1" y="1789"/>
                    <a:pt x="10" y="1830"/>
                    <a:pt x="41" y="1850"/>
                  </a:cubicBezTo>
                  <a:cubicBezTo>
                    <a:pt x="764" y="2307"/>
                    <a:pt x="1518" y="3003"/>
                    <a:pt x="1526" y="3010"/>
                  </a:cubicBezTo>
                  <a:cubicBezTo>
                    <a:pt x="1539" y="3020"/>
                    <a:pt x="1554" y="3028"/>
                    <a:pt x="1571" y="3028"/>
                  </a:cubicBezTo>
                  <a:cubicBezTo>
                    <a:pt x="1581" y="3028"/>
                    <a:pt x="1592" y="3024"/>
                    <a:pt x="1601" y="3020"/>
                  </a:cubicBezTo>
                  <a:cubicBezTo>
                    <a:pt x="1626" y="3007"/>
                    <a:pt x="1640" y="2980"/>
                    <a:pt x="1637" y="2952"/>
                  </a:cubicBezTo>
                  <a:cubicBezTo>
                    <a:pt x="1634" y="2938"/>
                    <a:pt x="1586" y="2585"/>
                    <a:pt x="1283" y="1680"/>
                  </a:cubicBezTo>
                  <a:cubicBezTo>
                    <a:pt x="979" y="765"/>
                    <a:pt x="270" y="50"/>
                    <a:pt x="241" y="20"/>
                  </a:cubicBezTo>
                  <a:cubicBezTo>
                    <a:pt x="228" y="7"/>
                    <a:pt x="211" y="1"/>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g332bf0ce26c_1_103"/>
            <p:cNvSpPr/>
            <p:nvPr/>
          </p:nvSpPr>
          <p:spPr>
            <a:xfrm>
              <a:off x="8640124" y="3663687"/>
              <a:ext cx="8728" cy="24467"/>
            </a:xfrm>
            <a:custGeom>
              <a:rect b="b" l="l" r="r" t="t"/>
              <a:pathLst>
                <a:path extrusionOk="0" h="670" w="239">
                  <a:moveTo>
                    <a:pt x="73" y="0"/>
                  </a:moveTo>
                  <a:cubicBezTo>
                    <a:pt x="69" y="0"/>
                    <a:pt x="66" y="0"/>
                    <a:pt x="62" y="1"/>
                  </a:cubicBezTo>
                  <a:cubicBezTo>
                    <a:pt x="25" y="7"/>
                    <a:pt x="0" y="42"/>
                    <a:pt x="7" y="78"/>
                  </a:cubicBezTo>
                  <a:lnTo>
                    <a:pt x="101" y="615"/>
                  </a:lnTo>
                  <a:cubicBezTo>
                    <a:pt x="106" y="647"/>
                    <a:pt x="134" y="670"/>
                    <a:pt x="166" y="670"/>
                  </a:cubicBezTo>
                  <a:lnTo>
                    <a:pt x="178" y="670"/>
                  </a:lnTo>
                  <a:cubicBezTo>
                    <a:pt x="213" y="662"/>
                    <a:pt x="238" y="628"/>
                    <a:pt x="231" y="593"/>
                  </a:cubicBezTo>
                  <a:lnTo>
                    <a:pt x="138" y="55"/>
                  </a:lnTo>
                  <a:cubicBezTo>
                    <a:pt x="132" y="23"/>
                    <a:pt x="10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g332bf0ce26c_1_1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The Cognitive Side: How it helps you</a:t>
            </a:r>
            <a:endParaRPr sz="2200"/>
          </a:p>
        </p:txBody>
      </p:sp>
      <p:sp>
        <p:nvSpPr>
          <p:cNvPr id="1963" name="Google Shape;1963;g332bf0ce26c_1_131"/>
          <p:cNvSpPr txBox="1"/>
          <p:nvPr>
            <p:ph idx="1" type="body"/>
          </p:nvPr>
        </p:nvSpPr>
        <p:spPr>
          <a:xfrm>
            <a:off x="256625" y="1231500"/>
            <a:ext cx="5049000" cy="34881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Deepens Understanding Through Explanation</a:t>
            </a:r>
            <a:r>
              <a:rPr lang="en">
                <a:solidFill>
                  <a:srgbClr val="000000"/>
                </a:solidFill>
              </a:rPr>
              <a:t> – Articulating ideas aloud transforms abstract thoughts into structured language. </a:t>
            </a:r>
            <a:br>
              <a:rPr lang="en">
                <a:solidFill>
                  <a:srgbClr val="000000"/>
                </a:solidFill>
              </a:rPr>
            </a:b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Clarifies Complex Thoughts</a:t>
            </a:r>
            <a:r>
              <a:rPr lang="en">
                <a:solidFill>
                  <a:srgbClr val="000000"/>
                </a:solidFill>
              </a:rPr>
              <a:t> – Expressing thoughts verbally compels the brain to organize them logically.</a:t>
            </a:r>
            <a:br>
              <a:rPr lang="en">
                <a:solidFill>
                  <a:srgbClr val="000000"/>
                </a:solidFill>
              </a:rPr>
            </a:b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Enhances Memory Retention</a:t>
            </a:r>
            <a:r>
              <a:rPr lang="en">
                <a:solidFill>
                  <a:srgbClr val="000000"/>
                </a:solidFill>
              </a:rPr>
              <a:t> – Reading information aloud engages both speaking and hearing parts of your brain.</a:t>
            </a:r>
            <a:endParaRPr b="1">
              <a:solidFill>
                <a:srgbClr val="000000"/>
              </a:solidFill>
              <a:latin typeface="Inconsolata"/>
              <a:ea typeface="Inconsolata"/>
              <a:cs typeface="Inconsolata"/>
              <a:sym typeface="Inconsolata"/>
            </a:endParaRPr>
          </a:p>
        </p:txBody>
      </p:sp>
      <p:grpSp>
        <p:nvGrpSpPr>
          <p:cNvPr id="1964" name="Google Shape;1964;g332bf0ce26c_1_131"/>
          <p:cNvGrpSpPr/>
          <p:nvPr/>
        </p:nvGrpSpPr>
        <p:grpSpPr>
          <a:xfrm>
            <a:off x="7081681" y="1434718"/>
            <a:ext cx="1058404" cy="3708822"/>
            <a:chOff x="9390473" y="2477350"/>
            <a:chExt cx="760840" cy="2666107"/>
          </a:xfrm>
        </p:grpSpPr>
        <p:sp>
          <p:nvSpPr>
            <p:cNvPr id="1965" name="Google Shape;1965;g332bf0ce26c_1_131"/>
            <p:cNvSpPr/>
            <p:nvPr/>
          </p:nvSpPr>
          <p:spPr>
            <a:xfrm>
              <a:off x="9523427" y="4998136"/>
              <a:ext cx="209542" cy="142458"/>
            </a:xfrm>
            <a:custGeom>
              <a:rect b="b" l="l" r="r" t="t"/>
              <a:pathLst>
                <a:path extrusionOk="0" h="3283" w="4829">
                  <a:moveTo>
                    <a:pt x="1774" y="0"/>
                  </a:moveTo>
                  <a:lnTo>
                    <a:pt x="1396" y="1208"/>
                  </a:lnTo>
                  <a:cubicBezTo>
                    <a:pt x="1396" y="1208"/>
                    <a:pt x="0" y="2226"/>
                    <a:pt x="38" y="2453"/>
                  </a:cubicBezTo>
                  <a:cubicBezTo>
                    <a:pt x="76" y="2679"/>
                    <a:pt x="38" y="3282"/>
                    <a:pt x="38" y="3282"/>
                  </a:cubicBezTo>
                  <a:lnTo>
                    <a:pt x="4792" y="3282"/>
                  </a:lnTo>
                  <a:cubicBezTo>
                    <a:pt x="4792" y="3282"/>
                    <a:pt x="4829" y="2641"/>
                    <a:pt x="4829" y="2301"/>
                  </a:cubicBezTo>
                  <a:cubicBezTo>
                    <a:pt x="4829" y="1962"/>
                    <a:pt x="4829" y="1622"/>
                    <a:pt x="4792" y="1434"/>
                  </a:cubicBezTo>
                  <a:cubicBezTo>
                    <a:pt x="4754" y="1245"/>
                    <a:pt x="4678" y="869"/>
                    <a:pt x="4678" y="869"/>
                  </a:cubicBezTo>
                  <a:lnTo>
                    <a:pt x="177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g332bf0ce26c_1_131"/>
            <p:cNvSpPr/>
            <p:nvPr/>
          </p:nvSpPr>
          <p:spPr>
            <a:xfrm>
              <a:off x="9520563" y="4995272"/>
              <a:ext cx="215357" cy="148185"/>
            </a:xfrm>
            <a:custGeom>
              <a:rect b="b" l="l" r="r" t="t"/>
              <a:pathLst>
                <a:path extrusionOk="0" h="3415" w="4963">
                  <a:moveTo>
                    <a:pt x="1884" y="149"/>
                  </a:moveTo>
                  <a:lnTo>
                    <a:pt x="4688" y="987"/>
                  </a:lnTo>
                  <a:lnTo>
                    <a:pt x="4793" y="1513"/>
                  </a:lnTo>
                  <a:cubicBezTo>
                    <a:pt x="4828" y="1695"/>
                    <a:pt x="4828" y="2037"/>
                    <a:pt x="4828" y="2367"/>
                  </a:cubicBezTo>
                  <a:cubicBezTo>
                    <a:pt x="4828" y="2639"/>
                    <a:pt x="4804" y="3113"/>
                    <a:pt x="4795" y="3282"/>
                  </a:cubicBezTo>
                  <a:lnTo>
                    <a:pt x="175" y="3282"/>
                  </a:lnTo>
                  <a:cubicBezTo>
                    <a:pt x="183" y="3114"/>
                    <a:pt x="201" y="2695"/>
                    <a:pt x="170" y="2509"/>
                  </a:cubicBezTo>
                  <a:cubicBezTo>
                    <a:pt x="172" y="2379"/>
                    <a:pt x="863" y="1795"/>
                    <a:pt x="1501" y="1327"/>
                  </a:cubicBezTo>
                  <a:cubicBezTo>
                    <a:pt x="1513" y="1319"/>
                    <a:pt x="1522" y="1307"/>
                    <a:pt x="1526" y="1293"/>
                  </a:cubicBezTo>
                  <a:lnTo>
                    <a:pt x="1884" y="149"/>
                  </a:lnTo>
                  <a:close/>
                  <a:moveTo>
                    <a:pt x="1839" y="0"/>
                  </a:moveTo>
                  <a:cubicBezTo>
                    <a:pt x="1811" y="0"/>
                    <a:pt x="1786" y="18"/>
                    <a:pt x="1776" y="47"/>
                  </a:cubicBezTo>
                  <a:lnTo>
                    <a:pt x="1406" y="1233"/>
                  </a:lnTo>
                  <a:cubicBezTo>
                    <a:pt x="968" y="1553"/>
                    <a:pt x="0" y="2292"/>
                    <a:pt x="39" y="2529"/>
                  </a:cubicBezTo>
                  <a:cubicBezTo>
                    <a:pt x="76" y="2746"/>
                    <a:pt x="39" y="3339"/>
                    <a:pt x="39" y="3345"/>
                  </a:cubicBezTo>
                  <a:cubicBezTo>
                    <a:pt x="37" y="3362"/>
                    <a:pt x="44" y="3380"/>
                    <a:pt x="57" y="3394"/>
                  </a:cubicBezTo>
                  <a:cubicBezTo>
                    <a:pt x="69" y="3407"/>
                    <a:pt x="86" y="3414"/>
                    <a:pt x="105" y="3414"/>
                  </a:cubicBezTo>
                  <a:lnTo>
                    <a:pt x="4858" y="3414"/>
                  </a:lnTo>
                  <a:cubicBezTo>
                    <a:pt x="4892" y="3414"/>
                    <a:pt x="4922" y="3387"/>
                    <a:pt x="4924" y="3352"/>
                  </a:cubicBezTo>
                  <a:cubicBezTo>
                    <a:pt x="4924" y="3346"/>
                    <a:pt x="4962" y="2704"/>
                    <a:pt x="4962" y="2367"/>
                  </a:cubicBezTo>
                  <a:cubicBezTo>
                    <a:pt x="4962" y="2015"/>
                    <a:pt x="4962" y="1682"/>
                    <a:pt x="4923" y="1487"/>
                  </a:cubicBezTo>
                  <a:lnTo>
                    <a:pt x="4809" y="922"/>
                  </a:lnTo>
                  <a:cubicBezTo>
                    <a:pt x="4805" y="897"/>
                    <a:pt x="4787" y="878"/>
                    <a:pt x="4763" y="871"/>
                  </a:cubicBezTo>
                  <a:lnTo>
                    <a:pt x="1859" y="3"/>
                  </a:lnTo>
                  <a:cubicBezTo>
                    <a:pt x="1852" y="1"/>
                    <a:pt x="1845" y="0"/>
                    <a:pt x="18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g332bf0ce26c_1_131"/>
            <p:cNvSpPr/>
            <p:nvPr/>
          </p:nvSpPr>
          <p:spPr>
            <a:xfrm>
              <a:off x="9522125" y="5111477"/>
              <a:ext cx="213404" cy="31980"/>
            </a:xfrm>
            <a:custGeom>
              <a:rect b="b" l="l" r="r" t="t"/>
              <a:pathLst>
                <a:path extrusionOk="0" h="737" w="4918">
                  <a:moveTo>
                    <a:pt x="4782" y="133"/>
                  </a:moveTo>
                  <a:cubicBezTo>
                    <a:pt x="4773" y="326"/>
                    <a:pt x="4764" y="510"/>
                    <a:pt x="4759" y="604"/>
                  </a:cubicBezTo>
                  <a:lnTo>
                    <a:pt x="139" y="604"/>
                  </a:lnTo>
                  <a:cubicBezTo>
                    <a:pt x="144" y="503"/>
                    <a:pt x="152" y="309"/>
                    <a:pt x="152" y="133"/>
                  </a:cubicBezTo>
                  <a:close/>
                  <a:moveTo>
                    <a:pt x="85" y="0"/>
                  </a:moveTo>
                  <a:cubicBezTo>
                    <a:pt x="67" y="0"/>
                    <a:pt x="49" y="8"/>
                    <a:pt x="37" y="21"/>
                  </a:cubicBezTo>
                  <a:cubicBezTo>
                    <a:pt x="24" y="34"/>
                    <a:pt x="17" y="50"/>
                    <a:pt x="18" y="68"/>
                  </a:cubicBezTo>
                  <a:cubicBezTo>
                    <a:pt x="23" y="327"/>
                    <a:pt x="3" y="663"/>
                    <a:pt x="3" y="667"/>
                  </a:cubicBezTo>
                  <a:cubicBezTo>
                    <a:pt x="1" y="684"/>
                    <a:pt x="8" y="702"/>
                    <a:pt x="21" y="716"/>
                  </a:cubicBezTo>
                  <a:cubicBezTo>
                    <a:pt x="33" y="729"/>
                    <a:pt x="50" y="736"/>
                    <a:pt x="69" y="736"/>
                  </a:cubicBezTo>
                  <a:lnTo>
                    <a:pt x="4822" y="736"/>
                  </a:lnTo>
                  <a:cubicBezTo>
                    <a:pt x="4856" y="736"/>
                    <a:pt x="4886" y="709"/>
                    <a:pt x="4888" y="674"/>
                  </a:cubicBezTo>
                  <a:cubicBezTo>
                    <a:pt x="4888" y="674"/>
                    <a:pt x="4906" y="370"/>
                    <a:pt x="4918" y="69"/>
                  </a:cubicBezTo>
                  <a:cubicBezTo>
                    <a:pt x="4918" y="51"/>
                    <a:pt x="4911" y="34"/>
                    <a:pt x="4899" y="21"/>
                  </a:cubicBezTo>
                  <a:cubicBezTo>
                    <a:pt x="4886" y="8"/>
                    <a:pt x="4869" y="0"/>
                    <a:pt x="48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g332bf0ce26c_1_131"/>
            <p:cNvSpPr/>
            <p:nvPr/>
          </p:nvSpPr>
          <p:spPr>
            <a:xfrm>
              <a:off x="9831208" y="4998136"/>
              <a:ext cx="209542" cy="142458"/>
            </a:xfrm>
            <a:custGeom>
              <a:rect b="b" l="l" r="r" t="t"/>
              <a:pathLst>
                <a:path extrusionOk="0" h="3283" w="4829">
                  <a:moveTo>
                    <a:pt x="3055" y="0"/>
                  </a:moveTo>
                  <a:lnTo>
                    <a:pt x="150" y="869"/>
                  </a:lnTo>
                  <a:cubicBezTo>
                    <a:pt x="150" y="869"/>
                    <a:pt x="76" y="1246"/>
                    <a:pt x="38" y="1434"/>
                  </a:cubicBezTo>
                  <a:cubicBezTo>
                    <a:pt x="0" y="1622"/>
                    <a:pt x="0" y="1962"/>
                    <a:pt x="0" y="2301"/>
                  </a:cubicBezTo>
                  <a:cubicBezTo>
                    <a:pt x="0" y="2641"/>
                    <a:pt x="38" y="3282"/>
                    <a:pt x="38" y="3282"/>
                  </a:cubicBezTo>
                  <a:lnTo>
                    <a:pt x="4791" y="3282"/>
                  </a:lnTo>
                  <a:cubicBezTo>
                    <a:pt x="4791" y="3282"/>
                    <a:pt x="4753" y="2679"/>
                    <a:pt x="4791" y="2453"/>
                  </a:cubicBezTo>
                  <a:cubicBezTo>
                    <a:pt x="4828" y="2226"/>
                    <a:pt x="3432" y="1208"/>
                    <a:pt x="3432" y="1208"/>
                  </a:cubicBezTo>
                  <a:lnTo>
                    <a:pt x="305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g332bf0ce26c_1_131"/>
            <p:cNvSpPr/>
            <p:nvPr/>
          </p:nvSpPr>
          <p:spPr>
            <a:xfrm>
              <a:off x="9828300" y="4995272"/>
              <a:ext cx="215357" cy="148185"/>
            </a:xfrm>
            <a:custGeom>
              <a:rect b="b" l="l" r="r" t="t"/>
              <a:pathLst>
                <a:path extrusionOk="0" h="3415" w="4963">
                  <a:moveTo>
                    <a:pt x="3078" y="149"/>
                  </a:moveTo>
                  <a:lnTo>
                    <a:pt x="3437" y="1293"/>
                  </a:lnTo>
                  <a:cubicBezTo>
                    <a:pt x="3440" y="1307"/>
                    <a:pt x="3448" y="1319"/>
                    <a:pt x="3460" y="1327"/>
                  </a:cubicBezTo>
                  <a:cubicBezTo>
                    <a:pt x="4100" y="1795"/>
                    <a:pt x="4791" y="2379"/>
                    <a:pt x="4792" y="2508"/>
                  </a:cubicBezTo>
                  <a:cubicBezTo>
                    <a:pt x="4761" y="2694"/>
                    <a:pt x="4778" y="3114"/>
                    <a:pt x="4787" y="3282"/>
                  </a:cubicBezTo>
                  <a:lnTo>
                    <a:pt x="168" y="3282"/>
                  </a:lnTo>
                  <a:cubicBezTo>
                    <a:pt x="158" y="3113"/>
                    <a:pt x="133" y="2639"/>
                    <a:pt x="133" y="2367"/>
                  </a:cubicBezTo>
                  <a:cubicBezTo>
                    <a:pt x="133" y="2037"/>
                    <a:pt x="133" y="1695"/>
                    <a:pt x="170" y="1513"/>
                  </a:cubicBezTo>
                  <a:lnTo>
                    <a:pt x="275" y="987"/>
                  </a:lnTo>
                  <a:lnTo>
                    <a:pt x="3078" y="149"/>
                  </a:lnTo>
                  <a:close/>
                  <a:moveTo>
                    <a:pt x="3123" y="0"/>
                  </a:moveTo>
                  <a:cubicBezTo>
                    <a:pt x="3116" y="0"/>
                    <a:pt x="3110" y="1"/>
                    <a:pt x="3103" y="3"/>
                  </a:cubicBezTo>
                  <a:lnTo>
                    <a:pt x="198" y="871"/>
                  </a:lnTo>
                  <a:cubicBezTo>
                    <a:pt x="175" y="878"/>
                    <a:pt x="157" y="897"/>
                    <a:pt x="152" y="922"/>
                  </a:cubicBezTo>
                  <a:lnTo>
                    <a:pt x="40" y="1487"/>
                  </a:lnTo>
                  <a:cubicBezTo>
                    <a:pt x="1" y="1682"/>
                    <a:pt x="1" y="2015"/>
                    <a:pt x="1" y="2367"/>
                  </a:cubicBezTo>
                  <a:cubicBezTo>
                    <a:pt x="1" y="2704"/>
                    <a:pt x="38" y="3346"/>
                    <a:pt x="39" y="3352"/>
                  </a:cubicBezTo>
                  <a:cubicBezTo>
                    <a:pt x="40" y="3387"/>
                    <a:pt x="69" y="3414"/>
                    <a:pt x="105" y="3414"/>
                  </a:cubicBezTo>
                  <a:lnTo>
                    <a:pt x="4858" y="3414"/>
                  </a:lnTo>
                  <a:cubicBezTo>
                    <a:pt x="4875" y="3414"/>
                    <a:pt x="4893" y="3407"/>
                    <a:pt x="4906" y="3394"/>
                  </a:cubicBezTo>
                  <a:cubicBezTo>
                    <a:pt x="4918" y="3380"/>
                    <a:pt x="4925" y="3362"/>
                    <a:pt x="4924" y="3345"/>
                  </a:cubicBezTo>
                  <a:cubicBezTo>
                    <a:pt x="4924" y="3339"/>
                    <a:pt x="4887" y="2746"/>
                    <a:pt x="4923" y="2529"/>
                  </a:cubicBezTo>
                  <a:cubicBezTo>
                    <a:pt x="4963" y="2292"/>
                    <a:pt x="3995" y="1553"/>
                    <a:pt x="3556" y="1233"/>
                  </a:cubicBezTo>
                  <a:lnTo>
                    <a:pt x="3186" y="47"/>
                  </a:lnTo>
                  <a:cubicBezTo>
                    <a:pt x="3177" y="18"/>
                    <a:pt x="3151" y="0"/>
                    <a:pt x="31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g332bf0ce26c_1_131"/>
            <p:cNvSpPr/>
            <p:nvPr/>
          </p:nvSpPr>
          <p:spPr>
            <a:xfrm>
              <a:off x="9828691" y="5111477"/>
              <a:ext cx="213318" cy="31980"/>
            </a:xfrm>
            <a:custGeom>
              <a:rect b="b" l="l" r="r" t="t"/>
              <a:pathLst>
                <a:path extrusionOk="0" h="737" w="4916">
                  <a:moveTo>
                    <a:pt x="4766" y="133"/>
                  </a:moveTo>
                  <a:cubicBezTo>
                    <a:pt x="4765" y="309"/>
                    <a:pt x="4773" y="503"/>
                    <a:pt x="4779" y="604"/>
                  </a:cubicBezTo>
                  <a:lnTo>
                    <a:pt x="159" y="604"/>
                  </a:lnTo>
                  <a:cubicBezTo>
                    <a:pt x="153" y="510"/>
                    <a:pt x="143" y="326"/>
                    <a:pt x="135" y="133"/>
                  </a:cubicBezTo>
                  <a:close/>
                  <a:moveTo>
                    <a:pt x="66" y="0"/>
                  </a:moveTo>
                  <a:cubicBezTo>
                    <a:pt x="49" y="0"/>
                    <a:pt x="31" y="8"/>
                    <a:pt x="19" y="21"/>
                  </a:cubicBezTo>
                  <a:cubicBezTo>
                    <a:pt x="6" y="34"/>
                    <a:pt x="0" y="51"/>
                    <a:pt x="0" y="69"/>
                  </a:cubicBezTo>
                  <a:cubicBezTo>
                    <a:pt x="12" y="370"/>
                    <a:pt x="30" y="674"/>
                    <a:pt x="30" y="674"/>
                  </a:cubicBezTo>
                  <a:cubicBezTo>
                    <a:pt x="31" y="709"/>
                    <a:pt x="60" y="736"/>
                    <a:pt x="96" y="736"/>
                  </a:cubicBezTo>
                  <a:lnTo>
                    <a:pt x="4849" y="736"/>
                  </a:lnTo>
                  <a:cubicBezTo>
                    <a:pt x="4866" y="736"/>
                    <a:pt x="4884" y="729"/>
                    <a:pt x="4897" y="716"/>
                  </a:cubicBezTo>
                  <a:cubicBezTo>
                    <a:pt x="4910" y="702"/>
                    <a:pt x="4916" y="684"/>
                    <a:pt x="4915" y="667"/>
                  </a:cubicBezTo>
                  <a:cubicBezTo>
                    <a:pt x="4915" y="663"/>
                    <a:pt x="4894" y="327"/>
                    <a:pt x="4899" y="68"/>
                  </a:cubicBezTo>
                  <a:cubicBezTo>
                    <a:pt x="4899" y="50"/>
                    <a:pt x="4892" y="34"/>
                    <a:pt x="4881" y="21"/>
                  </a:cubicBezTo>
                  <a:cubicBezTo>
                    <a:pt x="4867" y="8"/>
                    <a:pt x="4851"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g332bf0ce26c_1_131"/>
            <p:cNvSpPr/>
            <p:nvPr/>
          </p:nvSpPr>
          <p:spPr>
            <a:xfrm>
              <a:off x="9559442" y="3975120"/>
              <a:ext cx="445250" cy="1060730"/>
            </a:xfrm>
            <a:custGeom>
              <a:rect b="b" l="l" r="r" t="t"/>
              <a:pathLst>
                <a:path extrusionOk="0" h="24445" w="10261">
                  <a:moveTo>
                    <a:pt x="4981" y="0"/>
                  </a:moveTo>
                  <a:lnTo>
                    <a:pt x="1" y="453"/>
                  </a:lnTo>
                  <a:cubicBezTo>
                    <a:pt x="1" y="453"/>
                    <a:pt x="340" y="13656"/>
                    <a:pt x="642" y="16033"/>
                  </a:cubicBezTo>
                  <a:cubicBezTo>
                    <a:pt x="944" y="18408"/>
                    <a:pt x="906" y="22747"/>
                    <a:pt x="906" y="22747"/>
                  </a:cubicBezTo>
                  <a:lnTo>
                    <a:pt x="604" y="23312"/>
                  </a:lnTo>
                  <a:lnTo>
                    <a:pt x="792" y="23991"/>
                  </a:lnTo>
                  <a:lnTo>
                    <a:pt x="3848" y="24445"/>
                  </a:lnTo>
                  <a:cubicBezTo>
                    <a:pt x="3848" y="24445"/>
                    <a:pt x="4150" y="22973"/>
                    <a:pt x="4226" y="22407"/>
                  </a:cubicBezTo>
                  <a:cubicBezTo>
                    <a:pt x="4301" y="21842"/>
                    <a:pt x="4150" y="20634"/>
                    <a:pt x="4112" y="20408"/>
                  </a:cubicBezTo>
                  <a:cubicBezTo>
                    <a:pt x="4078" y="20201"/>
                    <a:pt x="4830" y="7506"/>
                    <a:pt x="4960" y="5305"/>
                  </a:cubicBezTo>
                  <a:lnTo>
                    <a:pt x="5282" y="4841"/>
                  </a:lnTo>
                  <a:lnTo>
                    <a:pt x="5282" y="4980"/>
                  </a:lnTo>
                  <a:cubicBezTo>
                    <a:pt x="5282" y="4980"/>
                    <a:pt x="6187" y="20182"/>
                    <a:pt x="6150" y="20408"/>
                  </a:cubicBezTo>
                  <a:cubicBezTo>
                    <a:pt x="6112" y="20634"/>
                    <a:pt x="5961" y="21842"/>
                    <a:pt x="6036" y="22407"/>
                  </a:cubicBezTo>
                  <a:cubicBezTo>
                    <a:pt x="6112" y="22973"/>
                    <a:pt x="6413" y="24445"/>
                    <a:pt x="6413" y="24445"/>
                  </a:cubicBezTo>
                  <a:lnTo>
                    <a:pt x="9469" y="23991"/>
                  </a:lnTo>
                  <a:lnTo>
                    <a:pt x="9657" y="23312"/>
                  </a:lnTo>
                  <a:lnTo>
                    <a:pt x="9356" y="22747"/>
                  </a:lnTo>
                  <a:cubicBezTo>
                    <a:pt x="9356" y="22747"/>
                    <a:pt x="9318" y="18408"/>
                    <a:pt x="9620" y="16033"/>
                  </a:cubicBezTo>
                  <a:cubicBezTo>
                    <a:pt x="9921" y="13656"/>
                    <a:pt x="10261" y="453"/>
                    <a:pt x="10261" y="453"/>
                  </a:cubicBezTo>
                  <a:lnTo>
                    <a:pt x="5282" y="0"/>
                  </a:lnTo>
                  <a:lnTo>
                    <a:pt x="5282" y="47"/>
                  </a:lnTo>
                  <a:lnTo>
                    <a:pt x="49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g332bf0ce26c_1_131"/>
            <p:cNvSpPr/>
            <p:nvPr/>
          </p:nvSpPr>
          <p:spPr>
            <a:xfrm>
              <a:off x="9556535" y="3972213"/>
              <a:ext cx="451152" cy="1066501"/>
            </a:xfrm>
            <a:custGeom>
              <a:rect b="b" l="l" r="r" t="t"/>
              <a:pathLst>
                <a:path extrusionOk="0" h="24578" w="10397">
                  <a:moveTo>
                    <a:pt x="5045" y="134"/>
                  </a:moveTo>
                  <a:lnTo>
                    <a:pt x="5339" y="181"/>
                  </a:lnTo>
                  <a:cubicBezTo>
                    <a:pt x="5342" y="181"/>
                    <a:pt x="5345" y="181"/>
                    <a:pt x="5348" y="181"/>
                  </a:cubicBezTo>
                  <a:cubicBezTo>
                    <a:pt x="5364" y="181"/>
                    <a:pt x="5380" y="176"/>
                    <a:pt x="5392" y="165"/>
                  </a:cubicBezTo>
                  <a:cubicBezTo>
                    <a:pt x="5400" y="158"/>
                    <a:pt x="5406" y="150"/>
                    <a:pt x="5411" y="139"/>
                  </a:cubicBezTo>
                  <a:lnTo>
                    <a:pt x="10260" y="580"/>
                  </a:lnTo>
                  <a:cubicBezTo>
                    <a:pt x="10234" y="1568"/>
                    <a:pt x="9909" y="13828"/>
                    <a:pt x="9622" y="16091"/>
                  </a:cubicBezTo>
                  <a:cubicBezTo>
                    <a:pt x="9322" y="18444"/>
                    <a:pt x="9357" y="22771"/>
                    <a:pt x="9357" y="22814"/>
                  </a:cubicBezTo>
                  <a:cubicBezTo>
                    <a:pt x="9357" y="22826"/>
                    <a:pt x="9359" y="22835"/>
                    <a:pt x="9365" y="22845"/>
                  </a:cubicBezTo>
                  <a:lnTo>
                    <a:pt x="9653" y="23388"/>
                  </a:lnTo>
                  <a:lnTo>
                    <a:pt x="9484" y="23999"/>
                  </a:lnTo>
                  <a:lnTo>
                    <a:pt x="6534" y="24436"/>
                  </a:lnTo>
                  <a:cubicBezTo>
                    <a:pt x="6476" y="24152"/>
                    <a:pt x="6234" y="22957"/>
                    <a:pt x="6169" y="22466"/>
                  </a:cubicBezTo>
                  <a:cubicBezTo>
                    <a:pt x="6097" y="21922"/>
                    <a:pt x="6238" y="20752"/>
                    <a:pt x="6282" y="20485"/>
                  </a:cubicBezTo>
                  <a:cubicBezTo>
                    <a:pt x="6319" y="20258"/>
                    <a:pt x="5508" y="6599"/>
                    <a:pt x="5416" y="5047"/>
                  </a:cubicBezTo>
                  <a:lnTo>
                    <a:pt x="5416" y="4908"/>
                  </a:lnTo>
                  <a:cubicBezTo>
                    <a:pt x="5416" y="4879"/>
                    <a:pt x="5397" y="4854"/>
                    <a:pt x="5368" y="4844"/>
                  </a:cubicBezTo>
                  <a:cubicBezTo>
                    <a:pt x="5362" y="4843"/>
                    <a:pt x="5355" y="4842"/>
                    <a:pt x="5349" y="4842"/>
                  </a:cubicBezTo>
                  <a:cubicBezTo>
                    <a:pt x="5328" y="4842"/>
                    <a:pt x="5307" y="4852"/>
                    <a:pt x="5295" y="4870"/>
                  </a:cubicBezTo>
                  <a:lnTo>
                    <a:pt x="4973" y="5334"/>
                  </a:lnTo>
                  <a:cubicBezTo>
                    <a:pt x="4966" y="5345"/>
                    <a:pt x="4962" y="5356"/>
                    <a:pt x="4961" y="5369"/>
                  </a:cubicBezTo>
                  <a:cubicBezTo>
                    <a:pt x="4696" y="9847"/>
                    <a:pt x="4081" y="20287"/>
                    <a:pt x="4114" y="20485"/>
                  </a:cubicBezTo>
                  <a:cubicBezTo>
                    <a:pt x="4158" y="20752"/>
                    <a:pt x="4300" y="21922"/>
                    <a:pt x="4227" y="22466"/>
                  </a:cubicBezTo>
                  <a:cubicBezTo>
                    <a:pt x="4161" y="22957"/>
                    <a:pt x="3921" y="24152"/>
                    <a:pt x="3863" y="24436"/>
                  </a:cubicBezTo>
                  <a:lnTo>
                    <a:pt x="913" y="23999"/>
                  </a:lnTo>
                  <a:lnTo>
                    <a:pt x="742" y="23388"/>
                  </a:lnTo>
                  <a:lnTo>
                    <a:pt x="1032" y="22845"/>
                  </a:lnTo>
                  <a:cubicBezTo>
                    <a:pt x="1037" y="22835"/>
                    <a:pt x="1039" y="22826"/>
                    <a:pt x="1039" y="22814"/>
                  </a:cubicBezTo>
                  <a:cubicBezTo>
                    <a:pt x="1040" y="22771"/>
                    <a:pt x="1073" y="18444"/>
                    <a:pt x="775" y="16091"/>
                  </a:cubicBezTo>
                  <a:cubicBezTo>
                    <a:pt x="488" y="13828"/>
                    <a:pt x="161" y="1568"/>
                    <a:pt x="136" y="580"/>
                  </a:cubicBezTo>
                  <a:lnTo>
                    <a:pt x="5045" y="134"/>
                  </a:lnTo>
                  <a:close/>
                  <a:moveTo>
                    <a:pt x="5351" y="1"/>
                  </a:moveTo>
                  <a:cubicBezTo>
                    <a:pt x="5333" y="1"/>
                    <a:pt x="5317" y="7"/>
                    <a:pt x="5304" y="19"/>
                  </a:cubicBezTo>
                  <a:cubicBezTo>
                    <a:pt x="5298" y="24"/>
                    <a:pt x="5293" y="30"/>
                    <a:pt x="5289" y="39"/>
                  </a:cubicBezTo>
                  <a:lnTo>
                    <a:pt x="5058" y="2"/>
                  </a:lnTo>
                  <a:cubicBezTo>
                    <a:pt x="5052" y="1"/>
                    <a:pt x="5046" y="1"/>
                    <a:pt x="5042" y="1"/>
                  </a:cubicBezTo>
                  <a:lnTo>
                    <a:pt x="62" y="454"/>
                  </a:lnTo>
                  <a:cubicBezTo>
                    <a:pt x="28" y="457"/>
                    <a:pt x="0" y="487"/>
                    <a:pt x="2" y="521"/>
                  </a:cubicBezTo>
                  <a:cubicBezTo>
                    <a:pt x="5" y="654"/>
                    <a:pt x="345" y="13756"/>
                    <a:pt x="644" y="16108"/>
                  </a:cubicBezTo>
                  <a:cubicBezTo>
                    <a:pt x="932" y="18379"/>
                    <a:pt x="909" y="22504"/>
                    <a:pt x="907" y="22797"/>
                  </a:cubicBezTo>
                  <a:lnTo>
                    <a:pt x="613" y="23349"/>
                  </a:lnTo>
                  <a:cubicBezTo>
                    <a:pt x="605" y="23364"/>
                    <a:pt x="603" y="23382"/>
                    <a:pt x="607" y="23397"/>
                  </a:cubicBezTo>
                  <a:lnTo>
                    <a:pt x="797" y="24076"/>
                  </a:lnTo>
                  <a:cubicBezTo>
                    <a:pt x="804" y="24102"/>
                    <a:pt x="825" y="24121"/>
                    <a:pt x="850" y="24125"/>
                  </a:cubicBezTo>
                  <a:lnTo>
                    <a:pt x="3906" y="24577"/>
                  </a:lnTo>
                  <a:cubicBezTo>
                    <a:pt x="3909" y="24577"/>
                    <a:pt x="3913" y="24578"/>
                    <a:pt x="3916" y="24578"/>
                  </a:cubicBezTo>
                  <a:cubicBezTo>
                    <a:pt x="3946" y="24578"/>
                    <a:pt x="3974" y="24555"/>
                    <a:pt x="3980" y="24525"/>
                  </a:cubicBezTo>
                  <a:cubicBezTo>
                    <a:pt x="3984" y="24510"/>
                    <a:pt x="4283" y="23044"/>
                    <a:pt x="4359" y="22482"/>
                  </a:cubicBezTo>
                  <a:cubicBezTo>
                    <a:pt x="4434" y="21925"/>
                    <a:pt x="4290" y="20734"/>
                    <a:pt x="4245" y="20466"/>
                  </a:cubicBezTo>
                  <a:cubicBezTo>
                    <a:pt x="4224" y="20245"/>
                    <a:pt x="4669" y="12540"/>
                    <a:pt x="5094" y="5395"/>
                  </a:cubicBezTo>
                  <a:lnTo>
                    <a:pt x="5287" y="5115"/>
                  </a:lnTo>
                  <a:cubicBezTo>
                    <a:pt x="5599" y="10354"/>
                    <a:pt x="6175" y="20216"/>
                    <a:pt x="6151" y="20464"/>
                  </a:cubicBezTo>
                  <a:cubicBezTo>
                    <a:pt x="6106" y="20734"/>
                    <a:pt x="5963" y="21925"/>
                    <a:pt x="6038" y="22482"/>
                  </a:cubicBezTo>
                  <a:cubicBezTo>
                    <a:pt x="6112" y="23044"/>
                    <a:pt x="6413" y="24510"/>
                    <a:pt x="6415" y="24525"/>
                  </a:cubicBezTo>
                  <a:cubicBezTo>
                    <a:pt x="6422" y="24556"/>
                    <a:pt x="6450" y="24578"/>
                    <a:pt x="6480" y="24578"/>
                  </a:cubicBezTo>
                  <a:cubicBezTo>
                    <a:pt x="6484" y="24578"/>
                    <a:pt x="6487" y="24578"/>
                    <a:pt x="6491" y="24577"/>
                  </a:cubicBezTo>
                  <a:lnTo>
                    <a:pt x="9546" y="24125"/>
                  </a:lnTo>
                  <a:cubicBezTo>
                    <a:pt x="9572" y="24120"/>
                    <a:pt x="9593" y="24102"/>
                    <a:pt x="9600" y="24076"/>
                  </a:cubicBezTo>
                  <a:lnTo>
                    <a:pt x="9790" y="23397"/>
                  </a:lnTo>
                  <a:cubicBezTo>
                    <a:pt x="9794" y="23380"/>
                    <a:pt x="9792" y="23364"/>
                    <a:pt x="9784" y="23349"/>
                  </a:cubicBezTo>
                  <a:lnTo>
                    <a:pt x="9490" y="22797"/>
                  </a:lnTo>
                  <a:cubicBezTo>
                    <a:pt x="9488" y="22503"/>
                    <a:pt x="9464" y="18379"/>
                    <a:pt x="9753" y="16108"/>
                  </a:cubicBezTo>
                  <a:cubicBezTo>
                    <a:pt x="10052" y="13755"/>
                    <a:pt x="10392" y="654"/>
                    <a:pt x="10395" y="521"/>
                  </a:cubicBezTo>
                  <a:cubicBezTo>
                    <a:pt x="10396" y="487"/>
                    <a:pt x="10369" y="457"/>
                    <a:pt x="10335" y="454"/>
                  </a:cubicBezTo>
                  <a:lnTo>
                    <a:pt x="5355" y="1"/>
                  </a:lnTo>
                  <a:cubicBezTo>
                    <a:pt x="5354" y="1"/>
                    <a:pt x="5352" y="1"/>
                    <a:pt x="5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g332bf0ce26c_1_131"/>
            <p:cNvSpPr/>
            <p:nvPr/>
          </p:nvSpPr>
          <p:spPr>
            <a:xfrm>
              <a:off x="9615071" y="3280844"/>
              <a:ext cx="307609" cy="723136"/>
            </a:xfrm>
            <a:custGeom>
              <a:rect b="b" l="l" r="r" t="t"/>
              <a:pathLst>
                <a:path extrusionOk="0" h="16665" w="7089">
                  <a:moveTo>
                    <a:pt x="5211" y="1"/>
                  </a:moveTo>
                  <a:lnTo>
                    <a:pt x="1808" y="330"/>
                  </a:lnTo>
                  <a:lnTo>
                    <a:pt x="1784" y="2582"/>
                  </a:lnTo>
                  <a:lnTo>
                    <a:pt x="0" y="3334"/>
                  </a:lnTo>
                  <a:lnTo>
                    <a:pt x="1009" y="16665"/>
                  </a:lnTo>
                  <a:lnTo>
                    <a:pt x="6549" y="16665"/>
                  </a:lnTo>
                  <a:lnTo>
                    <a:pt x="7088" y="3263"/>
                  </a:lnTo>
                  <a:cubicBezTo>
                    <a:pt x="7088" y="3263"/>
                    <a:pt x="5445" y="2677"/>
                    <a:pt x="5375" y="2677"/>
                  </a:cubicBezTo>
                  <a:cubicBezTo>
                    <a:pt x="5304" y="2677"/>
                    <a:pt x="5211" y="1"/>
                    <a:pt x="521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g332bf0ce26c_1_131"/>
            <p:cNvSpPr/>
            <p:nvPr/>
          </p:nvSpPr>
          <p:spPr>
            <a:xfrm>
              <a:off x="9612121" y="3277980"/>
              <a:ext cx="313467" cy="728907"/>
            </a:xfrm>
            <a:custGeom>
              <a:rect b="b" l="l" r="r" t="t"/>
              <a:pathLst>
                <a:path extrusionOk="0" h="16798" w="7224">
                  <a:moveTo>
                    <a:pt x="5215" y="140"/>
                  </a:moveTo>
                  <a:cubicBezTo>
                    <a:pt x="5308" y="2780"/>
                    <a:pt x="5361" y="2808"/>
                    <a:pt x="5435" y="2808"/>
                  </a:cubicBezTo>
                  <a:lnTo>
                    <a:pt x="5437" y="2808"/>
                  </a:lnTo>
                  <a:cubicBezTo>
                    <a:pt x="5516" y="2821"/>
                    <a:pt x="6472" y="3156"/>
                    <a:pt x="7088" y="3376"/>
                  </a:cubicBezTo>
                  <a:lnTo>
                    <a:pt x="6553" y="16665"/>
                  </a:lnTo>
                  <a:lnTo>
                    <a:pt x="1139" y="16665"/>
                  </a:lnTo>
                  <a:lnTo>
                    <a:pt x="138" y="3442"/>
                  </a:lnTo>
                  <a:lnTo>
                    <a:pt x="1878" y="2710"/>
                  </a:lnTo>
                  <a:cubicBezTo>
                    <a:pt x="1902" y="2699"/>
                    <a:pt x="1919" y="2675"/>
                    <a:pt x="1919" y="2649"/>
                  </a:cubicBezTo>
                  <a:lnTo>
                    <a:pt x="1941" y="456"/>
                  </a:lnTo>
                  <a:lnTo>
                    <a:pt x="5215" y="140"/>
                  </a:lnTo>
                  <a:close/>
                  <a:moveTo>
                    <a:pt x="5277" y="0"/>
                  </a:moveTo>
                  <a:cubicBezTo>
                    <a:pt x="5276" y="0"/>
                    <a:pt x="5274" y="0"/>
                    <a:pt x="5273" y="0"/>
                  </a:cubicBezTo>
                  <a:lnTo>
                    <a:pt x="1869" y="329"/>
                  </a:lnTo>
                  <a:cubicBezTo>
                    <a:pt x="1836" y="333"/>
                    <a:pt x="1810" y="361"/>
                    <a:pt x="1810" y="394"/>
                  </a:cubicBezTo>
                  <a:lnTo>
                    <a:pt x="1786" y="2604"/>
                  </a:lnTo>
                  <a:lnTo>
                    <a:pt x="43" y="3338"/>
                  </a:lnTo>
                  <a:cubicBezTo>
                    <a:pt x="16" y="3350"/>
                    <a:pt x="1" y="3376"/>
                    <a:pt x="2" y="3404"/>
                  </a:cubicBezTo>
                  <a:lnTo>
                    <a:pt x="1011" y="16736"/>
                  </a:lnTo>
                  <a:cubicBezTo>
                    <a:pt x="1015" y="16770"/>
                    <a:pt x="1043" y="16797"/>
                    <a:pt x="1077" y="16797"/>
                  </a:cubicBezTo>
                  <a:lnTo>
                    <a:pt x="6617" y="16797"/>
                  </a:lnTo>
                  <a:cubicBezTo>
                    <a:pt x="6652" y="16797"/>
                    <a:pt x="6682" y="16769"/>
                    <a:pt x="6683" y="16733"/>
                  </a:cubicBezTo>
                  <a:lnTo>
                    <a:pt x="7222" y="3332"/>
                  </a:lnTo>
                  <a:cubicBezTo>
                    <a:pt x="7224" y="3302"/>
                    <a:pt x="7206" y="3276"/>
                    <a:pt x="7179" y="3267"/>
                  </a:cubicBezTo>
                  <a:cubicBezTo>
                    <a:pt x="6623" y="3068"/>
                    <a:pt x="5718" y="2748"/>
                    <a:pt x="5492" y="2686"/>
                  </a:cubicBezTo>
                  <a:cubicBezTo>
                    <a:pt x="5444" y="2460"/>
                    <a:pt x="5378" y="982"/>
                    <a:pt x="5346" y="64"/>
                  </a:cubicBezTo>
                  <a:cubicBezTo>
                    <a:pt x="5345" y="47"/>
                    <a:pt x="5337" y="29"/>
                    <a:pt x="5322" y="17"/>
                  </a:cubicBezTo>
                  <a:cubicBezTo>
                    <a:pt x="5310" y="6"/>
                    <a:pt x="5294" y="0"/>
                    <a:pt x="52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g332bf0ce26c_1_131"/>
            <p:cNvSpPr/>
            <p:nvPr/>
          </p:nvSpPr>
          <p:spPr>
            <a:xfrm>
              <a:off x="9673434" y="3280844"/>
              <a:ext cx="187325" cy="228245"/>
            </a:xfrm>
            <a:custGeom>
              <a:rect b="b" l="l" r="r" t="t"/>
              <a:pathLst>
                <a:path extrusionOk="0" h="5260" w="4317">
                  <a:moveTo>
                    <a:pt x="3866" y="1"/>
                  </a:moveTo>
                  <a:lnTo>
                    <a:pt x="463" y="330"/>
                  </a:lnTo>
                  <a:lnTo>
                    <a:pt x="439" y="2582"/>
                  </a:lnTo>
                  <a:lnTo>
                    <a:pt x="0" y="2767"/>
                  </a:lnTo>
                  <a:cubicBezTo>
                    <a:pt x="400" y="3306"/>
                    <a:pt x="1889" y="5260"/>
                    <a:pt x="2456" y="5260"/>
                  </a:cubicBezTo>
                  <a:cubicBezTo>
                    <a:pt x="2465" y="5260"/>
                    <a:pt x="2473" y="5259"/>
                    <a:pt x="2481" y="5258"/>
                  </a:cubicBezTo>
                  <a:cubicBezTo>
                    <a:pt x="2958" y="5205"/>
                    <a:pt x="3887" y="3570"/>
                    <a:pt x="4316" y="2764"/>
                  </a:cubicBezTo>
                  <a:cubicBezTo>
                    <a:pt x="4159" y="2711"/>
                    <a:pt x="4048" y="2677"/>
                    <a:pt x="4030" y="2677"/>
                  </a:cubicBezTo>
                  <a:cubicBezTo>
                    <a:pt x="3960" y="2677"/>
                    <a:pt x="3866" y="1"/>
                    <a:pt x="3866"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g332bf0ce26c_1_131"/>
            <p:cNvSpPr/>
            <p:nvPr/>
          </p:nvSpPr>
          <p:spPr>
            <a:xfrm>
              <a:off x="9670440" y="3277980"/>
              <a:ext cx="193357" cy="233972"/>
            </a:xfrm>
            <a:custGeom>
              <a:rect b="b" l="l" r="r" t="t"/>
              <a:pathLst>
                <a:path extrusionOk="0" h="5392" w="4456">
                  <a:moveTo>
                    <a:pt x="3871" y="140"/>
                  </a:moveTo>
                  <a:cubicBezTo>
                    <a:pt x="3964" y="2768"/>
                    <a:pt x="4017" y="2808"/>
                    <a:pt x="4096" y="2809"/>
                  </a:cubicBezTo>
                  <a:cubicBezTo>
                    <a:pt x="4106" y="2810"/>
                    <a:pt x="4148" y="2821"/>
                    <a:pt x="4291" y="2868"/>
                  </a:cubicBezTo>
                  <a:cubicBezTo>
                    <a:pt x="3504" y="4332"/>
                    <a:pt x="2852" y="5224"/>
                    <a:pt x="2543" y="5258"/>
                  </a:cubicBezTo>
                  <a:cubicBezTo>
                    <a:pt x="2536" y="5259"/>
                    <a:pt x="2529" y="5259"/>
                    <a:pt x="2522" y="5259"/>
                  </a:cubicBezTo>
                  <a:cubicBezTo>
                    <a:pt x="2110" y="5259"/>
                    <a:pt x="1017" y="3991"/>
                    <a:pt x="173" y="2861"/>
                  </a:cubicBezTo>
                  <a:lnTo>
                    <a:pt x="534" y="2710"/>
                  </a:lnTo>
                  <a:cubicBezTo>
                    <a:pt x="558" y="2699"/>
                    <a:pt x="575" y="2675"/>
                    <a:pt x="575" y="2649"/>
                  </a:cubicBezTo>
                  <a:lnTo>
                    <a:pt x="597" y="456"/>
                  </a:lnTo>
                  <a:lnTo>
                    <a:pt x="3871" y="140"/>
                  </a:lnTo>
                  <a:close/>
                  <a:moveTo>
                    <a:pt x="3933" y="0"/>
                  </a:moveTo>
                  <a:cubicBezTo>
                    <a:pt x="3932" y="0"/>
                    <a:pt x="3930" y="0"/>
                    <a:pt x="3929" y="0"/>
                  </a:cubicBezTo>
                  <a:lnTo>
                    <a:pt x="525" y="329"/>
                  </a:lnTo>
                  <a:cubicBezTo>
                    <a:pt x="492" y="333"/>
                    <a:pt x="466" y="361"/>
                    <a:pt x="466" y="394"/>
                  </a:cubicBezTo>
                  <a:lnTo>
                    <a:pt x="442" y="2604"/>
                  </a:lnTo>
                  <a:lnTo>
                    <a:pt x="43" y="2772"/>
                  </a:lnTo>
                  <a:cubicBezTo>
                    <a:pt x="26" y="2780"/>
                    <a:pt x="11" y="2796"/>
                    <a:pt x="5" y="2816"/>
                  </a:cubicBezTo>
                  <a:cubicBezTo>
                    <a:pt x="1" y="2835"/>
                    <a:pt x="4" y="2856"/>
                    <a:pt x="16" y="2873"/>
                  </a:cubicBezTo>
                  <a:cubicBezTo>
                    <a:pt x="583" y="3637"/>
                    <a:pt x="1948" y="5392"/>
                    <a:pt x="2528" y="5392"/>
                  </a:cubicBezTo>
                  <a:cubicBezTo>
                    <a:pt x="2539" y="5392"/>
                    <a:pt x="2548" y="5391"/>
                    <a:pt x="2557" y="5390"/>
                  </a:cubicBezTo>
                  <a:cubicBezTo>
                    <a:pt x="3030" y="5337"/>
                    <a:pt x="3845" y="3986"/>
                    <a:pt x="4445" y="2861"/>
                  </a:cubicBezTo>
                  <a:cubicBezTo>
                    <a:pt x="4454" y="2845"/>
                    <a:pt x="4455" y="2825"/>
                    <a:pt x="4448" y="2806"/>
                  </a:cubicBezTo>
                  <a:cubicBezTo>
                    <a:pt x="4441" y="2788"/>
                    <a:pt x="4426" y="2774"/>
                    <a:pt x="4408" y="2768"/>
                  </a:cubicBezTo>
                  <a:cubicBezTo>
                    <a:pt x="4259" y="2718"/>
                    <a:pt x="4185" y="2696"/>
                    <a:pt x="4148" y="2685"/>
                  </a:cubicBezTo>
                  <a:cubicBezTo>
                    <a:pt x="4100" y="2453"/>
                    <a:pt x="4034" y="981"/>
                    <a:pt x="4001" y="64"/>
                  </a:cubicBezTo>
                  <a:cubicBezTo>
                    <a:pt x="4001" y="47"/>
                    <a:pt x="3993" y="29"/>
                    <a:pt x="3978" y="17"/>
                  </a:cubicBezTo>
                  <a:cubicBezTo>
                    <a:pt x="3966" y="6"/>
                    <a:pt x="3950" y="0"/>
                    <a:pt x="39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g332bf0ce26c_1_131"/>
            <p:cNvSpPr/>
            <p:nvPr/>
          </p:nvSpPr>
          <p:spPr>
            <a:xfrm>
              <a:off x="9673434" y="3292821"/>
              <a:ext cx="120935" cy="108091"/>
            </a:xfrm>
            <a:custGeom>
              <a:rect b="b" l="l" r="r" t="t"/>
              <a:pathLst>
                <a:path extrusionOk="0" h="2491" w="2787">
                  <a:moveTo>
                    <a:pt x="1008" y="0"/>
                  </a:moveTo>
                  <a:lnTo>
                    <a:pt x="463" y="54"/>
                  </a:lnTo>
                  <a:lnTo>
                    <a:pt x="439" y="2306"/>
                  </a:lnTo>
                  <a:lnTo>
                    <a:pt x="0" y="2491"/>
                  </a:lnTo>
                  <a:lnTo>
                    <a:pt x="2787" y="1556"/>
                  </a:lnTo>
                  <a:lnTo>
                    <a:pt x="10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g332bf0ce26c_1_131"/>
            <p:cNvSpPr/>
            <p:nvPr/>
          </p:nvSpPr>
          <p:spPr>
            <a:xfrm>
              <a:off x="9670179" y="3289913"/>
              <a:ext cx="127227" cy="113905"/>
            </a:xfrm>
            <a:custGeom>
              <a:rect b="b" l="l" r="r" t="t"/>
              <a:pathLst>
                <a:path extrusionOk="0" h="2625" w="2932">
                  <a:moveTo>
                    <a:pt x="1061" y="137"/>
                  </a:moveTo>
                  <a:lnTo>
                    <a:pt x="2730" y="1596"/>
                  </a:lnTo>
                  <a:lnTo>
                    <a:pt x="581" y="2319"/>
                  </a:lnTo>
                  <a:lnTo>
                    <a:pt x="603" y="181"/>
                  </a:lnTo>
                  <a:lnTo>
                    <a:pt x="1061" y="137"/>
                  </a:lnTo>
                  <a:close/>
                  <a:moveTo>
                    <a:pt x="1081" y="1"/>
                  </a:moveTo>
                  <a:cubicBezTo>
                    <a:pt x="1079" y="1"/>
                    <a:pt x="1078" y="1"/>
                    <a:pt x="1076" y="1"/>
                  </a:cubicBezTo>
                  <a:lnTo>
                    <a:pt x="531" y="54"/>
                  </a:lnTo>
                  <a:cubicBezTo>
                    <a:pt x="498" y="58"/>
                    <a:pt x="472" y="86"/>
                    <a:pt x="471" y="119"/>
                  </a:cubicBezTo>
                  <a:lnTo>
                    <a:pt x="448" y="2329"/>
                  </a:lnTo>
                  <a:lnTo>
                    <a:pt x="49" y="2497"/>
                  </a:lnTo>
                  <a:cubicBezTo>
                    <a:pt x="17" y="2510"/>
                    <a:pt x="1" y="2548"/>
                    <a:pt x="14" y="2581"/>
                  </a:cubicBezTo>
                  <a:cubicBezTo>
                    <a:pt x="23" y="2609"/>
                    <a:pt x="48" y="2624"/>
                    <a:pt x="75" y="2624"/>
                  </a:cubicBezTo>
                  <a:cubicBezTo>
                    <a:pt x="82" y="2624"/>
                    <a:pt x="90" y="2624"/>
                    <a:pt x="97" y="2622"/>
                  </a:cubicBezTo>
                  <a:lnTo>
                    <a:pt x="2883" y="1686"/>
                  </a:lnTo>
                  <a:cubicBezTo>
                    <a:pt x="2905" y="1678"/>
                    <a:pt x="2922" y="1659"/>
                    <a:pt x="2927" y="1636"/>
                  </a:cubicBezTo>
                  <a:cubicBezTo>
                    <a:pt x="2931" y="1612"/>
                    <a:pt x="2923" y="1589"/>
                    <a:pt x="2905" y="1572"/>
                  </a:cubicBezTo>
                  <a:lnTo>
                    <a:pt x="1127" y="18"/>
                  </a:lnTo>
                  <a:cubicBezTo>
                    <a:pt x="1114" y="7"/>
                    <a:pt x="1097" y="1"/>
                    <a:pt x="10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g332bf0ce26c_1_131"/>
            <p:cNvSpPr/>
            <p:nvPr/>
          </p:nvSpPr>
          <p:spPr>
            <a:xfrm>
              <a:off x="9633383" y="3030254"/>
              <a:ext cx="248596" cy="200734"/>
            </a:xfrm>
            <a:custGeom>
              <a:rect b="b" l="l" r="r" t="t"/>
              <a:pathLst>
                <a:path extrusionOk="0" h="4626" w="5729">
                  <a:moveTo>
                    <a:pt x="2473" y="1"/>
                  </a:moveTo>
                  <a:cubicBezTo>
                    <a:pt x="2462" y="1"/>
                    <a:pt x="2452" y="1"/>
                    <a:pt x="2443" y="2"/>
                  </a:cubicBezTo>
                  <a:cubicBezTo>
                    <a:pt x="1996" y="49"/>
                    <a:pt x="1691" y="565"/>
                    <a:pt x="1691" y="565"/>
                  </a:cubicBezTo>
                  <a:cubicBezTo>
                    <a:pt x="1691" y="565"/>
                    <a:pt x="1653" y="563"/>
                    <a:pt x="1596" y="563"/>
                  </a:cubicBezTo>
                  <a:cubicBezTo>
                    <a:pt x="1454" y="563"/>
                    <a:pt x="1195" y="575"/>
                    <a:pt x="1128" y="660"/>
                  </a:cubicBezTo>
                  <a:cubicBezTo>
                    <a:pt x="1033" y="777"/>
                    <a:pt x="1" y="2397"/>
                    <a:pt x="72" y="2678"/>
                  </a:cubicBezTo>
                  <a:cubicBezTo>
                    <a:pt x="141" y="2960"/>
                    <a:pt x="494" y="3616"/>
                    <a:pt x="494" y="3616"/>
                  </a:cubicBezTo>
                  <a:lnTo>
                    <a:pt x="775" y="4626"/>
                  </a:lnTo>
                  <a:lnTo>
                    <a:pt x="987" y="2936"/>
                  </a:lnTo>
                  <a:lnTo>
                    <a:pt x="2137" y="1810"/>
                  </a:lnTo>
                  <a:lnTo>
                    <a:pt x="4719" y="2584"/>
                  </a:lnTo>
                  <a:lnTo>
                    <a:pt x="4977" y="3945"/>
                  </a:lnTo>
                  <a:lnTo>
                    <a:pt x="5165" y="3991"/>
                  </a:lnTo>
                  <a:cubicBezTo>
                    <a:pt x="5165" y="3991"/>
                    <a:pt x="5258" y="3405"/>
                    <a:pt x="5282" y="3311"/>
                  </a:cubicBezTo>
                  <a:cubicBezTo>
                    <a:pt x="5306" y="3218"/>
                    <a:pt x="5728" y="1715"/>
                    <a:pt x="5611" y="1386"/>
                  </a:cubicBezTo>
                  <a:cubicBezTo>
                    <a:pt x="5495" y="1065"/>
                    <a:pt x="2995" y="1"/>
                    <a:pt x="2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g332bf0ce26c_1_131"/>
            <p:cNvSpPr/>
            <p:nvPr/>
          </p:nvSpPr>
          <p:spPr>
            <a:xfrm>
              <a:off x="9630042" y="3027390"/>
              <a:ext cx="252805" cy="206462"/>
            </a:xfrm>
            <a:custGeom>
              <a:rect b="b" l="l" r="r" t="t"/>
              <a:pathLst>
                <a:path extrusionOk="0" h="4758" w="5826">
                  <a:moveTo>
                    <a:pt x="2557" y="133"/>
                  </a:moveTo>
                  <a:cubicBezTo>
                    <a:pt x="3080" y="133"/>
                    <a:pt x="5524" y="1196"/>
                    <a:pt x="5625" y="1475"/>
                  </a:cubicBezTo>
                  <a:cubicBezTo>
                    <a:pt x="5655" y="1560"/>
                    <a:pt x="5684" y="1908"/>
                    <a:pt x="5308" y="3307"/>
                  </a:cubicBezTo>
                  <a:lnTo>
                    <a:pt x="5294" y="3361"/>
                  </a:lnTo>
                  <a:cubicBezTo>
                    <a:pt x="5275" y="3438"/>
                    <a:pt x="5213" y="3816"/>
                    <a:pt x="5187" y="3976"/>
                  </a:cubicBezTo>
                  <a:lnTo>
                    <a:pt x="5111" y="3957"/>
                  </a:lnTo>
                  <a:lnTo>
                    <a:pt x="4861" y="2638"/>
                  </a:lnTo>
                  <a:cubicBezTo>
                    <a:pt x="4856" y="2613"/>
                    <a:pt x="4838" y="2594"/>
                    <a:pt x="4815" y="2587"/>
                  </a:cubicBezTo>
                  <a:lnTo>
                    <a:pt x="2233" y="1812"/>
                  </a:lnTo>
                  <a:cubicBezTo>
                    <a:pt x="2227" y="1810"/>
                    <a:pt x="2220" y="1809"/>
                    <a:pt x="2213" y="1809"/>
                  </a:cubicBezTo>
                  <a:cubicBezTo>
                    <a:pt x="2196" y="1809"/>
                    <a:pt x="2180" y="1816"/>
                    <a:pt x="2167" y="1828"/>
                  </a:cubicBezTo>
                  <a:lnTo>
                    <a:pt x="1017" y="2955"/>
                  </a:lnTo>
                  <a:cubicBezTo>
                    <a:pt x="1006" y="2965"/>
                    <a:pt x="999" y="2978"/>
                    <a:pt x="998" y="2994"/>
                  </a:cubicBezTo>
                  <a:lnTo>
                    <a:pt x="828" y="4356"/>
                  </a:lnTo>
                  <a:lnTo>
                    <a:pt x="635" y="3665"/>
                  </a:lnTo>
                  <a:cubicBezTo>
                    <a:pt x="634" y="3660"/>
                    <a:pt x="631" y="3655"/>
                    <a:pt x="629" y="3652"/>
                  </a:cubicBezTo>
                  <a:cubicBezTo>
                    <a:pt x="625" y="3645"/>
                    <a:pt x="280" y="2999"/>
                    <a:pt x="212" y="2728"/>
                  </a:cubicBezTo>
                  <a:cubicBezTo>
                    <a:pt x="156" y="2497"/>
                    <a:pt x="1129" y="926"/>
                    <a:pt x="1256" y="767"/>
                  </a:cubicBezTo>
                  <a:cubicBezTo>
                    <a:pt x="1294" y="721"/>
                    <a:pt x="1483" y="695"/>
                    <a:pt x="1669" y="695"/>
                  </a:cubicBezTo>
                  <a:cubicBezTo>
                    <a:pt x="1701" y="695"/>
                    <a:pt x="1733" y="696"/>
                    <a:pt x="1765" y="697"/>
                  </a:cubicBezTo>
                  <a:cubicBezTo>
                    <a:pt x="1785" y="697"/>
                    <a:pt x="1812" y="687"/>
                    <a:pt x="1825" y="665"/>
                  </a:cubicBezTo>
                  <a:cubicBezTo>
                    <a:pt x="1827" y="661"/>
                    <a:pt x="2118" y="177"/>
                    <a:pt x="2525" y="134"/>
                  </a:cubicBezTo>
                  <a:cubicBezTo>
                    <a:pt x="2535" y="133"/>
                    <a:pt x="2546" y="133"/>
                    <a:pt x="2557" y="133"/>
                  </a:cubicBezTo>
                  <a:close/>
                  <a:moveTo>
                    <a:pt x="2541" y="0"/>
                  </a:moveTo>
                  <a:cubicBezTo>
                    <a:pt x="2530" y="0"/>
                    <a:pt x="2520" y="1"/>
                    <a:pt x="2511" y="2"/>
                  </a:cubicBezTo>
                  <a:cubicBezTo>
                    <a:pt x="2102" y="46"/>
                    <a:pt x="1812" y="443"/>
                    <a:pt x="1732" y="564"/>
                  </a:cubicBezTo>
                  <a:cubicBezTo>
                    <a:pt x="1710" y="563"/>
                    <a:pt x="1685" y="563"/>
                    <a:pt x="1657" y="563"/>
                  </a:cubicBezTo>
                  <a:cubicBezTo>
                    <a:pt x="1492" y="563"/>
                    <a:pt x="1236" y="580"/>
                    <a:pt x="1153" y="684"/>
                  </a:cubicBezTo>
                  <a:cubicBezTo>
                    <a:pt x="1099" y="751"/>
                    <a:pt x="1" y="2426"/>
                    <a:pt x="83" y="2760"/>
                  </a:cubicBezTo>
                  <a:cubicBezTo>
                    <a:pt x="152" y="3034"/>
                    <a:pt x="470" y="3634"/>
                    <a:pt x="509" y="3707"/>
                  </a:cubicBezTo>
                  <a:lnTo>
                    <a:pt x="789" y="4709"/>
                  </a:lnTo>
                  <a:cubicBezTo>
                    <a:pt x="797" y="4739"/>
                    <a:pt x="823" y="4758"/>
                    <a:pt x="852" y="4758"/>
                  </a:cubicBezTo>
                  <a:lnTo>
                    <a:pt x="857" y="4758"/>
                  </a:lnTo>
                  <a:cubicBezTo>
                    <a:pt x="889" y="4756"/>
                    <a:pt x="914" y="4731"/>
                    <a:pt x="918" y="4700"/>
                  </a:cubicBezTo>
                  <a:lnTo>
                    <a:pt x="1127" y="3033"/>
                  </a:lnTo>
                  <a:lnTo>
                    <a:pt x="2232" y="1950"/>
                  </a:lnTo>
                  <a:lnTo>
                    <a:pt x="4738" y="2702"/>
                  </a:lnTo>
                  <a:lnTo>
                    <a:pt x="4989" y="4023"/>
                  </a:lnTo>
                  <a:cubicBezTo>
                    <a:pt x="4993" y="4049"/>
                    <a:pt x="5012" y="4069"/>
                    <a:pt x="5037" y="4075"/>
                  </a:cubicBezTo>
                  <a:lnTo>
                    <a:pt x="5225" y="4123"/>
                  </a:lnTo>
                  <a:cubicBezTo>
                    <a:pt x="5230" y="4124"/>
                    <a:pt x="5236" y="4125"/>
                    <a:pt x="5241" y="4125"/>
                  </a:cubicBezTo>
                  <a:cubicBezTo>
                    <a:pt x="5254" y="4125"/>
                    <a:pt x="5266" y="4121"/>
                    <a:pt x="5277" y="4113"/>
                  </a:cubicBezTo>
                  <a:cubicBezTo>
                    <a:pt x="5293" y="4104"/>
                    <a:pt x="5303" y="4087"/>
                    <a:pt x="5307" y="4068"/>
                  </a:cubicBezTo>
                  <a:cubicBezTo>
                    <a:pt x="5339" y="3867"/>
                    <a:pt x="5405" y="3466"/>
                    <a:pt x="5423" y="3394"/>
                  </a:cubicBezTo>
                  <a:lnTo>
                    <a:pt x="5437" y="3342"/>
                  </a:lnTo>
                  <a:cubicBezTo>
                    <a:pt x="5720" y="2286"/>
                    <a:pt x="5825" y="1643"/>
                    <a:pt x="5749" y="1431"/>
                  </a:cubicBezTo>
                  <a:cubicBezTo>
                    <a:pt x="5617" y="1059"/>
                    <a:pt x="3061" y="0"/>
                    <a:pt x="25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g332bf0ce26c_1_131"/>
            <p:cNvSpPr/>
            <p:nvPr/>
          </p:nvSpPr>
          <p:spPr>
            <a:xfrm>
              <a:off x="9638460" y="3202044"/>
              <a:ext cx="34714" cy="65609"/>
            </a:xfrm>
            <a:custGeom>
              <a:rect b="b" l="l" r="r" t="t"/>
              <a:pathLst>
                <a:path extrusionOk="0" h="1512" w="800">
                  <a:moveTo>
                    <a:pt x="316" y="1"/>
                  </a:moveTo>
                  <a:cubicBezTo>
                    <a:pt x="234" y="1"/>
                    <a:pt x="159" y="90"/>
                    <a:pt x="119" y="361"/>
                  </a:cubicBezTo>
                  <a:cubicBezTo>
                    <a:pt x="1" y="1160"/>
                    <a:pt x="799" y="1511"/>
                    <a:pt x="799" y="1511"/>
                  </a:cubicBezTo>
                  <a:lnTo>
                    <a:pt x="658" y="338"/>
                  </a:lnTo>
                  <a:cubicBezTo>
                    <a:pt x="658" y="338"/>
                    <a:pt x="475" y="1"/>
                    <a:pt x="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g332bf0ce26c_1_131"/>
            <p:cNvSpPr/>
            <p:nvPr/>
          </p:nvSpPr>
          <p:spPr>
            <a:xfrm>
              <a:off x="9635379" y="3199180"/>
              <a:ext cx="40746" cy="71337"/>
            </a:xfrm>
            <a:custGeom>
              <a:rect b="b" l="l" r="r" t="t"/>
              <a:pathLst>
                <a:path extrusionOk="0" h="1644" w="939">
                  <a:moveTo>
                    <a:pt x="388" y="133"/>
                  </a:moveTo>
                  <a:cubicBezTo>
                    <a:pt x="462" y="133"/>
                    <a:pt x="592" y="296"/>
                    <a:pt x="666" y="425"/>
                  </a:cubicBezTo>
                  <a:lnTo>
                    <a:pt x="789" y="1459"/>
                  </a:lnTo>
                  <a:cubicBezTo>
                    <a:pt x="584" y="1335"/>
                    <a:pt x="171" y="1010"/>
                    <a:pt x="255" y="438"/>
                  </a:cubicBezTo>
                  <a:cubicBezTo>
                    <a:pt x="287" y="224"/>
                    <a:pt x="340" y="141"/>
                    <a:pt x="379" y="134"/>
                  </a:cubicBezTo>
                  <a:cubicBezTo>
                    <a:pt x="382" y="134"/>
                    <a:pt x="385" y="133"/>
                    <a:pt x="388" y="133"/>
                  </a:cubicBezTo>
                  <a:close/>
                  <a:moveTo>
                    <a:pt x="384" y="0"/>
                  </a:moveTo>
                  <a:cubicBezTo>
                    <a:pt x="375" y="0"/>
                    <a:pt x="365" y="1"/>
                    <a:pt x="356" y="3"/>
                  </a:cubicBezTo>
                  <a:cubicBezTo>
                    <a:pt x="237" y="24"/>
                    <a:pt x="162" y="160"/>
                    <a:pt x="124" y="418"/>
                  </a:cubicBezTo>
                  <a:cubicBezTo>
                    <a:pt x="1" y="1257"/>
                    <a:pt x="835" y="1634"/>
                    <a:pt x="843" y="1639"/>
                  </a:cubicBezTo>
                  <a:cubicBezTo>
                    <a:pt x="853" y="1642"/>
                    <a:pt x="861" y="1644"/>
                    <a:pt x="870" y="1644"/>
                  </a:cubicBezTo>
                  <a:cubicBezTo>
                    <a:pt x="884" y="1644"/>
                    <a:pt x="899" y="1640"/>
                    <a:pt x="909" y="1631"/>
                  </a:cubicBezTo>
                  <a:cubicBezTo>
                    <a:pt x="929" y="1616"/>
                    <a:pt x="939" y="1593"/>
                    <a:pt x="937" y="1569"/>
                  </a:cubicBezTo>
                  <a:lnTo>
                    <a:pt x="796" y="395"/>
                  </a:lnTo>
                  <a:cubicBezTo>
                    <a:pt x="795" y="387"/>
                    <a:pt x="792" y="380"/>
                    <a:pt x="787" y="372"/>
                  </a:cubicBezTo>
                  <a:cubicBezTo>
                    <a:pt x="753" y="308"/>
                    <a:pt x="572" y="0"/>
                    <a:pt x="3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g332bf0ce26c_1_131"/>
            <p:cNvSpPr/>
            <p:nvPr/>
          </p:nvSpPr>
          <p:spPr>
            <a:xfrm>
              <a:off x="9849302" y="3194364"/>
              <a:ext cx="27511" cy="61053"/>
            </a:xfrm>
            <a:custGeom>
              <a:rect b="b" l="l" r="r" t="t"/>
              <a:pathLst>
                <a:path extrusionOk="0" h="1407" w="634">
                  <a:moveTo>
                    <a:pt x="299" y="1"/>
                  </a:moveTo>
                  <a:cubicBezTo>
                    <a:pt x="154" y="1"/>
                    <a:pt x="1" y="163"/>
                    <a:pt x="1" y="163"/>
                  </a:cubicBezTo>
                  <a:lnTo>
                    <a:pt x="118" y="1407"/>
                  </a:lnTo>
                  <a:cubicBezTo>
                    <a:pt x="118" y="1407"/>
                    <a:pt x="634" y="774"/>
                    <a:pt x="517" y="257"/>
                  </a:cubicBezTo>
                  <a:cubicBezTo>
                    <a:pt x="472" y="61"/>
                    <a:pt x="387" y="1"/>
                    <a:pt x="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g332bf0ce26c_1_131"/>
            <p:cNvSpPr/>
            <p:nvPr/>
          </p:nvSpPr>
          <p:spPr>
            <a:xfrm>
              <a:off x="9846351" y="3191456"/>
              <a:ext cx="33542" cy="66868"/>
            </a:xfrm>
            <a:custGeom>
              <a:rect b="b" l="l" r="r" t="t"/>
              <a:pathLst>
                <a:path extrusionOk="0" h="1541" w="773">
                  <a:moveTo>
                    <a:pt x="367" y="134"/>
                  </a:moveTo>
                  <a:cubicBezTo>
                    <a:pt x="377" y="134"/>
                    <a:pt x="386" y="136"/>
                    <a:pt x="395" y="138"/>
                  </a:cubicBezTo>
                  <a:cubicBezTo>
                    <a:pt x="465" y="157"/>
                    <a:pt x="502" y="258"/>
                    <a:pt x="521" y="339"/>
                  </a:cubicBezTo>
                  <a:cubicBezTo>
                    <a:pt x="598" y="678"/>
                    <a:pt x="374" y="1082"/>
                    <a:pt x="236" y="1292"/>
                  </a:cubicBezTo>
                  <a:lnTo>
                    <a:pt x="137" y="255"/>
                  </a:lnTo>
                  <a:cubicBezTo>
                    <a:pt x="188" y="209"/>
                    <a:pt x="288" y="134"/>
                    <a:pt x="367" y="134"/>
                  </a:cubicBezTo>
                  <a:close/>
                  <a:moveTo>
                    <a:pt x="367" y="1"/>
                  </a:moveTo>
                  <a:cubicBezTo>
                    <a:pt x="199" y="1"/>
                    <a:pt x="39" y="164"/>
                    <a:pt x="20" y="184"/>
                  </a:cubicBezTo>
                  <a:cubicBezTo>
                    <a:pt x="7" y="198"/>
                    <a:pt x="0" y="217"/>
                    <a:pt x="2" y="236"/>
                  </a:cubicBezTo>
                  <a:lnTo>
                    <a:pt x="120" y="1480"/>
                  </a:lnTo>
                  <a:cubicBezTo>
                    <a:pt x="122" y="1507"/>
                    <a:pt x="141" y="1529"/>
                    <a:pt x="167" y="1538"/>
                  </a:cubicBezTo>
                  <a:cubicBezTo>
                    <a:pt x="173" y="1540"/>
                    <a:pt x="180" y="1540"/>
                    <a:pt x="186" y="1540"/>
                  </a:cubicBezTo>
                  <a:cubicBezTo>
                    <a:pt x="206" y="1540"/>
                    <a:pt x="225" y="1532"/>
                    <a:pt x="237" y="1516"/>
                  </a:cubicBezTo>
                  <a:cubicBezTo>
                    <a:pt x="259" y="1489"/>
                    <a:pt x="773" y="851"/>
                    <a:pt x="650" y="310"/>
                  </a:cubicBezTo>
                  <a:cubicBezTo>
                    <a:pt x="611" y="139"/>
                    <a:pt x="537" y="39"/>
                    <a:pt x="430" y="9"/>
                  </a:cubicBezTo>
                  <a:cubicBezTo>
                    <a:pt x="409" y="3"/>
                    <a:pt x="388" y="1"/>
                    <a:pt x="3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g332bf0ce26c_1_131"/>
            <p:cNvSpPr/>
            <p:nvPr/>
          </p:nvSpPr>
          <p:spPr>
            <a:xfrm>
              <a:off x="9662976" y="3087358"/>
              <a:ext cx="193487" cy="277755"/>
            </a:xfrm>
            <a:custGeom>
              <a:rect b="b" l="l" r="r" t="t"/>
              <a:pathLst>
                <a:path extrusionOk="0" h="6401" w="4459">
                  <a:moveTo>
                    <a:pt x="1430" y="0"/>
                  </a:moveTo>
                  <a:lnTo>
                    <a:pt x="0" y="1761"/>
                  </a:lnTo>
                  <a:cubicBezTo>
                    <a:pt x="0" y="1761"/>
                    <a:pt x="304" y="4436"/>
                    <a:pt x="351" y="4648"/>
                  </a:cubicBezTo>
                  <a:cubicBezTo>
                    <a:pt x="399" y="4858"/>
                    <a:pt x="2041" y="6244"/>
                    <a:pt x="2136" y="6314"/>
                  </a:cubicBezTo>
                  <a:cubicBezTo>
                    <a:pt x="2188" y="6354"/>
                    <a:pt x="2389" y="6401"/>
                    <a:pt x="2597" y="6401"/>
                  </a:cubicBezTo>
                  <a:cubicBezTo>
                    <a:pt x="2759" y="6401"/>
                    <a:pt x="2924" y="6372"/>
                    <a:pt x="3026" y="6290"/>
                  </a:cubicBezTo>
                  <a:cubicBezTo>
                    <a:pt x="3262" y="6103"/>
                    <a:pt x="4365" y="4507"/>
                    <a:pt x="4412" y="4366"/>
                  </a:cubicBezTo>
                  <a:cubicBezTo>
                    <a:pt x="4458" y="4225"/>
                    <a:pt x="4247" y="940"/>
                    <a:pt x="4247" y="940"/>
                  </a:cubicBezTo>
                  <a:lnTo>
                    <a:pt x="2933" y="353"/>
                  </a:lnTo>
                  <a:lnTo>
                    <a:pt x="2933" y="353"/>
                  </a:lnTo>
                  <a:cubicBezTo>
                    <a:pt x="2933" y="353"/>
                    <a:pt x="3238" y="728"/>
                    <a:pt x="3003" y="752"/>
                  </a:cubicBezTo>
                  <a:cubicBezTo>
                    <a:pt x="2999" y="752"/>
                    <a:pt x="2995" y="752"/>
                    <a:pt x="2991" y="752"/>
                  </a:cubicBezTo>
                  <a:cubicBezTo>
                    <a:pt x="2729" y="752"/>
                    <a:pt x="1430" y="0"/>
                    <a:pt x="1430" y="0"/>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g332bf0ce26c_1_131"/>
            <p:cNvSpPr/>
            <p:nvPr/>
          </p:nvSpPr>
          <p:spPr>
            <a:xfrm>
              <a:off x="9659982" y="3084494"/>
              <a:ext cx="199215" cy="283527"/>
            </a:xfrm>
            <a:custGeom>
              <a:rect b="b" l="l" r="r" t="t"/>
              <a:pathLst>
                <a:path extrusionOk="0" h="6534" w="4591">
                  <a:moveTo>
                    <a:pt x="1516" y="153"/>
                  </a:moveTo>
                  <a:cubicBezTo>
                    <a:pt x="1818" y="327"/>
                    <a:pt x="2810" y="885"/>
                    <a:pt x="3064" y="885"/>
                  </a:cubicBezTo>
                  <a:cubicBezTo>
                    <a:pt x="3069" y="885"/>
                    <a:pt x="3074" y="885"/>
                    <a:pt x="3079" y="884"/>
                  </a:cubicBezTo>
                  <a:cubicBezTo>
                    <a:pt x="3165" y="876"/>
                    <a:pt x="3201" y="831"/>
                    <a:pt x="3216" y="794"/>
                  </a:cubicBezTo>
                  <a:cubicBezTo>
                    <a:pt x="3242" y="731"/>
                    <a:pt x="3218" y="647"/>
                    <a:pt x="3182" y="572"/>
                  </a:cubicBezTo>
                  <a:lnTo>
                    <a:pt x="3182" y="572"/>
                  </a:lnTo>
                  <a:lnTo>
                    <a:pt x="4253" y="1050"/>
                  </a:lnTo>
                  <a:cubicBezTo>
                    <a:pt x="4335" y="2344"/>
                    <a:pt x="4447" y="4280"/>
                    <a:pt x="4418" y="4411"/>
                  </a:cubicBezTo>
                  <a:cubicBezTo>
                    <a:pt x="4376" y="4535"/>
                    <a:pt x="3285" y="6122"/>
                    <a:pt x="3055" y="6305"/>
                  </a:cubicBezTo>
                  <a:cubicBezTo>
                    <a:pt x="2965" y="6377"/>
                    <a:pt x="2817" y="6401"/>
                    <a:pt x="2671" y="6401"/>
                  </a:cubicBezTo>
                  <a:cubicBezTo>
                    <a:pt x="2476" y="6401"/>
                    <a:pt x="2285" y="6358"/>
                    <a:pt x="2244" y="6328"/>
                  </a:cubicBezTo>
                  <a:cubicBezTo>
                    <a:pt x="2065" y="6193"/>
                    <a:pt x="536" y="4879"/>
                    <a:pt x="485" y="4700"/>
                  </a:cubicBezTo>
                  <a:cubicBezTo>
                    <a:pt x="443" y="4506"/>
                    <a:pt x="171" y="2132"/>
                    <a:pt x="138" y="1847"/>
                  </a:cubicBezTo>
                  <a:lnTo>
                    <a:pt x="1516" y="153"/>
                  </a:lnTo>
                  <a:close/>
                  <a:moveTo>
                    <a:pt x="1500" y="0"/>
                  </a:moveTo>
                  <a:cubicBezTo>
                    <a:pt x="1480" y="0"/>
                    <a:pt x="1461" y="9"/>
                    <a:pt x="1449" y="25"/>
                  </a:cubicBezTo>
                  <a:lnTo>
                    <a:pt x="17" y="1784"/>
                  </a:lnTo>
                  <a:cubicBezTo>
                    <a:pt x="6" y="1799"/>
                    <a:pt x="0" y="1816"/>
                    <a:pt x="3" y="1834"/>
                  </a:cubicBezTo>
                  <a:cubicBezTo>
                    <a:pt x="15" y="1944"/>
                    <a:pt x="309" y="4516"/>
                    <a:pt x="355" y="4728"/>
                  </a:cubicBezTo>
                  <a:cubicBezTo>
                    <a:pt x="412" y="4984"/>
                    <a:pt x="2148" y="6420"/>
                    <a:pt x="2164" y="6433"/>
                  </a:cubicBezTo>
                  <a:cubicBezTo>
                    <a:pt x="2229" y="6481"/>
                    <a:pt x="2444" y="6533"/>
                    <a:pt x="2666" y="6533"/>
                  </a:cubicBezTo>
                  <a:cubicBezTo>
                    <a:pt x="2841" y="6533"/>
                    <a:pt x="3022" y="6501"/>
                    <a:pt x="3138" y="6408"/>
                  </a:cubicBezTo>
                  <a:cubicBezTo>
                    <a:pt x="3379" y="6215"/>
                    <a:pt x="4494" y="4603"/>
                    <a:pt x="4544" y="4453"/>
                  </a:cubicBezTo>
                  <a:cubicBezTo>
                    <a:pt x="4591" y="4312"/>
                    <a:pt x="4432" y="1775"/>
                    <a:pt x="4383" y="1001"/>
                  </a:cubicBezTo>
                  <a:cubicBezTo>
                    <a:pt x="4381" y="976"/>
                    <a:pt x="4366" y="955"/>
                    <a:pt x="4344" y="944"/>
                  </a:cubicBezTo>
                  <a:lnTo>
                    <a:pt x="3029" y="359"/>
                  </a:lnTo>
                  <a:cubicBezTo>
                    <a:pt x="3020" y="355"/>
                    <a:pt x="3011" y="353"/>
                    <a:pt x="3001" y="353"/>
                  </a:cubicBezTo>
                  <a:cubicBezTo>
                    <a:pt x="2981" y="353"/>
                    <a:pt x="2962" y="362"/>
                    <a:pt x="2950" y="379"/>
                  </a:cubicBezTo>
                  <a:cubicBezTo>
                    <a:pt x="2931" y="402"/>
                    <a:pt x="2931" y="437"/>
                    <a:pt x="2951" y="460"/>
                  </a:cubicBezTo>
                  <a:cubicBezTo>
                    <a:pt x="3041" y="572"/>
                    <a:pt x="3108" y="707"/>
                    <a:pt x="3093" y="743"/>
                  </a:cubicBezTo>
                  <a:cubicBezTo>
                    <a:pt x="3093" y="746"/>
                    <a:pt x="3085" y="749"/>
                    <a:pt x="3066" y="751"/>
                  </a:cubicBezTo>
                  <a:cubicBezTo>
                    <a:pt x="3063" y="752"/>
                    <a:pt x="3060" y="752"/>
                    <a:pt x="3057" y="752"/>
                  </a:cubicBezTo>
                  <a:cubicBezTo>
                    <a:pt x="2874" y="752"/>
                    <a:pt x="2035" y="299"/>
                    <a:pt x="1534" y="10"/>
                  </a:cubicBezTo>
                  <a:cubicBezTo>
                    <a:pt x="1523" y="3"/>
                    <a:pt x="1511" y="0"/>
                    <a:pt x="15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g332bf0ce26c_1_131"/>
            <p:cNvSpPr/>
            <p:nvPr/>
          </p:nvSpPr>
          <p:spPr>
            <a:xfrm>
              <a:off x="9694305" y="3147283"/>
              <a:ext cx="51420" cy="18355"/>
            </a:xfrm>
            <a:custGeom>
              <a:rect b="b" l="l" r="r" t="t"/>
              <a:pathLst>
                <a:path extrusionOk="0" h="423" w="1185">
                  <a:moveTo>
                    <a:pt x="708" y="0"/>
                  </a:moveTo>
                  <a:cubicBezTo>
                    <a:pt x="494" y="0"/>
                    <a:pt x="237" y="66"/>
                    <a:pt x="25" y="314"/>
                  </a:cubicBezTo>
                  <a:cubicBezTo>
                    <a:pt x="1" y="341"/>
                    <a:pt x="4" y="383"/>
                    <a:pt x="33" y="407"/>
                  </a:cubicBezTo>
                  <a:cubicBezTo>
                    <a:pt x="45" y="418"/>
                    <a:pt x="60" y="423"/>
                    <a:pt x="75" y="423"/>
                  </a:cubicBezTo>
                  <a:cubicBezTo>
                    <a:pt x="94" y="423"/>
                    <a:pt x="113" y="415"/>
                    <a:pt x="126" y="400"/>
                  </a:cubicBezTo>
                  <a:cubicBezTo>
                    <a:pt x="308" y="187"/>
                    <a:pt x="527" y="130"/>
                    <a:pt x="709" y="130"/>
                  </a:cubicBezTo>
                  <a:cubicBezTo>
                    <a:pt x="911" y="130"/>
                    <a:pt x="1068" y="200"/>
                    <a:pt x="1080" y="206"/>
                  </a:cubicBezTo>
                  <a:cubicBezTo>
                    <a:pt x="1089" y="210"/>
                    <a:pt x="1098" y="212"/>
                    <a:pt x="1108" y="212"/>
                  </a:cubicBezTo>
                  <a:cubicBezTo>
                    <a:pt x="1133" y="212"/>
                    <a:pt x="1157" y="197"/>
                    <a:pt x="1169" y="173"/>
                  </a:cubicBezTo>
                  <a:cubicBezTo>
                    <a:pt x="1184" y="140"/>
                    <a:pt x="1170" y="101"/>
                    <a:pt x="1136" y="85"/>
                  </a:cubicBezTo>
                  <a:cubicBezTo>
                    <a:pt x="1132" y="83"/>
                    <a:pt x="948" y="0"/>
                    <a:pt x="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g332bf0ce26c_1_131"/>
            <p:cNvSpPr/>
            <p:nvPr/>
          </p:nvSpPr>
          <p:spPr>
            <a:xfrm>
              <a:off x="9774841" y="3143985"/>
              <a:ext cx="50162" cy="15535"/>
            </a:xfrm>
            <a:custGeom>
              <a:rect b="b" l="l" r="r" t="t"/>
              <a:pathLst>
                <a:path extrusionOk="0" h="358" w="1156">
                  <a:moveTo>
                    <a:pt x="580" y="0"/>
                  </a:moveTo>
                  <a:cubicBezTo>
                    <a:pt x="264" y="0"/>
                    <a:pt x="32" y="217"/>
                    <a:pt x="28" y="221"/>
                  </a:cubicBezTo>
                  <a:cubicBezTo>
                    <a:pt x="1" y="245"/>
                    <a:pt x="0" y="287"/>
                    <a:pt x="26" y="314"/>
                  </a:cubicBezTo>
                  <a:cubicBezTo>
                    <a:pt x="39" y="327"/>
                    <a:pt x="56" y="334"/>
                    <a:pt x="74" y="334"/>
                  </a:cubicBezTo>
                  <a:cubicBezTo>
                    <a:pt x="90" y="334"/>
                    <a:pt x="106" y="328"/>
                    <a:pt x="120" y="316"/>
                  </a:cubicBezTo>
                  <a:cubicBezTo>
                    <a:pt x="131" y="305"/>
                    <a:pt x="317" y="133"/>
                    <a:pt x="574" y="133"/>
                  </a:cubicBezTo>
                  <a:cubicBezTo>
                    <a:pt x="713" y="133"/>
                    <a:pt x="874" y="184"/>
                    <a:pt x="1038" y="340"/>
                  </a:cubicBezTo>
                  <a:cubicBezTo>
                    <a:pt x="1049" y="352"/>
                    <a:pt x="1066" y="358"/>
                    <a:pt x="1083" y="358"/>
                  </a:cubicBezTo>
                  <a:cubicBezTo>
                    <a:pt x="1100" y="358"/>
                    <a:pt x="1118" y="351"/>
                    <a:pt x="1131" y="338"/>
                  </a:cubicBezTo>
                  <a:cubicBezTo>
                    <a:pt x="1156" y="310"/>
                    <a:pt x="1156" y="269"/>
                    <a:pt x="1129" y="243"/>
                  </a:cubicBezTo>
                  <a:cubicBezTo>
                    <a:pt x="937" y="60"/>
                    <a:pt x="747" y="0"/>
                    <a:pt x="5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g332bf0ce26c_1_131"/>
            <p:cNvSpPr/>
            <p:nvPr/>
          </p:nvSpPr>
          <p:spPr>
            <a:xfrm>
              <a:off x="9751323" y="3163902"/>
              <a:ext cx="42264" cy="79191"/>
            </a:xfrm>
            <a:custGeom>
              <a:rect b="b" l="l" r="r" t="t"/>
              <a:pathLst>
                <a:path extrusionOk="0" h="1825" w="974">
                  <a:moveTo>
                    <a:pt x="594" y="0"/>
                  </a:moveTo>
                  <a:cubicBezTo>
                    <a:pt x="592" y="0"/>
                    <a:pt x="591" y="0"/>
                    <a:pt x="589" y="0"/>
                  </a:cubicBezTo>
                  <a:cubicBezTo>
                    <a:pt x="553" y="3"/>
                    <a:pt x="524" y="34"/>
                    <a:pt x="525" y="70"/>
                  </a:cubicBezTo>
                  <a:cubicBezTo>
                    <a:pt x="530" y="167"/>
                    <a:pt x="574" y="1018"/>
                    <a:pt x="598" y="1136"/>
                  </a:cubicBezTo>
                  <a:cubicBezTo>
                    <a:pt x="608" y="1192"/>
                    <a:pt x="647" y="1234"/>
                    <a:pt x="684" y="1277"/>
                  </a:cubicBezTo>
                  <a:cubicBezTo>
                    <a:pt x="762" y="1363"/>
                    <a:pt x="793" y="1406"/>
                    <a:pt x="706" y="1502"/>
                  </a:cubicBezTo>
                  <a:cubicBezTo>
                    <a:pt x="605" y="1616"/>
                    <a:pt x="447" y="1692"/>
                    <a:pt x="318" y="1692"/>
                  </a:cubicBezTo>
                  <a:cubicBezTo>
                    <a:pt x="311" y="1692"/>
                    <a:pt x="303" y="1692"/>
                    <a:pt x="296" y="1691"/>
                  </a:cubicBezTo>
                  <a:cubicBezTo>
                    <a:pt x="223" y="1686"/>
                    <a:pt x="167" y="1657"/>
                    <a:pt x="131" y="1602"/>
                  </a:cubicBezTo>
                  <a:cubicBezTo>
                    <a:pt x="118" y="1584"/>
                    <a:pt x="97" y="1574"/>
                    <a:pt x="75" y="1574"/>
                  </a:cubicBezTo>
                  <a:cubicBezTo>
                    <a:pt x="63" y="1574"/>
                    <a:pt x="50" y="1577"/>
                    <a:pt x="39" y="1585"/>
                  </a:cubicBezTo>
                  <a:cubicBezTo>
                    <a:pt x="8" y="1605"/>
                    <a:pt x="0" y="1646"/>
                    <a:pt x="20" y="1677"/>
                  </a:cubicBezTo>
                  <a:cubicBezTo>
                    <a:pt x="79" y="1766"/>
                    <a:pt x="172" y="1817"/>
                    <a:pt x="286" y="1824"/>
                  </a:cubicBezTo>
                  <a:cubicBezTo>
                    <a:pt x="297" y="1825"/>
                    <a:pt x="307" y="1825"/>
                    <a:pt x="317" y="1825"/>
                  </a:cubicBezTo>
                  <a:cubicBezTo>
                    <a:pt x="486" y="1825"/>
                    <a:pt x="678" y="1734"/>
                    <a:pt x="806" y="1591"/>
                  </a:cubicBezTo>
                  <a:cubicBezTo>
                    <a:pt x="974" y="1401"/>
                    <a:pt x="854" y="1268"/>
                    <a:pt x="783" y="1188"/>
                  </a:cubicBezTo>
                  <a:cubicBezTo>
                    <a:pt x="759" y="1161"/>
                    <a:pt x="731" y="1130"/>
                    <a:pt x="728" y="1110"/>
                  </a:cubicBezTo>
                  <a:cubicBezTo>
                    <a:pt x="709" y="1018"/>
                    <a:pt x="671" y="323"/>
                    <a:pt x="658" y="64"/>
                  </a:cubicBezTo>
                  <a:cubicBezTo>
                    <a:pt x="657" y="29"/>
                    <a:pt x="629" y="0"/>
                    <a:pt x="5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g332bf0ce26c_1_131"/>
            <p:cNvSpPr/>
            <p:nvPr/>
          </p:nvSpPr>
          <p:spPr>
            <a:xfrm>
              <a:off x="9721903" y="3245393"/>
              <a:ext cx="90994" cy="31546"/>
            </a:xfrm>
            <a:custGeom>
              <a:rect b="b" l="l" r="r" t="t"/>
              <a:pathLst>
                <a:path extrusionOk="0" h="727" w="2097">
                  <a:moveTo>
                    <a:pt x="2021" y="0"/>
                  </a:moveTo>
                  <a:cubicBezTo>
                    <a:pt x="2000" y="0"/>
                    <a:pt x="1981" y="10"/>
                    <a:pt x="1968" y="27"/>
                  </a:cubicBezTo>
                  <a:cubicBezTo>
                    <a:pt x="1964" y="32"/>
                    <a:pt x="1603" y="522"/>
                    <a:pt x="1097" y="588"/>
                  </a:cubicBezTo>
                  <a:cubicBezTo>
                    <a:pt x="1066" y="592"/>
                    <a:pt x="1035" y="594"/>
                    <a:pt x="1004" y="594"/>
                  </a:cubicBezTo>
                  <a:cubicBezTo>
                    <a:pt x="540" y="594"/>
                    <a:pt x="125" y="167"/>
                    <a:pt x="121" y="161"/>
                  </a:cubicBezTo>
                  <a:cubicBezTo>
                    <a:pt x="108" y="148"/>
                    <a:pt x="91" y="141"/>
                    <a:pt x="73" y="141"/>
                  </a:cubicBezTo>
                  <a:cubicBezTo>
                    <a:pt x="57" y="141"/>
                    <a:pt x="40" y="147"/>
                    <a:pt x="27" y="160"/>
                  </a:cubicBezTo>
                  <a:cubicBezTo>
                    <a:pt x="1" y="185"/>
                    <a:pt x="0" y="227"/>
                    <a:pt x="25" y="253"/>
                  </a:cubicBezTo>
                  <a:cubicBezTo>
                    <a:pt x="45" y="275"/>
                    <a:pt x="483" y="727"/>
                    <a:pt x="1002" y="727"/>
                  </a:cubicBezTo>
                  <a:cubicBezTo>
                    <a:pt x="1039" y="727"/>
                    <a:pt x="1077" y="724"/>
                    <a:pt x="1115" y="719"/>
                  </a:cubicBezTo>
                  <a:cubicBezTo>
                    <a:pt x="1677" y="646"/>
                    <a:pt x="2059" y="128"/>
                    <a:pt x="2075" y="105"/>
                  </a:cubicBezTo>
                  <a:cubicBezTo>
                    <a:pt x="2097" y="76"/>
                    <a:pt x="2090" y="34"/>
                    <a:pt x="2060" y="13"/>
                  </a:cubicBezTo>
                  <a:cubicBezTo>
                    <a:pt x="2048" y="5"/>
                    <a:pt x="2034" y="0"/>
                    <a:pt x="20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g332bf0ce26c_1_131"/>
            <p:cNvSpPr/>
            <p:nvPr/>
          </p:nvSpPr>
          <p:spPr>
            <a:xfrm>
              <a:off x="9714873" y="3178005"/>
              <a:ext cx="14320" cy="22434"/>
            </a:xfrm>
            <a:custGeom>
              <a:rect b="b" l="l" r="r" t="t"/>
              <a:pathLst>
                <a:path extrusionOk="0" h="517" w="330">
                  <a:moveTo>
                    <a:pt x="165" y="1"/>
                  </a:moveTo>
                  <a:cubicBezTo>
                    <a:pt x="74" y="1"/>
                    <a:pt x="0" y="116"/>
                    <a:pt x="0" y="259"/>
                  </a:cubicBezTo>
                  <a:cubicBezTo>
                    <a:pt x="0" y="401"/>
                    <a:pt x="74" y="517"/>
                    <a:pt x="165" y="517"/>
                  </a:cubicBezTo>
                  <a:cubicBezTo>
                    <a:pt x="256" y="517"/>
                    <a:pt x="329" y="401"/>
                    <a:pt x="329" y="259"/>
                  </a:cubicBezTo>
                  <a:cubicBezTo>
                    <a:pt x="329" y="116"/>
                    <a:pt x="256" y="1"/>
                    <a:pt x="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g332bf0ce26c_1_131"/>
            <p:cNvSpPr/>
            <p:nvPr/>
          </p:nvSpPr>
          <p:spPr>
            <a:xfrm>
              <a:off x="9799401" y="3178005"/>
              <a:ext cx="14320" cy="22434"/>
            </a:xfrm>
            <a:custGeom>
              <a:rect b="b" l="l" r="r" t="t"/>
              <a:pathLst>
                <a:path extrusionOk="0" h="517" w="330">
                  <a:moveTo>
                    <a:pt x="165" y="1"/>
                  </a:moveTo>
                  <a:cubicBezTo>
                    <a:pt x="74" y="1"/>
                    <a:pt x="1" y="116"/>
                    <a:pt x="1" y="259"/>
                  </a:cubicBezTo>
                  <a:cubicBezTo>
                    <a:pt x="1" y="401"/>
                    <a:pt x="74" y="517"/>
                    <a:pt x="165" y="517"/>
                  </a:cubicBezTo>
                  <a:cubicBezTo>
                    <a:pt x="255" y="517"/>
                    <a:pt x="330" y="401"/>
                    <a:pt x="330" y="259"/>
                  </a:cubicBezTo>
                  <a:cubicBezTo>
                    <a:pt x="330" y="116"/>
                    <a:pt x="255" y="1"/>
                    <a:pt x="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g332bf0ce26c_1_131"/>
            <p:cNvSpPr/>
            <p:nvPr/>
          </p:nvSpPr>
          <p:spPr>
            <a:xfrm>
              <a:off x="9415467" y="3392883"/>
              <a:ext cx="285219" cy="770000"/>
            </a:xfrm>
            <a:custGeom>
              <a:rect b="b" l="l" r="r" t="t"/>
              <a:pathLst>
                <a:path extrusionOk="0" h="17745" w="6573">
                  <a:moveTo>
                    <a:pt x="6384" y="0"/>
                  </a:moveTo>
                  <a:cubicBezTo>
                    <a:pt x="6384" y="0"/>
                    <a:pt x="2512" y="1503"/>
                    <a:pt x="2371" y="1550"/>
                  </a:cubicBezTo>
                  <a:cubicBezTo>
                    <a:pt x="2230" y="1596"/>
                    <a:pt x="0" y="9811"/>
                    <a:pt x="0" y="9811"/>
                  </a:cubicBezTo>
                  <a:lnTo>
                    <a:pt x="2676" y="11829"/>
                  </a:lnTo>
                  <a:cubicBezTo>
                    <a:pt x="2676" y="11829"/>
                    <a:pt x="2136" y="15209"/>
                    <a:pt x="2136" y="15350"/>
                  </a:cubicBezTo>
                  <a:cubicBezTo>
                    <a:pt x="2136" y="15489"/>
                    <a:pt x="5976" y="17744"/>
                    <a:pt x="6304" y="17744"/>
                  </a:cubicBezTo>
                  <a:cubicBezTo>
                    <a:pt x="6308" y="17744"/>
                    <a:pt x="6311" y="17744"/>
                    <a:pt x="6313" y="17744"/>
                  </a:cubicBezTo>
                  <a:cubicBezTo>
                    <a:pt x="6572" y="17697"/>
                    <a:pt x="6572" y="17509"/>
                    <a:pt x="6572" y="17438"/>
                  </a:cubicBezTo>
                  <a:cubicBezTo>
                    <a:pt x="6572" y="17368"/>
                    <a:pt x="6384" y="0"/>
                    <a:pt x="638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g332bf0ce26c_1_131"/>
            <p:cNvSpPr/>
            <p:nvPr/>
          </p:nvSpPr>
          <p:spPr>
            <a:xfrm>
              <a:off x="9412386" y="3389976"/>
              <a:ext cx="291164" cy="775728"/>
            </a:xfrm>
            <a:custGeom>
              <a:rect b="b" l="l" r="r" t="t"/>
              <a:pathLst>
                <a:path extrusionOk="0" h="17877" w="6710">
                  <a:moveTo>
                    <a:pt x="6390" y="164"/>
                  </a:moveTo>
                  <a:cubicBezTo>
                    <a:pt x="6404" y="1556"/>
                    <a:pt x="6576" y="17426"/>
                    <a:pt x="6576" y="17505"/>
                  </a:cubicBezTo>
                  <a:cubicBezTo>
                    <a:pt x="6576" y="17576"/>
                    <a:pt x="6576" y="17709"/>
                    <a:pt x="6376" y="17745"/>
                  </a:cubicBezTo>
                  <a:lnTo>
                    <a:pt x="6375" y="17745"/>
                  </a:lnTo>
                  <a:cubicBezTo>
                    <a:pt x="6126" y="17745"/>
                    <a:pt x="2533" y="15688"/>
                    <a:pt x="2274" y="15400"/>
                  </a:cubicBezTo>
                  <a:cubicBezTo>
                    <a:pt x="2295" y="15177"/>
                    <a:pt x="2603" y="13215"/>
                    <a:pt x="2812" y="11907"/>
                  </a:cubicBezTo>
                  <a:cubicBezTo>
                    <a:pt x="2816" y="11883"/>
                    <a:pt x="2807" y="11858"/>
                    <a:pt x="2786" y="11843"/>
                  </a:cubicBezTo>
                  <a:lnTo>
                    <a:pt x="147" y="9852"/>
                  </a:lnTo>
                  <a:cubicBezTo>
                    <a:pt x="1005" y="6696"/>
                    <a:pt x="2312" y="1991"/>
                    <a:pt x="2482" y="1673"/>
                  </a:cubicBezTo>
                  <a:cubicBezTo>
                    <a:pt x="2781" y="1564"/>
                    <a:pt x="5813" y="388"/>
                    <a:pt x="6390" y="164"/>
                  </a:cubicBezTo>
                  <a:close/>
                  <a:moveTo>
                    <a:pt x="6456" y="1"/>
                  </a:moveTo>
                  <a:cubicBezTo>
                    <a:pt x="6448" y="1"/>
                    <a:pt x="6439" y="2"/>
                    <a:pt x="6432" y="6"/>
                  </a:cubicBezTo>
                  <a:cubicBezTo>
                    <a:pt x="6393" y="21"/>
                    <a:pt x="2558" y="1507"/>
                    <a:pt x="2421" y="1553"/>
                  </a:cubicBezTo>
                  <a:cubicBezTo>
                    <a:pt x="2377" y="1567"/>
                    <a:pt x="2246" y="1611"/>
                    <a:pt x="7" y="9861"/>
                  </a:cubicBezTo>
                  <a:cubicBezTo>
                    <a:pt x="0" y="9887"/>
                    <a:pt x="10" y="9914"/>
                    <a:pt x="31" y="9931"/>
                  </a:cubicBezTo>
                  <a:lnTo>
                    <a:pt x="2675" y="11926"/>
                  </a:lnTo>
                  <a:cubicBezTo>
                    <a:pt x="2596" y="12417"/>
                    <a:pt x="2140" y="15280"/>
                    <a:pt x="2140" y="15417"/>
                  </a:cubicBezTo>
                  <a:cubicBezTo>
                    <a:pt x="2140" y="15455"/>
                    <a:pt x="2167" y="15483"/>
                    <a:pt x="2215" y="15524"/>
                  </a:cubicBezTo>
                  <a:cubicBezTo>
                    <a:pt x="2652" y="15888"/>
                    <a:pt x="6019" y="17877"/>
                    <a:pt x="6384" y="17877"/>
                  </a:cubicBezTo>
                  <a:cubicBezTo>
                    <a:pt x="6389" y="17877"/>
                    <a:pt x="6393" y="17877"/>
                    <a:pt x="6396" y="17876"/>
                  </a:cubicBezTo>
                  <a:cubicBezTo>
                    <a:pt x="6604" y="17839"/>
                    <a:pt x="6710" y="17713"/>
                    <a:pt x="6710" y="17505"/>
                  </a:cubicBezTo>
                  <a:cubicBezTo>
                    <a:pt x="6710" y="17435"/>
                    <a:pt x="6529" y="776"/>
                    <a:pt x="6522" y="67"/>
                  </a:cubicBezTo>
                  <a:cubicBezTo>
                    <a:pt x="6522" y="45"/>
                    <a:pt x="6511" y="25"/>
                    <a:pt x="6492" y="13"/>
                  </a:cubicBezTo>
                  <a:cubicBezTo>
                    <a:pt x="6481" y="5"/>
                    <a:pt x="6469" y="1"/>
                    <a:pt x="64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g332bf0ce26c_1_131"/>
            <p:cNvSpPr/>
            <p:nvPr/>
          </p:nvSpPr>
          <p:spPr>
            <a:xfrm>
              <a:off x="9438726" y="3778510"/>
              <a:ext cx="108264" cy="45432"/>
            </a:xfrm>
            <a:custGeom>
              <a:rect b="b" l="l" r="r" t="t"/>
              <a:pathLst>
                <a:path extrusionOk="0" h="1047" w="2495">
                  <a:moveTo>
                    <a:pt x="1135" y="0"/>
                  </a:moveTo>
                  <a:cubicBezTo>
                    <a:pt x="1126" y="0"/>
                    <a:pt x="1117" y="1"/>
                    <a:pt x="1109" y="2"/>
                  </a:cubicBezTo>
                  <a:cubicBezTo>
                    <a:pt x="802" y="46"/>
                    <a:pt x="84" y="298"/>
                    <a:pt x="53" y="308"/>
                  </a:cubicBezTo>
                  <a:cubicBezTo>
                    <a:pt x="19" y="321"/>
                    <a:pt x="0" y="359"/>
                    <a:pt x="13" y="394"/>
                  </a:cubicBezTo>
                  <a:cubicBezTo>
                    <a:pt x="22" y="421"/>
                    <a:pt x="48" y="438"/>
                    <a:pt x="75" y="438"/>
                  </a:cubicBezTo>
                  <a:cubicBezTo>
                    <a:pt x="82" y="438"/>
                    <a:pt x="90" y="437"/>
                    <a:pt x="97" y="434"/>
                  </a:cubicBezTo>
                  <a:cubicBezTo>
                    <a:pt x="105" y="431"/>
                    <a:pt x="833" y="176"/>
                    <a:pt x="1128" y="133"/>
                  </a:cubicBezTo>
                  <a:cubicBezTo>
                    <a:pt x="1132" y="133"/>
                    <a:pt x="1136" y="133"/>
                    <a:pt x="1141" y="133"/>
                  </a:cubicBezTo>
                  <a:cubicBezTo>
                    <a:pt x="1356" y="133"/>
                    <a:pt x="2006" y="674"/>
                    <a:pt x="2376" y="1028"/>
                  </a:cubicBezTo>
                  <a:cubicBezTo>
                    <a:pt x="2388" y="1041"/>
                    <a:pt x="2404" y="1047"/>
                    <a:pt x="2421" y="1047"/>
                  </a:cubicBezTo>
                  <a:cubicBezTo>
                    <a:pt x="2439" y="1047"/>
                    <a:pt x="2456" y="1040"/>
                    <a:pt x="2469" y="1025"/>
                  </a:cubicBezTo>
                  <a:cubicBezTo>
                    <a:pt x="2494" y="999"/>
                    <a:pt x="2494" y="957"/>
                    <a:pt x="2467" y="932"/>
                  </a:cubicBezTo>
                  <a:cubicBezTo>
                    <a:pt x="2301" y="773"/>
                    <a:pt x="1472" y="0"/>
                    <a:pt x="11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g332bf0ce26c_1_131"/>
            <p:cNvSpPr/>
            <p:nvPr/>
          </p:nvSpPr>
          <p:spPr>
            <a:xfrm>
              <a:off x="9484200" y="3754080"/>
              <a:ext cx="59144" cy="34020"/>
            </a:xfrm>
            <a:custGeom>
              <a:rect b="b" l="l" r="r" t="t"/>
              <a:pathLst>
                <a:path extrusionOk="0" h="784" w="1363">
                  <a:moveTo>
                    <a:pt x="69" y="0"/>
                  </a:moveTo>
                  <a:cubicBezTo>
                    <a:pt x="34" y="0"/>
                    <a:pt x="7" y="26"/>
                    <a:pt x="4" y="59"/>
                  </a:cubicBezTo>
                  <a:cubicBezTo>
                    <a:pt x="0" y="95"/>
                    <a:pt x="26" y="128"/>
                    <a:pt x="63" y="132"/>
                  </a:cubicBezTo>
                  <a:cubicBezTo>
                    <a:pt x="71" y="133"/>
                    <a:pt x="863" y="223"/>
                    <a:pt x="1232" y="756"/>
                  </a:cubicBezTo>
                  <a:cubicBezTo>
                    <a:pt x="1245" y="774"/>
                    <a:pt x="1265" y="784"/>
                    <a:pt x="1286" y="784"/>
                  </a:cubicBezTo>
                  <a:cubicBezTo>
                    <a:pt x="1299" y="784"/>
                    <a:pt x="1312" y="780"/>
                    <a:pt x="1324" y="772"/>
                  </a:cubicBezTo>
                  <a:cubicBezTo>
                    <a:pt x="1354" y="752"/>
                    <a:pt x="1362" y="711"/>
                    <a:pt x="1341" y="680"/>
                  </a:cubicBezTo>
                  <a:cubicBezTo>
                    <a:pt x="937" y="97"/>
                    <a:pt x="112" y="4"/>
                    <a:pt x="77" y="1"/>
                  </a:cubicBezTo>
                  <a:cubicBezTo>
                    <a:pt x="74" y="0"/>
                    <a:pt x="71"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g332bf0ce26c_1_131"/>
            <p:cNvSpPr/>
            <p:nvPr/>
          </p:nvSpPr>
          <p:spPr>
            <a:xfrm>
              <a:off x="9548898" y="3923484"/>
              <a:ext cx="47862" cy="81535"/>
            </a:xfrm>
            <a:custGeom>
              <a:rect b="b" l="l" r="r" t="t"/>
              <a:pathLst>
                <a:path extrusionOk="0" h="1879" w="1103">
                  <a:moveTo>
                    <a:pt x="516" y="1"/>
                  </a:moveTo>
                  <a:lnTo>
                    <a:pt x="0" y="1362"/>
                  </a:lnTo>
                  <a:lnTo>
                    <a:pt x="399" y="1879"/>
                  </a:lnTo>
                  <a:lnTo>
                    <a:pt x="1103" y="283"/>
                  </a:lnTo>
                  <a:lnTo>
                    <a:pt x="516" y="1"/>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g332bf0ce26c_1_131"/>
            <p:cNvSpPr/>
            <p:nvPr/>
          </p:nvSpPr>
          <p:spPr>
            <a:xfrm>
              <a:off x="9545861" y="3920576"/>
              <a:ext cx="54197" cy="87306"/>
            </a:xfrm>
            <a:custGeom>
              <a:rect b="b" l="l" r="r" t="t"/>
              <a:pathLst>
                <a:path extrusionOk="0" h="2012" w="1249">
                  <a:moveTo>
                    <a:pt x="623" y="159"/>
                  </a:moveTo>
                  <a:lnTo>
                    <a:pt x="1086" y="382"/>
                  </a:lnTo>
                  <a:lnTo>
                    <a:pt x="453" y="1817"/>
                  </a:lnTo>
                  <a:lnTo>
                    <a:pt x="145" y="1418"/>
                  </a:lnTo>
                  <a:lnTo>
                    <a:pt x="623" y="159"/>
                  </a:lnTo>
                  <a:close/>
                  <a:moveTo>
                    <a:pt x="586" y="1"/>
                  </a:moveTo>
                  <a:cubicBezTo>
                    <a:pt x="578" y="1"/>
                    <a:pt x="570" y="2"/>
                    <a:pt x="562" y="5"/>
                  </a:cubicBezTo>
                  <a:cubicBezTo>
                    <a:pt x="545" y="12"/>
                    <a:pt x="530" y="27"/>
                    <a:pt x="524" y="43"/>
                  </a:cubicBezTo>
                  <a:lnTo>
                    <a:pt x="7" y="1405"/>
                  </a:lnTo>
                  <a:cubicBezTo>
                    <a:pt x="0" y="1426"/>
                    <a:pt x="4" y="1451"/>
                    <a:pt x="18" y="1469"/>
                  </a:cubicBezTo>
                  <a:lnTo>
                    <a:pt x="417" y="1986"/>
                  </a:lnTo>
                  <a:cubicBezTo>
                    <a:pt x="429" y="2002"/>
                    <a:pt x="449" y="2012"/>
                    <a:pt x="469" y="2012"/>
                  </a:cubicBezTo>
                  <a:cubicBezTo>
                    <a:pt x="471" y="2012"/>
                    <a:pt x="475" y="2012"/>
                    <a:pt x="477" y="2011"/>
                  </a:cubicBezTo>
                  <a:cubicBezTo>
                    <a:pt x="501" y="2008"/>
                    <a:pt x="521" y="1993"/>
                    <a:pt x="530" y="1972"/>
                  </a:cubicBezTo>
                  <a:lnTo>
                    <a:pt x="1234" y="376"/>
                  </a:lnTo>
                  <a:cubicBezTo>
                    <a:pt x="1249" y="342"/>
                    <a:pt x="1234" y="305"/>
                    <a:pt x="1202" y="289"/>
                  </a:cubicBezTo>
                  <a:lnTo>
                    <a:pt x="616" y="8"/>
                  </a:lnTo>
                  <a:cubicBezTo>
                    <a:pt x="606" y="3"/>
                    <a:pt x="596" y="1"/>
                    <a:pt x="5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g332bf0ce26c_1_131"/>
            <p:cNvSpPr/>
            <p:nvPr/>
          </p:nvSpPr>
          <p:spPr>
            <a:xfrm>
              <a:off x="9393077" y="3783977"/>
              <a:ext cx="193531" cy="222083"/>
            </a:xfrm>
            <a:custGeom>
              <a:rect b="b" l="l" r="r" t="t"/>
              <a:pathLst>
                <a:path extrusionOk="0" h="5118" w="4460">
                  <a:moveTo>
                    <a:pt x="798" y="0"/>
                  </a:moveTo>
                  <a:cubicBezTo>
                    <a:pt x="798" y="0"/>
                    <a:pt x="0" y="2042"/>
                    <a:pt x="23" y="2136"/>
                  </a:cubicBezTo>
                  <a:cubicBezTo>
                    <a:pt x="46" y="2228"/>
                    <a:pt x="3278" y="5117"/>
                    <a:pt x="3513" y="5117"/>
                  </a:cubicBezTo>
                  <a:cubicBezTo>
                    <a:pt x="3516" y="5117"/>
                    <a:pt x="3518" y="5117"/>
                    <a:pt x="3520" y="5116"/>
                  </a:cubicBezTo>
                  <a:cubicBezTo>
                    <a:pt x="3685" y="5046"/>
                    <a:pt x="4412" y="3121"/>
                    <a:pt x="4436" y="3028"/>
                  </a:cubicBezTo>
                  <a:cubicBezTo>
                    <a:pt x="4460" y="2933"/>
                    <a:pt x="2793" y="563"/>
                    <a:pt x="2793" y="563"/>
                  </a:cubicBezTo>
                  <a:lnTo>
                    <a:pt x="79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g332bf0ce26c_1_131"/>
            <p:cNvSpPr/>
            <p:nvPr/>
          </p:nvSpPr>
          <p:spPr>
            <a:xfrm>
              <a:off x="9390473" y="3781070"/>
              <a:ext cx="199215" cy="227897"/>
            </a:xfrm>
            <a:custGeom>
              <a:rect b="b" l="l" r="r" t="t"/>
              <a:pathLst>
                <a:path extrusionOk="0" h="5252" w="4591">
                  <a:moveTo>
                    <a:pt x="857" y="1"/>
                  </a:moveTo>
                  <a:cubicBezTo>
                    <a:pt x="831" y="1"/>
                    <a:pt x="806" y="16"/>
                    <a:pt x="796" y="42"/>
                  </a:cubicBezTo>
                  <a:cubicBezTo>
                    <a:pt x="261" y="1411"/>
                    <a:pt x="0" y="2142"/>
                    <a:pt x="19" y="2219"/>
                  </a:cubicBezTo>
                  <a:cubicBezTo>
                    <a:pt x="64" y="2397"/>
                    <a:pt x="3119" y="5041"/>
                    <a:pt x="3497" y="5228"/>
                  </a:cubicBezTo>
                  <a:cubicBezTo>
                    <a:pt x="3521" y="5240"/>
                    <a:pt x="3547" y="5252"/>
                    <a:pt x="3574" y="5252"/>
                  </a:cubicBezTo>
                  <a:cubicBezTo>
                    <a:pt x="3585" y="5252"/>
                    <a:pt x="3596" y="5249"/>
                    <a:pt x="3606" y="5245"/>
                  </a:cubicBezTo>
                  <a:cubicBezTo>
                    <a:pt x="3819" y="5153"/>
                    <a:pt x="4555" y="3130"/>
                    <a:pt x="4560" y="3111"/>
                  </a:cubicBezTo>
                  <a:cubicBezTo>
                    <a:pt x="4569" y="3074"/>
                    <a:pt x="4591" y="2988"/>
                    <a:pt x="2907" y="593"/>
                  </a:cubicBezTo>
                  <a:cubicBezTo>
                    <a:pt x="2894" y="574"/>
                    <a:pt x="2873" y="564"/>
                    <a:pt x="2852" y="564"/>
                  </a:cubicBezTo>
                  <a:cubicBezTo>
                    <a:pt x="2839" y="564"/>
                    <a:pt x="2826" y="568"/>
                    <a:pt x="2815" y="576"/>
                  </a:cubicBezTo>
                  <a:cubicBezTo>
                    <a:pt x="2785" y="597"/>
                    <a:pt x="2778" y="639"/>
                    <a:pt x="2798" y="668"/>
                  </a:cubicBezTo>
                  <a:cubicBezTo>
                    <a:pt x="3398" y="1521"/>
                    <a:pt x="4355" y="2913"/>
                    <a:pt x="4427" y="3092"/>
                  </a:cubicBezTo>
                  <a:cubicBezTo>
                    <a:pt x="4357" y="3329"/>
                    <a:pt x="3716" y="4954"/>
                    <a:pt x="3564" y="5114"/>
                  </a:cubicBezTo>
                  <a:cubicBezTo>
                    <a:pt x="3224" y="4981"/>
                    <a:pt x="379" y="2461"/>
                    <a:pt x="151" y="2185"/>
                  </a:cubicBezTo>
                  <a:cubicBezTo>
                    <a:pt x="185" y="2006"/>
                    <a:pt x="634" y="821"/>
                    <a:pt x="919" y="91"/>
                  </a:cubicBezTo>
                  <a:cubicBezTo>
                    <a:pt x="933" y="57"/>
                    <a:pt x="917" y="19"/>
                    <a:pt x="883" y="6"/>
                  </a:cubicBezTo>
                  <a:cubicBezTo>
                    <a:pt x="874" y="2"/>
                    <a:pt x="866" y="1"/>
                    <a:pt x="8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g332bf0ce26c_1_131"/>
            <p:cNvSpPr/>
            <p:nvPr/>
          </p:nvSpPr>
          <p:spPr>
            <a:xfrm>
              <a:off x="9546989" y="3607935"/>
              <a:ext cx="14016" cy="252284"/>
            </a:xfrm>
            <a:custGeom>
              <a:rect b="b" l="l" r="r" t="t"/>
              <a:pathLst>
                <a:path extrusionOk="0" h="5814" w="323">
                  <a:moveTo>
                    <a:pt x="257" y="0"/>
                  </a:moveTo>
                  <a:cubicBezTo>
                    <a:pt x="214" y="3"/>
                    <a:pt x="190" y="29"/>
                    <a:pt x="188" y="65"/>
                  </a:cubicBezTo>
                  <a:lnTo>
                    <a:pt x="2" y="5744"/>
                  </a:lnTo>
                  <a:cubicBezTo>
                    <a:pt x="0" y="5781"/>
                    <a:pt x="29" y="5812"/>
                    <a:pt x="65" y="5813"/>
                  </a:cubicBezTo>
                  <a:lnTo>
                    <a:pt x="68" y="5813"/>
                  </a:lnTo>
                  <a:cubicBezTo>
                    <a:pt x="103" y="5813"/>
                    <a:pt x="133" y="5785"/>
                    <a:pt x="134" y="5749"/>
                  </a:cubicBezTo>
                  <a:lnTo>
                    <a:pt x="321" y="69"/>
                  </a:lnTo>
                  <a:cubicBezTo>
                    <a:pt x="322" y="32"/>
                    <a:pt x="294" y="2"/>
                    <a:pt x="2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g332bf0ce26c_1_131"/>
            <p:cNvSpPr/>
            <p:nvPr/>
          </p:nvSpPr>
          <p:spPr>
            <a:xfrm>
              <a:off x="9546729" y="3904304"/>
              <a:ext cx="84919" cy="154521"/>
            </a:xfrm>
            <a:custGeom>
              <a:rect b="b" l="l" r="r" t="t"/>
              <a:pathLst>
                <a:path extrusionOk="0" h="3561" w="1957">
                  <a:moveTo>
                    <a:pt x="1514" y="155"/>
                  </a:moveTo>
                  <a:lnTo>
                    <a:pt x="1794" y="287"/>
                  </a:lnTo>
                  <a:lnTo>
                    <a:pt x="469" y="3388"/>
                  </a:lnTo>
                  <a:lnTo>
                    <a:pt x="155" y="3145"/>
                  </a:lnTo>
                  <a:lnTo>
                    <a:pt x="1514" y="155"/>
                  </a:lnTo>
                  <a:close/>
                  <a:moveTo>
                    <a:pt x="1481" y="0"/>
                  </a:moveTo>
                  <a:cubicBezTo>
                    <a:pt x="1474" y="0"/>
                    <a:pt x="1466" y="1"/>
                    <a:pt x="1459" y="4"/>
                  </a:cubicBezTo>
                  <a:cubicBezTo>
                    <a:pt x="1443" y="11"/>
                    <a:pt x="1428" y="23"/>
                    <a:pt x="1421" y="40"/>
                  </a:cubicBezTo>
                  <a:lnTo>
                    <a:pt x="13" y="3137"/>
                  </a:lnTo>
                  <a:cubicBezTo>
                    <a:pt x="0" y="3165"/>
                    <a:pt x="9" y="3198"/>
                    <a:pt x="32" y="3217"/>
                  </a:cubicBezTo>
                  <a:lnTo>
                    <a:pt x="455" y="3546"/>
                  </a:lnTo>
                  <a:cubicBezTo>
                    <a:pt x="467" y="3556"/>
                    <a:pt x="481" y="3561"/>
                    <a:pt x="496" y="3561"/>
                  </a:cubicBezTo>
                  <a:cubicBezTo>
                    <a:pt x="501" y="3561"/>
                    <a:pt x="507" y="3559"/>
                    <a:pt x="513" y="3558"/>
                  </a:cubicBezTo>
                  <a:cubicBezTo>
                    <a:pt x="533" y="3552"/>
                    <a:pt x="549" y="3538"/>
                    <a:pt x="558" y="3519"/>
                  </a:cubicBezTo>
                  <a:lnTo>
                    <a:pt x="1942" y="281"/>
                  </a:lnTo>
                  <a:cubicBezTo>
                    <a:pt x="1956" y="248"/>
                    <a:pt x="1941" y="210"/>
                    <a:pt x="1909" y="195"/>
                  </a:cubicBezTo>
                  <a:lnTo>
                    <a:pt x="1510" y="6"/>
                  </a:lnTo>
                  <a:cubicBezTo>
                    <a:pt x="1501" y="2"/>
                    <a:pt x="1491" y="0"/>
                    <a:pt x="14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g332bf0ce26c_1_131"/>
            <p:cNvSpPr/>
            <p:nvPr/>
          </p:nvSpPr>
          <p:spPr>
            <a:xfrm>
              <a:off x="9572287" y="3388848"/>
              <a:ext cx="122280" cy="377862"/>
            </a:xfrm>
            <a:custGeom>
              <a:rect b="b" l="l" r="r" t="t"/>
              <a:pathLst>
                <a:path extrusionOk="0" h="8708" w="2818">
                  <a:moveTo>
                    <a:pt x="2544" y="1"/>
                  </a:moveTo>
                  <a:cubicBezTo>
                    <a:pt x="1902" y="1"/>
                    <a:pt x="174" y="846"/>
                    <a:pt x="94" y="985"/>
                  </a:cubicBezTo>
                  <a:cubicBezTo>
                    <a:pt x="1" y="1150"/>
                    <a:pt x="1010" y="1877"/>
                    <a:pt x="1198" y="2206"/>
                  </a:cubicBezTo>
                  <a:cubicBezTo>
                    <a:pt x="1385" y="2534"/>
                    <a:pt x="2818" y="8708"/>
                    <a:pt x="2818" y="8708"/>
                  </a:cubicBezTo>
                  <a:lnTo>
                    <a:pt x="2770" y="93"/>
                  </a:lnTo>
                  <a:cubicBezTo>
                    <a:pt x="2741" y="28"/>
                    <a:pt x="2661" y="1"/>
                    <a:pt x="254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g332bf0ce26c_1_131"/>
            <p:cNvSpPr/>
            <p:nvPr/>
          </p:nvSpPr>
          <p:spPr>
            <a:xfrm>
              <a:off x="9570594" y="3385984"/>
              <a:ext cx="126836" cy="383590"/>
            </a:xfrm>
            <a:custGeom>
              <a:rect b="b" l="l" r="r" t="t"/>
              <a:pathLst>
                <a:path extrusionOk="0" h="8840" w="2923">
                  <a:moveTo>
                    <a:pt x="2583" y="133"/>
                  </a:moveTo>
                  <a:cubicBezTo>
                    <a:pt x="2605" y="133"/>
                    <a:pt x="2624" y="134"/>
                    <a:pt x="2642" y="137"/>
                  </a:cubicBezTo>
                  <a:cubicBezTo>
                    <a:pt x="2679" y="140"/>
                    <a:pt x="2723" y="151"/>
                    <a:pt x="2743" y="177"/>
                  </a:cubicBezTo>
                  <a:lnTo>
                    <a:pt x="2787" y="8182"/>
                  </a:lnTo>
                  <a:cubicBezTo>
                    <a:pt x="2424" y="6631"/>
                    <a:pt x="1452" y="2515"/>
                    <a:pt x="1295" y="2239"/>
                  </a:cubicBezTo>
                  <a:cubicBezTo>
                    <a:pt x="1206" y="2084"/>
                    <a:pt x="970" y="1868"/>
                    <a:pt x="718" y="1637"/>
                  </a:cubicBezTo>
                  <a:cubicBezTo>
                    <a:pt x="509" y="1445"/>
                    <a:pt x="193" y="1157"/>
                    <a:pt x="190" y="1087"/>
                  </a:cubicBezTo>
                  <a:cubicBezTo>
                    <a:pt x="299" y="944"/>
                    <a:pt x="1987" y="133"/>
                    <a:pt x="2583" y="133"/>
                  </a:cubicBezTo>
                  <a:close/>
                  <a:moveTo>
                    <a:pt x="2584" y="1"/>
                  </a:moveTo>
                  <a:cubicBezTo>
                    <a:pt x="1928" y="1"/>
                    <a:pt x="180" y="838"/>
                    <a:pt x="76" y="1018"/>
                  </a:cubicBezTo>
                  <a:cubicBezTo>
                    <a:pt x="1" y="1149"/>
                    <a:pt x="214" y="1354"/>
                    <a:pt x="629" y="1735"/>
                  </a:cubicBezTo>
                  <a:cubicBezTo>
                    <a:pt x="861" y="1948"/>
                    <a:pt x="1101" y="2169"/>
                    <a:pt x="1179" y="2305"/>
                  </a:cubicBezTo>
                  <a:cubicBezTo>
                    <a:pt x="1329" y="2568"/>
                    <a:pt x="2394" y="7073"/>
                    <a:pt x="2792" y="8788"/>
                  </a:cubicBezTo>
                  <a:cubicBezTo>
                    <a:pt x="2799" y="8818"/>
                    <a:pt x="2826" y="8840"/>
                    <a:pt x="2857" y="8840"/>
                  </a:cubicBezTo>
                  <a:cubicBezTo>
                    <a:pt x="2859" y="8840"/>
                    <a:pt x="2861" y="8840"/>
                    <a:pt x="2864" y="8839"/>
                  </a:cubicBezTo>
                  <a:cubicBezTo>
                    <a:pt x="2898" y="8835"/>
                    <a:pt x="2923" y="8807"/>
                    <a:pt x="2923" y="8772"/>
                  </a:cubicBezTo>
                  <a:lnTo>
                    <a:pt x="2876" y="159"/>
                  </a:lnTo>
                  <a:cubicBezTo>
                    <a:pt x="2876" y="150"/>
                    <a:pt x="2873" y="141"/>
                    <a:pt x="2870" y="133"/>
                  </a:cubicBezTo>
                  <a:cubicBezTo>
                    <a:pt x="2834" y="53"/>
                    <a:pt x="2750" y="8"/>
                    <a:pt x="2620" y="2"/>
                  </a:cubicBezTo>
                  <a:cubicBezTo>
                    <a:pt x="2608" y="1"/>
                    <a:pt x="2596" y="1"/>
                    <a:pt x="25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g332bf0ce26c_1_131"/>
            <p:cNvSpPr/>
            <p:nvPr/>
          </p:nvSpPr>
          <p:spPr>
            <a:xfrm>
              <a:off x="9841144" y="3392883"/>
              <a:ext cx="285176" cy="770000"/>
            </a:xfrm>
            <a:custGeom>
              <a:rect b="b" l="l" r="r" t="t"/>
              <a:pathLst>
                <a:path extrusionOk="0" h="17745" w="6572">
                  <a:moveTo>
                    <a:pt x="188" y="0"/>
                  </a:moveTo>
                  <a:cubicBezTo>
                    <a:pt x="188" y="0"/>
                    <a:pt x="1" y="17368"/>
                    <a:pt x="1" y="17438"/>
                  </a:cubicBezTo>
                  <a:cubicBezTo>
                    <a:pt x="1" y="17509"/>
                    <a:pt x="1" y="17697"/>
                    <a:pt x="259" y="17744"/>
                  </a:cubicBezTo>
                  <a:cubicBezTo>
                    <a:pt x="261" y="17744"/>
                    <a:pt x="264" y="17744"/>
                    <a:pt x="268" y="17744"/>
                  </a:cubicBezTo>
                  <a:cubicBezTo>
                    <a:pt x="596" y="17744"/>
                    <a:pt x="4436" y="15489"/>
                    <a:pt x="4436" y="15350"/>
                  </a:cubicBezTo>
                  <a:cubicBezTo>
                    <a:pt x="4436" y="15209"/>
                    <a:pt x="3897" y="11829"/>
                    <a:pt x="3897" y="11829"/>
                  </a:cubicBezTo>
                  <a:lnTo>
                    <a:pt x="6572" y="9811"/>
                  </a:lnTo>
                  <a:cubicBezTo>
                    <a:pt x="6572" y="9811"/>
                    <a:pt x="4343" y="1596"/>
                    <a:pt x="4201" y="1550"/>
                  </a:cubicBezTo>
                  <a:cubicBezTo>
                    <a:pt x="4061" y="1503"/>
                    <a:pt x="188" y="0"/>
                    <a:pt x="18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g332bf0ce26c_1_131"/>
            <p:cNvSpPr/>
            <p:nvPr/>
          </p:nvSpPr>
          <p:spPr>
            <a:xfrm>
              <a:off x="9838281" y="3390019"/>
              <a:ext cx="291120" cy="775684"/>
            </a:xfrm>
            <a:custGeom>
              <a:rect b="b" l="l" r="r" t="t"/>
              <a:pathLst>
                <a:path extrusionOk="0" h="17876" w="6709">
                  <a:moveTo>
                    <a:pt x="320" y="163"/>
                  </a:moveTo>
                  <a:cubicBezTo>
                    <a:pt x="896" y="387"/>
                    <a:pt x="3930" y="1563"/>
                    <a:pt x="4226" y="1672"/>
                  </a:cubicBezTo>
                  <a:cubicBezTo>
                    <a:pt x="4397" y="1990"/>
                    <a:pt x="5705" y="6695"/>
                    <a:pt x="6562" y="9851"/>
                  </a:cubicBezTo>
                  <a:lnTo>
                    <a:pt x="3922" y="11842"/>
                  </a:lnTo>
                  <a:cubicBezTo>
                    <a:pt x="3902" y="11857"/>
                    <a:pt x="3893" y="11882"/>
                    <a:pt x="3896" y="11906"/>
                  </a:cubicBezTo>
                  <a:cubicBezTo>
                    <a:pt x="4106" y="13214"/>
                    <a:pt x="4413" y="15176"/>
                    <a:pt x="4435" y="15399"/>
                  </a:cubicBezTo>
                  <a:cubicBezTo>
                    <a:pt x="4176" y="15687"/>
                    <a:pt x="582" y="17744"/>
                    <a:pt x="336" y="17744"/>
                  </a:cubicBezTo>
                  <a:cubicBezTo>
                    <a:pt x="133" y="17708"/>
                    <a:pt x="133" y="17575"/>
                    <a:pt x="133" y="17504"/>
                  </a:cubicBezTo>
                  <a:cubicBezTo>
                    <a:pt x="133" y="17425"/>
                    <a:pt x="304" y="1555"/>
                    <a:pt x="320" y="163"/>
                  </a:cubicBezTo>
                  <a:close/>
                  <a:moveTo>
                    <a:pt x="254" y="1"/>
                  </a:moveTo>
                  <a:cubicBezTo>
                    <a:pt x="241" y="1"/>
                    <a:pt x="228" y="4"/>
                    <a:pt x="217" y="12"/>
                  </a:cubicBezTo>
                  <a:cubicBezTo>
                    <a:pt x="199" y="24"/>
                    <a:pt x="187" y="44"/>
                    <a:pt x="187" y="66"/>
                  </a:cubicBezTo>
                  <a:cubicBezTo>
                    <a:pt x="180" y="775"/>
                    <a:pt x="0" y="17434"/>
                    <a:pt x="0" y="17505"/>
                  </a:cubicBezTo>
                  <a:cubicBezTo>
                    <a:pt x="0" y="17712"/>
                    <a:pt x="104" y="17838"/>
                    <a:pt x="313" y="17876"/>
                  </a:cubicBezTo>
                  <a:lnTo>
                    <a:pt x="326" y="17876"/>
                  </a:lnTo>
                  <a:cubicBezTo>
                    <a:pt x="690" y="17876"/>
                    <a:pt x="4058" y="15887"/>
                    <a:pt x="4494" y="15523"/>
                  </a:cubicBezTo>
                  <a:cubicBezTo>
                    <a:pt x="4542" y="15482"/>
                    <a:pt x="4568" y="15454"/>
                    <a:pt x="4568" y="15416"/>
                  </a:cubicBezTo>
                  <a:cubicBezTo>
                    <a:pt x="4568" y="15279"/>
                    <a:pt x="4113" y="12416"/>
                    <a:pt x="4034" y="11925"/>
                  </a:cubicBezTo>
                  <a:lnTo>
                    <a:pt x="6678" y="9930"/>
                  </a:lnTo>
                  <a:cubicBezTo>
                    <a:pt x="6699" y="9913"/>
                    <a:pt x="6709" y="9886"/>
                    <a:pt x="6702" y="9860"/>
                  </a:cubicBezTo>
                  <a:cubicBezTo>
                    <a:pt x="4463" y="1611"/>
                    <a:pt x="4332" y="1568"/>
                    <a:pt x="4288" y="1552"/>
                  </a:cubicBezTo>
                  <a:cubicBezTo>
                    <a:pt x="4151" y="1507"/>
                    <a:pt x="316" y="20"/>
                    <a:pt x="278" y="5"/>
                  </a:cubicBezTo>
                  <a:cubicBezTo>
                    <a:pt x="270" y="2"/>
                    <a:pt x="262" y="1"/>
                    <a:pt x="2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g332bf0ce26c_1_131"/>
            <p:cNvSpPr/>
            <p:nvPr/>
          </p:nvSpPr>
          <p:spPr>
            <a:xfrm>
              <a:off x="10000437" y="3763496"/>
              <a:ext cx="106051" cy="45345"/>
            </a:xfrm>
            <a:custGeom>
              <a:rect b="b" l="l" r="r" t="t"/>
              <a:pathLst>
                <a:path extrusionOk="0" h="1045" w="2444">
                  <a:moveTo>
                    <a:pt x="2378" y="0"/>
                  </a:moveTo>
                  <a:cubicBezTo>
                    <a:pt x="2340" y="0"/>
                    <a:pt x="1445" y="1"/>
                    <a:pt x="1088" y="180"/>
                  </a:cubicBezTo>
                  <a:cubicBezTo>
                    <a:pt x="738" y="355"/>
                    <a:pt x="62" y="903"/>
                    <a:pt x="33" y="927"/>
                  </a:cubicBezTo>
                  <a:cubicBezTo>
                    <a:pt x="4" y="950"/>
                    <a:pt x="1" y="992"/>
                    <a:pt x="23" y="1020"/>
                  </a:cubicBezTo>
                  <a:cubicBezTo>
                    <a:pt x="36" y="1037"/>
                    <a:pt x="55" y="1045"/>
                    <a:pt x="75" y="1045"/>
                  </a:cubicBezTo>
                  <a:cubicBezTo>
                    <a:pt x="90" y="1045"/>
                    <a:pt x="105" y="1040"/>
                    <a:pt x="117" y="1030"/>
                  </a:cubicBezTo>
                  <a:cubicBezTo>
                    <a:pt x="124" y="1024"/>
                    <a:pt x="810" y="468"/>
                    <a:pt x="1147" y="300"/>
                  </a:cubicBezTo>
                  <a:cubicBezTo>
                    <a:pt x="1476" y="134"/>
                    <a:pt x="2368" y="133"/>
                    <a:pt x="2378" y="133"/>
                  </a:cubicBezTo>
                  <a:cubicBezTo>
                    <a:pt x="2414" y="133"/>
                    <a:pt x="2444" y="103"/>
                    <a:pt x="2444" y="66"/>
                  </a:cubicBezTo>
                  <a:cubicBezTo>
                    <a:pt x="2444" y="30"/>
                    <a:pt x="2414" y="0"/>
                    <a:pt x="23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g332bf0ce26c_1_131"/>
            <p:cNvSpPr/>
            <p:nvPr/>
          </p:nvSpPr>
          <p:spPr>
            <a:xfrm>
              <a:off x="9998571" y="3738936"/>
              <a:ext cx="85310" cy="45432"/>
            </a:xfrm>
            <a:custGeom>
              <a:rect b="b" l="l" r="r" t="t"/>
              <a:pathLst>
                <a:path extrusionOk="0" h="1047" w="1966">
                  <a:moveTo>
                    <a:pt x="1291" y="1"/>
                  </a:moveTo>
                  <a:cubicBezTo>
                    <a:pt x="1280" y="1"/>
                    <a:pt x="1271" y="3"/>
                    <a:pt x="1261" y="8"/>
                  </a:cubicBezTo>
                  <a:cubicBezTo>
                    <a:pt x="997" y="140"/>
                    <a:pt x="72" y="896"/>
                    <a:pt x="33" y="928"/>
                  </a:cubicBezTo>
                  <a:cubicBezTo>
                    <a:pt x="5" y="952"/>
                    <a:pt x="0" y="993"/>
                    <a:pt x="24" y="1022"/>
                  </a:cubicBezTo>
                  <a:cubicBezTo>
                    <a:pt x="37" y="1038"/>
                    <a:pt x="56" y="1047"/>
                    <a:pt x="75" y="1047"/>
                  </a:cubicBezTo>
                  <a:cubicBezTo>
                    <a:pt x="90" y="1047"/>
                    <a:pt x="104" y="1042"/>
                    <a:pt x="117" y="1031"/>
                  </a:cubicBezTo>
                  <a:cubicBezTo>
                    <a:pt x="125" y="1023"/>
                    <a:pt x="1038" y="279"/>
                    <a:pt x="1307" y="134"/>
                  </a:cubicBezTo>
                  <a:lnTo>
                    <a:pt x="1899" y="134"/>
                  </a:lnTo>
                  <a:cubicBezTo>
                    <a:pt x="1936" y="134"/>
                    <a:pt x="1965" y="104"/>
                    <a:pt x="1965" y="67"/>
                  </a:cubicBezTo>
                  <a:cubicBezTo>
                    <a:pt x="1965" y="31"/>
                    <a:pt x="1936" y="1"/>
                    <a:pt x="18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g332bf0ce26c_1_131"/>
            <p:cNvSpPr/>
            <p:nvPr/>
          </p:nvSpPr>
          <p:spPr>
            <a:xfrm>
              <a:off x="9945025" y="3923484"/>
              <a:ext cx="47862" cy="81535"/>
            </a:xfrm>
            <a:custGeom>
              <a:rect b="b" l="l" r="r" t="t"/>
              <a:pathLst>
                <a:path extrusionOk="0" h="1879" w="1103">
                  <a:moveTo>
                    <a:pt x="587" y="1"/>
                  </a:moveTo>
                  <a:lnTo>
                    <a:pt x="0" y="283"/>
                  </a:lnTo>
                  <a:lnTo>
                    <a:pt x="704" y="1879"/>
                  </a:lnTo>
                  <a:lnTo>
                    <a:pt x="1103" y="1362"/>
                  </a:lnTo>
                  <a:lnTo>
                    <a:pt x="587" y="1"/>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g332bf0ce26c_1_131"/>
            <p:cNvSpPr/>
            <p:nvPr/>
          </p:nvSpPr>
          <p:spPr>
            <a:xfrm>
              <a:off x="9941771" y="3920576"/>
              <a:ext cx="54197" cy="87306"/>
            </a:xfrm>
            <a:custGeom>
              <a:rect b="b" l="l" r="r" t="t"/>
              <a:pathLst>
                <a:path extrusionOk="0" h="2012" w="1249">
                  <a:moveTo>
                    <a:pt x="625" y="159"/>
                  </a:moveTo>
                  <a:lnTo>
                    <a:pt x="1103" y="1418"/>
                  </a:lnTo>
                  <a:lnTo>
                    <a:pt x="796" y="1817"/>
                  </a:lnTo>
                  <a:lnTo>
                    <a:pt x="161" y="382"/>
                  </a:lnTo>
                  <a:lnTo>
                    <a:pt x="625" y="159"/>
                  </a:lnTo>
                  <a:close/>
                  <a:moveTo>
                    <a:pt x="662" y="1"/>
                  </a:moveTo>
                  <a:cubicBezTo>
                    <a:pt x="652" y="1"/>
                    <a:pt x="642" y="3"/>
                    <a:pt x="634" y="8"/>
                  </a:cubicBezTo>
                  <a:lnTo>
                    <a:pt x="47" y="289"/>
                  </a:lnTo>
                  <a:cubicBezTo>
                    <a:pt x="14" y="305"/>
                    <a:pt x="1" y="344"/>
                    <a:pt x="15" y="376"/>
                  </a:cubicBezTo>
                  <a:lnTo>
                    <a:pt x="719" y="1972"/>
                  </a:lnTo>
                  <a:cubicBezTo>
                    <a:pt x="728" y="1993"/>
                    <a:pt x="748" y="2008"/>
                    <a:pt x="771" y="2011"/>
                  </a:cubicBezTo>
                  <a:cubicBezTo>
                    <a:pt x="774" y="2011"/>
                    <a:pt x="777" y="2012"/>
                    <a:pt x="779" y="2012"/>
                  </a:cubicBezTo>
                  <a:cubicBezTo>
                    <a:pt x="800" y="2012"/>
                    <a:pt x="819" y="2002"/>
                    <a:pt x="832" y="1986"/>
                  </a:cubicBezTo>
                  <a:lnTo>
                    <a:pt x="1231" y="1470"/>
                  </a:lnTo>
                  <a:cubicBezTo>
                    <a:pt x="1245" y="1451"/>
                    <a:pt x="1249" y="1427"/>
                    <a:pt x="1240" y="1405"/>
                  </a:cubicBezTo>
                  <a:lnTo>
                    <a:pt x="725" y="44"/>
                  </a:lnTo>
                  <a:cubicBezTo>
                    <a:pt x="718" y="27"/>
                    <a:pt x="705" y="12"/>
                    <a:pt x="687" y="6"/>
                  </a:cubicBezTo>
                  <a:cubicBezTo>
                    <a:pt x="679" y="3"/>
                    <a:pt x="670" y="1"/>
                    <a:pt x="6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g332bf0ce26c_1_131"/>
            <p:cNvSpPr/>
            <p:nvPr/>
          </p:nvSpPr>
          <p:spPr>
            <a:xfrm>
              <a:off x="9955222" y="3783977"/>
              <a:ext cx="193487" cy="222083"/>
            </a:xfrm>
            <a:custGeom>
              <a:rect b="b" l="l" r="r" t="t"/>
              <a:pathLst>
                <a:path extrusionOk="0" h="5118" w="4459">
                  <a:moveTo>
                    <a:pt x="3661" y="0"/>
                  </a:moveTo>
                  <a:lnTo>
                    <a:pt x="1666" y="563"/>
                  </a:lnTo>
                  <a:cubicBezTo>
                    <a:pt x="1666" y="563"/>
                    <a:pt x="1" y="2933"/>
                    <a:pt x="23" y="3028"/>
                  </a:cubicBezTo>
                  <a:cubicBezTo>
                    <a:pt x="47" y="3121"/>
                    <a:pt x="774" y="5046"/>
                    <a:pt x="939" y="5116"/>
                  </a:cubicBezTo>
                  <a:cubicBezTo>
                    <a:pt x="941" y="5117"/>
                    <a:pt x="943" y="5117"/>
                    <a:pt x="946" y="5117"/>
                  </a:cubicBezTo>
                  <a:cubicBezTo>
                    <a:pt x="1181" y="5117"/>
                    <a:pt x="4413" y="2228"/>
                    <a:pt x="4436" y="2136"/>
                  </a:cubicBezTo>
                  <a:cubicBezTo>
                    <a:pt x="4459" y="2042"/>
                    <a:pt x="3661" y="0"/>
                    <a:pt x="366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g332bf0ce26c_1_131"/>
            <p:cNvSpPr/>
            <p:nvPr/>
          </p:nvSpPr>
          <p:spPr>
            <a:xfrm>
              <a:off x="9952098" y="3781070"/>
              <a:ext cx="199215" cy="227897"/>
            </a:xfrm>
            <a:custGeom>
              <a:rect b="b" l="l" r="r" t="t"/>
              <a:pathLst>
                <a:path extrusionOk="0" h="5252" w="4591">
                  <a:moveTo>
                    <a:pt x="3733" y="0"/>
                  </a:moveTo>
                  <a:cubicBezTo>
                    <a:pt x="3725" y="0"/>
                    <a:pt x="3717" y="2"/>
                    <a:pt x="3709" y="5"/>
                  </a:cubicBezTo>
                  <a:cubicBezTo>
                    <a:pt x="3675" y="19"/>
                    <a:pt x="3659" y="57"/>
                    <a:pt x="3672" y="91"/>
                  </a:cubicBezTo>
                  <a:cubicBezTo>
                    <a:pt x="3961" y="833"/>
                    <a:pt x="4420" y="2044"/>
                    <a:pt x="4443" y="2180"/>
                  </a:cubicBezTo>
                  <a:cubicBezTo>
                    <a:pt x="4237" y="2439"/>
                    <a:pt x="1376" y="4972"/>
                    <a:pt x="1028" y="5113"/>
                  </a:cubicBezTo>
                  <a:cubicBezTo>
                    <a:pt x="869" y="4938"/>
                    <a:pt x="233" y="3327"/>
                    <a:pt x="164" y="3092"/>
                  </a:cubicBezTo>
                  <a:cubicBezTo>
                    <a:pt x="236" y="2913"/>
                    <a:pt x="1193" y="1521"/>
                    <a:pt x="1793" y="668"/>
                  </a:cubicBezTo>
                  <a:cubicBezTo>
                    <a:pt x="1814" y="639"/>
                    <a:pt x="1807" y="597"/>
                    <a:pt x="1776" y="576"/>
                  </a:cubicBezTo>
                  <a:cubicBezTo>
                    <a:pt x="1765" y="568"/>
                    <a:pt x="1752" y="564"/>
                    <a:pt x="1738" y="564"/>
                  </a:cubicBezTo>
                  <a:cubicBezTo>
                    <a:pt x="1718" y="564"/>
                    <a:pt x="1697" y="574"/>
                    <a:pt x="1684" y="593"/>
                  </a:cubicBezTo>
                  <a:cubicBezTo>
                    <a:pt x="0" y="2987"/>
                    <a:pt x="22" y="3074"/>
                    <a:pt x="31" y="3110"/>
                  </a:cubicBezTo>
                  <a:cubicBezTo>
                    <a:pt x="36" y="3130"/>
                    <a:pt x="772" y="5153"/>
                    <a:pt x="985" y="5245"/>
                  </a:cubicBezTo>
                  <a:cubicBezTo>
                    <a:pt x="995" y="5249"/>
                    <a:pt x="1006" y="5252"/>
                    <a:pt x="1018" y="5252"/>
                  </a:cubicBezTo>
                  <a:cubicBezTo>
                    <a:pt x="1044" y="5252"/>
                    <a:pt x="1070" y="5240"/>
                    <a:pt x="1094" y="5228"/>
                  </a:cubicBezTo>
                  <a:cubicBezTo>
                    <a:pt x="1472" y="5041"/>
                    <a:pt x="4527" y="2397"/>
                    <a:pt x="4572" y="2218"/>
                  </a:cubicBezTo>
                  <a:cubicBezTo>
                    <a:pt x="4591" y="2142"/>
                    <a:pt x="4329" y="1410"/>
                    <a:pt x="3795" y="42"/>
                  </a:cubicBezTo>
                  <a:cubicBezTo>
                    <a:pt x="3785" y="16"/>
                    <a:pt x="3760" y="0"/>
                    <a:pt x="37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g332bf0ce26c_1_131"/>
            <p:cNvSpPr/>
            <p:nvPr/>
          </p:nvSpPr>
          <p:spPr>
            <a:xfrm>
              <a:off x="9980780" y="3607935"/>
              <a:ext cx="14059" cy="252284"/>
            </a:xfrm>
            <a:custGeom>
              <a:rect b="b" l="l" r="r" t="t"/>
              <a:pathLst>
                <a:path extrusionOk="0" h="5814" w="324">
                  <a:moveTo>
                    <a:pt x="66" y="0"/>
                  </a:moveTo>
                  <a:cubicBezTo>
                    <a:pt x="29" y="2"/>
                    <a:pt x="1" y="32"/>
                    <a:pt x="2" y="69"/>
                  </a:cubicBezTo>
                  <a:lnTo>
                    <a:pt x="189" y="5749"/>
                  </a:lnTo>
                  <a:cubicBezTo>
                    <a:pt x="190" y="5785"/>
                    <a:pt x="220" y="5813"/>
                    <a:pt x="256" y="5813"/>
                  </a:cubicBezTo>
                  <a:lnTo>
                    <a:pt x="257" y="5813"/>
                  </a:lnTo>
                  <a:cubicBezTo>
                    <a:pt x="294" y="5812"/>
                    <a:pt x="324" y="5781"/>
                    <a:pt x="323" y="5744"/>
                  </a:cubicBezTo>
                  <a:lnTo>
                    <a:pt x="134" y="65"/>
                  </a:lnTo>
                  <a:cubicBezTo>
                    <a:pt x="133" y="29"/>
                    <a:pt x="10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g332bf0ce26c_1_131"/>
            <p:cNvSpPr/>
            <p:nvPr/>
          </p:nvSpPr>
          <p:spPr>
            <a:xfrm>
              <a:off x="9910181" y="3904304"/>
              <a:ext cx="84876" cy="154521"/>
            </a:xfrm>
            <a:custGeom>
              <a:rect b="b" l="l" r="r" t="t"/>
              <a:pathLst>
                <a:path extrusionOk="0" h="3561" w="1956">
                  <a:moveTo>
                    <a:pt x="442" y="155"/>
                  </a:moveTo>
                  <a:lnTo>
                    <a:pt x="1800" y="3145"/>
                  </a:lnTo>
                  <a:lnTo>
                    <a:pt x="1488" y="3388"/>
                  </a:lnTo>
                  <a:lnTo>
                    <a:pt x="162" y="288"/>
                  </a:lnTo>
                  <a:lnTo>
                    <a:pt x="442" y="155"/>
                  </a:lnTo>
                  <a:close/>
                  <a:moveTo>
                    <a:pt x="475" y="0"/>
                  </a:moveTo>
                  <a:cubicBezTo>
                    <a:pt x="465" y="0"/>
                    <a:pt x="455" y="2"/>
                    <a:pt x="446" y="6"/>
                  </a:cubicBezTo>
                  <a:lnTo>
                    <a:pt x="47" y="195"/>
                  </a:lnTo>
                  <a:cubicBezTo>
                    <a:pt x="15" y="210"/>
                    <a:pt x="1" y="248"/>
                    <a:pt x="15" y="281"/>
                  </a:cubicBezTo>
                  <a:lnTo>
                    <a:pt x="1399" y="3519"/>
                  </a:lnTo>
                  <a:cubicBezTo>
                    <a:pt x="1408" y="3538"/>
                    <a:pt x="1424" y="3552"/>
                    <a:pt x="1443" y="3558"/>
                  </a:cubicBezTo>
                  <a:cubicBezTo>
                    <a:pt x="1449" y="3559"/>
                    <a:pt x="1455" y="3561"/>
                    <a:pt x="1461" y="3561"/>
                  </a:cubicBezTo>
                  <a:cubicBezTo>
                    <a:pt x="1475" y="3561"/>
                    <a:pt x="1489" y="3556"/>
                    <a:pt x="1501" y="3546"/>
                  </a:cubicBezTo>
                  <a:lnTo>
                    <a:pt x="1923" y="3217"/>
                  </a:lnTo>
                  <a:cubicBezTo>
                    <a:pt x="1947" y="3198"/>
                    <a:pt x="1955" y="3165"/>
                    <a:pt x="1944" y="3138"/>
                  </a:cubicBezTo>
                  <a:lnTo>
                    <a:pt x="535" y="40"/>
                  </a:lnTo>
                  <a:cubicBezTo>
                    <a:pt x="527" y="23"/>
                    <a:pt x="514" y="11"/>
                    <a:pt x="498" y="4"/>
                  </a:cubicBezTo>
                  <a:cubicBezTo>
                    <a:pt x="490" y="1"/>
                    <a:pt x="482" y="0"/>
                    <a:pt x="4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g332bf0ce26c_1_131"/>
            <p:cNvSpPr/>
            <p:nvPr/>
          </p:nvSpPr>
          <p:spPr>
            <a:xfrm>
              <a:off x="9847263" y="3388848"/>
              <a:ext cx="122237" cy="377862"/>
            </a:xfrm>
            <a:custGeom>
              <a:rect b="b" l="l" r="r" t="t"/>
              <a:pathLst>
                <a:path extrusionOk="0" h="8708" w="2817">
                  <a:moveTo>
                    <a:pt x="273" y="1"/>
                  </a:moveTo>
                  <a:cubicBezTo>
                    <a:pt x="156" y="1"/>
                    <a:pt x="75" y="28"/>
                    <a:pt x="47" y="93"/>
                  </a:cubicBezTo>
                  <a:lnTo>
                    <a:pt x="0" y="8708"/>
                  </a:lnTo>
                  <a:cubicBezTo>
                    <a:pt x="0" y="8708"/>
                    <a:pt x="1432" y="2534"/>
                    <a:pt x="1620" y="2206"/>
                  </a:cubicBezTo>
                  <a:cubicBezTo>
                    <a:pt x="1807" y="1877"/>
                    <a:pt x="2816" y="1150"/>
                    <a:pt x="2723" y="985"/>
                  </a:cubicBezTo>
                  <a:cubicBezTo>
                    <a:pt x="2644" y="846"/>
                    <a:pt x="915" y="1"/>
                    <a:pt x="27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g332bf0ce26c_1_131"/>
            <p:cNvSpPr/>
            <p:nvPr/>
          </p:nvSpPr>
          <p:spPr>
            <a:xfrm>
              <a:off x="9844312" y="3385984"/>
              <a:ext cx="126880" cy="383590"/>
            </a:xfrm>
            <a:custGeom>
              <a:rect b="b" l="l" r="r" t="t"/>
              <a:pathLst>
                <a:path extrusionOk="0" h="8840" w="2924">
                  <a:moveTo>
                    <a:pt x="344" y="133"/>
                  </a:moveTo>
                  <a:cubicBezTo>
                    <a:pt x="944" y="133"/>
                    <a:pt x="2626" y="944"/>
                    <a:pt x="2730" y="1076"/>
                  </a:cubicBezTo>
                  <a:cubicBezTo>
                    <a:pt x="2730" y="1157"/>
                    <a:pt x="2415" y="1446"/>
                    <a:pt x="2206" y="1637"/>
                  </a:cubicBezTo>
                  <a:cubicBezTo>
                    <a:pt x="1954" y="1868"/>
                    <a:pt x="1718" y="2085"/>
                    <a:pt x="1630" y="2239"/>
                  </a:cubicBezTo>
                  <a:cubicBezTo>
                    <a:pt x="1472" y="2515"/>
                    <a:pt x="500" y="6631"/>
                    <a:pt x="138" y="8182"/>
                  </a:cubicBezTo>
                  <a:lnTo>
                    <a:pt x="181" y="177"/>
                  </a:lnTo>
                  <a:cubicBezTo>
                    <a:pt x="201" y="151"/>
                    <a:pt x="246" y="140"/>
                    <a:pt x="281" y="137"/>
                  </a:cubicBezTo>
                  <a:cubicBezTo>
                    <a:pt x="301" y="134"/>
                    <a:pt x="322" y="133"/>
                    <a:pt x="344" y="133"/>
                  </a:cubicBezTo>
                  <a:close/>
                  <a:moveTo>
                    <a:pt x="343" y="1"/>
                  </a:moveTo>
                  <a:cubicBezTo>
                    <a:pt x="330" y="1"/>
                    <a:pt x="317" y="1"/>
                    <a:pt x="305" y="2"/>
                  </a:cubicBezTo>
                  <a:cubicBezTo>
                    <a:pt x="175" y="8"/>
                    <a:pt x="90" y="52"/>
                    <a:pt x="54" y="132"/>
                  </a:cubicBezTo>
                  <a:cubicBezTo>
                    <a:pt x="51" y="141"/>
                    <a:pt x="48" y="150"/>
                    <a:pt x="48" y="159"/>
                  </a:cubicBezTo>
                  <a:lnTo>
                    <a:pt x="2" y="8772"/>
                  </a:lnTo>
                  <a:cubicBezTo>
                    <a:pt x="1" y="8807"/>
                    <a:pt x="27" y="8835"/>
                    <a:pt x="60" y="8839"/>
                  </a:cubicBezTo>
                  <a:cubicBezTo>
                    <a:pt x="63" y="8840"/>
                    <a:pt x="66" y="8840"/>
                    <a:pt x="68" y="8840"/>
                  </a:cubicBezTo>
                  <a:cubicBezTo>
                    <a:pt x="99" y="8840"/>
                    <a:pt x="125" y="8818"/>
                    <a:pt x="132" y="8788"/>
                  </a:cubicBezTo>
                  <a:cubicBezTo>
                    <a:pt x="530" y="7073"/>
                    <a:pt x="1595" y="2567"/>
                    <a:pt x="1745" y="2304"/>
                  </a:cubicBezTo>
                  <a:cubicBezTo>
                    <a:pt x="1823" y="2168"/>
                    <a:pt x="2063" y="1948"/>
                    <a:pt x="2296" y="1735"/>
                  </a:cubicBezTo>
                  <a:cubicBezTo>
                    <a:pt x="2710" y="1354"/>
                    <a:pt x="2923" y="1149"/>
                    <a:pt x="2849" y="1018"/>
                  </a:cubicBezTo>
                  <a:cubicBezTo>
                    <a:pt x="2745" y="838"/>
                    <a:pt x="998" y="1"/>
                    <a:pt x="3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g332bf0ce26c_1_131"/>
            <p:cNvSpPr/>
            <p:nvPr/>
          </p:nvSpPr>
          <p:spPr>
            <a:xfrm>
              <a:off x="9543561" y="2501519"/>
              <a:ext cx="462955" cy="518584"/>
            </a:xfrm>
            <a:custGeom>
              <a:rect b="b" l="l" r="r" t="t"/>
              <a:pathLst>
                <a:path extrusionOk="0" h="11951" w="10669">
                  <a:moveTo>
                    <a:pt x="5334" y="1"/>
                  </a:moveTo>
                  <a:cubicBezTo>
                    <a:pt x="2388" y="1"/>
                    <a:pt x="0" y="2390"/>
                    <a:pt x="0" y="5336"/>
                  </a:cubicBezTo>
                  <a:cubicBezTo>
                    <a:pt x="0" y="7931"/>
                    <a:pt x="1854" y="10093"/>
                    <a:pt x="4311" y="10571"/>
                  </a:cubicBezTo>
                  <a:lnTo>
                    <a:pt x="5376" y="11950"/>
                  </a:lnTo>
                  <a:lnTo>
                    <a:pt x="6402" y="10563"/>
                  </a:lnTo>
                  <a:cubicBezTo>
                    <a:pt x="8837" y="10068"/>
                    <a:pt x="10668" y="7916"/>
                    <a:pt x="10668" y="5336"/>
                  </a:cubicBezTo>
                  <a:cubicBezTo>
                    <a:pt x="10668" y="2390"/>
                    <a:pt x="8280" y="1"/>
                    <a:pt x="53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g332bf0ce26c_1_131"/>
            <p:cNvSpPr/>
            <p:nvPr/>
          </p:nvSpPr>
          <p:spPr>
            <a:xfrm>
              <a:off x="9532843" y="2480214"/>
              <a:ext cx="462998" cy="518540"/>
            </a:xfrm>
            <a:custGeom>
              <a:rect b="b" l="l" r="r" t="t"/>
              <a:pathLst>
                <a:path extrusionOk="0" h="11950" w="10670">
                  <a:moveTo>
                    <a:pt x="5336" y="1"/>
                  </a:moveTo>
                  <a:cubicBezTo>
                    <a:pt x="2390" y="1"/>
                    <a:pt x="1" y="2388"/>
                    <a:pt x="1" y="5336"/>
                  </a:cubicBezTo>
                  <a:cubicBezTo>
                    <a:pt x="1" y="7931"/>
                    <a:pt x="1856" y="10093"/>
                    <a:pt x="4312" y="10570"/>
                  </a:cubicBezTo>
                  <a:lnTo>
                    <a:pt x="5378" y="11949"/>
                  </a:lnTo>
                  <a:lnTo>
                    <a:pt x="6404" y="10563"/>
                  </a:lnTo>
                  <a:cubicBezTo>
                    <a:pt x="8838" y="10067"/>
                    <a:pt x="10669" y="7915"/>
                    <a:pt x="10669" y="5336"/>
                  </a:cubicBezTo>
                  <a:cubicBezTo>
                    <a:pt x="10669" y="2390"/>
                    <a:pt x="8282" y="1"/>
                    <a:pt x="53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g332bf0ce26c_1_131"/>
            <p:cNvSpPr/>
            <p:nvPr/>
          </p:nvSpPr>
          <p:spPr>
            <a:xfrm>
              <a:off x="9529979" y="2477350"/>
              <a:ext cx="468769" cy="524268"/>
            </a:xfrm>
            <a:custGeom>
              <a:rect b="b" l="l" r="r" t="t"/>
              <a:pathLst>
                <a:path extrusionOk="0" h="12082" w="10803">
                  <a:moveTo>
                    <a:pt x="5402" y="133"/>
                  </a:moveTo>
                  <a:cubicBezTo>
                    <a:pt x="8306" y="133"/>
                    <a:pt x="10669" y="2496"/>
                    <a:pt x="10669" y="5402"/>
                  </a:cubicBezTo>
                  <a:cubicBezTo>
                    <a:pt x="10669" y="7896"/>
                    <a:pt x="8898" y="10067"/>
                    <a:pt x="6456" y="10564"/>
                  </a:cubicBezTo>
                  <a:cubicBezTo>
                    <a:pt x="6440" y="10566"/>
                    <a:pt x="6426" y="10575"/>
                    <a:pt x="6416" y="10588"/>
                  </a:cubicBezTo>
                  <a:lnTo>
                    <a:pt x="5443" y="11905"/>
                  </a:lnTo>
                  <a:lnTo>
                    <a:pt x="4430" y="10595"/>
                  </a:lnTo>
                  <a:cubicBezTo>
                    <a:pt x="4421" y="10582"/>
                    <a:pt x="4407" y="10574"/>
                    <a:pt x="4391" y="10571"/>
                  </a:cubicBezTo>
                  <a:cubicBezTo>
                    <a:pt x="1923" y="10091"/>
                    <a:pt x="133" y="7917"/>
                    <a:pt x="133" y="5402"/>
                  </a:cubicBezTo>
                  <a:cubicBezTo>
                    <a:pt x="133" y="2496"/>
                    <a:pt x="2497" y="133"/>
                    <a:pt x="5402" y="133"/>
                  </a:cubicBezTo>
                  <a:close/>
                  <a:moveTo>
                    <a:pt x="5402" y="1"/>
                  </a:moveTo>
                  <a:cubicBezTo>
                    <a:pt x="2424" y="1"/>
                    <a:pt x="1" y="2422"/>
                    <a:pt x="1" y="5400"/>
                  </a:cubicBezTo>
                  <a:cubicBezTo>
                    <a:pt x="1" y="7972"/>
                    <a:pt x="1825" y="10196"/>
                    <a:pt x="4340" y="10696"/>
                  </a:cubicBezTo>
                  <a:lnTo>
                    <a:pt x="5391" y="12055"/>
                  </a:lnTo>
                  <a:cubicBezTo>
                    <a:pt x="5404" y="12072"/>
                    <a:pt x="5423" y="12081"/>
                    <a:pt x="5444" y="12081"/>
                  </a:cubicBezTo>
                  <a:cubicBezTo>
                    <a:pt x="5466" y="12081"/>
                    <a:pt x="5486" y="12072"/>
                    <a:pt x="5498" y="12055"/>
                  </a:cubicBezTo>
                  <a:lnTo>
                    <a:pt x="6508" y="10688"/>
                  </a:lnTo>
                  <a:cubicBezTo>
                    <a:pt x="8997" y="10170"/>
                    <a:pt x="10803" y="7950"/>
                    <a:pt x="10803" y="5400"/>
                  </a:cubicBezTo>
                  <a:cubicBezTo>
                    <a:pt x="10803" y="2422"/>
                    <a:pt x="8380" y="1"/>
                    <a:pt x="5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g332bf0ce26c_1_131"/>
            <p:cNvSpPr/>
            <p:nvPr/>
          </p:nvSpPr>
          <p:spPr>
            <a:xfrm>
              <a:off x="9670093" y="2702643"/>
              <a:ext cx="35582" cy="35538"/>
            </a:xfrm>
            <a:custGeom>
              <a:rect b="b" l="l" r="r" t="t"/>
              <a:pathLst>
                <a:path extrusionOk="0" h="819" w="820">
                  <a:moveTo>
                    <a:pt x="410" y="0"/>
                  </a:moveTo>
                  <a:cubicBezTo>
                    <a:pt x="184" y="0"/>
                    <a:pt x="0" y="184"/>
                    <a:pt x="0" y="409"/>
                  </a:cubicBezTo>
                  <a:cubicBezTo>
                    <a:pt x="0" y="635"/>
                    <a:pt x="184" y="819"/>
                    <a:pt x="410" y="819"/>
                  </a:cubicBezTo>
                  <a:cubicBezTo>
                    <a:pt x="636" y="819"/>
                    <a:pt x="819" y="635"/>
                    <a:pt x="819" y="409"/>
                  </a:cubicBezTo>
                  <a:cubicBezTo>
                    <a:pt x="819" y="184"/>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g332bf0ce26c_1_131"/>
            <p:cNvSpPr/>
            <p:nvPr/>
          </p:nvSpPr>
          <p:spPr>
            <a:xfrm>
              <a:off x="9751843" y="2702643"/>
              <a:ext cx="35538" cy="35538"/>
            </a:xfrm>
            <a:custGeom>
              <a:rect b="b" l="l" r="r" t="t"/>
              <a:pathLst>
                <a:path extrusionOk="0" h="819" w="819">
                  <a:moveTo>
                    <a:pt x="409" y="0"/>
                  </a:moveTo>
                  <a:cubicBezTo>
                    <a:pt x="183" y="0"/>
                    <a:pt x="0" y="184"/>
                    <a:pt x="0" y="409"/>
                  </a:cubicBezTo>
                  <a:cubicBezTo>
                    <a:pt x="0" y="635"/>
                    <a:pt x="183" y="819"/>
                    <a:pt x="409" y="819"/>
                  </a:cubicBezTo>
                  <a:cubicBezTo>
                    <a:pt x="635" y="819"/>
                    <a:pt x="819" y="635"/>
                    <a:pt x="819" y="409"/>
                  </a:cubicBezTo>
                  <a:cubicBezTo>
                    <a:pt x="819" y="184"/>
                    <a:pt x="635"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g332bf0ce26c_1_131"/>
            <p:cNvSpPr/>
            <p:nvPr/>
          </p:nvSpPr>
          <p:spPr>
            <a:xfrm>
              <a:off x="9833551" y="2702643"/>
              <a:ext cx="35582" cy="35538"/>
            </a:xfrm>
            <a:custGeom>
              <a:rect b="b" l="l" r="r" t="t"/>
              <a:pathLst>
                <a:path extrusionOk="0" h="819" w="820">
                  <a:moveTo>
                    <a:pt x="410" y="0"/>
                  </a:moveTo>
                  <a:cubicBezTo>
                    <a:pt x="184" y="0"/>
                    <a:pt x="1" y="184"/>
                    <a:pt x="1" y="409"/>
                  </a:cubicBezTo>
                  <a:cubicBezTo>
                    <a:pt x="1" y="635"/>
                    <a:pt x="184" y="819"/>
                    <a:pt x="410" y="819"/>
                  </a:cubicBezTo>
                  <a:cubicBezTo>
                    <a:pt x="636" y="819"/>
                    <a:pt x="819" y="635"/>
                    <a:pt x="819" y="409"/>
                  </a:cubicBezTo>
                  <a:cubicBezTo>
                    <a:pt x="819" y="184"/>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6" name="Shape 2026"/>
        <p:cNvGrpSpPr/>
        <p:nvPr/>
      </p:nvGrpSpPr>
      <p:grpSpPr>
        <a:xfrm>
          <a:off x="0" y="0"/>
          <a:ext cx="0" cy="0"/>
          <a:chOff x="0" y="0"/>
          <a:chExt cx="0" cy="0"/>
        </a:xfrm>
      </p:grpSpPr>
      <p:sp>
        <p:nvSpPr>
          <p:cNvPr id="2027" name="Google Shape;2027;g332bf0ce26c_1_1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&amp; Citations</a:t>
            </a:r>
            <a:endParaRPr/>
          </a:p>
        </p:txBody>
      </p:sp>
      <p:sp>
        <p:nvSpPr>
          <p:cNvPr id="2028" name="Google Shape;2028;g332bf0ce26c_1_161"/>
          <p:cNvSpPr txBox="1"/>
          <p:nvPr>
            <p:ph idx="1" type="body"/>
          </p:nvPr>
        </p:nvSpPr>
        <p:spPr>
          <a:xfrm>
            <a:off x="311700" y="1168875"/>
            <a:ext cx="8520600" cy="3488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rgbClr val="000000"/>
                </a:solidFill>
                <a:latin typeface="Inconsolata"/>
                <a:ea typeface="Inconsolata"/>
                <a:cs typeface="Inconsolata"/>
                <a:sym typeface="Inconsolata"/>
              </a:rPr>
              <a:t>Key Takeaways</a:t>
            </a:r>
            <a:endParaRPr b="1">
              <a:solidFill>
                <a:srgbClr val="000000"/>
              </a:solidFill>
              <a:latin typeface="Inconsolata"/>
              <a:ea typeface="Inconsolata"/>
              <a:cs typeface="Inconsolata"/>
              <a:sym typeface="Inconsolata"/>
            </a:endParaRPr>
          </a:p>
          <a:p>
            <a:pPr indent="-298450" lvl="0" marL="457200" rtl="0" algn="l">
              <a:lnSpc>
                <a:spcPct val="115000"/>
              </a:lnSpc>
              <a:spcBef>
                <a:spcPts val="120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Proper Language Strengthens Communication</a:t>
            </a:r>
            <a:r>
              <a:rPr b="1" lang="en">
                <a:solidFill>
                  <a:srgbClr val="000000"/>
                </a:solidFill>
                <a:latin typeface="Inconsolata"/>
                <a:ea typeface="Inconsolata"/>
                <a:cs typeface="Inconsolata"/>
                <a:sym typeface="Inconsolata"/>
              </a:rPr>
              <a:t>: </a:t>
            </a:r>
            <a:r>
              <a:rPr lang="en">
                <a:solidFill>
                  <a:srgbClr val="000000"/>
                </a:solidFill>
              </a:rPr>
              <a:t>Clear and precise language reduces misinterpretation and enhances understanding.</a:t>
            </a: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Verbal Expression Enhances Thought Clarity</a:t>
            </a:r>
            <a:r>
              <a:rPr b="1" lang="en">
                <a:solidFill>
                  <a:srgbClr val="000000"/>
                </a:solidFill>
                <a:latin typeface="Inconsolata"/>
                <a:ea typeface="Inconsolata"/>
                <a:cs typeface="Inconsolata"/>
                <a:sym typeface="Inconsolata"/>
              </a:rPr>
              <a:t>:</a:t>
            </a:r>
            <a:r>
              <a:rPr lang="en">
                <a:solidFill>
                  <a:srgbClr val="000000"/>
                </a:solidFill>
              </a:rPr>
              <a:t> Speaking ideas aloud allows for deeper reasoning, problem-solving, and memory retention.</a:t>
            </a: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Effective Communication Fosters Learning</a:t>
            </a:r>
            <a:r>
              <a:rPr b="1" lang="en">
                <a:solidFill>
                  <a:srgbClr val="000000"/>
                </a:solidFill>
                <a:latin typeface="Inconsolata"/>
                <a:ea typeface="Inconsolata"/>
                <a:cs typeface="Inconsolata"/>
                <a:sym typeface="Inconsolata"/>
              </a:rPr>
              <a:t>:</a:t>
            </a:r>
            <a:r>
              <a:rPr lang="en">
                <a:solidFill>
                  <a:srgbClr val="000000"/>
                </a:solidFill>
              </a:rPr>
              <a:t> When ideas are explained well, they become easier to grasp, reinforcing knowledge for both the speaker and the listener.</a:t>
            </a:r>
            <a:endParaRPr>
              <a:solidFill>
                <a:srgbClr val="000000"/>
              </a:solidFill>
            </a:endParaRPr>
          </a:p>
          <a:p>
            <a:pPr indent="0" lvl="0" marL="0" rtl="0" algn="l">
              <a:lnSpc>
                <a:spcPct val="115000"/>
              </a:lnSpc>
              <a:spcBef>
                <a:spcPts val="1200"/>
              </a:spcBef>
              <a:spcAft>
                <a:spcPts val="0"/>
              </a:spcAft>
              <a:buNone/>
            </a:pPr>
            <a:r>
              <a:rPr b="1" lang="en">
                <a:solidFill>
                  <a:srgbClr val="000000"/>
                </a:solidFill>
                <a:latin typeface="Inconsolata"/>
                <a:ea typeface="Inconsolata"/>
                <a:cs typeface="Inconsolata"/>
                <a:sym typeface="Inconsolata"/>
              </a:rPr>
              <a:t>Select References</a:t>
            </a:r>
            <a:endParaRPr b="1">
              <a:solidFill>
                <a:srgbClr val="000000"/>
              </a:solidFill>
              <a:latin typeface="Inconsolata"/>
              <a:ea typeface="Inconsolata"/>
              <a:cs typeface="Inconsolata"/>
              <a:sym typeface="Inconsolata"/>
            </a:endParaRPr>
          </a:p>
          <a:p>
            <a:pPr indent="-298450" lvl="0" marL="457200" rtl="0" algn="l">
              <a:lnSpc>
                <a:spcPct val="115000"/>
              </a:lnSpc>
              <a:spcBef>
                <a:spcPts val="1200"/>
              </a:spcBef>
              <a:spcAft>
                <a:spcPts val="0"/>
              </a:spcAft>
              <a:buClr>
                <a:srgbClr val="000000"/>
              </a:buClr>
              <a:buSzPts val="1100"/>
              <a:buFont typeface="Arial"/>
              <a:buChar char="-"/>
            </a:pPr>
            <a:r>
              <a:rPr i="1" lang="en">
                <a:solidFill>
                  <a:srgbClr val="000000"/>
                </a:solidFill>
              </a:rPr>
              <a:t>The Guardian (2024)</a:t>
            </a:r>
            <a:r>
              <a:rPr lang="en">
                <a:solidFill>
                  <a:srgbClr val="000000"/>
                </a:solidFill>
              </a:rPr>
              <a:t>. The Protégé Effect: How Teaching Helps You Learn.</a:t>
            </a: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i="1" lang="en">
                <a:solidFill>
                  <a:srgbClr val="000000"/>
                </a:solidFill>
              </a:rPr>
              <a:t>PubMed Central (2018)</a:t>
            </a:r>
            <a:r>
              <a:rPr lang="en">
                <a:solidFill>
                  <a:srgbClr val="000000"/>
                </a:solidFill>
              </a:rPr>
              <a:t>. Thinking Aloud as a Cognitive Learning Strategy.</a:t>
            </a: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i="1" lang="en">
                <a:solidFill>
                  <a:srgbClr val="000000"/>
                </a:solidFill>
              </a:rPr>
              <a:t>University of Waterloo (2017)</a:t>
            </a:r>
            <a:r>
              <a:rPr lang="en">
                <a:solidFill>
                  <a:srgbClr val="000000"/>
                </a:solidFill>
              </a:rPr>
              <a:t>. The Benefits of Reading Aloud for Memory Retention.</a:t>
            </a:r>
            <a:endParaRPr>
              <a:solidFill>
                <a:srgbClr val="000000"/>
              </a:solidFill>
              <a:latin typeface="Inconsolata"/>
              <a:ea typeface="Inconsolata"/>
              <a:cs typeface="Inconsolata"/>
              <a:sym typeface="Inconsolata"/>
            </a:endParaRPr>
          </a:p>
          <a:p>
            <a:pPr indent="0" lvl="0" marL="0" rtl="0" algn="l">
              <a:lnSpc>
                <a:spcPct val="100000"/>
              </a:lnSpc>
              <a:spcBef>
                <a:spcPts val="1200"/>
              </a:spcBef>
              <a:spcAft>
                <a:spcPts val="0"/>
              </a:spcAft>
              <a:buNone/>
            </a:pPr>
            <a:r>
              <a:t/>
            </a:r>
            <a:endParaRPr>
              <a:solidFill>
                <a:srgbClr val="000000"/>
              </a:solidFill>
              <a:latin typeface="Inconsolata"/>
              <a:ea typeface="Inconsolata"/>
              <a:cs typeface="Inconsolata"/>
              <a:sym typeface="Inconsolata"/>
            </a:endParaRPr>
          </a:p>
        </p:txBody>
      </p:sp>
      <p:grpSp>
        <p:nvGrpSpPr>
          <p:cNvPr id="2029" name="Google Shape;2029;g332bf0ce26c_1_161"/>
          <p:cNvGrpSpPr/>
          <p:nvPr/>
        </p:nvGrpSpPr>
        <p:grpSpPr>
          <a:xfrm>
            <a:off x="8283592" y="4346805"/>
            <a:ext cx="367165" cy="368901"/>
            <a:chOff x="-60254550" y="1938025"/>
            <a:chExt cx="317425" cy="318925"/>
          </a:xfrm>
        </p:grpSpPr>
        <p:sp>
          <p:nvSpPr>
            <p:cNvPr id="2030" name="Google Shape;2030;g332bf0ce26c_1_161"/>
            <p:cNvSpPr/>
            <p:nvPr/>
          </p:nvSpPr>
          <p:spPr>
            <a:xfrm>
              <a:off x="-60254550" y="2049000"/>
              <a:ext cx="317425" cy="207950"/>
            </a:xfrm>
            <a:custGeom>
              <a:rect b="b" l="l" r="r" t="t"/>
              <a:pathLst>
                <a:path extrusionOk="0" h="8318" w="12697">
                  <a:moveTo>
                    <a:pt x="10428" y="1639"/>
                  </a:moveTo>
                  <a:cubicBezTo>
                    <a:pt x="11184" y="1639"/>
                    <a:pt x="11814" y="2269"/>
                    <a:pt x="11814" y="3025"/>
                  </a:cubicBezTo>
                  <a:cubicBezTo>
                    <a:pt x="11814" y="3781"/>
                    <a:pt x="11184" y="4411"/>
                    <a:pt x="10428" y="4411"/>
                  </a:cubicBezTo>
                  <a:lnTo>
                    <a:pt x="9767" y="4411"/>
                  </a:lnTo>
                  <a:cubicBezTo>
                    <a:pt x="9861" y="4033"/>
                    <a:pt x="9893" y="3686"/>
                    <a:pt x="9893" y="3308"/>
                  </a:cubicBezTo>
                  <a:lnTo>
                    <a:pt x="9893" y="1639"/>
                  </a:lnTo>
                  <a:close/>
                  <a:moveTo>
                    <a:pt x="9073" y="819"/>
                  </a:moveTo>
                  <a:lnTo>
                    <a:pt x="9073" y="3308"/>
                  </a:lnTo>
                  <a:cubicBezTo>
                    <a:pt x="9073" y="5577"/>
                    <a:pt x="7215" y="7435"/>
                    <a:pt x="4915" y="7435"/>
                  </a:cubicBezTo>
                  <a:cubicBezTo>
                    <a:pt x="2646" y="7435"/>
                    <a:pt x="788" y="5577"/>
                    <a:pt x="788" y="3308"/>
                  </a:cubicBezTo>
                  <a:lnTo>
                    <a:pt x="788" y="819"/>
                  </a:lnTo>
                  <a:close/>
                  <a:moveTo>
                    <a:pt x="410" y="0"/>
                  </a:moveTo>
                  <a:cubicBezTo>
                    <a:pt x="158" y="0"/>
                    <a:pt x="0" y="189"/>
                    <a:pt x="0" y="441"/>
                  </a:cubicBezTo>
                  <a:lnTo>
                    <a:pt x="0" y="3308"/>
                  </a:lnTo>
                  <a:cubicBezTo>
                    <a:pt x="0" y="5041"/>
                    <a:pt x="882" y="6522"/>
                    <a:pt x="2205" y="7435"/>
                  </a:cubicBezTo>
                  <a:lnTo>
                    <a:pt x="410" y="7435"/>
                  </a:lnTo>
                  <a:cubicBezTo>
                    <a:pt x="158" y="7435"/>
                    <a:pt x="0" y="7624"/>
                    <a:pt x="0" y="7877"/>
                  </a:cubicBezTo>
                  <a:cubicBezTo>
                    <a:pt x="0" y="8097"/>
                    <a:pt x="189" y="8318"/>
                    <a:pt x="410" y="8318"/>
                  </a:cubicBezTo>
                  <a:lnTo>
                    <a:pt x="9483" y="8318"/>
                  </a:lnTo>
                  <a:cubicBezTo>
                    <a:pt x="9735" y="8318"/>
                    <a:pt x="9893" y="8097"/>
                    <a:pt x="9893" y="7877"/>
                  </a:cubicBezTo>
                  <a:cubicBezTo>
                    <a:pt x="9893" y="7624"/>
                    <a:pt x="9704" y="7435"/>
                    <a:pt x="9483" y="7435"/>
                  </a:cubicBezTo>
                  <a:lnTo>
                    <a:pt x="7687" y="7435"/>
                  </a:lnTo>
                  <a:cubicBezTo>
                    <a:pt x="8506" y="6900"/>
                    <a:pt x="9137" y="6144"/>
                    <a:pt x="9546" y="5230"/>
                  </a:cubicBezTo>
                  <a:lnTo>
                    <a:pt x="10491" y="5230"/>
                  </a:lnTo>
                  <a:cubicBezTo>
                    <a:pt x="11688" y="5230"/>
                    <a:pt x="12697" y="4253"/>
                    <a:pt x="12697" y="3025"/>
                  </a:cubicBezTo>
                  <a:cubicBezTo>
                    <a:pt x="12697" y="1796"/>
                    <a:pt x="11657" y="819"/>
                    <a:pt x="10428" y="819"/>
                  </a:cubicBezTo>
                  <a:lnTo>
                    <a:pt x="9893" y="819"/>
                  </a:lnTo>
                  <a:lnTo>
                    <a:pt x="9893" y="441"/>
                  </a:lnTo>
                  <a:cubicBezTo>
                    <a:pt x="9893" y="189"/>
                    <a:pt x="9704" y="0"/>
                    <a:pt x="94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g332bf0ce26c_1_161"/>
            <p:cNvSpPr/>
            <p:nvPr/>
          </p:nvSpPr>
          <p:spPr>
            <a:xfrm>
              <a:off x="-60219125" y="1938025"/>
              <a:ext cx="51225" cy="103625"/>
            </a:xfrm>
            <a:custGeom>
              <a:rect b="b" l="l" r="r" t="t"/>
              <a:pathLst>
                <a:path extrusionOk="0" h="4145" w="2049">
                  <a:moveTo>
                    <a:pt x="1068" y="0"/>
                  </a:moveTo>
                  <a:cubicBezTo>
                    <a:pt x="947" y="0"/>
                    <a:pt x="819" y="61"/>
                    <a:pt x="725" y="155"/>
                  </a:cubicBezTo>
                  <a:cubicBezTo>
                    <a:pt x="568" y="312"/>
                    <a:pt x="568" y="564"/>
                    <a:pt x="757" y="722"/>
                  </a:cubicBezTo>
                  <a:cubicBezTo>
                    <a:pt x="1103" y="1100"/>
                    <a:pt x="1103" y="1446"/>
                    <a:pt x="757" y="1761"/>
                  </a:cubicBezTo>
                  <a:cubicBezTo>
                    <a:pt x="32" y="2392"/>
                    <a:pt x="1" y="3368"/>
                    <a:pt x="757" y="4030"/>
                  </a:cubicBezTo>
                  <a:cubicBezTo>
                    <a:pt x="832" y="4105"/>
                    <a:pt x="936" y="4144"/>
                    <a:pt x="1041" y="4144"/>
                  </a:cubicBezTo>
                  <a:cubicBezTo>
                    <a:pt x="1156" y="4144"/>
                    <a:pt x="1273" y="4097"/>
                    <a:pt x="1356" y="3998"/>
                  </a:cubicBezTo>
                  <a:cubicBezTo>
                    <a:pt x="1513" y="3841"/>
                    <a:pt x="1513" y="3557"/>
                    <a:pt x="1292" y="3400"/>
                  </a:cubicBezTo>
                  <a:cubicBezTo>
                    <a:pt x="946" y="3085"/>
                    <a:pt x="946" y="2707"/>
                    <a:pt x="1292" y="2392"/>
                  </a:cubicBezTo>
                  <a:cubicBezTo>
                    <a:pt x="2017" y="1761"/>
                    <a:pt x="2049" y="785"/>
                    <a:pt x="1292" y="92"/>
                  </a:cubicBezTo>
                  <a:cubicBezTo>
                    <a:pt x="1229" y="28"/>
                    <a:pt x="1150" y="0"/>
                    <a:pt x="10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g332bf0ce26c_1_161"/>
            <p:cNvSpPr/>
            <p:nvPr/>
          </p:nvSpPr>
          <p:spPr>
            <a:xfrm>
              <a:off x="-60156900" y="1938025"/>
              <a:ext cx="51225" cy="103625"/>
            </a:xfrm>
            <a:custGeom>
              <a:rect b="b" l="l" r="r" t="t"/>
              <a:pathLst>
                <a:path extrusionOk="0" h="4145" w="2049">
                  <a:moveTo>
                    <a:pt x="1057" y="0"/>
                  </a:moveTo>
                  <a:cubicBezTo>
                    <a:pt x="926" y="0"/>
                    <a:pt x="788" y="61"/>
                    <a:pt x="694" y="155"/>
                  </a:cubicBezTo>
                  <a:cubicBezTo>
                    <a:pt x="536" y="312"/>
                    <a:pt x="536" y="564"/>
                    <a:pt x="757" y="722"/>
                  </a:cubicBezTo>
                  <a:cubicBezTo>
                    <a:pt x="1103" y="1100"/>
                    <a:pt x="1103" y="1446"/>
                    <a:pt x="757" y="1761"/>
                  </a:cubicBezTo>
                  <a:cubicBezTo>
                    <a:pt x="32" y="2392"/>
                    <a:pt x="1" y="3368"/>
                    <a:pt x="757" y="4030"/>
                  </a:cubicBezTo>
                  <a:cubicBezTo>
                    <a:pt x="832" y="4105"/>
                    <a:pt x="929" y="4144"/>
                    <a:pt x="1026" y="4144"/>
                  </a:cubicBezTo>
                  <a:cubicBezTo>
                    <a:pt x="1133" y="4144"/>
                    <a:pt x="1242" y="4097"/>
                    <a:pt x="1324" y="3998"/>
                  </a:cubicBezTo>
                  <a:cubicBezTo>
                    <a:pt x="1859" y="3463"/>
                    <a:pt x="473" y="3179"/>
                    <a:pt x="1292" y="2392"/>
                  </a:cubicBezTo>
                  <a:cubicBezTo>
                    <a:pt x="2017" y="1761"/>
                    <a:pt x="2049" y="785"/>
                    <a:pt x="1292" y="92"/>
                  </a:cubicBezTo>
                  <a:cubicBezTo>
                    <a:pt x="1229" y="28"/>
                    <a:pt x="1145" y="0"/>
                    <a:pt x="105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g332bf0ce26c_1_161"/>
            <p:cNvSpPr/>
            <p:nvPr/>
          </p:nvSpPr>
          <p:spPr>
            <a:xfrm>
              <a:off x="-60094675" y="1938025"/>
              <a:ext cx="51225" cy="103625"/>
            </a:xfrm>
            <a:custGeom>
              <a:rect b="b" l="l" r="r" t="t"/>
              <a:pathLst>
                <a:path extrusionOk="0" h="4145" w="2049">
                  <a:moveTo>
                    <a:pt x="1056" y="0"/>
                  </a:moveTo>
                  <a:cubicBezTo>
                    <a:pt x="926" y="0"/>
                    <a:pt x="788" y="61"/>
                    <a:pt x="694" y="155"/>
                  </a:cubicBezTo>
                  <a:cubicBezTo>
                    <a:pt x="536" y="312"/>
                    <a:pt x="536" y="564"/>
                    <a:pt x="725" y="722"/>
                  </a:cubicBezTo>
                  <a:cubicBezTo>
                    <a:pt x="1103" y="1100"/>
                    <a:pt x="1103" y="1446"/>
                    <a:pt x="725" y="1761"/>
                  </a:cubicBezTo>
                  <a:cubicBezTo>
                    <a:pt x="32" y="2392"/>
                    <a:pt x="1" y="3368"/>
                    <a:pt x="725" y="4030"/>
                  </a:cubicBezTo>
                  <a:cubicBezTo>
                    <a:pt x="800" y="4105"/>
                    <a:pt x="904" y="4144"/>
                    <a:pt x="1009" y="4144"/>
                  </a:cubicBezTo>
                  <a:cubicBezTo>
                    <a:pt x="1125" y="4144"/>
                    <a:pt x="1241" y="4097"/>
                    <a:pt x="1324" y="3998"/>
                  </a:cubicBezTo>
                  <a:cubicBezTo>
                    <a:pt x="1481" y="3841"/>
                    <a:pt x="1481" y="3557"/>
                    <a:pt x="1292" y="3400"/>
                  </a:cubicBezTo>
                  <a:cubicBezTo>
                    <a:pt x="946" y="3085"/>
                    <a:pt x="946" y="2707"/>
                    <a:pt x="1292" y="2392"/>
                  </a:cubicBezTo>
                  <a:cubicBezTo>
                    <a:pt x="1985" y="1761"/>
                    <a:pt x="2048" y="785"/>
                    <a:pt x="1292" y="92"/>
                  </a:cubicBezTo>
                  <a:cubicBezTo>
                    <a:pt x="1229" y="28"/>
                    <a:pt x="1145" y="0"/>
                    <a:pt x="10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g332bf0ce26c_1_466"/>
          <p:cNvSpPr/>
          <p:nvPr/>
        </p:nvSpPr>
        <p:spPr>
          <a:xfrm>
            <a:off x="2204825" y="802300"/>
            <a:ext cx="1251600" cy="939600"/>
          </a:xfrm>
          <a:prstGeom prst="wedgeRectCallout">
            <a:avLst>
              <a:gd fmla="val 63518" name="adj1"/>
              <a:gd fmla="val -2300"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2039" name="Google Shape;2039;g332bf0ce26c_1_466"/>
          <p:cNvSpPr txBox="1"/>
          <p:nvPr>
            <p:ph type="title"/>
          </p:nvPr>
        </p:nvSpPr>
        <p:spPr>
          <a:xfrm>
            <a:off x="-265825" y="1929450"/>
            <a:ext cx="6192900" cy="14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t>Value of feedback</a:t>
            </a:r>
            <a:endParaRPr sz="4500">
              <a:solidFill>
                <a:schemeClr val="accent1"/>
              </a:solidFill>
            </a:endParaRPr>
          </a:p>
        </p:txBody>
      </p:sp>
      <p:sp>
        <p:nvSpPr>
          <p:cNvPr id="2040" name="Google Shape;2040;g332bf0ce26c_1_466"/>
          <p:cNvSpPr txBox="1"/>
          <p:nvPr>
            <p:ph idx="2" type="title"/>
          </p:nvPr>
        </p:nvSpPr>
        <p:spPr>
          <a:xfrm>
            <a:off x="2297975" y="851200"/>
            <a:ext cx="1065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05</a:t>
            </a:r>
            <a:endParaRPr/>
          </a:p>
        </p:txBody>
      </p:sp>
      <p:pic>
        <p:nvPicPr>
          <p:cNvPr id="2041" name="Google Shape;2041;g332bf0ce26c_1_466"/>
          <p:cNvPicPr preferRelativeResize="0"/>
          <p:nvPr/>
        </p:nvPicPr>
        <p:blipFill rotWithShape="1">
          <a:blip r:embed="rId3">
            <a:alphaModFix/>
          </a:blip>
          <a:srcRect b="2781" l="15261" r="14573" t="20596"/>
          <a:stretch/>
        </p:blipFill>
        <p:spPr>
          <a:xfrm>
            <a:off x="6255601" y="851192"/>
            <a:ext cx="1990774" cy="38829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g332bf0ce26c_1_5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The Value of feedback</a:t>
            </a:r>
            <a:endParaRPr sz="2200"/>
          </a:p>
        </p:txBody>
      </p:sp>
      <p:sp>
        <p:nvSpPr>
          <p:cNvPr id="2047" name="Google Shape;2047;g332bf0ce26c_1_589"/>
          <p:cNvSpPr txBox="1"/>
          <p:nvPr>
            <p:ph idx="1" type="body"/>
          </p:nvPr>
        </p:nvSpPr>
        <p:spPr>
          <a:xfrm>
            <a:off x="256625" y="1231500"/>
            <a:ext cx="5049000" cy="34881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rgbClr val="000000"/>
              </a:buClr>
              <a:buSzPts val="1100"/>
              <a:buFont typeface="Arial"/>
              <a:buChar char="-"/>
            </a:pPr>
            <a:r>
              <a:rPr b="1" lang="en" sz="1200">
                <a:solidFill>
                  <a:srgbClr val="000000"/>
                </a:solidFill>
                <a:latin typeface="Inconsolata"/>
                <a:ea typeface="Inconsolata"/>
                <a:cs typeface="Inconsolata"/>
                <a:sym typeface="Inconsolata"/>
              </a:rPr>
              <a:t>Encourages Growth and Improvement –</a:t>
            </a:r>
            <a:r>
              <a:rPr lang="en" sz="1200">
                <a:solidFill>
                  <a:srgbClr val="000000"/>
                </a:solidFill>
              </a:rPr>
              <a:t> Constructive feedback helps people see where they can improve but also see what areas they are strong in.</a:t>
            </a:r>
            <a:br>
              <a:rPr lang="en" sz="900">
                <a:solidFill>
                  <a:srgbClr val="000000"/>
                </a:solidFill>
                <a:latin typeface="Arial"/>
                <a:ea typeface="Arial"/>
                <a:cs typeface="Arial"/>
                <a:sym typeface="Arial"/>
              </a:rPr>
            </a:br>
            <a:endParaRPr sz="9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200">
                <a:solidFill>
                  <a:srgbClr val="000000"/>
                </a:solidFill>
                <a:latin typeface="Inconsolata"/>
                <a:ea typeface="Inconsolata"/>
                <a:cs typeface="Inconsolata"/>
                <a:sym typeface="Inconsolata"/>
              </a:rPr>
              <a:t>Effective Delivery Enhances Impact –</a:t>
            </a:r>
            <a:r>
              <a:rPr lang="en" sz="1200">
                <a:solidFill>
                  <a:srgbClr val="000000"/>
                </a:solidFill>
              </a:rPr>
              <a:t> For feedback to be constructive, it must be clear, specific, and delivered in a way that the recipient can understand and apply.</a:t>
            </a:r>
            <a:br>
              <a:rPr lang="en" sz="900">
                <a:solidFill>
                  <a:srgbClr val="000000"/>
                </a:solidFill>
                <a:latin typeface="Arial"/>
                <a:ea typeface="Arial"/>
                <a:cs typeface="Arial"/>
                <a:sym typeface="Arial"/>
              </a:rPr>
            </a:br>
            <a:endParaRPr sz="9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200">
                <a:solidFill>
                  <a:srgbClr val="000000"/>
                </a:solidFill>
                <a:latin typeface="Inconsolata"/>
                <a:ea typeface="Inconsolata"/>
                <a:cs typeface="Inconsolata"/>
                <a:sym typeface="Inconsolata"/>
              </a:rPr>
              <a:t>Reinforces Understanding –</a:t>
            </a:r>
            <a:r>
              <a:rPr lang="en" sz="1200">
                <a:solidFill>
                  <a:srgbClr val="000000"/>
                </a:solidFill>
              </a:rPr>
              <a:t> Feedback is crucial for good communication and growth, as it helps individuals recognize gaps in their knowledge and refine their thinking.</a:t>
            </a:r>
            <a:r>
              <a:rPr lang="en" sz="900">
                <a:solidFill>
                  <a:srgbClr val="000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lnSpc>
                <a:spcPct val="115000"/>
              </a:lnSpc>
              <a:spcBef>
                <a:spcPts val="1200"/>
              </a:spcBef>
              <a:spcAft>
                <a:spcPts val="1200"/>
              </a:spcAft>
              <a:buNone/>
            </a:pPr>
            <a:r>
              <a:t/>
            </a:r>
            <a:endParaRPr b="1" sz="900">
              <a:solidFill>
                <a:srgbClr val="000000"/>
              </a:solidFill>
              <a:latin typeface="Arial"/>
              <a:ea typeface="Arial"/>
              <a:cs typeface="Arial"/>
              <a:sym typeface="Arial"/>
            </a:endParaRPr>
          </a:p>
        </p:txBody>
      </p:sp>
      <p:grpSp>
        <p:nvGrpSpPr>
          <p:cNvPr id="2048" name="Google Shape;2048;g332bf0ce26c_1_589"/>
          <p:cNvGrpSpPr/>
          <p:nvPr/>
        </p:nvGrpSpPr>
        <p:grpSpPr>
          <a:xfrm>
            <a:off x="7540839" y="1231499"/>
            <a:ext cx="761561" cy="3220849"/>
            <a:chOff x="8686141" y="2625448"/>
            <a:chExt cx="595388" cy="2518059"/>
          </a:xfrm>
        </p:grpSpPr>
        <p:sp>
          <p:nvSpPr>
            <p:cNvPr id="2049" name="Google Shape;2049;g332bf0ce26c_1_589"/>
            <p:cNvSpPr/>
            <p:nvPr/>
          </p:nvSpPr>
          <p:spPr>
            <a:xfrm>
              <a:off x="8777004" y="3992087"/>
              <a:ext cx="403507" cy="1148513"/>
            </a:xfrm>
            <a:custGeom>
              <a:rect b="b" l="l" r="r" t="t"/>
              <a:pathLst>
                <a:path extrusionOk="0" h="26468" w="9299">
                  <a:moveTo>
                    <a:pt x="577" y="1"/>
                  </a:moveTo>
                  <a:lnTo>
                    <a:pt x="509" y="408"/>
                  </a:lnTo>
                  <a:cubicBezTo>
                    <a:pt x="509" y="408"/>
                    <a:pt x="1" y="4583"/>
                    <a:pt x="373" y="7298"/>
                  </a:cubicBezTo>
                  <a:cubicBezTo>
                    <a:pt x="747" y="10013"/>
                    <a:pt x="1290" y="12186"/>
                    <a:pt x="1290" y="12355"/>
                  </a:cubicBezTo>
                  <a:cubicBezTo>
                    <a:pt x="1290" y="12525"/>
                    <a:pt x="1604" y="15411"/>
                    <a:pt x="2003" y="17277"/>
                  </a:cubicBezTo>
                  <a:cubicBezTo>
                    <a:pt x="2175" y="18085"/>
                    <a:pt x="2818" y="23555"/>
                    <a:pt x="2818" y="23555"/>
                  </a:cubicBezTo>
                  <a:cubicBezTo>
                    <a:pt x="2818" y="23555"/>
                    <a:pt x="2444" y="24778"/>
                    <a:pt x="1969" y="25355"/>
                  </a:cubicBezTo>
                  <a:cubicBezTo>
                    <a:pt x="1494" y="25932"/>
                    <a:pt x="1189" y="26272"/>
                    <a:pt x="1426" y="26407"/>
                  </a:cubicBezTo>
                  <a:cubicBezTo>
                    <a:pt x="1505" y="26452"/>
                    <a:pt x="1848" y="26467"/>
                    <a:pt x="2270" y="26467"/>
                  </a:cubicBezTo>
                  <a:cubicBezTo>
                    <a:pt x="3115" y="26467"/>
                    <a:pt x="4277" y="26407"/>
                    <a:pt x="4277" y="26407"/>
                  </a:cubicBezTo>
                  <a:cubicBezTo>
                    <a:pt x="4277" y="26407"/>
                    <a:pt x="4413" y="26136"/>
                    <a:pt x="4413" y="25457"/>
                  </a:cubicBezTo>
                  <a:cubicBezTo>
                    <a:pt x="4413" y="24778"/>
                    <a:pt x="4243" y="23793"/>
                    <a:pt x="4243" y="23250"/>
                  </a:cubicBezTo>
                  <a:cubicBezTo>
                    <a:pt x="4243" y="22707"/>
                    <a:pt x="4514" y="12966"/>
                    <a:pt x="4514" y="12966"/>
                  </a:cubicBezTo>
                  <a:lnTo>
                    <a:pt x="4582" y="4617"/>
                  </a:lnTo>
                  <a:lnTo>
                    <a:pt x="4582" y="4302"/>
                  </a:lnTo>
                  <a:lnTo>
                    <a:pt x="4717" y="4617"/>
                  </a:lnTo>
                  <a:lnTo>
                    <a:pt x="4785" y="12966"/>
                  </a:lnTo>
                  <a:cubicBezTo>
                    <a:pt x="4785" y="12966"/>
                    <a:pt x="5056" y="22707"/>
                    <a:pt x="5056" y="23250"/>
                  </a:cubicBezTo>
                  <a:cubicBezTo>
                    <a:pt x="5056" y="23793"/>
                    <a:pt x="4887" y="24778"/>
                    <a:pt x="4887" y="25457"/>
                  </a:cubicBezTo>
                  <a:cubicBezTo>
                    <a:pt x="4887" y="26136"/>
                    <a:pt x="5022" y="26407"/>
                    <a:pt x="5022" y="26407"/>
                  </a:cubicBezTo>
                  <a:cubicBezTo>
                    <a:pt x="5022" y="26407"/>
                    <a:pt x="6183" y="26467"/>
                    <a:pt x="7028" y="26467"/>
                  </a:cubicBezTo>
                  <a:cubicBezTo>
                    <a:pt x="7451" y="26467"/>
                    <a:pt x="7794" y="26452"/>
                    <a:pt x="7873" y="26407"/>
                  </a:cubicBezTo>
                  <a:cubicBezTo>
                    <a:pt x="8111" y="26272"/>
                    <a:pt x="7806" y="25932"/>
                    <a:pt x="7330" y="25355"/>
                  </a:cubicBezTo>
                  <a:cubicBezTo>
                    <a:pt x="6856" y="24778"/>
                    <a:pt x="6482" y="23555"/>
                    <a:pt x="6482" y="23555"/>
                  </a:cubicBezTo>
                  <a:cubicBezTo>
                    <a:pt x="6482" y="23555"/>
                    <a:pt x="7153" y="18091"/>
                    <a:pt x="7296" y="17277"/>
                  </a:cubicBezTo>
                  <a:cubicBezTo>
                    <a:pt x="7670" y="15162"/>
                    <a:pt x="8009" y="12525"/>
                    <a:pt x="8009" y="12355"/>
                  </a:cubicBezTo>
                  <a:cubicBezTo>
                    <a:pt x="8009" y="12186"/>
                    <a:pt x="8552" y="10013"/>
                    <a:pt x="8926" y="7298"/>
                  </a:cubicBezTo>
                  <a:cubicBezTo>
                    <a:pt x="9299" y="4583"/>
                    <a:pt x="8790" y="408"/>
                    <a:pt x="8790" y="408"/>
                  </a:cubicBezTo>
                  <a:lnTo>
                    <a:pt x="872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g332bf0ce26c_1_589"/>
            <p:cNvSpPr/>
            <p:nvPr/>
          </p:nvSpPr>
          <p:spPr>
            <a:xfrm>
              <a:off x="8774227" y="3989223"/>
              <a:ext cx="409018" cy="1154284"/>
            </a:xfrm>
            <a:custGeom>
              <a:rect b="b" l="l" r="r" t="t"/>
              <a:pathLst>
                <a:path extrusionOk="0" h="26601" w="9426">
                  <a:moveTo>
                    <a:pt x="8730" y="133"/>
                  </a:moveTo>
                  <a:lnTo>
                    <a:pt x="8788" y="483"/>
                  </a:lnTo>
                  <a:cubicBezTo>
                    <a:pt x="8800" y="579"/>
                    <a:pt x="9290" y="4697"/>
                    <a:pt x="8924" y="7355"/>
                  </a:cubicBezTo>
                  <a:cubicBezTo>
                    <a:pt x="8662" y="9259"/>
                    <a:pt x="8318" y="10889"/>
                    <a:pt x="8134" y="11763"/>
                  </a:cubicBezTo>
                  <a:cubicBezTo>
                    <a:pt x="8044" y="12190"/>
                    <a:pt x="8007" y="12366"/>
                    <a:pt x="8007" y="12421"/>
                  </a:cubicBezTo>
                  <a:cubicBezTo>
                    <a:pt x="8007" y="12584"/>
                    <a:pt x="7670" y="15212"/>
                    <a:pt x="7295" y="17331"/>
                  </a:cubicBezTo>
                  <a:cubicBezTo>
                    <a:pt x="7153" y="18138"/>
                    <a:pt x="6487" y="23559"/>
                    <a:pt x="6480" y="23614"/>
                  </a:cubicBezTo>
                  <a:cubicBezTo>
                    <a:pt x="6478" y="23623"/>
                    <a:pt x="6480" y="23632"/>
                    <a:pt x="6482" y="23642"/>
                  </a:cubicBezTo>
                  <a:cubicBezTo>
                    <a:pt x="6497" y="23691"/>
                    <a:pt x="6865" y="24883"/>
                    <a:pt x="7343" y="25464"/>
                  </a:cubicBezTo>
                  <a:lnTo>
                    <a:pt x="7436" y="25575"/>
                  </a:lnTo>
                  <a:cubicBezTo>
                    <a:pt x="7737" y="25940"/>
                    <a:pt x="7976" y="26228"/>
                    <a:pt x="7953" y="26358"/>
                  </a:cubicBezTo>
                  <a:cubicBezTo>
                    <a:pt x="7949" y="26373"/>
                    <a:pt x="7941" y="26395"/>
                    <a:pt x="7905" y="26416"/>
                  </a:cubicBezTo>
                  <a:cubicBezTo>
                    <a:pt x="7839" y="26453"/>
                    <a:pt x="7527" y="26467"/>
                    <a:pt x="7112" y="26467"/>
                  </a:cubicBezTo>
                  <a:cubicBezTo>
                    <a:pt x="6522" y="26467"/>
                    <a:pt x="5723" y="26439"/>
                    <a:pt x="5132" y="26409"/>
                  </a:cubicBezTo>
                  <a:cubicBezTo>
                    <a:pt x="5099" y="26318"/>
                    <a:pt x="5017" y="26042"/>
                    <a:pt x="5017" y="25523"/>
                  </a:cubicBezTo>
                  <a:cubicBezTo>
                    <a:pt x="5017" y="25168"/>
                    <a:pt x="5065" y="24731"/>
                    <a:pt x="5110" y="24309"/>
                  </a:cubicBezTo>
                  <a:cubicBezTo>
                    <a:pt x="5150" y="23933"/>
                    <a:pt x="5188" y="23576"/>
                    <a:pt x="5188" y="23316"/>
                  </a:cubicBezTo>
                  <a:cubicBezTo>
                    <a:pt x="5188" y="22779"/>
                    <a:pt x="4918" y="13128"/>
                    <a:pt x="4916" y="13032"/>
                  </a:cubicBezTo>
                  <a:lnTo>
                    <a:pt x="4848" y="4682"/>
                  </a:lnTo>
                  <a:cubicBezTo>
                    <a:pt x="4848" y="4674"/>
                    <a:pt x="4846" y="4664"/>
                    <a:pt x="4842" y="4657"/>
                  </a:cubicBezTo>
                  <a:lnTo>
                    <a:pt x="4707" y="4342"/>
                  </a:lnTo>
                  <a:cubicBezTo>
                    <a:pt x="4697" y="4318"/>
                    <a:pt x="4673" y="4302"/>
                    <a:pt x="4646" y="4302"/>
                  </a:cubicBezTo>
                  <a:cubicBezTo>
                    <a:pt x="4641" y="4302"/>
                    <a:pt x="4637" y="4303"/>
                    <a:pt x="4633" y="4303"/>
                  </a:cubicBezTo>
                  <a:cubicBezTo>
                    <a:pt x="4602" y="4309"/>
                    <a:pt x="4580" y="4337"/>
                    <a:pt x="4580" y="4368"/>
                  </a:cubicBezTo>
                  <a:lnTo>
                    <a:pt x="4580" y="4682"/>
                  </a:lnTo>
                  <a:lnTo>
                    <a:pt x="4512" y="13030"/>
                  </a:lnTo>
                  <a:cubicBezTo>
                    <a:pt x="4510" y="13128"/>
                    <a:pt x="4241" y="22779"/>
                    <a:pt x="4241" y="23316"/>
                  </a:cubicBezTo>
                  <a:cubicBezTo>
                    <a:pt x="4241" y="23576"/>
                    <a:pt x="4279" y="23933"/>
                    <a:pt x="4319" y="24309"/>
                  </a:cubicBezTo>
                  <a:cubicBezTo>
                    <a:pt x="4364" y="24731"/>
                    <a:pt x="4410" y="25168"/>
                    <a:pt x="4410" y="25523"/>
                  </a:cubicBezTo>
                  <a:cubicBezTo>
                    <a:pt x="4410" y="26042"/>
                    <a:pt x="4329" y="26318"/>
                    <a:pt x="4296" y="26409"/>
                  </a:cubicBezTo>
                  <a:cubicBezTo>
                    <a:pt x="3707" y="26439"/>
                    <a:pt x="2913" y="26467"/>
                    <a:pt x="2323" y="26467"/>
                  </a:cubicBezTo>
                  <a:cubicBezTo>
                    <a:pt x="1904" y="26467"/>
                    <a:pt x="1588" y="26453"/>
                    <a:pt x="1522" y="26415"/>
                  </a:cubicBezTo>
                  <a:cubicBezTo>
                    <a:pt x="1487" y="26395"/>
                    <a:pt x="1479" y="26373"/>
                    <a:pt x="1475" y="26358"/>
                  </a:cubicBezTo>
                  <a:cubicBezTo>
                    <a:pt x="1451" y="26228"/>
                    <a:pt x="1690" y="25940"/>
                    <a:pt x="1992" y="25575"/>
                  </a:cubicBezTo>
                  <a:lnTo>
                    <a:pt x="2084" y="25464"/>
                  </a:lnTo>
                  <a:cubicBezTo>
                    <a:pt x="2562" y="24883"/>
                    <a:pt x="2929" y="23691"/>
                    <a:pt x="2946" y="23642"/>
                  </a:cubicBezTo>
                  <a:cubicBezTo>
                    <a:pt x="2948" y="23632"/>
                    <a:pt x="2949" y="23624"/>
                    <a:pt x="2948" y="23614"/>
                  </a:cubicBezTo>
                  <a:cubicBezTo>
                    <a:pt x="2921" y="23391"/>
                    <a:pt x="2303" y="18131"/>
                    <a:pt x="2132" y="17328"/>
                  </a:cubicBezTo>
                  <a:cubicBezTo>
                    <a:pt x="1738" y="15483"/>
                    <a:pt x="1421" y="12598"/>
                    <a:pt x="1421" y="12421"/>
                  </a:cubicBezTo>
                  <a:cubicBezTo>
                    <a:pt x="1421" y="12366"/>
                    <a:pt x="1384" y="12190"/>
                    <a:pt x="1294" y="11763"/>
                  </a:cubicBezTo>
                  <a:cubicBezTo>
                    <a:pt x="1109" y="10889"/>
                    <a:pt x="765" y="9261"/>
                    <a:pt x="504" y="7355"/>
                  </a:cubicBezTo>
                  <a:cubicBezTo>
                    <a:pt x="136" y="4680"/>
                    <a:pt x="635" y="523"/>
                    <a:pt x="640" y="484"/>
                  </a:cubicBezTo>
                  <a:lnTo>
                    <a:pt x="698" y="133"/>
                  </a:lnTo>
                  <a:close/>
                  <a:moveTo>
                    <a:pt x="641" y="0"/>
                  </a:moveTo>
                  <a:cubicBezTo>
                    <a:pt x="609" y="0"/>
                    <a:pt x="581" y="24"/>
                    <a:pt x="576" y="56"/>
                  </a:cubicBezTo>
                  <a:lnTo>
                    <a:pt x="507" y="467"/>
                  </a:lnTo>
                  <a:cubicBezTo>
                    <a:pt x="502" y="508"/>
                    <a:pt x="1" y="4681"/>
                    <a:pt x="371" y="7374"/>
                  </a:cubicBezTo>
                  <a:cubicBezTo>
                    <a:pt x="634" y="9283"/>
                    <a:pt x="978" y="10915"/>
                    <a:pt x="1164" y="11790"/>
                  </a:cubicBezTo>
                  <a:cubicBezTo>
                    <a:pt x="1232" y="12119"/>
                    <a:pt x="1288" y="12378"/>
                    <a:pt x="1288" y="12422"/>
                  </a:cubicBezTo>
                  <a:cubicBezTo>
                    <a:pt x="1288" y="12601"/>
                    <a:pt x="1605" y="15504"/>
                    <a:pt x="2001" y="17357"/>
                  </a:cubicBezTo>
                  <a:cubicBezTo>
                    <a:pt x="2167" y="18133"/>
                    <a:pt x="2778" y="23307"/>
                    <a:pt x="2813" y="23616"/>
                  </a:cubicBezTo>
                  <a:cubicBezTo>
                    <a:pt x="2772" y="23749"/>
                    <a:pt x="2417" y="24851"/>
                    <a:pt x="1981" y="25378"/>
                  </a:cubicBezTo>
                  <a:lnTo>
                    <a:pt x="1889" y="25491"/>
                  </a:lnTo>
                  <a:cubicBezTo>
                    <a:pt x="1528" y="25927"/>
                    <a:pt x="1309" y="26191"/>
                    <a:pt x="1345" y="26382"/>
                  </a:cubicBezTo>
                  <a:cubicBezTo>
                    <a:pt x="1357" y="26444"/>
                    <a:pt x="1393" y="26495"/>
                    <a:pt x="1457" y="26531"/>
                  </a:cubicBezTo>
                  <a:cubicBezTo>
                    <a:pt x="1549" y="26583"/>
                    <a:pt x="1922" y="26600"/>
                    <a:pt x="2374" y="26600"/>
                  </a:cubicBezTo>
                  <a:cubicBezTo>
                    <a:pt x="3116" y="26600"/>
                    <a:pt x="4071" y="26554"/>
                    <a:pt x="4344" y="26539"/>
                  </a:cubicBezTo>
                  <a:cubicBezTo>
                    <a:pt x="4368" y="26538"/>
                    <a:pt x="4389" y="26525"/>
                    <a:pt x="4401" y="26502"/>
                  </a:cubicBezTo>
                  <a:cubicBezTo>
                    <a:pt x="4407" y="26492"/>
                    <a:pt x="4543" y="26209"/>
                    <a:pt x="4543" y="25523"/>
                  </a:cubicBezTo>
                  <a:cubicBezTo>
                    <a:pt x="4543" y="25161"/>
                    <a:pt x="4495" y="24721"/>
                    <a:pt x="4451" y="24296"/>
                  </a:cubicBezTo>
                  <a:cubicBezTo>
                    <a:pt x="4411" y="23922"/>
                    <a:pt x="4374" y="23569"/>
                    <a:pt x="4374" y="23316"/>
                  </a:cubicBezTo>
                  <a:cubicBezTo>
                    <a:pt x="4374" y="22780"/>
                    <a:pt x="4642" y="13132"/>
                    <a:pt x="4645" y="13032"/>
                  </a:cubicBezTo>
                  <a:lnTo>
                    <a:pt x="4713" y="4691"/>
                  </a:lnTo>
                  <a:lnTo>
                    <a:pt x="4714" y="4696"/>
                  </a:lnTo>
                  <a:lnTo>
                    <a:pt x="4783" y="13034"/>
                  </a:lnTo>
                  <a:cubicBezTo>
                    <a:pt x="4785" y="13132"/>
                    <a:pt x="5054" y="22780"/>
                    <a:pt x="5054" y="23316"/>
                  </a:cubicBezTo>
                  <a:cubicBezTo>
                    <a:pt x="5054" y="23569"/>
                    <a:pt x="5016" y="23922"/>
                    <a:pt x="4977" y="24295"/>
                  </a:cubicBezTo>
                  <a:cubicBezTo>
                    <a:pt x="4931" y="24721"/>
                    <a:pt x="4885" y="25161"/>
                    <a:pt x="4885" y="25523"/>
                  </a:cubicBezTo>
                  <a:cubicBezTo>
                    <a:pt x="4885" y="26209"/>
                    <a:pt x="5021" y="26492"/>
                    <a:pt x="5027" y="26502"/>
                  </a:cubicBezTo>
                  <a:cubicBezTo>
                    <a:pt x="5037" y="26524"/>
                    <a:pt x="5059" y="26538"/>
                    <a:pt x="5084" y="26539"/>
                  </a:cubicBezTo>
                  <a:cubicBezTo>
                    <a:pt x="5357" y="26553"/>
                    <a:pt x="6313" y="26601"/>
                    <a:pt x="7056" y="26601"/>
                  </a:cubicBezTo>
                  <a:cubicBezTo>
                    <a:pt x="7507" y="26601"/>
                    <a:pt x="7879" y="26583"/>
                    <a:pt x="7970" y="26531"/>
                  </a:cubicBezTo>
                  <a:cubicBezTo>
                    <a:pt x="8033" y="26495"/>
                    <a:pt x="8071" y="26444"/>
                    <a:pt x="8083" y="26382"/>
                  </a:cubicBezTo>
                  <a:cubicBezTo>
                    <a:pt x="8117" y="26191"/>
                    <a:pt x="7899" y="25927"/>
                    <a:pt x="7537" y="25491"/>
                  </a:cubicBezTo>
                  <a:lnTo>
                    <a:pt x="7446" y="25380"/>
                  </a:lnTo>
                  <a:cubicBezTo>
                    <a:pt x="7011" y="24851"/>
                    <a:pt x="6656" y="23750"/>
                    <a:pt x="6613" y="23617"/>
                  </a:cubicBezTo>
                  <a:cubicBezTo>
                    <a:pt x="6652" y="23306"/>
                    <a:pt x="7288" y="18138"/>
                    <a:pt x="7426" y="17354"/>
                  </a:cubicBezTo>
                  <a:cubicBezTo>
                    <a:pt x="7801" y="15230"/>
                    <a:pt x="8140" y="12586"/>
                    <a:pt x="8140" y="12422"/>
                  </a:cubicBezTo>
                  <a:cubicBezTo>
                    <a:pt x="8140" y="12378"/>
                    <a:pt x="8194" y="12119"/>
                    <a:pt x="8264" y="11790"/>
                  </a:cubicBezTo>
                  <a:cubicBezTo>
                    <a:pt x="8448" y="10915"/>
                    <a:pt x="8793" y="9283"/>
                    <a:pt x="9055" y="7374"/>
                  </a:cubicBezTo>
                  <a:cubicBezTo>
                    <a:pt x="9426" y="4681"/>
                    <a:pt x="8925" y="508"/>
                    <a:pt x="8920" y="467"/>
                  </a:cubicBezTo>
                  <a:cubicBezTo>
                    <a:pt x="8919" y="465"/>
                    <a:pt x="8919" y="464"/>
                    <a:pt x="8919" y="463"/>
                  </a:cubicBezTo>
                  <a:lnTo>
                    <a:pt x="8852" y="56"/>
                  </a:lnTo>
                  <a:cubicBezTo>
                    <a:pt x="8846" y="24"/>
                    <a:pt x="8819" y="0"/>
                    <a:pt x="8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g332bf0ce26c_1_589"/>
            <p:cNvSpPr/>
            <p:nvPr/>
          </p:nvSpPr>
          <p:spPr>
            <a:xfrm>
              <a:off x="8777004" y="3992087"/>
              <a:ext cx="403507" cy="887333"/>
            </a:xfrm>
            <a:custGeom>
              <a:rect b="b" l="l" r="r" t="t"/>
              <a:pathLst>
                <a:path extrusionOk="0" h="20449" w="9299">
                  <a:moveTo>
                    <a:pt x="577" y="1"/>
                  </a:moveTo>
                  <a:lnTo>
                    <a:pt x="509" y="408"/>
                  </a:lnTo>
                  <a:cubicBezTo>
                    <a:pt x="509" y="408"/>
                    <a:pt x="1" y="4583"/>
                    <a:pt x="373" y="7298"/>
                  </a:cubicBezTo>
                  <a:cubicBezTo>
                    <a:pt x="747" y="10013"/>
                    <a:pt x="1290" y="12186"/>
                    <a:pt x="1290" y="12355"/>
                  </a:cubicBezTo>
                  <a:cubicBezTo>
                    <a:pt x="1290" y="12525"/>
                    <a:pt x="1604" y="15411"/>
                    <a:pt x="2003" y="17277"/>
                  </a:cubicBezTo>
                  <a:cubicBezTo>
                    <a:pt x="2084" y="17656"/>
                    <a:pt x="2269" y="19063"/>
                    <a:pt x="2441" y="20449"/>
                  </a:cubicBezTo>
                  <a:lnTo>
                    <a:pt x="4311" y="20449"/>
                  </a:lnTo>
                  <a:cubicBezTo>
                    <a:pt x="4391" y="17397"/>
                    <a:pt x="4514" y="12966"/>
                    <a:pt x="4514" y="12966"/>
                  </a:cubicBezTo>
                  <a:lnTo>
                    <a:pt x="4583" y="4617"/>
                  </a:lnTo>
                  <a:lnTo>
                    <a:pt x="4583" y="4302"/>
                  </a:lnTo>
                  <a:lnTo>
                    <a:pt x="4717" y="4617"/>
                  </a:lnTo>
                  <a:lnTo>
                    <a:pt x="4785" y="12966"/>
                  </a:lnTo>
                  <a:cubicBezTo>
                    <a:pt x="4785" y="12966"/>
                    <a:pt x="4908" y="17397"/>
                    <a:pt x="4989" y="20449"/>
                  </a:cubicBezTo>
                  <a:lnTo>
                    <a:pt x="6870" y="20449"/>
                  </a:lnTo>
                  <a:cubicBezTo>
                    <a:pt x="7046" y="19064"/>
                    <a:pt x="7230" y="17659"/>
                    <a:pt x="7297" y="17277"/>
                  </a:cubicBezTo>
                  <a:cubicBezTo>
                    <a:pt x="7671" y="15162"/>
                    <a:pt x="8009" y="12525"/>
                    <a:pt x="8009" y="12355"/>
                  </a:cubicBezTo>
                  <a:cubicBezTo>
                    <a:pt x="8009" y="12186"/>
                    <a:pt x="8552" y="10013"/>
                    <a:pt x="8926" y="7298"/>
                  </a:cubicBezTo>
                  <a:cubicBezTo>
                    <a:pt x="9299" y="4583"/>
                    <a:pt x="8790" y="408"/>
                    <a:pt x="8790" y="408"/>
                  </a:cubicBezTo>
                  <a:lnTo>
                    <a:pt x="872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g332bf0ce26c_1_589"/>
            <p:cNvSpPr/>
            <p:nvPr/>
          </p:nvSpPr>
          <p:spPr>
            <a:xfrm>
              <a:off x="8774227" y="3989223"/>
              <a:ext cx="409018" cy="893061"/>
            </a:xfrm>
            <a:custGeom>
              <a:rect b="b" l="l" r="r" t="t"/>
              <a:pathLst>
                <a:path extrusionOk="0" h="20581" w="9426">
                  <a:moveTo>
                    <a:pt x="8730" y="133"/>
                  </a:moveTo>
                  <a:lnTo>
                    <a:pt x="8788" y="482"/>
                  </a:lnTo>
                  <a:cubicBezTo>
                    <a:pt x="8793" y="523"/>
                    <a:pt x="9292" y="4680"/>
                    <a:pt x="8924" y="7355"/>
                  </a:cubicBezTo>
                  <a:cubicBezTo>
                    <a:pt x="8661" y="9259"/>
                    <a:pt x="8318" y="10889"/>
                    <a:pt x="8134" y="11763"/>
                  </a:cubicBezTo>
                  <a:cubicBezTo>
                    <a:pt x="8044" y="12190"/>
                    <a:pt x="8007" y="12366"/>
                    <a:pt x="8007" y="12421"/>
                  </a:cubicBezTo>
                  <a:cubicBezTo>
                    <a:pt x="8007" y="12584"/>
                    <a:pt x="7670" y="15212"/>
                    <a:pt x="7295" y="17331"/>
                  </a:cubicBezTo>
                  <a:cubicBezTo>
                    <a:pt x="7239" y="17648"/>
                    <a:pt x="7098" y="18696"/>
                    <a:pt x="6876" y="20448"/>
                  </a:cubicBezTo>
                  <a:lnTo>
                    <a:pt x="5118" y="20448"/>
                  </a:lnTo>
                  <a:cubicBezTo>
                    <a:pt x="5037" y="17399"/>
                    <a:pt x="4916" y="13031"/>
                    <a:pt x="4916" y="13031"/>
                  </a:cubicBezTo>
                  <a:lnTo>
                    <a:pt x="4848" y="4682"/>
                  </a:lnTo>
                  <a:cubicBezTo>
                    <a:pt x="4847" y="4674"/>
                    <a:pt x="4846" y="4664"/>
                    <a:pt x="4842" y="4656"/>
                  </a:cubicBezTo>
                  <a:lnTo>
                    <a:pt x="4707" y="4342"/>
                  </a:lnTo>
                  <a:cubicBezTo>
                    <a:pt x="4696" y="4317"/>
                    <a:pt x="4673" y="4302"/>
                    <a:pt x="4646" y="4302"/>
                  </a:cubicBezTo>
                  <a:cubicBezTo>
                    <a:pt x="4642" y="4302"/>
                    <a:pt x="4637" y="4303"/>
                    <a:pt x="4633" y="4303"/>
                  </a:cubicBezTo>
                  <a:cubicBezTo>
                    <a:pt x="4602" y="4309"/>
                    <a:pt x="4580" y="4337"/>
                    <a:pt x="4580" y="4368"/>
                  </a:cubicBezTo>
                  <a:lnTo>
                    <a:pt x="4580" y="4682"/>
                  </a:lnTo>
                  <a:lnTo>
                    <a:pt x="4512" y="13030"/>
                  </a:lnTo>
                  <a:cubicBezTo>
                    <a:pt x="4512" y="13030"/>
                    <a:pt x="4390" y="17398"/>
                    <a:pt x="4310" y="20448"/>
                  </a:cubicBezTo>
                  <a:lnTo>
                    <a:pt x="2563" y="20448"/>
                  </a:lnTo>
                  <a:cubicBezTo>
                    <a:pt x="2345" y="18695"/>
                    <a:pt x="2199" y="17645"/>
                    <a:pt x="2132" y="17328"/>
                  </a:cubicBezTo>
                  <a:cubicBezTo>
                    <a:pt x="1738" y="15483"/>
                    <a:pt x="1421" y="12598"/>
                    <a:pt x="1421" y="12421"/>
                  </a:cubicBezTo>
                  <a:cubicBezTo>
                    <a:pt x="1421" y="12366"/>
                    <a:pt x="1384" y="12190"/>
                    <a:pt x="1294" y="11763"/>
                  </a:cubicBezTo>
                  <a:cubicBezTo>
                    <a:pt x="1109" y="10889"/>
                    <a:pt x="765" y="9259"/>
                    <a:pt x="504" y="7355"/>
                  </a:cubicBezTo>
                  <a:cubicBezTo>
                    <a:pt x="136" y="4680"/>
                    <a:pt x="634" y="523"/>
                    <a:pt x="639" y="484"/>
                  </a:cubicBezTo>
                  <a:lnTo>
                    <a:pt x="698" y="133"/>
                  </a:lnTo>
                  <a:close/>
                  <a:moveTo>
                    <a:pt x="641" y="0"/>
                  </a:moveTo>
                  <a:cubicBezTo>
                    <a:pt x="609" y="0"/>
                    <a:pt x="581" y="24"/>
                    <a:pt x="576" y="56"/>
                  </a:cubicBezTo>
                  <a:lnTo>
                    <a:pt x="507" y="467"/>
                  </a:lnTo>
                  <a:cubicBezTo>
                    <a:pt x="502" y="508"/>
                    <a:pt x="1" y="4681"/>
                    <a:pt x="371" y="7374"/>
                  </a:cubicBezTo>
                  <a:cubicBezTo>
                    <a:pt x="634" y="9283"/>
                    <a:pt x="978" y="10915"/>
                    <a:pt x="1164" y="11790"/>
                  </a:cubicBezTo>
                  <a:cubicBezTo>
                    <a:pt x="1232" y="12119"/>
                    <a:pt x="1287" y="12378"/>
                    <a:pt x="1287" y="12422"/>
                  </a:cubicBezTo>
                  <a:cubicBezTo>
                    <a:pt x="1287" y="12601"/>
                    <a:pt x="1605" y="15504"/>
                    <a:pt x="2001" y="17357"/>
                  </a:cubicBezTo>
                  <a:cubicBezTo>
                    <a:pt x="2069" y="17669"/>
                    <a:pt x="2219" y="18764"/>
                    <a:pt x="2439" y="20523"/>
                  </a:cubicBezTo>
                  <a:cubicBezTo>
                    <a:pt x="2443" y="20556"/>
                    <a:pt x="2471" y="20581"/>
                    <a:pt x="2505" y="20581"/>
                  </a:cubicBezTo>
                  <a:lnTo>
                    <a:pt x="4375" y="20581"/>
                  </a:lnTo>
                  <a:cubicBezTo>
                    <a:pt x="4410" y="20581"/>
                    <a:pt x="4440" y="20552"/>
                    <a:pt x="4441" y="20516"/>
                  </a:cubicBezTo>
                  <a:cubicBezTo>
                    <a:pt x="4522" y="17464"/>
                    <a:pt x="4645" y="13034"/>
                    <a:pt x="4645" y="13032"/>
                  </a:cubicBezTo>
                  <a:lnTo>
                    <a:pt x="4712" y="4691"/>
                  </a:lnTo>
                  <a:lnTo>
                    <a:pt x="4714" y="4696"/>
                  </a:lnTo>
                  <a:lnTo>
                    <a:pt x="4783" y="13034"/>
                  </a:lnTo>
                  <a:cubicBezTo>
                    <a:pt x="4783" y="13034"/>
                    <a:pt x="4906" y="17464"/>
                    <a:pt x="4986" y="20516"/>
                  </a:cubicBezTo>
                  <a:cubicBezTo>
                    <a:pt x="4988" y="20552"/>
                    <a:pt x="5017" y="20581"/>
                    <a:pt x="5053" y="20581"/>
                  </a:cubicBezTo>
                  <a:lnTo>
                    <a:pt x="6934" y="20581"/>
                  </a:lnTo>
                  <a:cubicBezTo>
                    <a:pt x="6967" y="20581"/>
                    <a:pt x="6995" y="20556"/>
                    <a:pt x="6999" y="20523"/>
                  </a:cubicBezTo>
                  <a:cubicBezTo>
                    <a:pt x="7226" y="18739"/>
                    <a:pt x="7369" y="17673"/>
                    <a:pt x="7425" y="17354"/>
                  </a:cubicBezTo>
                  <a:cubicBezTo>
                    <a:pt x="7801" y="15230"/>
                    <a:pt x="8140" y="12586"/>
                    <a:pt x="8140" y="12422"/>
                  </a:cubicBezTo>
                  <a:cubicBezTo>
                    <a:pt x="8140" y="12378"/>
                    <a:pt x="8194" y="12119"/>
                    <a:pt x="8264" y="11790"/>
                  </a:cubicBezTo>
                  <a:cubicBezTo>
                    <a:pt x="8448" y="10915"/>
                    <a:pt x="8793" y="9283"/>
                    <a:pt x="9055" y="7374"/>
                  </a:cubicBezTo>
                  <a:cubicBezTo>
                    <a:pt x="9426" y="4681"/>
                    <a:pt x="8925" y="508"/>
                    <a:pt x="8919" y="463"/>
                  </a:cubicBezTo>
                  <a:lnTo>
                    <a:pt x="8852" y="56"/>
                  </a:lnTo>
                  <a:cubicBezTo>
                    <a:pt x="8846" y="24"/>
                    <a:pt x="8819" y="0"/>
                    <a:pt x="8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g332bf0ce26c_1_589"/>
            <p:cNvSpPr/>
            <p:nvPr/>
          </p:nvSpPr>
          <p:spPr>
            <a:xfrm>
              <a:off x="8828554" y="5049469"/>
              <a:ext cx="139941" cy="91124"/>
            </a:xfrm>
            <a:custGeom>
              <a:rect b="b" l="l" r="r" t="t"/>
              <a:pathLst>
                <a:path extrusionOk="0" h="2100" w="3225">
                  <a:moveTo>
                    <a:pt x="3146" y="0"/>
                  </a:moveTo>
                  <a:lnTo>
                    <a:pt x="2686" y="987"/>
                  </a:lnTo>
                  <a:lnTo>
                    <a:pt x="781" y="987"/>
                  </a:lnTo>
                  <a:cubicBezTo>
                    <a:pt x="306" y="1564"/>
                    <a:pt x="1" y="1903"/>
                    <a:pt x="238" y="2039"/>
                  </a:cubicBezTo>
                  <a:cubicBezTo>
                    <a:pt x="317" y="2084"/>
                    <a:pt x="660" y="2099"/>
                    <a:pt x="1082" y="2099"/>
                  </a:cubicBezTo>
                  <a:cubicBezTo>
                    <a:pt x="1927" y="2099"/>
                    <a:pt x="3089" y="2039"/>
                    <a:pt x="3089" y="2039"/>
                  </a:cubicBezTo>
                  <a:cubicBezTo>
                    <a:pt x="3089" y="2039"/>
                    <a:pt x="3225" y="1768"/>
                    <a:pt x="3225" y="1089"/>
                  </a:cubicBezTo>
                  <a:cubicBezTo>
                    <a:pt x="3225" y="768"/>
                    <a:pt x="3187" y="379"/>
                    <a:pt x="31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g332bf0ce26c_1_589"/>
            <p:cNvSpPr/>
            <p:nvPr/>
          </p:nvSpPr>
          <p:spPr>
            <a:xfrm>
              <a:off x="8831028" y="5046605"/>
              <a:ext cx="140331" cy="96895"/>
            </a:xfrm>
            <a:custGeom>
              <a:rect b="b" l="l" r="r" t="t"/>
              <a:pathLst>
                <a:path extrusionOk="0" h="2233" w="3234">
                  <a:moveTo>
                    <a:pt x="3048" y="312"/>
                  </a:moveTo>
                  <a:cubicBezTo>
                    <a:pt x="3078" y="608"/>
                    <a:pt x="3101" y="903"/>
                    <a:pt x="3101" y="1155"/>
                  </a:cubicBezTo>
                  <a:cubicBezTo>
                    <a:pt x="3101" y="1674"/>
                    <a:pt x="3020" y="1950"/>
                    <a:pt x="2987" y="2041"/>
                  </a:cubicBezTo>
                  <a:cubicBezTo>
                    <a:pt x="2398" y="2071"/>
                    <a:pt x="1603" y="2099"/>
                    <a:pt x="1013" y="2099"/>
                  </a:cubicBezTo>
                  <a:cubicBezTo>
                    <a:pt x="595" y="2099"/>
                    <a:pt x="279" y="2085"/>
                    <a:pt x="213" y="2047"/>
                  </a:cubicBezTo>
                  <a:cubicBezTo>
                    <a:pt x="177" y="2027"/>
                    <a:pt x="170" y="2005"/>
                    <a:pt x="166" y="1990"/>
                  </a:cubicBezTo>
                  <a:cubicBezTo>
                    <a:pt x="142" y="1860"/>
                    <a:pt x="381" y="1571"/>
                    <a:pt x="683" y="1207"/>
                  </a:cubicBezTo>
                  <a:lnTo>
                    <a:pt x="755" y="1119"/>
                  </a:lnTo>
                  <a:lnTo>
                    <a:pt x="2629" y="1119"/>
                  </a:lnTo>
                  <a:cubicBezTo>
                    <a:pt x="2655" y="1119"/>
                    <a:pt x="2679" y="1105"/>
                    <a:pt x="2690" y="1081"/>
                  </a:cubicBezTo>
                  <a:lnTo>
                    <a:pt x="3048" y="312"/>
                  </a:lnTo>
                  <a:close/>
                  <a:moveTo>
                    <a:pt x="3089" y="0"/>
                  </a:moveTo>
                  <a:cubicBezTo>
                    <a:pt x="3064" y="0"/>
                    <a:pt x="3040" y="14"/>
                    <a:pt x="3029" y="38"/>
                  </a:cubicBezTo>
                  <a:lnTo>
                    <a:pt x="2587" y="987"/>
                  </a:lnTo>
                  <a:lnTo>
                    <a:pt x="723" y="987"/>
                  </a:lnTo>
                  <a:cubicBezTo>
                    <a:pt x="704" y="987"/>
                    <a:pt x="685" y="995"/>
                    <a:pt x="672" y="1010"/>
                  </a:cubicBezTo>
                  <a:lnTo>
                    <a:pt x="580" y="1123"/>
                  </a:lnTo>
                  <a:cubicBezTo>
                    <a:pt x="219" y="1559"/>
                    <a:pt x="0" y="1823"/>
                    <a:pt x="36" y="2014"/>
                  </a:cubicBezTo>
                  <a:cubicBezTo>
                    <a:pt x="46" y="2076"/>
                    <a:pt x="84" y="2126"/>
                    <a:pt x="148" y="2163"/>
                  </a:cubicBezTo>
                  <a:cubicBezTo>
                    <a:pt x="239" y="2215"/>
                    <a:pt x="612" y="2233"/>
                    <a:pt x="1063" y="2233"/>
                  </a:cubicBezTo>
                  <a:cubicBezTo>
                    <a:pt x="1806" y="2233"/>
                    <a:pt x="2762" y="2185"/>
                    <a:pt x="3035" y="2171"/>
                  </a:cubicBezTo>
                  <a:cubicBezTo>
                    <a:pt x="3059" y="2170"/>
                    <a:pt x="3080" y="2157"/>
                    <a:pt x="3091" y="2134"/>
                  </a:cubicBezTo>
                  <a:cubicBezTo>
                    <a:pt x="3097" y="2124"/>
                    <a:pt x="3234" y="1841"/>
                    <a:pt x="3234" y="1155"/>
                  </a:cubicBezTo>
                  <a:cubicBezTo>
                    <a:pt x="3234" y="828"/>
                    <a:pt x="3195" y="435"/>
                    <a:pt x="3156" y="59"/>
                  </a:cubicBezTo>
                  <a:cubicBezTo>
                    <a:pt x="3152" y="30"/>
                    <a:pt x="3130" y="6"/>
                    <a:pt x="3100" y="1"/>
                  </a:cubicBezTo>
                  <a:cubicBezTo>
                    <a:pt x="3097" y="1"/>
                    <a:pt x="3093" y="0"/>
                    <a:pt x="30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g332bf0ce26c_1_589"/>
            <p:cNvSpPr/>
            <p:nvPr/>
          </p:nvSpPr>
          <p:spPr>
            <a:xfrm>
              <a:off x="8989452" y="5049469"/>
              <a:ext cx="139941" cy="91124"/>
            </a:xfrm>
            <a:custGeom>
              <a:rect b="b" l="l" r="r" t="t"/>
              <a:pathLst>
                <a:path extrusionOk="0" h="2100" w="3225">
                  <a:moveTo>
                    <a:pt x="79" y="0"/>
                  </a:moveTo>
                  <a:cubicBezTo>
                    <a:pt x="38" y="379"/>
                    <a:pt x="0" y="768"/>
                    <a:pt x="0" y="1089"/>
                  </a:cubicBezTo>
                  <a:cubicBezTo>
                    <a:pt x="0" y="1768"/>
                    <a:pt x="137" y="2039"/>
                    <a:pt x="137" y="2039"/>
                  </a:cubicBezTo>
                  <a:cubicBezTo>
                    <a:pt x="137" y="2039"/>
                    <a:pt x="1298" y="2099"/>
                    <a:pt x="2143" y="2099"/>
                  </a:cubicBezTo>
                  <a:cubicBezTo>
                    <a:pt x="2565" y="2099"/>
                    <a:pt x="2908" y="2084"/>
                    <a:pt x="2987" y="2039"/>
                  </a:cubicBezTo>
                  <a:cubicBezTo>
                    <a:pt x="3224" y="1903"/>
                    <a:pt x="2919" y="1564"/>
                    <a:pt x="2444" y="987"/>
                  </a:cubicBezTo>
                  <a:lnTo>
                    <a:pt x="539" y="987"/>
                  </a:lnTo>
                  <a:lnTo>
                    <a:pt x="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g332bf0ce26c_1_589"/>
            <p:cNvSpPr/>
            <p:nvPr/>
          </p:nvSpPr>
          <p:spPr>
            <a:xfrm>
              <a:off x="8986588" y="5046562"/>
              <a:ext cx="140288" cy="96939"/>
            </a:xfrm>
            <a:custGeom>
              <a:rect b="b" l="l" r="r" t="t"/>
              <a:pathLst>
                <a:path extrusionOk="0" h="2234" w="3233">
                  <a:moveTo>
                    <a:pt x="186" y="313"/>
                  </a:moveTo>
                  <a:lnTo>
                    <a:pt x="544" y="1082"/>
                  </a:lnTo>
                  <a:cubicBezTo>
                    <a:pt x="555" y="1106"/>
                    <a:pt x="579" y="1120"/>
                    <a:pt x="605" y="1120"/>
                  </a:cubicBezTo>
                  <a:lnTo>
                    <a:pt x="2479" y="1120"/>
                  </a:lnTo>
                  <a:lnTo>
                    <a:pt x="2551" y="1208"/>
                  </a:lnTo>
                  <a:cubicBezTo>
                    <a:pt x="2853" y="1573"/>
                    <a:pt x="3092" y="1861"/>
                    <a:pt x="3068" y="1991"/>
                  </a:cubicBezTo>
                  <a:cubicBezTo>
                    <a:pt x="3064" y="2006"/>
                    <a:pt x="3056" y="2028"/>
                    <a:pt x="3021" y="2049"/>
                  </a:cubicBezTo>
                  <a:cubicBezTo>
                    <a:pt x="2955" y="2086"/>
                    <a:pt x="2643" y="2100"/>
                    <a:pt x="2228" y="2100"/>
                  </a:cubicBezTo>
                  <a:cubicBezTo>
                    <a:pt x="1638" y="2100"/>
                    <a:pt x="839" y="2072"/>
                    <a:pt x="247" y="2042"/>
                  </a:cubicBezTo>
                  <a:cubicBezTo>
                    <a:pt x="214" y="1951"/>
                    <a:pt x="133" y="1675"/>
                    <a:pt x="133" y="1156"/>
                  </a:cubicBezTo>
                  <a:cubicBezTo>
                    <a:pt x="133" y="904"/>
                    <a:pt x="156" y="609"/>
                    <a:pt x="186" y="313"/>
                  </a:cubicBezTo>
                  <a:close/>
                  <a:moveTo>
                    <a:pt x="144" y="0"/>
                  </a:moveTo>
                  <a:cubicBezTo>
                    <a:pt x="141" y="0"/>
                    <a:pt x="137" y="0"/>
                    <a:pt x="134" y="1"/>
                  </a:cubicBezTo>
                  <a:cubicBezTo>
                    <a:pt x="104" y="7"/>
                    <a:pt x="82" y="31"/>
                    <a:pt x="78" y="60"/>
                  </a:cubicBezTo>
                  <a:cubicBezTo>
                    <a:pt x="38" y="436"/>
                    <a:pt x="0" y="829"/>
                    <a:pt x="0" y="1156"/>
                  </a:cubicBezTo>
                  <a:cubicBezTo>
                    <a:pt x="0" y="1842"/>
                    <a:pt x="137" y="2125"/>
                    <a:pt x="143" y="2135"/>
                  </a:cubicBezTo>
                  <a:cubicBezTo>
                    <a:pt x="154" y="2157"/>
                    <a:pt x="175" y="2171"/>
                    <a:pt x="199" y="2172"/>
                  </a:cubicBezTo>
                  <a:cubicBezTo>
                    <a:pt x="472" y="2186"/>
                    <a:pt x="1429" y="2234"/>
                    <a:pt x="2171" y="2234"/>
                  </a:cubicBezTo>
                  <a:cubicBezTo>
                    <a:pt x="2622" y="2234"/>
                    <a:pt x="2995" y="2216"/>
                    <a:pt x="3086" y="2164"/>
                  </a:cubicBezTo>
                  <a:cubicBezTo>
                    <a:pt x="3148" y="2127"/>
                    <a:pt x="3186" y="2077"/>
                    <a:pt x="3198" y="2015"/>
                  </a:cubicBezTo>
                  <a:cubicBezTo>
                    <a:pt x="3232" y="1824"/>
                    <a:pt x="3015" y="1560"/>
                    <a:pt x="2653" y="1123"/>
                  </a:cubicBezTo>
                  <a:lnTo>
                    <a:pt x="2562" y="1011"/>
                  </a:lnTo>
                  <a:cubicBezTo>
                    <a:pt x="2549" y="996"/>
                    <a:pt x="2530" y="988"/>
                    <a:pt x="2510" y="988"/>
                  </a:cubicBezTo>
                  <a:lnTo>
                    <a:pt x="647" y="988"/>
                  </a:lnTo>
                  <a:lnTo>
                    <a:pt x="205" y="39"/>
                  </a:lnTo>
                  <a:cubicBezTo>
                    <a:pt x="193" y="15"/>
                    <a:pt x="169"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g332bf0ce26c_1_589"/>
            <p:cNvSpPr/>
            <p:nvPr/>
          </p:nvSpPr>
          <p:spPr>
            <a:xfrm>
              <a:off x="8843958" y="3111224"/>
              <a:ext cx="328915" cy="341803"/>
            </a:xfrm>
            <a:custGeom>
              <a:rect b="b" l="l" r="r" t="t"/>
              <a:pathLst>
                <a:path extrusionOk="0" h="7877" w="7580">
                  <a:moveTo>
                    <a:pt x="3744" y="1"/>
                  </a:moveTo>
                  <a:cubicBezTo>
                    <a:pt x="3470" y="1"/>
                    <a:pt x="3188" y="80"/>
                    <a:pt x="2933" y="303"/>
                  </a:cubicBezTo>
                  <a:cubicBezTo>
                    <a:pt x="2933" y="303"/>
                    <a:pt x="385" y="1941"/>
                    <a:pt x="351" y="2369"/>
                  </a:cubicBezTo>
                  <a:cubicBezTo>
                    <a:pt x="316" y="2796"/>
                    <a:pt x="910" y="3730"/>
                    <a:pt x="910" y="3730"/>
                  </a:cubicBezTo>
                  <a:lnTo>
                    <a:pt x="1" y="6720"/>
                  </a:lnTo>
                  <a:cubicBezTo>
                    <a:pt x="1" y="6720"/>
                    <a:pt x="1606" y="7279"/>
                    <a:pt x="2613" y="7551"/>
                  </a:cubicBezTo>
                  <a:cubicBezTo>
                    <a:pt x="3490" y="7788"/>
                    <a:pt x="4542" y="7876"/>
                    <a:pt x="5148" y="7876"/>
                  </a:cubicBezTo>
                  <a:cubicBezTo>
                    <a:pt x="5238" y="7876"/>
                    <a:pt x="5318" y="7874"/>
                    <a:pt x="5386" y="7871"/>
                  </a:cubicBezTo>
                  <a:cubicBezTo>
                    <a:pt x="5915" y="7841"/>
                    <a:pt x="7580" y="7377"/>
                    <a:pt x="7580" y="7377"/>
                  </a:cubicBezTo>
                  <a:cubicBezTo>
                    <a:pt x="7580" y="7377"/>
                    <a:pt x="6911" y="4978"/>
                    <a:pt x="6841" y="4662"/>
                  </a:cubicBezTo>
                  <a:cubicBezTo>
                    <a:pt x="6770" y="4345"/>
                    <a:pt x="6838" y="2317"/>
                    <a:pt x="6742" y="1735"/>
                  </a:cubicBezTo>
                  <a:cubicBezTo>
                    <a:pt x="6645" y="1153"/>
                    <a:pt x="5278" y="589"/>
                    <a:pt x="5073" y="476"/>
                  </a:cubicBezTo>
                  <a:cubicBezTo>
                    <a:pt x="4930" y="399"/>
                    <a:pt x="4356" y="1"/>
                    <a:pt x="37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g332bf0ce26c_1_589"/>
            <p:cNvSpPr/>
            <p:nvPr/>
          </p:nvSpPr>
          <p:spPr>
            <a:xfrm>
              <a:off x="8840704" y="3108273"/>
              <a:ext cx="335337" cy="347617"/>
            </a:xfrm>
            <a:custGeom>
              <a:rect b="b" l="l" r="r" t="t"/>
              <a:pathLst>
                <a:path extrusionOk="0" h="8011" w="7728">
                  <a:moveTo>
                    <a:pt x="3820" y="137"/>
                  </a:moveTo>
                  <a:cubicBezTo>
                    <a:pt x="4337" y="137"/>
                    <a:pt x="4830" y="432"/>
                    <a:pt x="5039" y="557"/>
                  </a:cubicBezTo>
                  <a:cubicBezTo>
                    <a:pt x="5071" y="577"/>
                    <a:pt x="5097" y="593"/>
                    <a:pt x="5116" y="603"/>
                  </a:cubicBezTo>
                  <a:cubicBezTo>
                    <a:pt x="5145" y="619"/>
                    <a:pt x="5197" y="644"/>
                    <a:pt x="5265" y="677"/>
                  </a:cubicBezTo>
                  <a:cubicBezTo>
                    <a:pt x="5650" y="860"/>
                    <a:pt x="6673" y="1348"/>
                    <a:pt x="6751" y="1814"/>
                  </a:cubicBezTo>
                  <a:cubicBezTo>
                    <a:pt x="6803" y="2123"/>
                    <a:pt x="6806" y="2860"/>
                    <a:pt x="6811" y="3510"/>
                  </a:cubicBezTo>
                  <a:cubicBezTo>
                    <a:pt x="6815" y="4090"/>
                    <a:pt x="6817" y="4592"/>
                    <a:pt x="6851" y="4744"/>
                  </a:cubicBezTo>
                  <a:cubicBezTo>
                    <a:pt x="6915" y="5034"/>
                    <a:pt x="7463" y="7008"/>
                    <a:pt x="7573" y="7399"/>
                  </a:cubicBezTo>
                  <a:cubicBezTo>
                    <a:pt x="7263" y="7483"/>
                    <a:pt x="5915" y="7846"/>
                    <a:pt x="5458" y="7872"/>
                  </a:cubicBezTo>
                  <a:cubicBezTo>
                    <a:pt x="5391" y="7876"/>
                    <a:pt x="5313" y="7878"/>
                    <a:pt x="5225" y="7878"/>
                  </a:cubicBezTo>
                  <a:cubicBezTo>
                    <a:pt x="4619" y="7878"/>
                    <a:pt x="3563" y="7788"/>
                    <a:pt x="2706" y="7555"/>
                  </a:cubicBezTo>
                  <a:cubicBezTo>
                    <a:pt x="1822" y="7316"/>
                    <a:pt x="459" y="6849"/>
                    <a:pt x="157" y="6745"/>
                  </a:cubicBezTo>
                  <a:lnTo>
                    <a:pt x="1049" y="3818"/>
                  </a:lnTo>
                  <a:cubicBezTo>
                    <a:pt x="1055" y="3799"/>
                    <a:pt x="1052" y="3779"/>
                    <a:pt x="1041" y="3762"/>
                  </a:cubicBezTo>
                  <a:cubicBezTo>
                    <a:pt x="1036" y="3753"/>
                    <a:pt x="459" y="2843"/>
                    <a:pt x="491" y="2442"/>
                  </a:cubicBezTo>
                  <a:cubicBezTo>
                    <a:pt x="514" y="2154"/>
                    <a:pt x="2069" y="1054"/>
                    <a:pt x="3044" y="428"/>
                  </a:cubicBezTo>
                  <a:cubicBezTo>
                    <a:pt x="3046" y="426"/>
                    <a:pt x="3049" y="425"/>
                    <a:pt x="3052" y="422"/>
                  </a:cubicBezTo>
                  <a:cubicBezTo>
                    <a:pt x="3292" y="212"/>
                    <a:pt x="3559" y="137"/>
                    <a:pt x="3820" y="137"/>
                  </a:cubicBezTo>
                  <a:close/>
                  <a:moveTo>
                    <a:pt x="3818" y="1"/>
                  </a:moveTo>
                  <a:cubicBezTo>
                    <a:pt x="3532" y="1"/>
                    <a:pt x="3237" y="84"/>
                    <a:pt x="2968" y="318"/>
                  </a:cubicBezTo>
                  <a:cubicBezTo>
                    <a:pt x="2528" y="601"/>
                    <a:pt x="394" y="1995"/>
                    <a:pt x="359" y="2431"/>
                  </a:cubicBezTo>
                  <a:cubicBezTo>
                    <a:pt x="326" y="2841"/>
                    <a:pt x="815" y="3649"/>
                    <a:pt x="913" y="3807"/>
                  </a:cubicBezTo>
                  <a:lnTo>
                    <a:pt x="12" y="6767"/>
                  </a:lnTo>
                  <a:cubicBezTo>
                    <a:pt x="1" y="6802"/>
                    <a:pt x="20" y="6838"/>
                    <a:pt x="53" y="6850"/>
                  </a:cubicBezTo>
                  <a:cubicBezTo>
                    <a:pt x="70" y="6855"/>
                    <a:pt x="1673" y="7413"/>
                    <a:pt x="2670" y="7683"/>
                  </a:cubicBezTo>
                  <a:cubicBezTo>
                    <a:pt x="3543" y="7920"/>
                    <a:pt x="4588" y="8011"/>
                    <a:pt x="5210" y="8011"/>
                  </a:cubicBezTo>
                  <a:cubicBezTo>
                    <a:pt x="5306" y="8011"/>
                    <a:pt x="5391" y="8009"/>
                    <a:pt x="5465" y="8005"/>
                  </a:cubicBezTo>
                  <a:cubicBezTo>
                    <a:pt x="5995" y="7975"/>
                    <a:pt x="7604" y="7528"/>
                    <a:pt x="7672" y="7509"/>
                  </a:cubicBezTo>
                  <a:cubicBezTo>
                    <a:pt x="7708" y="7499"/>
                    <a:pt x="7728" y="7463"/>
                    <a:pt x="7718" y="7428"/>
                  </a:cubicBezTo>
                  <a:cubicBezTo>
                    <a:pt x="7711" y="7403"/>
                    <a:pt x="7050" y="5027"/>
                    <a:pt x="6980" y="4716"/>
                  </a:cubicBezTo>
                  <a:cubicBezTo>
                    <a:pt x="6949" y="4576"/>
                    <a:pt x="6947" y="4058"/>
                    <a:pt x="6944" y="3509"/>
                  </a:cubicBezTo>
                  <a:cubicBezTo>
                    <a:pt x="6940" y="2854"/>
                    <a:pt x="6935" y="2111"/>
                    <a:pt x="6882" y="1792"/>
                  </a:cubicBezTo>
                  <a:cubicBezTo>
                    <a:pt x="6793" y="1256"/>
                    <a:pt x="5763" y="765"/>
                    <a:pt x="5323" y="556"/>
                  </a:cubicBezTo>
                  <a:cubicBezTo>
                    <a:pt x="5256" y="525"/>
                    <a:pt x="5207" y="502"/>
                    <a:pt x="5179" y="486"/>
                  </a:cubicBezTo>
                  <a:cubicBezTo>
                    <a:pt x="5162" y="477"/>
                    <a:pt x="5137" y="461"/>
                    <a:pt x="5107" y="444"/>
                  </a:cubicBezTo>
                  <a:cubicBezTo>
                    <a:pt x="4887" y="311"/>
                    <a:pt x="4370" y="1"/>
                    <a:pt x="38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g332bf0ce26c_1_589"/>
            <p:cNvSpPr/>
            <p:nvPr/>
          </p:nvSpPr>
          <p:spPr>
            <a:xfrm>
              <a:off x="8882708" y="3389846"/>
              <a:ext cx="211148" cy="622986"/>
            </a:xfrm>
            <a:custGeom>
              <a:rect b="b" l="l" r="r" t="t"/>
              <a:pathLst>
                <a:path extrusionOk="0" h="14357" w="4866">
                  <a:moveTo>
                    <a:pt x="954" y="0"/>
                  </a:moveTo>
                  <a:lnTo>
                    <a:pt x="931" y="2195"/>
                  </a:lnTo>
                  <a:lnTo>
                    <a:pt x="1" y="2481"/>
                  </a:lnTo>
                  <a:lnTo>
                    <a:pt x="1" y="14356"/>
                  </a:lnTo>
                  <a:lnTo>
                    <a:pt x="4866" y="14356"/>
                  </a:lnTo>
                  <a:lnTo>
                    <a:pt x="4460" y="2386"/>
                  </a:lnTo>
                  <a:lnTo>
                    <a:pt x="3530" y="2076"/>
                  </a:lnTo>
                  <a:lnTo>
                    <a:pt x="3459" y="24"/>
                  </a:lnTo>
                  <a:lnTo>
                    <a:pt x="95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g332bf0ce26c_1_589"/>
            <p:cNvSpPr/>
            <p:nvPr/>
          </p:nvSpPr>
          <p:spPr>
            <a:xfrm>
              <a:off x="8879844" y="3386982"/>
              <a:ext cx="216876" cy="628757"/>
            </a:xfrm>
            <a:custGeom>
              <a:rect b="b" l="l" r="r" t="t"/>
              <a:pathLst>
                <a:path extrusionOk="0" h="14490" w="4998">
                  <a:moveTo>
                    <a:pt x="1087" y="134"/>
                  </a:moveTo>
                  <a:lnTo>
                    <a:pt x="3460" y="156"/>
                  </a:lnTo>
                  <a:lnTo>
                    <a:pt x="3530" y="2144"/>
                  </a:lnTo>
                  <a:cubicBezTo>
                    <a:pt x="3531" y="2171"/>
                    <a:pt x="3549" y="2195"/>
                    <a:pt x="3575" y="2204"/>
                  </a:cubicBezTo>
                  <a:lnTo>
                    <a:pt x="4461" y="2500"/>
                  </a:lnTo>
                  <a:lnTo>
                    <a:pt x="4863" y="14356"/>
                  </a:lnTo>
                  <a:lnTo>
                    <a:pt x="133" y="14356"/>
                  </a:lnTo>
                  <a:lnTo>
                    <a:pt x="133" y="2596"/>
                  </a:lnTo>
                  <a:lnTo>
                    <a:pt x="1017" y="2324"/>
                  </a:lnTo>
                  <a:cubicBezTo>
                    <a:pt x="1044" y="2316"/>
                    <a:pt x="1063" y="2291"/>
                    <a:pt x="1063" y="2261"/>
                  </a:cubicBezTo>
                  <a:lnTo>
                    <a:pt x="1087" y="134"/>
                  </a:lnTo>
                  <a:close/>
                  <a:moveTo>
                    <a:pt x="1020" y="0"/>
                  </a:moveTo>
                  <a:cubicBezTo>
                    <a:pt x="985" y="0"/>
                    <a:pt x="954" y="30"/>
                    <a:pt x="954" y="66"/>
                  </a:cubicBezTo>
                  <a:lnTo>
                    <a:pt x="930" y="2211"/>
                  </a:lnTo>
                  <a:lnTo>
                    <a:pt x="47" y="2484"/>
                  </a:lnTo>
                  <a:cubicBezTo>
                    <a:pt x="19" y="2492"/>
                    <a:pt x="1" y="2518"/>
                    <a:pt x="1" y="2547"/>
                  </a:cubicBezTo>
                  <a:lnTo>
                    <a:pt x="1" y="14424"/>
                  </a:lnTo>
                  <a:cubicBezTo>
                    <a:pt x="1" y="14460"/>
                    <a:pt x="30" y="14490"/>
                    <a:pt x="67" y="14490"/>
                  </a:cubicBezTo>
                  <a:lnTo>
                    <a:pt x="4932" y="14490"/>
                  </a:lnTo>
                  <a:cubicBezTo>
                    <a:pt x="4949" y="14490"/>
                    <a:pt x="4967" y="14482"/>
                    <a:pt x="4979" y="14470"/>
                  </a:cubicBezTo>
                  <a:cubicBezTo>
                    <a:pt x="4992" y="14457"/>
                    <a:pt x="4998" y="14439"/>
                    <a:pt x="4998" y="14421"/>
                  </a:cubicBezTo>
                  <a:lnTo>
                    <a:pt x="4592" y="2449"/>
                  </a:lnTo>
                  <a:cubicBezTo>
                    <a:pt x="4591" y="2422"/>
                    <a:pt x="4573" y="2397"/>
                    <a:pt x="4547" y="2389"/>
                  </a:cubicBezTo>
                  <a:lnTo>
                    <a:pt x="3661" y="2093"/>
                  </a:lnTo>
                  <a:lnTo>
                    <a:pt x="3591" y="89"/>
                  </a:lnTo>
                  <a:cubicBezTo>
                    <a:pt x="3590" y="53"/>
                    <a:pt x="3561" y="25"/>
                    <a:pt x="3525" y="24"/>
                  </a:cubicBezTo>
                  <a:lnTo>
                    <a:pt x="10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g332bf0ce26c_1_589"/>
            <p:cNvSpPr/>
            <p:nvPr/>
          </p:nvSpPr>
          <p:spPr>
            <a:xfrm>
              <a:off x="8904751" y="3389846"/>
              <a:ext cx="155866" cy="212189"/>
            </a:xfrm>
            <a:custGeom>
              <a:rect b="b" l="l" r="r" t="t"/>
              <a:pathLst>
                <a:path extrusionOk="0" h="4890" w="3592">
                  <a:moveTo>
                    <a:pt x="446" y="0"/>
                  </a:moveTo>
                  <a:lnTo>
                    <a:pt x="423" y="2195"/>
                  </a:lnTo>
                  <a:lnTo>
                    <a:pt x="0" y="2324"/>
                  </a:lnTo>
                  <a:lnTo>
                    <a:pt x="1543" y="4889"/>
                  </a:lnTo>
                  <a:lnTo>
                    <a:pt x="3591" y="2265"/>
                  </a:lnTo>
                  <a:lnTo>
                    <a:pt x="3022" y="2076"/>
                  </a:lnTo>
                  <a:lnTo>
                    <a:pt x="2951" y="24"/>
                  </a:lnTo>
                  <a:lnTo>
                    <a:pt x="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g332bf0ce26c_1_589"/>
            <p:cNvSpPr/>
            <p:nvPr/>
          </p:nvSpPr>
          <p:spPr>
            <a:xfrm>
              <a:off x="8901757" y="3386982"/>
              <a:ext cx="161941" cy="217917"/>
            </a:xfrm>
            <a:custGeom>
              <a:rect b="b" l="l" r="r" t="t"/>
              <a:pathLst>
                <a:path extrusionOk="0" h="5022" w="3732">
                  <a:moveTo>
                    <a:pt x="582" y="134"/>
                  </a:moveTo>
                  <a:lnTo>
                    <a:pt x="2955" y="156"/>
                  </a:lnTo>
                  <a:lnTo>
                    <a:pt x="3025" y="2144"/>
                  </a:lnTo>
                  <a:cubicBezTo>
                    <a:pt x="3026" y="2171"/>
                    <a:pt x="3044" y="2196"/>
                    <a:pt x="3070" y="2204"/>
                  </a:cubicBezTo>
                  <a:lnTo>
                    <a:pt x="3550" y="2364"/>
                  </a:lnTo>
                  <a:lnTo>
                    <a:pt x="1619" y="4838"/>
                  </a:lnTo>
                  <a:lnTo>
                    <a:pt x="170" y="2429"/>
                  </a:lnTo>
                  <a:lnTo>
                    <a:pt x="512" y="2324"/>
                  </a:lnTo>
                  <a:cubicBezTo>
                    <a:pt x="539" y="2316"/>
                    <a:pt x="558" y="2291"/>
                    <a:pt x="558" y="2261"/>
                  </a:cubicBezTo>
                  <a:lnTo>
                    <a:pt x="582" y="134"/>
                  </a:lnTo>
                  <a:close/>
                  <a:moveTo>
                    <a:pt x="515" y="0"/>
                  </a:moveTo>
                  <a:cubicBezTo>
                    <a:pt x="479" y="0"/>
                    <a:pt x="449" y="30"/>
                    <a:pt x="449" y="65"/>
                  </a:cubicBezTo>
                  <a:lnTo>
                    <a:pt x="425" y="2211"/>
                  </a:lnTo>
                  <a:lnTo>
                    <a:pt x="50" y="2327"/>
                  </a:lnTo>
                  <a:cubicBezTo>
                    <a:pt x="30" y="2333"/>
                    <a:pt x="15" y="2347"/>
                    <a:pt x="8" y="2366"/>
                  </a:cubicBezTo>
                  <a:cubicBezTo>
                    <a:pt x="1" y="2385"/>
                    <a:pt x="2" y="2408"/>
                    <a:pt x="13" y="2424"/>
                  </a:cubicBezTo>
                  <a:lnTo>
                    <a:pt x="1555" y="4989"/>
                  </a:lnTo>
                  <a:cubicBezTo>
                    <a:pt x="1567" y="5008"/>
                    <a:pt x="1587" y="5020"/>
                    <a:pt x="1609" y="5021"/>
                  </a:cubicBezTo>
                  <a:lnTo>
                    <a:pt x="1612" y="5021"/>
                  </a:lnTo>
                  <a:cubicBezTo>
                    <a:pt x="1633" y="5021"/>
                    <a:pt x="1652" y="5013"/>
                    <a:pt x="1665" y="4996"/>
                  </a:cubicBezTo>
                  <a:lnTo>
                    <a:pt x="3713" y="2372"/>
                  </a:lnTo>
                  <a:cubicBezTo>
                    <a:pt x="3726" y="2355"/>
                    <a:pt x="3731" y="2333"/>
                    <a:pt x="3724" y="2312"/>
                  </a:cubicBezTo>
                  <a:cubicBezTo>
                    <a:pt x="3718" y="2292"/>
                    <a:pt x="3703" y="2275"/>
                    <a:pt x="3681" y="2268"/>
                  </a:cubicBezTo>
                  <a:lnTo>
                    <a:pt x="3156" y="2093"/>
                  </a:lnTo>
                  <a:lnTo>
                    <a:pt x="3086" y="88"/>
                  </a:lnTo>
                  <a:cubicBezTo>
                    <a:pt x="3085" y="52"/>
                    <a:pt x="3056" y="24"/>
                    <a:pt x="3020" y="24"/>
                  </a:cubicBezTo>
                  <a:lnTo>
                    <a:pt x="51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g332bf0ce26c_1_589"/>
            <p:cNvSpPr/>
            <p:nvPr/>
          </p:nvSpPr>
          <p:spPr>
            <a:xfrm>
              <a:off x="8946928" y="3402169"/>
              <a:ext cx="113688" cy="87783"/>
            </a:xfrm>
            <a:custGeom>
              <a:rect b="b" l="l" r="r" t="t"/>
              <a:pathLst>
                <a:path extrusionOk="0" h="2023" w="2620">
                  <a:moveTo>
                    <a:pt x="1987" y="0"/>
                  </a:moveTo>
                  <a:lnTo>
                    <a:pt x="308" y="84"/>
                  </a:lnTo>
                  <a:lnTo>
                    <a:pt x="1" y="1139"/>
                  </a:lnTo>
                  <a:lnTo>
                    <a:pt x="1748" y="2022"/>
                  </a:lnTo>
                  <a:lnTo>
                    <a:pt x="2619" y="1981"/>
                  </a:lnTo>
                  <a:lnTo>
                    <a:pt x="2050" y="1792"/>
                  </a:lnTo>
                  <a:lnTo>
                    <a:pt x="198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g332bf0ce26c_1_589"/>
            <p:cNvSpPr/>
            <p:nvPr/>
          </p:nvSpPr>
          <p:spPr>
            <a:xfrm>
              <a:off x="8943804" y="3399262"/>
              <a:ext cx="119893" cy="93598"/>
            </a:xfrm>
            <a:custGeom>
              <a:rect b="b" l="l" r="r" t="t"/>
              <a:pathLst>
                <a:path extrusionOk="0" h="2157" w="2763">
                  <a:moveTo>
                    <a:pt x="1995" y="137"/>
                  </a:moveTo>
                  <a:lnTo>
                    <a:pt x="2056" y="1861"/>
                  </a:lnTo>
                  <a:cubicBezTo>
                    <a:pt x="2057" y="1888"/>
                    <a:pt x="2075" y="1913"/>
                    <a:pt x="2101" y="1921"/>
                  </a:cubicBezTo>
                  <a:lnTo>
                    <a:pt x="2334" y="1999"/>
                  </a:lnTo>
                  <a:lnTo>
                    <a:pt x="1835" y="2023"/>
                  </a:lnTo>
                  <a:lnTo>
                    <a:pt x="152" y="1171"/>
                  </a:lnTo>
                  <a:lnTo>
                    <a:pt x="431" y="215"/>
                  </a:lnTo>
                  <a:lnTo>
                    <a:pt x="1995" y="137"/>
                  </a:lnTo>
                  <a:close/>
                  <a:moveTo>
                    <a:pt x="2063" y="1"/>
                  </a:moveTo>
                  <a:cubicBezTo>
                    <a:pt x="2060" y="1"/>
                    <a:pt x="2058" y="1"/>
                    <a:pt x="2056" y="1"/>
                  </a:cubicBezTo>
                  <a:lnTo>
                    <a:pt x="377" y="84"/>
                  </a:lnTo>
                  <a:cubicBezTo>
                    <a:pt x="349" y="86"/>
                    <a:pt x="325" y="105"/>
                    <a:pt x="317" y="132"/>
                  </a:cubicBezTo>
                  <a:lnTo>
                    <a:pt x="9" y="1187"/>
                  </a:lnTo>
                  <a:cubicBezTo>
                    <a:pt x="1" y="1217"/>
                    <a:pt x="15" y="1250"/>
                    <a:pt x="43" y="1265"/>
                  </a:cubicBezTo>
                  <a:lnTo>
                    <a:pt x="1791" y="2150"/>
                  </a:lnTo>
                  <a:cubicBezTo>
                    <a:pt x="1800" y="2153"/>
                    <a:pt x="1811" y="2157"/>
                    <a:pt x="1820" y="2157"/>
                  </a:cubicBezTo>
                  <a:cubicBezTo>
                    <a:pt x="1821" y="2157"/>
                    <a:pt x="1823" y="2157"/>
                    <a:pt x="1824" y="2156"/>
                  </a:cubicBezTo>
                  <a:lnTo>
                    <a:pt x="2695" y="2114"/>
                  </a:lnTo>
                  <a:cubicBezTo>
                    <a:pt x="2727" y="2113"/>
                    <a:pt x="2753" y="2089"/>
                    <a:pt x="2757" y="2057"/>
                  </a:cubicBezTo>
                  <a:cubicBezTo>
                    <a:pt x="2762" y="2025"/>
                    <a:pt x="2743" y="1995"/>
                    <a:pt x="2712" y="1985"/>
                  </a:cubicBezTo>
                  <a:lnTo>
                    <a:pt x="2187" y="1810"/>
                  </a:lnTo>
                  <a:lnTo>
                    <a:pt x="2126" y="65"/>
                  </a:lnTo>
                  <a:cubicBezTo>
                    <a:pt x="2126" y="47"/>
                    <a:pt x="2117" y="31"/>
                    <a:pt x="2104" y="19"/>
                  </a:cubicBezTo>
                  <a:cubicBezTo>
                    <a:pt x="2093" y="8"/>
                    <a:pt x="2078" y="1"/>
                    <a:pt x="20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g332bf0ce26c_1_589"/>
            <p:cNvSpPr/>
            <p:nvPr/>
          </p:nvSpPr>
          <p:spPr>
            <a:xfrm>
              <a:off x="8889303" y="3188072"/>
              <a:ext cx="220174" cy="270032"/>
            </a:xfrm>
            <a:custGeom>
              <a:rect b="b" l="l" r="r" t="t"/>
              <a:pathLst>
                <a:path extrusionOk="0" h="6223" w="5074">
                  <a:moveTo>
                    <a:pt x="3182" y="1"/>
                  </a:moveTo>
                  <a:lnTo>
                    <a:pt x="277" y="1609"/>
                  </a:lnTo>
                  <a:cubicBezTo>
                    <a:pt x="277" y="1609"/>
                    <a:pt x="0" y="3860"/>
                    <a:pt x="102" y="4084"/>
                  </a:cubicBezTo>
                  <a:cubicBezTo>
                    <a:pt x="203" y="4306"/>
                    <a:pt x="1099" y="5958"/>
                    <a:pt x="1329" y="6073"/>
                  </a:cubicBezTo>
                  <a:cubicBezTo>
                    <a:pt x="1514" y="6164"/>
                    <a:pt x="1858" y="6223"/>
                    <a:pt x="2061" y="6223"/>
                  </a:cubicBezTo>
                  <a:cubicBezTo>
                    <a:pt x="2110" y="6223"/>
                    <a:pt x="2150" y="6219"/>
                    <a:pt x="2178" y="6212"/>
                  </a:cubicBezTo>
                  <a:cubicBezTo>
                    <a:pt x="2325" y="6177"/>
                    <a:pt x="4007" y="4900"/>
                    <a:pt x="4007" y="4900"/>
                  </a:cubicBezTo>
                  <a:lnTo>
                    <a:pt x="4248" y="3987"/>
                  </a:lnTo>
                  <a:cubicBezTo>
                    <a:pt x="4248" y="3987"/>
                    <a:pt x="4264" y="3990"/>
                    <a:pt x="4292" y="3990"/>
                  </a:cubicBezTo>
                  <a:cubicBezTo>
                    <a:pt x="4394" y="3990"/>
                    <a:pt x="4652" y="3943"/>
                    <a:pt x="4837" y="3508"/>
                  </a:cubicBezTo>
                  <a:cubicBezTo>
                    <a:pt x="5073" y="2953"/>
                    <a:pt x="4902" y="2699"/>
                    <a:pt x="4808" y="2668"/>
                  </a:cubicBezTo>
                  <a:cubicBezTo>
                    <a:pt x="4716" y="2637"/>
                    <a:pt x="4446" y="2710"/>
                    <a:pt x="3913" y="2213"/>
                  </a:cubicBezTo>
                  <a:cubicBezTo>
                    <a:pt x="3378" y="1715"/>
                    <a:pt x="2993" y="560"/>
                    <a:pt x="31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g332bf0ce26c_1_589"/>
            <p:cNvSpPr/>
            <p:nvPr/>
          </p:nvSpPr>
          <p:spPr>
            <a:xfrm>
              <a:off x="8886526" y="3185208"/>
              <a:ext cx="223168" cy="275803"/>
            </a:xfrm>
            <a:custGeom>
              <a:rect b="b" l="l" r="r" t="t"/>
              <a:pathLst>
                <a:path extrusionOk="0" h="6356" w="5143">
                  <a:moveTo>
                    <a:pt x="3146" y="198"/>
                  </a:moveTo>
                  <a:cubicBezTo>
                    <a:pt x="3048" y="816"/>
                    <a:pt x="3415" y="1846"/>
                    <a:pt x="3932" y="2328"/>
                  </a:cubicBezTo>
                  <a:cubicBezTo>
                    <a:pt x="4384" y="2749"/>
                    <a:pt x="4663" y="2776"/>
                    <a:pt x="4797" y="2789"/>
                  </a:cubicBezTo>
                  <a:cubicBezTo>
                    <a:pt x="4820" y="2791"/>
                    <a:pt x="4842" y="2794"/>
                    <a:pt x="4852" y="2796"/>
                  </a:cubicBezTo>
                  <a:cubicBezTo>
                    <a:pt x="4862" y="2800"/>
                    <a:pt x="4893" y="2821"/>
                    <a:pt x="4919" y="2879"/>
                  </a:cubicBezTo>
                  <a:cubicBezTo>
                    <a:pt x="4958" y="2967"/>
                    <a:pt x="5000" y="3171"/>
                    <a:pt x="4839" y="3547"/>
                  </a:cubicBezTo>
                  <a:cubicBezTo>
                    <a:pt x="4668" y="3950"/>
                    <a:pt x="4442" y="3990"/>
                    <a:pt x="4358" y="3990"/>
                  </a:cubicBezTo>
                  <a:cubicBezTo>
                    <a:pt x="4339" y="3990"/>
                    <a:pt x="4328" y="3988"/>
                    <a:pt x="4326" y="3988"/>
                  </a:cubicBezTo>
                  <a:cubicBezTo>
                    <a:pt x="4321" y="3986"/>
                    <a:pt x="4316" y="3986"/>
                    <a:pt x="4311" y="3986"/>
                  </a:cubicBezTo>
                  <a:cubicBezTo>
                    <a:pt x="4282" y="3986"/>
                    <a:pt x="4256" y="4006"/>
                    <a:pt x="4248" y="4035"/>
                  </a:cubicBezTo>
                  <a:lnTo>
                    <a:pt x="4012" y="4927"/>
                  </a:lnTo>
                  <a:cubicBezTo>
                    <a:pt x="3373" y="5412"/>
                    <a:pt x="2338" y="6178"/>
                    <a:pt x="2227" y="6214"/>
                  </a:cubicBezTo>
                  <a:cubicBezTo>
                    <a:pt x="2203" y="6220"/>
                    <a:pt x="2169" y="6223"/>
                    <a:pt x="2127" y="6223"/>
                  </a:cubicBezTo>
                  <a:cubicBezTo>
                    <a:pt x="1940" y="6223"/>
                    <a:pt x="1604" y="6169"/>
                    <a:pt x="1422" y="6078"/>
                  </a:cubicBezTo>
                  <a:cubicBezTo>
                    <a:pt x="1230" y="5984"/>
                    <a:pt x="361" y="4419"/>
                    <a:pt x="226" y="4121"/>
                  </a:cubicBezTo>
                  <a:cubicBezTo>
                    <a:pt x="159" y="3973"/>
                    <a:pt x="297" y="2582"/>
                    <a:pt x="403" y="1717"/>
                  </a:cubicBezTo>
                  <a:lnTo>
                    <a:pt x="3146" y="198"/>
                  </a:lnTo>
                  <a:close/>
                  <a:moveTo>
                    <a:pt x="3246" y="1"/>
                  </a:moveTo>
                  <a:cubicBezTo>
                    <a:pt x="3235" y="1"/>
                    <a:pt x="3224" y="3"/>
                    <a:pt x="3214" y="9"/>
                  </a:cubicBezTo>
                  <a:lnTo>
                    <a:pt x="308" y="1617"/>
                  </a:lnTo>
                  <a:cubicBezTo>
                    <a:pt x="290" y="1627"/>
                    <a:pt x="277" y="1646"/>
                    <a:pt x="275" y="1668"/>
                  </a:cubicBezTo>
                  <a:cubicBezTo>
                    <a:pt x="229" y="2046"/>
                    <a:pt x="0" y="3947"/>
                    <a:pt x="104" y="4177"/>
                  </a:cubicBezTo>
                  <a:cubicBezTo>
                    <a:pt x="177" y="4334"/>
                    <a:pt x="1094" y="6064"/>
                    <a:pt x="1363" y="6198"/>
                  </a:cubicBezTo>
                  <a:cubicBezTo>
                    <a:pt x="1554" y="6292"/>
                    <a:pt x="1907" y="6355"/>
                    <a:pt x="2126" y="6355"/>
                  </a:cubicBezTo>
                  <a:cubicBezTo>
                    <a:pt x="2180" y="6355"/>
                    <a:pt x="2226" y="6351"/>
                    <a:pt x="2259" y="6343"/>
                  </a:cubicBezTo>
                  <a:cubicBezTo>
                    <a:pt x="2410" y="6305"/>
                    <a:pt x="3829" y="5233"/>
                    <a:pt x="4112" y="5019"/>
                  </a:cubicBezTo>
                  <a:cubicBezTo>
                    <a:pt x="4123" y="5010"/>
                    <a:pt x="4132" y="4998"/>
                    <a:pt x="4135" y="4984"/>
                  </a:cubicBezTo>
                  <a:lnTo>
                    <a:pt x="4362" y="4122"/>
                  </a:lnTo>
                  <a:cubicBezTo>
                    <a:pt x="4487" y="4121"/>
                    <a:pt x="4766" y="4061"/>
                    <a:pt x="4962" y="3600"/>
                  </a:cubicBezTo>
                  <a:cubicBezTo>
                    <a:pt x="5142" y="3177"/>
                    <a:pt x="5088" y="2932"/>
                    <a:pt x="5039" y="2825"/>
                  </a:cubicBezTo>
                  <a:cubicBezTo>
                    <a:pt x="5004" y="2747"/>
                    <a:pt x="4952" y="2691"/>
                    <a:pt x="4894" y="2671"/>
                  </a:cubicBezTo>
                  <a:cubicBezTo>
                    <a:pt x="4870" y="2663"/>
                    <a:pt x="4843" y="2660"/>
                    <a:pt x="4810" y="2657"/>
                  </a:cubicBezTo>
                  <a:cubicBezTo>
                    <a:pt x="4681" y="2645"/>
                    <a:pt x="4442" y="2621"/>
                    <a:pt x="4022" y="2231"/>
                  </a:cubicBezTo>
                  <a:cubicBezTo>
                    <a:pt x="3501" y="1746"/>
                    <a:pt x="3127" y="624"/>
                    <a:pt x="3308" y="88"/>
                  </a:cubicBezTo>
                  <a:cubicBezTo>
                    <a:pt x="3317" y="62"/>
                    <a:pt x="3308" y="34"/>
                    <a:pt x="3288" y="16"/>
                  </a:cubicBezTo>
                  <a:cubicBezTo>
                    <a:pt x="3276" y="6"/>
                    <a:pt x="3261" y="1"/>
                    <a:pt x="32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g332bf0ce26c_1_589"/>
            <p:cNvSpPr/>
            <p:nvPr/>
          </p:nvSpPr>
          <p:spPr>
            <a:xfrm>
              <a:off x="8909567" y="3263270"/>
              <a:ext cx="49077" cy="99456"/>
            </a:xfrm>
            <a:custGeom>
              <a:rect b="b" l="l" r="r" t="t"/>
              <a:pathLst>
                <a:path extrusionOk="0" h="2292" w="1131">
                  <a:moveTo>
                    <a:pt x="321" y="0"/>
                  </a:moveTo>
                  <a:cubicBezTo>
                    <a:pt x="150" y="0"/>
                    <a:pt x="33" y="107"/>
                    <a:pt x="29" y="112"/>
                  </a:cubicBezTo>
                  <a:cubicBezTo>
                    <a:pt x="2" y="137"/>
                    <a:pt x="1" y="178"/>
                    <a:pt x="25" y="206"/>
                  </a:cubicBezTo>
                  <a:cubicBezTo>
                    <a:pt x="39" y="219"/>
                    <a:pt x="56" y="227"/>
                    <a:pt x="74" y="227"/>
                  </a:cubicBezTo>
                  <a:cubicBezTo>
                    <a:pt x="90" y="227"/>
                    <a:pt x="106" y="221"/>
                    <a:pt x="119" y="209"/>
                  </a:cubicBezTo>
                  <a:cubicBezTo>
                    <a:pt x="120" y="208"/>
                    <a:pt x="200" y="133"/>
                    <a:pt x="318" y="133"/>
                  </a:cubicBezTo>
                  <a:cubicBezTo>
                    <a:pt x="325" y="133"/>
                    <a:pt x="332" y="133"/>
                    <a:pt x="339" y="134"/>
                  </a:cubicBezTo>
                  <a:cubicBezTo>
                    <a:pt x="431" y="139"/>
                    <a:pt x="521" y="193"/>
                    <a:pt x="607" y="292"/>
                  </a:cubicBezTo>
                  <a:lnTo>
                    <a:pt x="878" y="880"/>
                  </a:lnTo>
                  <a:lnTo>
                    <a:pt x="477" y="2067"/>
                  </a:lnTo>
                  <a:cubicBezTo>
                    <a:pt x="473" y="2084"/>
                    <a:pt x="474" y="2103"/>
                    <a:pt x="482" y="2120"/>
                  </a:cubicBezTo>
                  <a:cubicBezTo>
                    <a:pt x="492" y="2135"/>
                    <a:pt x="506" y="2147"/>
                    <a:pt x="523" y="2152"/>
                  </a:cubicBezTo>
                  <a:lnTo>
                    <a:pt x="1039" y="2289"/>
                  </a:lnTo>
                  <a:cubicBezTo>
                    <a:pt x="1045" y="2292"/>
                    <a:pt x="1050" y="2292"/>
                    <a:pt x="1056" y="2292"/>
                  </a:cubicBezTo>
                  <a:cubicBezTo>
                    <a:pt x="1085" y="2292"/>
                    <a:pt x="1113" y="2273"/>
                    <a:pt x="1121" y="2242"/>
                  </a:cubicBezTo>
                  <a:cubicBezTo>
                    <a:pt x="1130" y="2206"/>
                    <a:pt x="1109" y="2171"/>
                    <a:pt x="1074" y="2161"/>
                  </a:cubicBezTo>
                  <a:lnTo>
                    <a:pt x="626" y="2042"/>
                  </a:lnTo>
                  <a:lnTo>
                    <a:pt x="1012" y="898"/>
                  </a:lnTo>
                  <a:cubicBezTo>
                    <a:pt x="1018" y="881"/>
                    <a:pt x="1017" y="865"/>
                    <a:pt x="1010" y="849"/>
                  </a:cubicBezTo>
                  <a:lnTo>
                    <a:pt x="725" y="228"/>
                  </a:lnTo>
                  <a:cubicBezTo>
                    <a:pt x="722" y="222"/>
                    <a:pt x="719" y="218"/>
                    <a:pt x="715" y="213"/>
                  </a:cubicBezTo>
                  <a:cubicBezTo>
                    <a:pt x="602" y="80"/>
                    <a:pt x="477" y="9"/>
                    <a:pt x="345" y="1"/>
                  </a:cubicBezTo>
                  <a:cubicBezTo>
                    <a:pt x="337" y="1"/>
                    <a:pt x="329"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g332bf0ce26c_1_589"/>
            <p:cNvSpPr/>
            <p:nvPr/>
          </p:nvSpPr>
          <p:spPr>
            <a:xfrm>
              <a:off x="8970664" y="3267696"/>
              <a:ext cx="44130" cy="15448"/>
            </a:xfrm>
            <a:custGeom>
              <a:rect b="b" l="l" r="r" t="t"/>
              <a:pathLst>
                <a:path extrusionOk="0" h="356" w="1017">
                  <a:moveTo>
                    <a:pt x="351" y="1"/>
                  </a:moveTo>
                  <a:cubicBezTo>
                    <a:pt x="188" y="1"/>
                    <a:pt x="67" y="33"/>
                    <a:pt x="56" y="36"/>
                  </a:cubicBezTo>
                  <a:cubicBezTo>
                    <a:pt x="22" y="46"/>
                    <a:pt x="0" y="82"/>
                    <a:pt x="10" y="118"/>
                  </a:cubicBezTo>
                  <a:cubicBezTo>
                    <a:pt x="18" y="147"/>
                    <a:pt x="45" y="166"/>
                    <a:pt x="74" y="166"/>
                  </a:cubicBezTo>
                  <a:cubicBezTo>
                    <a:pt x="80" y="166"/>
                    <a:pt x="86" y="166"/>
                    <a:pt x="92" y="164"/>
                  </a:cubicBezTo>
                  <a:cubicBezTo>
                    <a:pt x="94" y="163"/>
                    <a:pt x="204" y="135"/>
                    <a:pt x="350" y="135"/>
                  </a:cubicBezTo>
                  <a:cubicBezTo>
                    <a:pt x="519" y="135"/>
                    <a:pt x="736" y="173"/>
                    <a:pt x="897" y="337"/>
                  </a:cubicBezTo>
                  <a:cubicBezTo>
                    <a:pt x="910" y="350"/>
                    <a:pt x="927" y="356"/>
                    <a:pt x="945" y="356"/>
                  </a:cubicBezTo>
                  <a:cubicBezTo>
                    <a:pt x="961" y="356"/>
                    <a:pt x="978" y="350"/>
                    <a:pt x="991" y="338"/>
                  </a:cubicBezTo>
                  <a:cubicBezTo>
                    <a:pt x="1017" y="312"/>
                    <a:pt x="1017" y="269"/>
                    <a:pt x="992" y="243"/>
                  </a:cubicBezTo>
                  <a:cubicBezTo>
                    <a:pt x="799" y="47"/>
                    <a:pt x="545"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g332bf0ce26c_1_589"/>
            <p:cNvSpPr/>
            <p:nvPr/>
          </p:nvSpPr>
          <p:spPr>
            <a:xfrm>
              <a:off x="8915339" y="3285617"/>
              <a:ext cx="15491" cy="22824"/>
            </a:xfrm>
            <a:custGeom>
              <a:rect b="b" l="l" r="r" t="t"/>
              <a:pathLst>
                <a:path extrusionOk="0" h="526" w="357">
                  <a:moveTo>
                    <a:pt x="191" y="0"/>
                  </a:moveTo>
                  <a:cubicBezTo>
                    <a:pt x="103" y="0"/>
                    <a:pt x="23" y="109"/>
                    <a:pt x="12" y="249"/>
                  </a:cubicBezTo>
                  <a:cubicBezTo>
                    <a:pt x="0" y="393"/>
                    <a:pt x="65" y="517"/>
                    <a:pt x="157" y="525"/>
                  </a:cubicBezTo>
                  <a:cubicBezTo>
                    <a:pt x="160" y="525"/>
                    <a:pt x="163" y="525"/>
                    <a:pt x="166" y="525"/>
                  </a:cubicBezTo>
                  <a:cubicBezTo>
                    <a:pt x="255" y="525"/>
                    <a:pt x="333" y="416"/>
                    <a:pt x="344" y="276"/>
                  </a:cubicBezTo>
                  <a:cubicBezTo>
                    <a:pt x="356" y="132"/>
                    <a:pt x="291" y="9"/>
                    <a:pt x="199" y="1"/>
                  </a:cubicBezTo>
                  <a:cubicBezTo>
                    <a:pt x="196" y="0"/>
                    <a:pt x="19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g332bf0ce26c_1_589"/>
            <p:cNvSpPr/>
            <p:nvPr/>
          </p:nvSpPr>
          <p:spPr>
            <a:xfrm>
              <a:off x="8980297" y="3290868"/>
              <a:ext cx="15491" cy="22781"/>
            </a:xfrm>
            <a:custGeom>
              <a:rect b="b" l="l" r="r" t="t"/>
              <a:pathLst>
                <a:path extrusionOk="0" h="525" w="357">
                  <a:moveTo>
                    <a:pt x="191" y="0"/>
                  </a:moveTo>
                  <a:cubicBezTo>
                    <a:pt x="104" y="0"/>
                    <a:pt x="24" y="109"/>
                    <a:pt x="13" y="249"/>
                  </a:cubicBezTo>
                  <a:cubicBezTo>
                    <a:pt x="1" y="393"/>
                    <a:pt x="66" y="516"/>
                    <a:pt x="158" y="524"/>
                  </a:cubicBezTo>
                  <a:cubicBezTo>
                    <a:pt x="161" y="525"/>
                    <a:pt x="164" y="525"/>
                    <a:pt x="166" y="525"/>
                  </a:cubicBezTo>
                  <a:cubicBezTo>
                    <a:pt x="254" y="525"/>
                    <a:pt x="334" y="416"/>
                    <a:pt x="345" y="276"/>
                  </a:cubicBezTo>
                  <a:cubicBezTo>
                    <a:pt x="357" y="132"/>
                    <a:pt x="292" y="9"/>
                    <a:pt x="200" y="0"/>
                  </a:cubicBezTo>
                  <a:cubicBezTo>
                    <a:pt x="197" y="0"/>
                    <a:pt x="194"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g332bf0ce26c_1_589"/>
            <p:cNvSpPr/>
            <p:nvPr/>
          </p:nvSpPr>
          <p:spPr>
            <a:xfrm>
              <a:off x="8934778" y="3380473"/>
              <a:ext cx="29811" cy="9763"/>
            </a:xfrm>
            <a:custGeom>
              <a:rect b="b" l="l" r="r" t="t"/>
              <a:pathLst>
                <a:path extrusionOk="0" h="225" w="687">
                  <a:moveTo>
                    <a:pt x="73" y="0"/>
                  </a:moveTo>
                  <a:cubicBezTo>
                    <a:pt x="42" y="0"/>
                    <a:pt x="13" y="23"/>
                    <a:pt x="8" y="56"/>
                  </a:cubicBezTo>
                  <a:cubicBezTo>
                    <a:pt x="0" y="91"/>
                    <a:pt x="25" y="125"/>
                    <a:pt x="62" y="131"/>
                  </a:cubicBezTo>
                  <a:lnTo>
                    <a:pt x="605" y="224"/>
                  </a:lnTo>
                  <a:cubicBezTo>
                    <a:pt x="609" y="224"/>
                    <a:pt x="612" y="225"/>
                    <a:pt x="616" y="225"/>
                  </a:cubicBezTo>
                  <a:cubicBezTo>
                    <a:pt x="648" y="225"/>
                    <a:pt x="676" y="201"/>
                    <a:pt x="681" y="169"/>
                  </a:cubicBezTo>
                  <a:cubicBezTo>
                    <a:pt x="687" y="132"/>
                    <a:pt x="663" y="98"/>
                    <a:pt x="626" y="92"/>
                  </a:cubicBezTo>
                  <a:lnTo>
                    <a:pt x="83" y="1"/>
                  </a:lnTo>
                  <a:cubicBezTo>
                    <a:pt x="80" y="0"/>
                    <a:pt x="76"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g332bf0ce26c_1_589"/>
            <p:cNvSpPr/>
            <p:nvPr/>
          </p:nvSpPr>
          <p:spPr>
            <a:xfrm>
              <a:off x="8689135" y="3527486"/>
              <a:ext cx="159034" cy="821246"/>
            </a:xfrm>
            <a:custGeom>
              <a:rect b="b" l="l" r="r" t="t"/>
              <a:pathLst>
                <a:path extrusionOk="0" h="18926" w="3665">
                  <a:moveTo>
                    <a:pt x="2100" y="0"/>
                  </a:moveTo>
                  <a:lnTo>
                    <a:pt x="1405" y="8178"/>
                  </a:lnTo>
                  <a:lnTo>
                    <a:pt x="374" y="14037"/>
                  </a:lnTo>
                  <a:cubicBezTo>
                    <a:pt x="374" y="14037"/>
                    <a:pt x="0" y="15725"/>
                    <a:pt x="23" y="15792"/>
                  </a:cubicBezTo>
                  <a:cubicBezTo>
                    <a:pt x="44" y="15858"/>
                    <a:pt x="154" y="17130"/>
                    <a:pt x="154" y="17130"/>
                  </a:cubicBezTo>
                  <a:cubicBezTo>
                    <a:pt x="154" y="17130"/>
                    <a:pt x="23" y="18226"/>
                    <a:pt x="110" y="18336"/>
                  </a:cubicBezTo>
                  <a:cubicBezTo>
                    <a:pt x="198" y="18446"/>
                    <a:pt x="483" y="18819"/>
                    <a:pt x="593" y="18885"/>
                  </a:cubicBezTo>
                  <a:cubicBezTo>
                    <a:pt x="635" y="18910"/>
                    <a:pt x="679" y="18925"/>
                    <a:pt x="718" y="18925"/>
                  </a:cubicBezTo>
                  <a:cubicBezTo>
                    <a:pt x="781" y="18925"/>
                    <a:pt x="826" y="18884"/>
                    <a:pt x="813" y="18775"/>
                  </a:cubicBezTo>
                  <a:cubicBezTo>
                    <a:pt x="791" y="18600"/>
                    <a:pt x="659" y="18226"/>
                    <a:pt x="593" y="18074"/>
                  </a:cubicBezTo>
                  <a:cubicBezTo>
                    <a:pt x="527" y="17920"/>
                    <a:pt x="681" y="17196"/>
                    <a:pt x="681" y="17065"/>
                  </a:cubicBezTo>
                  <a:cubicBezTo>
                    <a:pt x="681" y="16933"/>
                    <a:pt x="768" y="16582"/>
                    <a:pt x="768" y="16582"/>
                  </a:cubicBezTo>
                  <a:lnTo>
                    <a:pt x="988" y="17416"/>
                  </a:lnTo>
                  <a:cubicBezTo>
                    <a:pt x="988" y="17416"/>
                    <a:pt x="903" y="18052"/>
                    <a:pt x="1088" y="18052"/>
                  </a:cubicBezTo>
                  <a:cubicBezTo>
                    <a:pt x="1092" y="18052"/>
                    <a:pt x="1095" y="18052"/>
                    <a:pt x="1098" y="18051"/>
                  </a:cubicBezTo>
                  <a:cubicBezTo>
                    <a:pt x="1295" y="18030"/>
                    <a:pt x="1295" y="17810"/>
                    <a:pt x="1340" y="17657"/>
                  </a:cubicBezTo>
                  <a:cubicBezTo>
                    <a:pt x="1383" y="17503"/>
                    <a:pt x="1383" y="16494"/>
                    <a:pt x="1383" y="16407"/>
                  </a:cubicBezTo>
                  <a:cubicBezTo>
                    <a:pt x="1383" y="16318"/>
                    <a:pt x="901" y="14849"/>
                    <a:pt x="901" y="14849"/>
                  </a:cubicBezTo>
                  <a:lnTo>
                    <a:pt x="2172" y="11777"/>
                  </a:lnTo>
                  <a:lnTo>
                    <a:pt x="3664" y="8069"/>
                  </a:lnTo>
                  <a:lnTo>
                    <a:pt x="3555" y="5458"/>
                  </a:lnTo>
                  <a:lnTo>
                    <a:pt x="21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g332bf0ce26c_1_589"/>
            <p:cNvSpPr/>
            <p:nvPr/>
          </p:nvSpPr>
          <p:spPr>
            <a:xfrm>
              <a:off x="8686141" y="3524579"/>
              <a:ext cx="164935" cy="827018"/>
            </a:xfrm>
            <a:custGeom>
              <a:rect b="b" l="l" r="r" t="t"/>
              <a:pathLst>
                <a:path extrusionOk="0" h="19059" w="3801">
                  <a:moveTo>
                    <a:pt x="2204" y="453"/>
                  </a:moveTo>
                  <a:lnTo>
                    <a:pt x="3558" y="5535"/>
                  </a:lnTo>
                  <a:lnTo>
                    <a:pt x="3667" y="8124"/>
                  </a:lnTo>
                  <a:lnTo>
                    <a:pt x="2180" y="11818"/>
                  </a:lnTo>
                  <a:lnTo>
                    <a:pt x="908" y="14890"/>
                  </a:lnTo>
                  <a:cubicBezTo>
                    <a:pt x="902" y="14905"/>
                    <a:pt x="901" y="14920"/>
                    <a:pt x="906" y="14936"/>
                  </a:cubicBezTo>
                  <a:cubicBezTo>
                    <a:pt x="1087" y="15487"/>
                    <a:pt x="1378" y="16393"/>
                    <a:pt x="1385" y="16473"/>
                  </a:cubicBezTo>
                  <a:cubicBezTo>
                    <a:pt x="1385" y="17014"/>
                    <a:pt x="1373" y="17606"/>
                    <a:pt x="1345" y="17705"/>
                  </a:cubicBezTo>
                  <a:cubicBezTo>
                    <a:pt x="1335" y="17737"/>
                    <a:pt x="1328" y="17770"/>
                    <a:pt x="1321" y="17805"/>
                  </a:cubicBezTo>
                  <a:cubicBezTo>
                    <a:pt x="1287" y="17964"/>
                    <a:pt x="1259" y="18041"/>
                    <a:pt x="1151" y="18048"/>
                  </a:cubicBezTo>
                  <a:cubicBezTo>
                    <a:pt x="1095" y="17993"/>
                    <a:pt x="1093" y="17715"/>
                    <a:pt x="1123" y="17491"/>
                  </a:cubicBezTo>
                  <a:cubicBezTo>
                    <a:pt x="1123" y="17483"/>
                    <a:pt x="1123" y="17473"/>
                    <a:pt x="1121" y="17465"/>
                  </a:cubicBezTo>
                  <a:lnTo>
                    <a:pt x="902" y="16631"/>
                  </a:lnTo>
                  <a:cubicBezTo>
                    <a:pt x="894" y="16603"/>
                    <a:pt x="868" y="16583"/>
                    <a:pt x="837" y="16583"/>
                  </a:cubicBezTo>
                  <a:cubicBezTo>
                    <a:pt x="806" y="16583"/>
                    <a:pt x="780" y="16603"/>
                    <a:pt x="773" y="16632"/>
                  </a:cubicBezTo>
                  <a:cubicBezTo>
                    <a:pt x="770" y="16648"/>
                    <a:pt x="683" y="16993"/>
                    <a:pt x="683" y="17132"/>
                  </a:cubicBezTo>
                  <a:cubicBezTo>
                    <a:pt x="683" y="17168"/>
                    <a:pt x="667" y="17278"/>
                    <a:pt x="649" y="17394"/>
                  </a:cubicBezTo>
                  <a:cubicBezTo>
                    <a:pt x="592" y="17763"/>
                    <a:pt x="553" y="18054"/>
                    <a:pt x="600" y="18167"/>
                  </a:cubicBezTo>
                  <a:cubicBezTo>
                    <a:pt x="663" y="18310"/>
                    <a:pt x="794" y="18683"/>
                    <a:pt x="816" y="18851"/>
                  </a:cubicBezTo>
                  <a:cubicBezTo>
                    <a:pt x="820" y="18892"/>
                    <a:pt x="815" y="18917"/>
                    <a:pt x="806" y="18923"/>
                  </a:cubicBezTo>
                  <a:cubicBezTo>
                    <a:pt x="803" y="18925"/>
                    <a:pt x="796" y="18927"/>
                    <a:pt x="788" y="18927"/>
                  </a:cubicBezTo>
                  <a:cubicBezTo>
                    <a:pt x="768" y="18927"/>
                    <a:pt x="735" y="18918"/>
                    <a:pt x="696" y="18896"/>
                  </a:cubicBezTo>
                  <a:cubicBezTo>
                    <a:pt x="612" y="18845"/>
                    <a:pt x="377" y="18547"/>
                    <a:pt x="276" y="18420"/>
                  </a:cubicBezTo>
                  <a:lnTo>
                    <a:pt x="232" y="18364"/>
                  </a:lnTo>
                  <a:cubicBezTo>
                    <a:pt x="191" y="18286"/>
                    <a:pt x="229" y="17702"/>
                    <a:pt x="289" y="17205"/>
                  </a:cubicBezTo>
                  <a:cubicBezTo>
                    <a:pt x="290" y="17200"/>
                    <a:pt x="290" y="17195"/>
                    <a:pt x="289" y="17192"/>
                  </a:cubicBezTo>
                  <a:cubicBezTo>
                    <a:pt x="263" y="16891"/>
                    <a:pt x="177" y="15906"/>
                    <a:pt x="157" y="15849"/>
                  </a:cubicBezTo>
                  <a:cubicBezTo>
                    <a:pt x="154" y="15758"/>
                    <a:pt x="371" y="14738"/>
                    <a:pt x="508" y="14115"/>
                  </a:cubicBezTo>
                  <a:lnTo>
                    <a:pt x="1540" y="8251"/>
                  </a:lnTo>
                  <a:lnTo>
                    <a:pt x="2204" y="453"/>
                  </a:lnTo>
                  <a:close/>
                  <a:moveTo>
                    <a:pt x="2168" y="1"/>
                  </a:moveTo>
                  <a:cubicBezTo>
                    <a:pt x="2167" y="1"/>
                    <a:pt x="2165" y="1"/>
                    <a:pt x="2163" y="1"/>
                  </a:cubicBezTo>
                  <a:cubicBezTo>
                    <a:pt x="2131" y="5"/>
                    <a:pt x="2107" y="30"/>
                    <a:pt x="2103" y="61"/>
                  </a:cubicBezTo>
                  <a:lnTo>
                    <a:pt x="1409" y="8233"/>
                  </a:lnTo>
                  <a:lnTo>
                    <a:pt x="378" y="14090"/>
                  </a:lnTo>
                  <a:cubicBezTo>
                    <a:pt x="1" y="15797"/>
                    <a:pt x="22" y="15860"/>
                    <a:pt x="28" y="15877"/>
                  </a:cubicBezTo>
                  <a:cubicBezTo>
                    <a:pt x="44" y="15941"/>
                    <a:pt x="115" y="16716"/>
                    <a:pt x="157" y="17195"/>
                  </a:cubicBezTo>
                  <a:cubicBezTo>
                    <a:pt x="106" y="17617"/>
                    <a:pt x="36" y="18331"/>
                    <a:pt x="127" y="18445"/>
                  </a:cubicBezTo>
                  <a:lnTo>
                    <a:pt x="172" y="18502"/>
                  </a:lnTo>
                  <a:cubicBezTo>
                    <a:pt x="341" y="18717"/>
                    <a:pt x="531" y="18951"/>
                    <a:pt x="628" y="19009"/>
                  </a:cubicBezTo>
                  <a:cubicBezTo>
                    <a:pt x="683" y="19042"/>
                    <a:pt x="738" y="19059"/>
                    <a:pt x="786" y="19059"/>
                  </a:cubicBezTo>
                  <a:cubicBezTo>
                    <a:pt x="822" y="19059"/>
                    <a:pt x="852" y="19051"/>
                    <a:pt x="878" y="19034"/>
                  </a:cubicBezTo>
                  <a:cubicBezTo>
                    <a:pt x="918" y="19008"/>
                    <a:pt x="962" y="18952"/>
                    <a:pt x="947" y="18834"/>
                  </a:cubicBezTo>
                  <a:cubicBezTo>
                    <a:pt x="923" y="18648"/>
                    <a:pt x="791" y="18272"/>
                    <a:pt x="723" y="18115"/>
                  </a:cubicBezTo>
                  <a:cubicBezTo>
                    <a:pt x="686" y="18027"/>
                    <a:pt x="747" y="17628"/>
                    <a:pt x="780" y="17414"/>
                  </a:cubicBezTo>
                  <a:cubicBezTo>
                    <a:pt x="800" y="17277"/>
                    <a:pt x="816" y="17179"/>
                    <a:pt x="816" y="17132"/>
                  </a:cubicBezTo>
                  <a:cubicBezTo>
                    <a:pt x="816" y="17087"/>
                    <a:pt x="828" y="17011"/>
                    <a:pt x="843" y="16932"/>
                  </a:cubicBezTo>
                  <a:lnTo>
                    <a:pt x="990" y="17486"/>
                  </a:lnTo>
                  <a:cubicBezTo>
                    <a:pt x="975" y="17599"/>
                    <a:pt x="933" y="18015"/>
                    <a:pt x="1056" y="18142"/>
                  </a:cubicBezTo>
                  <a:cubicBezTo>
                    <a:pt x="1084" y="18171"/>
                    <a:pt x="1117" y="18185"/>
                    <a:pt x="1157" y="18185"/>
                  </a:cubicBezTo>
                  <a:cubicBezTo>
                    <a:pt x="1163" y="18185"/>
                    <a:pt x="1168" y="18185"/>
                    <a:pt x="1174" y="18185"/>
                  </a:cubicBezTo>
                  <a:cubicBezTo>
                    <a:pt x="1380" y="18162"/>
                    <a:pt x="1420" y="17972"/>
                    <a:pt x="1450" y="17833"/>
                  </a:cubicBezTo>
                  <a:cubicBezTo>
                    <a:pt x="1457" y="17801"/>
                    <a:pt x="1464" y="17770"/>
                    <a:pt x="1471" y="17742"/>
                  </a:cubicBezTo>
                  <a:cubicBezTo>
                    <a:pt x="1514" y="17595"/>
                    <a:pt x="1519" y="16806"/>
                    <a:pt x="1519" y="16473"/>
                  </a:cubicBezTo>
                  <a:cubicBezTo>
                    <a:pt x="1519" y="16386"/>
                    <a:pt x="1190" y="15375"/>
                    <a:pt x="1039" y="14918"/>
                  </a:cubicBezTo>
                  <a:lnTo>
                    <a:pt x="2303" y="11868"/>
                  </a:lnTo>
                  <a:lnTo>
                    <a:pt x="3795" y="8160"/>
                  </a:lnTo>
                  <a:cubicBezTo>
                    <a:pt x="3798" y="8152"/>
                    <a:pt x="3801" y="8142"/>
                    <a:pt x="3800" y="8133"/>
                  </a:cubicBezTo>
                  <a:lnTo>
                    <a:pt x="3690" y="5522"/>
                  </a:lnTo>
                  <a:cubicBezTo>
                    <a:pt x="3690" y="5517"/>
                    <a:pt x="3690" y="5512"/>
                    <a:pt x="3688" y="5507"/>
                  </a:cubicBezTo>
                  <a:lnTo>
                    <a:pt x="2234" y="51"/>
                  </a:lnTo>
                  <a:cubicBezTo>
                    <a:pt x="2225" y="21"/>
                    <a:pt x="2198" y="1"/>
                    <a:pt x="21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g332bf0ce26c_1_589"/>
            <p:cNvSpPr/>
            <p:nvPr/>
          </p:nvSpPr>
          <p:spPr>
            <a:xfrm>
              <a:off x="8740859" y="3527486"/>
              <a:ext cx="107310" cy="441041"/>
            </a:xfrm>
            <a:custGeom>
              <a:rect b="b" l="l" r="r" t="t"/>
              <a:pathLst>
                <a:path extrusionOk="0" h="10164" w="2473">
                  <a:moveTo>
                    <a:pt x="908" y="0"/>
                  </a:moveTo>
                  <a:lnTo>
                    <a:pt x="213" y="8178"/>
                  </a:lnTo>
                  <a:lnTo>
                    <a:pt x="1" y="9381"/>
                  </a:lnTo>
                  <a:lnTo>
                    <a:pt x="1630" y="10163"/>
                  </a:lnTo>
                  <a:lnTo>
                    <a:pt x="2472" y="8068"/>
                  </a:lnTo>
                  <a:lnTo>
                    <a:pt x="2363" y="5458"/>
                  </a:lnTo>
                  <a:lnTo>
                    <a:pt x="90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g332bf0ce26c_1_589"/>
            <p:cNvSpPr/>
            <p:nvPr/>
          </p:nvSpPr>
          <p:spPr>
            <a:xfrm>
              <a:off x="8737778" y="3524579"/>
              <a:ext cx="113298" cy="446813"/>
            </a:xfrm>
            <a:custGeom>
              <a:rect b="b" l="l" r="r" t="t"/>
              <a:pathLst>
                <a:path extrusionOk="0" h="10297" w="2611">
                  <a:moveTo>
                    <a:pt x="1014" y="453"/>
                  </a:moveTo>
                  <a:lnTo>
                    <a:pt x="2368" y="5535"/>
                  </a:lnTo>
                  <a:lnTo>
                    <a:pt x="2477" y="8124"/>
                  </a:lnTo>
                  <a:lnTo>
                    <a:pt x="1665" y="10140"/>
                  </a:lnTo>
                  <a:lnTo>
                    <a:pt x="146" y="9410"/>
                  </a:lnTo>
                  <a:lnTo>
                    <a:pt x="350" y="8251"/>
                  </a:lnTo>
                  <a:lnTo>
                    <a:pt x="1014" y="453"/>
                  </a:lnTo>
                  <a:close/>
                  <a:moveTo>
                    <a:pt x="978" y="1"/>
                  </a:moveTo>
                  <a:cubicBezTo>
                    <a:pt x="977" y="1"/>
                    <a:pt x="975" y="1"/>
                    <a:pt x="973" y="1"/>
                  </a:cubicBezTo>
                  <a:cubicBezTo>
                    <a:pt x="941" y="5"/>
                    <a:pt x="917" y="30"/>
                    <a:pt x="913" y="61"/>
                  </a:cubicBezTo>
                  <a:lnTo>
                    <a:pt x="219" y="8233"/>
                  </a:lnTo>
                  <a:lnTo>
                    <a:pt x="7" y="9438"/>
                  </a:lnTo>
                  <a:cubicBezTo>
                    <a:pt x="1" y="9466"/>
                    <a:pt x="16" y="9496"/>
                    <a:pt x="43" y="9509"/>
                  </a:cubicBezTo>
                  <a:lnTo>
                    <a:pt x="1671" y="10291"/>
                  </a:lnTo>
                  <a:cubicBezTo>
                    <a:pt x="1681" y="10294"/>
                    <a:pt x="1690" y="10297"/>
                    <a:pt x="1701" y="10297"/>
                  </a:cubicBezTo>
                  <a:cubicBezTo>
                    <a:pt x="1709" y="10297"/>
                    <a:pt x="1718" y="10295"/>
                    <a:pt x="1725" y="10292"/>
                  </a:cubicBezTo>
                  <a:cubicBezTo>
                    <a:pt x="1742" y="10286"/>
                    <a:pt x="1755" y="10272"/>
                    <a:pt x="1762" y="10255"/>
                  </a:cubicBezTo>
                  <a:lnTo>
                    <a:pt x="2605" y="8160"/>
                  </a:lnTo>
                  <a:cubicBezTo>
                    <a:pt x="2608" y="8152"/>
                    <a:pt x="2611" y="8142"/>
                    <a:pt x="2610" y="8133"/>
                  </a:cubicBezTo>
                  <a:lnTo>
                    <a:pt x="2501" y="5522"/>
                  </a:lnTo>
                  <a:cubicBezTo>
                    <a:pt x="2500" y="5517"/>
                    <a:pt x="2500" y="5512"/>
                    <a:pt x="2498" y="5507"/>
                  </a:cubicBezTo>
                  <a:lnTo>
                    <a:pt x="1044" y="51"/>
                  </a:lnTo>
                  <a:cubicBezTo>
                    <a:pt x="1036" y="21"/>
                    <a:pt x="1008" y="1"/>
                    <a:pt x="9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g332bf0ce26c_1_589"/>
            <p:cNvSpPr/>
            <p:nvPr/>
          </p:nvSpPr>
          <p:spPr>
            <a:xfrm>
              <a:off x="8780259" y="3485005"/>
              <a:ext cx="142848" cy="578552"/>
            </a:xfrm>
            <a:custGeom>
              <a:rect b="b" l="l" r="r" t="t"/>
              <a:pathLst>
                <a:path extrusionOk="0" h="13333" w="3292">
                  <a:moveTo>
                    <a:pt x="3279" y="0"/>
                  </a:moveTo>
                  <a:cubicBezTo>
                    <a:pt x="3027" y="0"/>
                    <a:pt x="0" y="979"/>
                    <a:pt x="0" y="979"/>
                  </a:cubicBezTo>
                  <a:cubicBezTo>
                    <a:pt x="0" y="979"/>
                    <a:pt x="1122" y="7871"/>
                    <a:pt x="1073" y="8157"/>
                  </a:cubicBezTo>
                  <a:cubicBezTo>
                    <a:pt x="1026" y="8444"/>
                    <a:pt x="96" y="13118"/>
                    <a:pt x="96" y="13118"/>
                  </a:cubicBezTo>
                  <a:cubicBezTo>
                    <a:pt x="96" y="13118"/>
                    <a:pt x="836" y="13332"/>
                    <a:pt x="1718" y="13332"/>
                  </a:cubicBezTo>
                  <a:cubicBezTo>
                    <a:pt x="2600" y="13332"/>
                    <a:pt x="3053" y="13261"/>
                    <a:pt x="3053" y="13261"/>
                  </a:cubicBezTo>
                  <a:lnTo>
                    <a:pt x="3292" y="2"/>
                  </a:lnTo>
                  <a:cubicBezTo>
                    <a:pt x="3289" y="1"/>
                    <a:pt x="3285" y="0"/>
                    <a:pt x="32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g332bf0ce26c_1_589"/>
            <p:cNvSpPr/>
            <p:nvPr/>
          </p:nvSpPr>
          <p:spPr>
            <a:xfrm>
              <a:off x="8777221" y="3482271"/>
              <a:ext cx="148836" cy="584150"/>
            </a:xfrm>
            <a:custGeom>
              <a:rect b="b" l="l" r="r" t="t"/>
              <a:pathLst>
                <a:path extrusionOk="0" h="13462" w="3430">
                  <a:moveTo>
                    <a:pt x="3294" y="136"/>
                  </a:moveTo>
                  <a:lnTo>
                    <a:pt x="3058" y="13266"/>
                  </a:lnTo>
                  <a:cubicBezTo>
                    <a:pt x="2912" y="13284"/>
                    <a:pt x="2483" y="13329"/>
                    <a:pt x="1788" y="13329"/>
                  </a:cubicBezTo>
                  <a:cubicBezTo>
                    <a:pt x="1066" y="13329"/>
                    <a:pt x="435" y="13182"/>
                    <a:pt x="243" y="13133"/>
                  </a:cubicBezTo>
                  <a:cubicBezTo>
                    <a:pt x="358" y="12559"/>
                    <a:pt x="1165" y="8501"/>
                    <a:pt x="1210" y="8231"/>
                  </a:cubicBezTo>
                  <a:cubicBezTo>
                    <a:pt x="1257" y="7949"/>
                    <a:pt x="296" y="2016"/>
                    <a:pt x="145" y="1089"/>
                  </a:cubicBezTo>
                  <a:cubicBezTo>
                    <a:pt x="1245" y="732"/>
                    <a:pt x="2942" y="202"/>
                    <a:pt x="3294" y="136"/>
                  </a:cubicBezTo>
                  <a:close/>
                  <a:moveTo>
                    <a:pt x="3365" y="1"/>
                  </a:moveTo>
                  <a:cubicBezTo>
                    <a:pt x="3128" y="1"/>
                    <a:pt x="1449" y="527"/>
                    <a:pt x="50" y="980"/>
                  </a:cubicBezTo>
                  <a:cubicBezTo>
                    <a:pt x="19" y="989"/>
                    <a:pt x="0" y="1021"/>
                    <a:pt x="5" y="1053"/>
                  </a:cubicBezTo>
                  <a:cubicBezTo>
                    <a:pt x="454" y="3812"/>
                    <a:pt x="1110" y="7996"/>
                    <a:pt x="1078" y="8210"/>
                  </a:cubicBezTo>
                  <a:cubicBezTo>
                    <a:pt x="1031" y="8491"/>
                    <a:pt x="110" y="13121"/>
                    <a:pt x="101" y="13168"/>
                  </a:cubicBezTo>
                  <a:cubicBezTo>
                    <a:pt x="94" y="13203"/>
                    <a:pt x="114" y="13236"/>
                    <a:pt x="147" y="13245"/>
                  </a:cubicBezTo>
                  <a:cubicBezTo>
                    <a:pt x="155" y="13247"/>
                    <a:pt x="907" y="13462"/>
                    <a:pt x="1788" y="13462"/>
                  </a:cubicBezTo>
                  <a:cubicBezTo>
                    <a:pt x="2665" y="13462"/>
                    <a:pt x="3114" y="13393"/>
                    <a:pt x="3133" y="13389"/>
                  </a:cubicBezTo>
                  <a:cubicBezTo>
                    <a:pt x="3165" y="13385"/>
                    <a:pt x="3189" y="13357"/>
                    <a:pt x="3190" y="13326"/>
                  </a:cubicBezTo>
                  <a:lnTo>
                    <a:pt x="3428" y="66"/>
                  </a:lnTo>
                  <a:cubicBezTo>
                    <a:pt x="3429" y="39"/>
                    <a:pt x="3413" y="13"/>
                    <a:pt x="3387" y="4"/>
                  </a:cubicBezTo>
                  <a:cubicBezTo>
                    <a:pt x="3382" y="2"/>
                    <a:pt x="3374" y="1"/>
                    <a:pt x="33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g332bf0ce26c_1_589"/>
            <p:cNvSpPr/>
            <p:nvPr/>
          </p:nvSpPr>
          <p:spPr>
            <a:xfrm>
              <a:off x="9036880" y="3481967"/>
              <a:ext cx="142892" cy="581590"/>
            </a:xfrm>
            <a:custGeom>
              <a:rect b="b" l="l" r="r" t="t"/>
              <a:pathLst>
                <a:path extrusionOk="0" h="13403" w="3293">
                  <a:moveTo>
                    <a:pt x="14" y="1"/>
                  </a:moveTo>
                  <a:cubicBezTo>
                    <a:pt x="8" y="1"/>
                    <a:pt x="3" y="1"/>
                    <a:pt x="1" y="2"/>
                  </a:cubicBezTo>
                  <a:lnTo>
                    <a:pt x="240" y="13330"/>
                  </a:lnTo>
                  <a:cubicBezTo>
                    <a:pt x="240" y="13330"/>
                    <a:pt x="693" y="13402"/>
                    <a:pt x="1575" y="13402"/>
                  </a:cubicBezTo>
                  <a:cubicBezTo>
                    <a:pt x="2457" y="13402"/>
                    <a:pt x="3196" y="13187"/>
                    <a:pt x="3196" y="13187"/>
                  </a:cubicBezTo>
                  <a:cubicBezTo>
                    <a:pt x="3196" y="13187"/>
                    <a:pt x="2266" y="8488"/>
                    <a:pt x="2219" y="8200"/>
                  </a:cubicBezTo>
                  <a:cubicBezTo>
                    <a:pt x="2171" y="7913"/>
                    <a:pt x="3292" y="984"/>
                    <a:pt x="3292" y="984"/>
                  </a:cubicBezTo>
                  <a:cubicBezTo>
                    <a:pt x="3292" y="984"/>
                    <a:pt x="264" y="1"/>
                    <a:pt x="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g332bf0ce26c_1_589"/>
            <p:cNvSpPr/>
            <p:nvPr/>
          </p:nvSpPr>
          <p:spPr>
            <a:xfrm>
              <a:off x="9034016" y="3479190"/>
              <a:ext cx="148836" cy="587231"/>
            </a:xfrm>
            <a:custGeom>
              <a:rect b="b" l="l" r="r" t="t"/>
              <a:pathLst>
                <a:path extrusionOk="0" h="13533" w="3430">
                  <a:moveTo>
                    <a:pt x="134" y="137"/>
                  </a:moveTo>
                  <a:cubicBezTo>
                    <a:pt x="487" y="205"/>
                    <a:pt x="2183" y="737"/>
                    <a:pt x="3284" y="1094"/>
                  </a:cubicBezTo>
                  <a:cubicBezTo>
                    <a:pt x="3132" y="2026"/>
                    <a:pt x="2173" y="7992"/>
                    <a:pt x="2219" y="8275"/>
                  </a:cubicBezTo>
                  <a:cubicBezTo>
                    <a:pt x="2264" y="8546"/>
                    <a:pt x="3072" y="12628"/>
                    <a:pt x="3185" y="13203"/>
                  </a:cubicBezTo>
                  <a:cubicBezTo>
                    <a:pt x="2995" y="13252"/>
                    <a:pt x="2363" y="13400"/>
                    <a:pt x="1641" y="13400"/>
                  </a:cubicBezTo>
                  <a:cubicBezTo>
                    <a:pt x="946" y="13400"/>
                    <a:pt x="516" y="13355"/>
                    <a:pt x="371" y="13336"/>
                  </a:cubicBezTo>
                  <a:lnTo>
                    <a:pt x="134" y="137"/>
                  </a:lnTo>
                  <a:close/>
                  <a:moveTo>
                    <a:pt x="64" y="1"/>
                  </a:moveTo>
                  <a:cubicBezTo>
                    <a:pt x="54" y="1"/>
                    <a:pt x="47" y="2"/>
                    <a:pt x="42" y="4"/>
                  </a:cubicBezTo>
                  <a:cubicBezTo>
                    <a:pt x="17" y="14"/>
                    <a:pt x="0" y="39"/>
                    <a:pt x="0" y="67"/>
                  </a:cubicBezTo>
                  <a:lnTo>
                    <a:pt x="239" y="13395"/>
                  </a:lnTo>
                  <a:cubicBezTo>
                    <a:pt x="239" y="13428"/>
                    <a:pt x="263" y="13456"/>
                    <a:pt x="295" y="13460"/>
                  </a:cubicBezTo>
                  <a:cubicBezTo>
                    <a:pt x="314" y="13463"/>
                    <a:pt x="764" y="13533"/>
                    <a:pt x="1641" y="13533"/>
                  </a:cubicBezTo>
                  <a:cubicBezTo>
                    <a:pt x="2523" y="13533"/>
                    <a:pt x="3274" y="13316"/>
                    <a:pt x="3281" y="13315"/>
                  </a:cubicBezTo>
                  <a:cubicBezTo>
                    <a:pt x="3314" y="13305"/>
                    <a:pt x="3334" y="13271"/>
                    <a:pt x="3327" y="13238"/>
                  </a:cubicBezTo>
                  <a:cubicBezTo>
                    <a:pt x="3318" y="13191"/>
                    <a:pt x="2397" y="8537"/>
                    <a:pt x="2350" y="8254"/>
                  </a:cubicBezTo>
                  <a:cubicBezTo>
                    <a:pt x="2318" y="8039"/>
                    <a:pt x="2975" y="3833"/>
                    <a:pt x="3423" y="1059"/>
                  </a:cubicBezTo>
                  <a:cubicBezTo>
                    <a:pt x="3429" y="1027"/>
                    <a:pt x="3410" y="995"/>
                    <a:pt x="3378" y="986"/>
                  </a:cubicBezTo>
                  <a:cubicBezTo>
                    <a:pt x="1980" y="531"/>
                    <a:pt x="300"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0" name="Google Shape;2080;g332bf0ce26c_1_589"/>
            <p:cNvSpPr/>
            <p:nvPr/>
          </p:nvSpPr>
          <p:spPr>
            <a:xfrm>
              <a:off x="9146141" y="3524665"/>
              <a:ext cx="124753" cy="370355"/>
            </a:xfrm>
            <a:custGeom>
              <a:rect b="b" l="l" r="r" t="t"/>
              <a:pathLst>
                <a:path extrusionOk="0" h="8535" w="2875">
                  <a:moveTo>
                    <a:pt x="774" y="0"/>
                  </a:moveTo>
                  <a:lnTo>
                    <a:pt x="0" y="4908"/>
                  </a:lnTo>
                  <a:lnTo>
                    <a:pt x="242" y="6422"/>
                  </a:lnTo>
                  <a:cubicBezTo>
                    <a:pt x="242" y="6422"/>
                    <a:pt x="1492" y="8353"/>
                    <a:pt x="1952" y="8463"/>
                  </a:cubicBezTo>
                  <a:cubicBezTo>
                    <a:pt x="2130" y="8505"/>
                    <a:pt x="2307" y="8534"/>
                    <a:pt x="2458" y="8534"/>
                  </a:cubicBezTo>
                  <a:cubicBezTo>
                    <a:pt x="2700" y="8534"/>
                    <a:pt x="2874" y="8459"/>
                    <a:pt x="2874" y="8243"/>
                  </a:cubicBezTo>
                  <a:cubicBezTo>
                    <a:pt x="2874" y="7892"/>
                    <a:pt x="774" y="0"/>
                    <a:pt x="77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g332bf0ce26c_1_589"/>
            <p:cNvSpPr/>
            <p:nvPr/>
          </p:nvSpPr>
          <p:spPr>
            <a:xfrm>
              <a:off x="9143191" y="3521758"/>
              <a:ext cx="130568" cy="376170"/>
            </a:xfrm>
            <a:custGeom>
              <a:rect b="b" l="l" r="r" t="t"/>
              <a:pathLst>
                <a:path extrusionOk="0" h="8669" w="3009">
                  <a:moveTo>
                    <a:pt x="859" y="389"/>
                  </a:moveTo>
                  <a:cubicBezTo>
                    <a:pt x="1489" y="2765"/>
                    <a:pt x="2876" y="8042"/>
                    <a:pt x="2876" y="8310"/>
                  </a:cubicBezTo>
                  <a:cubicBezTo>
                    <a:pt x="2876" y="8380"/>
                    <a:pt x="2855" y="8431"/>
                    <a:pt x="2810" y="8466"/>
                  </a:cubicBezTo>
                  <a:cubicBezTo>
                    <a:pt x="2764" y="8503"/>
                    <a:pt x="2680" y="8535"/>
                    <a:pt x="2527" y="8535"/>
                  </a:cubicBezTo>
                  <a:cubicBezTo>
                    <a:pt x="2409" y="8535"/>
                    <a:pt x="2250" y="8516"/>
                    <a:pt x="2036" y="8465"/>
                  </a:cubicBezTo>
                  <a:cubicBezTo>
                    <a:pt x="1682" y="8381"/>
                    <a:pt x="723" y="7004"/>
                    <a:pt x="372" y="6464"/>
                  </a:cubicBezTo>
                  <a:lnTo>
                    <a:pt x="136" y="4975"/>
                  </a:lnTo>
                  <a:lnTo>
                    <a:pt x="859" y="389"/>
                  </a:lnTo>
                  <a:close/>
                  <a:moveTo>
                    <a:pt x="845" y="1"/>
                  </a:moveTo>
                  <a:cubicBezTo>
                    <a:pt x="843" y="1"/>
                    <a:pt x="841" y="1"/>
                    <a:pt x="839" y="1"/>
                  </a:cubicBezTo>
                  <a:cubicBezTo>
                    <a:pt x="807" y="2"/>
                    <a:pt x="781" y="26"/>
                    <a:pt x="776" y="57"/>
                  </a:cubicBezTo>
                  <a:lnTo>
                    <a:pt x="2" y="4965"/>
                  </a:lnTo>
                  <a:cubicBezTo>
                    <a:pt x="1" y="4971"/>
                    <a:pt x="1" y="4978"/>
                    <a:pt x="2" y="4986"/>
                  </a:cubicBezTo>
                  <a:lnTo>
                    <a:pt x="243" y="6500"/>
                  </a:lnTo>
                  <a:cubicBezTo>
                    <a:pt x="246" y="6509"/>
                    <a:pt x="248" y="6518"/>
                    <a:pt x="253" y="6525"/>
                  </a:cubicBezTo>
                  <a:cubicBezTo>
                    <a:pt x="383" y="6725"/>
                    <a:pt x="1532" y="8482"/>
                    <a:pt x="2005" y="8594"/>
                  </a:cubicBezTo>
                  <a:cubicBezTo>
                    <a:pt x="2212" y="8644"/>
                    <a:pt x="2385" y="8669"/>
                    <a:pt x="2527" y="8669"/>
                  </a:cubicBezTo>
                  <a:cubicBezTo>
                    <a:pt x="2689" y="8669"/>
                    <a:pt x="2810" y="8635"/>
                    <a:pt x="2891" y="8570"/>
                  </a:cubicBezTo>
                  <a:cubicBezTo>
                    <a:pt x="2969" y="8509"/>
                    <a:pt x="3008" y="8421"/>
                    <a:pt x="3008" y="8310"/>
                  </a:cubicBezTo>
                  <a:cubicBezTo>
                    <a:pt x="3008" y="7954"/>
                    <a:pt x="992" y="373"/>
                    <a:pt x="906" y="51"/>
                  </a:cubicBezTo>
                  <a:cubicBezTo>
                    <a:pt x="898" y="22"/>
                    <a:pt x="874"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2" name="Google Shape;2082;g332bf0ce26c_1_589"/>
            <p:cNvSpPr/>
            <p:nvPr/>
          </p:nvSpPr>
          <p:spPr>
            <a:xfrm>
              <a:off x="8842006" y="3614921"/>
              <a:ext cx="435487" cy="306785"/>
            </a:xfrm>
            <a:custGeom>
              <a:rect b="b" l="l" r="r" t="t"/>
              <a:pathLst>
                <a:path extrusionOk="0" h="7070" w="10036">
                  <a:moveTo>
                    <a:pt x="2160" y="0"/>
                  </a:moveTo>
                  <a:cubicBezTo>
                    <a:pt x="2124" y="0"/>
                    <a:pt x="2089" y="18"/>
                    <a:pt x="2059" y="61"/>
                  </a:cubicBezTo>
                  <a:cubicBezTo>
                    <a:pt x="1940" y="227"/>
                    <a:pt x="2155" y="371"/>
                    <a:pt x="2179" y="465"/>
                  </a:cubicBezTo>
                  <a:cubicBezTo>
                    <a:pt x="2202" y="561"/>
                    <a:pt x="2345" y="1205"/>
                    <a:pt x="2345" y="1205"/>
                  </a:cubicBezTo>
                  <a:lnTo>
                    <a:pt x="920" y="180"/>
                  </a:lnTo>
                  <a:cubicBezTo>
                    <a:pt x="894" y="162"/>
                    <a:pt x="864" y="153"/>
                    <a:pt x="835" y="153"/>
                  </a:cubicBezTo>
                  <a:cubicBezTo>
                    <a:pt x="797" y="153"/>
                    <a:pt x="760" y="167"/>
                    <a:pt x="732" y="195"/>
                  </a:cubicBezTo>
                  <a:cubicBezTo>
                    <a:pt x="675" y="252"/>
                    <a:pt x="675" y="345"/>
                    <a:pt x="733" y="401"/>
                  </a:cubicBezTo>
                  <a:lnTo>
                    <a:pt x="1749" y="1395"/>
                  </a:lnTo>
                  <a:lnTo>
                    <a:pt x="200" y="578"/>
                  </a:lnTo>
                  <a:cubicBezTo>
                    <a:pt x="181" y="567"/>
                    <a:pt x="161" y="562"/>
                    <a:pt x="140" y="562"/>
                  </a:cubicBezTo>
                  <a:cubicBezTo>
                    <a:pt x="92" y="562"/>
                    <a:pt x="45" y="590"/>
                    <a:pt x="24" y="638"/>
                  </a:cubicBezTo>
                  <a:cubicBezTo>
                    <a:pt x="1" y="691"/>
                    <a:pt x="16" y="753"/>
                    <a:pt x="61" y="789"/>
                  </a:cubicBezTo>
                  <a:lnTo>
                    <a:pt x="1249" y="1754"/>
                  </a:lnTo>
                  <a:lnTo>
                    <a:pt x="254" y="1287"/>
                  </a:lnTo>
                  <a:cubicBezTo>
                    <a:pt x="235" y="1279"/>
                    <a:pt x="216" y="1275"/>
                    <a:pt x="197" y="1275"/>
                  </a:cubicBezTo>
                  <a:cubicBezTo>
                    <a:pt x="136" y="1275"/>
                    <a:pt x="80" y="1315"/>
                    <a:pt x="64" y="1379"/>
                  </a:cubicBezTo>
                  <a:cubicBezTo>
                    <a:pt x="53" y="1424"/>
                    <a:pt x="66" y="1472"/>
                    <a:pt x="98" y="1505"/>
                  </a:cubicBezTo>
                  <a:lnTo>
                    <a:pt x="706" y="1977"/>
                  </a:lnTo>
                  <a:cubicBezTo>
                    <a:pt x="706" y="1977"/>
                    <a:pt x="735" y="2012"/>
                    <a:pt x="781" y="2064"/>
                  </a:cubicBezTo>
                  <a:lnTo>
                    <a:pt x="364" y="1829"/>
                  </a:lnTo>
                  <a:cubicBezTo>
                    <a:pt x="346" y="1819"/>
                    <a:pt x="328" y="1815"/>
                    <a:pt x="310" y="1815"/>
                  </a:cubicBezTo>
                  <a:cubicBezTo>
                    <a:pt x="257" y="1815"/>
                    <a:pt x="208" y="1854"/>
                    <a:pt x="200" y="1912"/>
                  </a:cubicBezTo>
                  <a:cubicBezTo>
                    <a:pt x="196" y="1955"/>
                    <a:pt x="216" y="1996"/>
                    <a:pt x="253" y="2019"/>
                  </a:cubicBezTo>
                  <a:lnTo>
                    <a:pt x="1421" y="2740"/>
                  </a:lnTo>
                  <a:cubicBezTo>
                    <a:pt x="1494" y="2764"/>
                    <a:pt x="2775" y="3017"/>
                    <a:pt x="2775" y="3017"/>
                  </a:cubicBezTo>
                  <a:cubicBezTo>
                    <a:pt x="2775" y="3017"/>
                    <a:pt x="6852" y="5854"/>
                    <a:pt x="7305" y="6117"/>
                  </a:cubicBezTo>
                  <a:cubicBezTo>
                    <a:pt x="7692" y="6341"/>
                    <a:pt x="9228" y="7070"/>
                    <a:pt x="9772" y="7070"/>
                  </a:cubicBezTo>
                  <a:cubicBezTo>
                    <a:pt x="9865" y="7070"/>
                    <a:pt x="9929" y="7048"/>
                    <a:pt x="9953" y="7000"/>
                  </a:cubicBezTo>
                  <a:cubicBezTo>
                    <a:pt x="10036" y="6833"/>
                    <a:pt x="9887" y="6152"/>
                    <a:pt x="9718" y="5515"/>
                  </a:cubicBezTo>
                  <a:lnTo>
                    <a:pt x="8737" y="4114"/>
                  </a:lnTo>
                  <a:lnTo>
                    <a:pt x="3181" y="1801"/>
                  </a:lnTo>
                  <a:cubicBezTo>
                    <a:pt x="3181" y="1801"/>
                    <a:pt x="3013" y="1134"/>
                    <a:pt x="2965" y="1038"/>
                  </a:cubicBezTo>
                  <a:cubicBezTo>
                    <a:pt x="2918" y="942"/>
                    <a:pt x="2608" y="537"/>
                    <a:pt x="2489" y="322"/>
                  </a:cubicBezTo>
                  <a:cubicBezTo>
                    <a:pt x="2399" y="162"/>
                    <a:pt x="2270" y="0"/>
                    <a:pt x="21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g332bf0ce26c_1_589"/>
            <p:cNvSpPr/>
            <p:nvPr/>
          </p:nvSpPr>
          <p:spPr>
            <a:xfrm>
              <a:off x="8838882" y="3612014"/>
              <a:ext cx="442647" cy="312556"/>
            </a:xfrm>
            <a:custGeom>
              <a:rect b="b" l="l" r="r" t="t"/>
              <a:pathLst>
                <a:path extrusionOk="0" h="7203" w="10201">
                  <a:moveTo>
                    <a:pt x="2235" y="1"/>
                  </a:moveTo>
                  <a:cubicBezTo>
                    <a:pt x="2191" y="1"/>
                    <a:pt x="2129" y="15"/>
                    <a:pt x="2077" y="89"/>
                  </a:cubicBezTo>
                  <a:cubicBezTo>
                    <a:pt x="1966" y="244"/>
                    <a:pt x="2073" y="387"/>
                    <a:pt x="2137" y="472"/>
                  </a:cubicBezTo>
                  <a:cubicBezTo>
                    <a:pt x="2158" y="500"/>
                    <a:pt x="2182" y="532"/>
                    <a:pt x="2186" y="549"/>
                  </a:cubicBezTo>
                  <a:cubicBezTo>
                    <a:pt x="2201" y="611"/>
                    <a:pt x="2271" y="919"/>
                    <a:pt x="2315" y="1117"/>
                  </a:cubicBezTo>
                  <a:lnTo>
                    <a:pt x="1030" y="193"/>
                  </a:lnTo>
                  <a:cubicBezTo>
                    <a:pt x="992" y="166"/>
                    <a:pt x="949" y="153"/>
                    <a:pt x="906" y="153"/>
                  </a:cubicBezTo>
                  <a:cubicBezTo>
                    <a:pt x="852" y="153"/>
                    <a:pt x="798" y="174"/>
                    <a:pt x="756" y="215"/>
                  </a:cubicBezTo>
                  <a:cubicBezTo>
                    <a:pt x="716" y="255"/>
                    <a:pt x="695" y="309"/>
                    <a:pt x="695" y="365"/>
                  </a:cubicBezTo>
                  <a:cubicBezTo>
                    <a:pt x="695" y="422"/>
                    <a:pt x="717" y="475"/>
                    <a:pt x="759" y="516"/>
                  </a:cubicBezTo>
                  <a:lnTo>
                    <a:pt x="1447" y="1190"/>
                  </a:lnTo>
                  <a:lnTo>
                    <a:pt x="304" y="585"/>
                  </a:lnTo>
                  <a:cubicBezTo>
                    <a:pt x="275" y="571"/>
                    <a:pt x="244" y="563"/>
                    <a:pt x="212" y="563"/>
                  </a:cubicBezTo>
                  <a:cubicBezTo>
                    <a:pt x="191" y="563"/>
                    <a:pt x="169" y="566"/>
                    <a:pt x="149" y="574"/>
                  </a:cubicBezTo>
                  <a:cubicBezTo>
                    <a:pt x="99" y="591"/>
                    <a:pt x="57" y="629"/>
                    <a:pt x="36" y="678"/>
                  </a:cubicBezTo>
                  <a:cubicBezTo>
                    <a:pt x="0" y="758"/>
                    <a:pt x="23" y="853"/>
                    <a:pt x="90" y="908"/>
                  </a:cubicBezTo>
                  <a:lnTo>
                    <a:pt x="858" y="1531"/>
                  </a:lnTo>
                  <a:lnTo>
                    <a:pt x="354" y="1295"/>
                  </a:lnTo>
                  <a:cubicBezTo>
                    <a:pt x="326" y="1282"/>
                    <a:pt x="297" y="1276"/>
                    <a:pt x="267" y="1276"/>
                  </a:cubicBezTo>
                  <a:cubicBezTo>
                    <a:pt x="238" y="1276"/>
                    <a:pt x="208" y="1282"/>
                    <a:pt x="180" y="1295"/>
                  </a:cubicBezTo>
                  <a:cubicBezTo>
                    <a:pt x="126" y="1321"/>
                    <a:pt x="86" y="1371"/>
                    <a:pt x="71" y="1430"/>
                  </a:cubicBezTo>
                  <a:cubicBezTo>
                    <a:pt x="55" y="1498"/>
                    <a:pt x="74" y="1567"/>
                    <a:pt x="129" y="1624"/>
                  </a:cubicBezTo>
                  <a:lnTo>
                    <a:pt x="375" y="1816"/>
                  </a:lnTo>
                  <a:cubicBezTo>
                    <a:pt x="351" y="1817"/>
                    <a:pt x="325" y="1823"/>
                    <a:pt x="302" y="1835"/>
                  </a:cubicBezTo>
                  <a:cubicBezTo>
                    <a:pt x="249" y="1862"/>
                    <a:pt x="213" y="1914"/>
                    <a:pt x="207" y="1972"/>
                  </a:cubicBezTo>
                  <a:cubicBezTo>
                    <a:pt x="199" y="2039"/>
                    <a:pt x="232" y="2106"/>
                    <a:pt x="289" y="2142"/>
                  </a:cubicBezTo>
                  <a:lnTo>
                    <a:pt x="1459" y="2864"/>
                  </a:lnTo>
                  <a:cubicBezTo>
                    <a:pt x="1464" y="2866"/>
                    <a:pt x="1467" y="2869"/>
                    <a:pt x="1472" y="2871"/>
                  </a:cubicBezTo>
                  <a:cubicBezTo>
                    <a:pt x="1544" y="2895"/>
                    <a:pt x="2638" y="3110"/>
                    <a:pt x="2821" y="3147"/>
                  </a:cubicBezTo>
                  <a:cubicBezTo>
                    <a:pt x="3105" y="3344"/>
                    <a:pt x="6902" y="5985"/>
                    <a:pt x="7345" y="6242"/>
                  </a:cubicBezTo>
                  <a:cubicBezTo>
                    <a:pt x="7616" y="6399"/>
                    <a:pt x="9239" y="7203"/>
                    <a:pt x="9846" y="7203"/>
                  </a:cubicBezTo>
                  <a:cubicBezTo>
                    <a:pt x="9892" y="7203"/>
                    <a:pt x="9934" y="7198"/>
                    <a:pt x="9967" y="7187"/>
                  </a:cubicBezTo>
                  <a:cubicBezTo>
                    <a:pt x="10023" y="7171"/>
                    <a:pt x="10063" y="7140"/>
                    <a:pt x="10084" y="7096"/>
                  </a:cubicBezTo>
                  <a:cubicBezTo>
                    <a:pt x="10113" y="7039"/>
                    <a:pt x="10200" y="6865"/>
                    <a:pt x="9853" y="5565"/>
                  </a:cubicBezTo>
                  <a:cubicBezTo>
                    <a:pt x="9845" y="5535"/>
                    <a:pt x="9819" y="5516"/>
                    <a:pt x="9789" y="5516"/>
                  </a:cubicBezTo>
                  <a:cubicBezTo>
                    <a:pt x="9784" y="5516"/>
                    <a:pt x="9778" y="5516"/>
                    <a:pt x="9772" y="5518"/>
                  </a:cubicBezTo>
                  <a:cubicBezTo>
                    <a:pt x="9737" y="5527"/>
                    <a:pt x="9716" y="5564"/>
                    <a:pt x="9726" y="5600"/>
                  </a:cubicBezTo>
                  <a:cubicBezTo>
                    <a:pt x="10026" y="6728"/>
                    <a:pt x="9993" y="6981"/>
                    <a:pt x="9966" y="7037"/>
                  </a:cubicBezTo>
                  <a:cubicBezTo>
                    <a:pt x="9961" y="7046"/>
                    <a:pt x="9948" y="7055"/>
                    <a:pt x="9929" y="7061"/>
                  </a:cubicBezTo>
                  <a:cubicBezTo>
                    <a:pt x="9905" y="7068"/>
                    <a:pt x="9876" y="7071"/>
                    <a:pt x="9842" y="7071"/>
                  </a:cubicBezTo>
                  <a:cubicBezTo>
                    <a:pt x="9355" y="7071"/>
                    <a:pt x="7872" y="6394"/>
                    <a:pt x="7411" y="6127"/>
                  </a:cubicBezTo>
                  <a:cubicBezTo>
                    <a:pt x="6965" y="5869"/>
                    <a:pt x="2925" y="3058"/>
                    <a:pt x="2885" y="3030"/>
                  </a:cubicBezTo>
                  <a:cubicBezTo>
                    <a:pt x="2878" y="3024"/>
                    <a:pt x="2868" y="3020"/>
                    <a:pt x="2860" y="3019"/>
                  </a:cubicBezTo>
                  <a:cubicBezTo>
                    <a:pt x="2363" y="2921"/>
                    <a:pt x="1613" y="2771"/>
                    <a:pt x="1521" y="2747"/>
                  </a:cubicBezTo>
                  <a:lnTo>
                    <a:pt x="360" y="2029"/>
                  </a:lnTo>
                  <a:cubicBezTo>
                    <a:pt x="346" y="2021"/>
                    <a:pt x="338" y="2004"/>
                    <a:pt x="339" y="1987"/>
                  </a:cubicBezTo>
                  <a:cubicBezTo>
                    <a:pt x="341" y="1966"/>
                    <a:pt x="356" y="1957"/>
                    <a:pt x="362" y="1953"/>
                  </a:cubicBezTo>
                  <a:cubicBezTo>
                    <a:pt x="366" y="1951"/>
                    <a:pt x="373" y="1948"/>
                    <a:pt x="382" y="1948"/>
                  </a:cubicBezTo>
                  <a:cubicBezTo>
                    <a:pt x="389" y="1948"/>
                    <a:pt x="396" y="1950"/>
                    <a:pt x="404" y="1954"/>
                  </a:cubicBezTo>
                  <a:lnTo>
                    <a:pt x="821" y="2189"/>
                  </a:lnTo>
                  <a:cubicBezTo>
                    <a:pt x="832" y="2195"/>
                    <a:pt x="843" y="2198"/>
                    <a:pt x="854" y="2198"/>
                  </a:cubicBezTo>
                  <a:cubicBezTo>
                    <a:pt x="874" y="2198"/>
                    <a:pt x="893" y="2189"/>
                    <a:pt x="905" y="2173"/>
                  </a:cubicBezTo>
                  <a:cubicBezTo>
                    <a:pt x="926" y="2147"/>
                    <a:pt x="926" y="2112"/>
                    <a:pt x="904" y="2087"/>
                  </a:cubicBezTo>
                  <a:lnTo>
                    <a:pt x="819" y="1992"/>
                  </a:lnTo>
                  <a:lnTo>
                    <a:pt x="218" y="1527"/>
                  </a:lnTo>
                  <a:cubicBezTo>
                    <a:pt x="202" y="1509"/>
                    <a:pt x="194" y="1485"/>
                    <a:pt x="200" y="1462"/>
                  </a:cubicBezTo>
                  <a:cubicBezTo>
                    <a:pt x="205" y="1442"/>
                    <a:pt x="219" y="1424"/>
                    <a:pt x="238" y="1416"/>
                  </a:cubicBezTo>
                  <a:cubicBezTo>
                    <a:pt x="248" y="1411"/>
                    <a:pt x="258" y="1409"/>
                    <a:pt x="269" y="1409"/>
                  </a:cubicBezTo>
                  <a:cubicBezTo>
                    <a:pt x="278" y="1409"/>
                    <a:pt x="288" y="1411"/>
                    <a:pt x="297" y="1415"/>
                  </a:cubicBezTo>
                  <a:lnTo>
                    <a:pt x="1292" y="1881"/>
                  </a:lnTo>
                  <a:cubicBezTo>
                    <a:pt x="1302" y="1885"/>
                    <a:pt x="1311" y="1887"/>
                    <a:pt x="1321" y="1887"/>
                  </a:cubicBezTo>
                  <a:cubicBezTo>
                    <a:pt x="1343" y="1887"/>
                    <a:pt x="1364" y="1876"/>
                    <a:pt x="1376" y="1856"/>
                  </a:cubicBezTo>
                  <a:cubicBezTo>
                    <a:pt x="1395" y="1828"/>
                    <a:pt x="1388" y="1790"/>
                    <a:pt x="1362" y="1769"/>
                  </a:cubicBezTo>
                  <a:lnTo>
                    <a:pt x="174" y="805"/>
                  </a:lnTo>
                  <a:cubicBezTo>
                    <a:pt x="153" y="788"/>
                    <a:pt x="146" y="758"/>
                    <a:pt x="157" y="732"/>
                  </a:cubicBezTo>
                  <a:cubicBezTo>
                    <a:pt x="164" y="717"/>
                    <a:pt x="177" y="705"/>
                    <a:pt x="193" y="699"/>
                  </a:cubicBezTo>
                  <a:cubicBezTo>
                    <a:pt x="200" y="697"/>
                    <a:pt x="207" y="696"/>
                    <a:pt x="215" y="696"/>
                  </a:cubicBezTo>
                  <a:cubicBezTo>
                    <a:pt x="224" y="696"/>
                    <a:pt x="233" y="698"/>
                    <a:pt x="242" y="703"/>
                  </a:cubicBezTo>
                  <a:lnTo>
                    <a:pt x="1790" y="1521"/>
                  </a:lnTo>
                  <a:cubicBezTo>
                    <a:pt x="1800" y="1527"/>
                    <a:pt x="1811" y="1529"/>
                    <a:pt x="1822" y="1529"/>
                  </a:cubicBezTo>
                  <a:cubicBezTo>
                    <a:pt x="1842" y="1529"/>
                    <a:pt x="1862" y="1520"/>
                    <a:pt x="1876" y="1502"/>
                  </a:cubicBezTo>
                  <a:cubicBezTo>
                    <a:pt x="1895" y="1475"/>
                    <a:pt x="1891" y="1438"/>
                    <a:pt x="1867" y="1415"/>
                  </a:cubicBezTo>
                  <a:lnTo>
                    <a:pt x="852" y="421"/>
                  </a:lnTo>
                  <a:cubicBezTo>
                    <a:pt x="837" y="406"/>
                    <a:pt x="829" y="387"/>
                    <a:pt x="829" y="365"/>
                  </a:cubicBezTo>
                  <a:cubicBezTo>
                    <a:pt x="829" y="344"/>
                    <a:pt x="836" y="324"/>
                    <a:pt x="851" y="309"/>
                  </a:cubicBezTo>
                  <a:cubicBezTo>
                    <a:pt x="866" y="293"/>
                    <a:pt x="886" y="286"/>
                    <a:pt x="907" y="286"/>
                  </a:cubicBezTo>
                  <a:cubicBezTo>
                    <a:pt x="923" y="286"/>
                    <a:pt x="939" y="290"/>
                    <a:pt x="953" y="300"/>
                  </a:cubicBezTo>
                  <a:lnTo>
                    <a:pt x="2378" y="1326"/>
                  </a:lnTo>
                  <a:cubicBezTo>
                    <a:pt x="2390" y="1335"/>
                    <a:pt x="2403" y="1339"/>
                    <a:pt x="2417" y="1339"/>
                  </a:cubicBezTo>
                  <a:cubicBezTo>
                    <a:pt x="2430" y="1339"/>
                    <a:pt x="2443" y="1335"/>
                    <a:pt x="2454" y="1327"/>
                  </a:cubicBezTo>
                  <a:cubicBezTo>
                    <a:pt x="2477" y="1312"/>
                    <a:pt x="2488" y="1285"/>
                    <a:pt x="2483" y="1257"/>
                  </a:cubicBezTo>
                  <a:cubicBezTo>
                    <a:pt x="2477" y="1231"/>
                    <a:pt x="2338" y="611"/>
                    <a:pt x="2315" y="517"/>
                  </a:cubicBezTo>
                  <a:cubicBezTo>
                    <a:pt x="2304" y="474"/>
                    <a:pt x="2274" y="434"/>
                    <a:pt x="2244" y="393"/>
                  </a:cubicBezTo>
                  <a:cubicBezTo>
                    <a:pt x="2174" y="299"/>
                    <a:pt x="2135" y="236"/>
                    <a:pt x="2186" y="165"/>
                  </a:cubicBezTo>
                  <a:cubicBezTo>
                    <a:pt x="2209" y="132"/>
                    <a:pt x="2228" y="135"/>
                    <a:pt x="2234" y="133"/>
                  </a:cubicBezTo>
                  <a:cubicBezTo>
                    <a:pt x="2300" y="138"/>
                    <a:pt x="2410" y="257"/>
                    <a:pt x="2503" y="422"/>
                  </a:cubicBezTo>
                  <a:cubicBezTo>
                    <a:pt x="2571" y="545"/>
                    <a:pt x="2697" y="724"/>
                    <a:pt x="2807" y="881"/>
                  </a:cubicBezTo>
                  <a:cubicBezTo>
                    <a:pt x="2886" y="992"/>
                    <a:pt x="2959" y="1098"/>
                    <a:pt x="2978" y="1134"/>
                  </a:cubicBezTo>
                  <a:cubicBezTo>
                    <a:pt x="3010" y="1199"/>
                    <a:pt x="3124" y="1629"/>
                    <a:pt x="3188" y="1885"/>
                  </a:cubicBezTo>
                  <a:cubicBezTo>
                    <a:pt x="3192" y="1905"/>
                    <a:pt x="3207" y="1921"/>
                    <a:pt x="3227" y="1929"/>
                  </a:cubicBezTo>
                  <a:lnTo>
                    <a:pt x="8783" y="4242"/>
                  </a:lnTo>
                  <a:cubicBezTo>
                    <a:pt x="8791" y="4246"/>
                    <a:pt x="8799" y="4247"/>
                    <a:pt x="8808" y="4247"/>
                  </a:cubicBezTo>
                  <a:cubicBezTo>
                    <a:pt x="8834" y="4247"/>
                    <a:pt x="8859" y="4232"/>
                    <a:pt x="8870" y="4207"/>
                  </a:cubicBezTo>
                  <a:cubicBezTo>
                    <a:pt x="8884" y="4173"/>
                    <a:pt x="8868" y="4134"/>
                    <a:pt x="8834" y="4119"/>
                  </a:cubicBezTo>
                  <a:lnTo>
                    <a:pt x="3308" y="1819"/>
                  </a:lnTo>
                  <a:cubicBezTo>
                    <a:pt x="3272" y="1674"/>
                    <a:pt x="3142" y="1165"/>
                    <a:pt x="3097" y="1075"/>
                  </a:cubicBezTo>
                  <a:cubicBezTo>
                    <a:pt x="3073" y="1029"/>
                    <a:pt x="3004" y="930"/>
                    <a:pt x="2916" y="804"/>
                  </a:cubicBezTo>
                  <a:cubicBezTo>
                    <a:pt x="2813" y="658"/>
                    <a:pt x="2684" y="474"/>
                    <a:pt x="2619" y="357"/>
                  </a:cubicBezTo>
                  <a:cubicBezTo>
                    <a:pt x="2561" y="253"/>
                    <a:pt x="2408" y="10"/>
                    <a:pt x="2241" y="1"/>
                  </a:cubicBezTo>
                  <a:cubicBezTo>
                    <a:pt x="2239" y="1"/>
                    <a:pt x="2237" y="1"/>
                    <a:pt x="22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g332bf0ce26c_1_589"/>
            <p:cNvSpPr/>
            <p:nvPr/>
          </p:nvSpPr>
          <p:spPr>
            <a:xfrm>
              <a:off x="8842006" y="3614921"/>
              <a:ext cx="335554" cy="260181"/>
            </a:xfrm>
            <a:custGeom>
              <a:rect b="b" l="l" r="r" t="t"/>
              <a:pathLst>
                <a:path extrusionOk="0" h="5996" w="7733">
                  <a:moveTo>
                    <a:pt x="2160" y="0"/>
                  </a:moveTo>
                  <a:cubicBezTo>
                    <a:pt x="2124" y="0"/>
                    <a:pt x="2089" y="18"/>
                    <a:pt x="2059" y="61"/>
                  </a:cubicBezTo>
                  <a:cubicBezTo>
                    <a:pt x="1940" y="227"/>
                    <a:pt x="2155" y="371"/>
                    <a:pt x="2179" y="465"/>
                  </a:cubicBezTo>
                  <a:cubicBezTo>
                    <a:pt x="2202" y="561"/>
                    <a:pt x="2345" y="1205"/>
                    <a:pt x="2345" y="1205"/>
                  </a:cubicBezTo>
                  <a:lnTo>
                    <a:pt x="920" y="180"/>
                  </a:lnTo>
                  <a:cubicBezTo>
                    <a:pt x="894" y="162"/>
                    <a:pt x="864" y="153"/>
                    <a:pt x="835" y="153"/>
                  </a:cubicBezTo>
                  <a:cubicBezTo>
                    <a:pt x="797" y="153"/>
                    <a:pt x="760" y="167"/>
                    <a:pt x="732" y="195"/>
                  </a:cubicBezTo>
                  <a:cubicBezTo>
                    <a:pt x="675" y="252"/>
                    <a:pt x="675" y="345"/>
                    <a:pt x="733" y="401"/>
                  </a:cubicBezTo>
                  <a:lnTo>
                    <a:pt x="1749" y="1395"/>
                  </a:lnTo>
                  <a:lnTo>
                    <a:pt x="200" y="578"/>
                  </a:lnTo>
                  <a:cubicBezTo>
                    <a:pt x="181" y="567"/>
                    <a:pt x="161" y="562"/>
                    <a:pt x="140" y="562"/>
                  </a:cubicBezTo>
                  <a:cubicBezTo>
                    <a:pt x="92" y="562"/>
                    <a:pt x="45" y="590"/>
                    <a:pt x="24" y="638"/>
                  </a:cubicBezTo>
                  <a:cubicBezTo>
                    <a:pt x="1" y="691"/>
                    <a:pt x="16" y="753"/>
                    <a:pt x="61" y="789"/>
                  </a:cubicBezTo>
                  <a:lnTo>
                    <a:pt x="1249" y="1754"/>
                  </a:lnTo>
                  <a:lnTo>
                    <a:pt x="254" y="1287"/>
                  </a:lnTo>
                  <a:cubicBezTo>
                    <a:pt x="235" y="1279"/>
                    <a:pt x="216" y="1275"/>
                    <a:pt x="197" y="1275"/>
                  </a:cubicBezTo>
                  <a:cubicBezTo>
                    <a:pt x="136" y="1275"/>
                    <a:pt x="80" y="1315"/>
                    <a:pt x="64" y="1379"/>
                  </a:cubicBezTo>
                  <a:cubicBezTo>
                    <a:pt x="53" y="1424"/>
                    <a:pt x="66" y="1472"/>
                    <a:pt x="98" y="1505"/>
                  </a:cubicBezTo>
                  <a:lnTo>
                    <a:pt x="706" y="1977"/>
                  </a:lnTo>
                  <a:cubicBezTo>
                    <a:pt x="706" y="1977"/>
                    <a:pt x="735" y="2012"/>
                    <a:pt x="781" y="2064"/>
                  </a:cubicBezTo>
                  <a:lnTo>
                    <a:pt x="364" y="1829"/>
                  </a:lnTo>
                  <a:cubicBezTo>
                    <a:pt x="346" y="1819"/>
                    <a:pt x="328" y="1815"/>
                    <a:pt x="310" y="1815"/>
                  </a:cubicBezTo>
                  <a:cubicBezTo>
                    <a:pt x="257" y="1815"/>
                    <a:pt x="208" y="1854"/>
                    <a:pt x="200" y="1912"/>
                  </a:cubicBezTo>
                  <a:cubicBezTo>
                    <a:pt x="196" y="1955"/>
                    <a:pt x="216" y="1996"/>
                    <a:pt x="253" y="2019"/>
                  </a:cubicBezTo>
                  <a:lnTo>
                    <a:pt x="1421" y="2740"/>
                  </a:lnTo>
                  <a:cubicBezTo>
                    <a:pt x="1494" y="2764"/>
                    <a:pt x="2775" y="3017"/>
                    <a:pt x="2775" y="3017"/>
                  </a:cubicBezTo>
                  <a:cubicBezTo>
                    <a:pt x="2775" y="3017"/>
                    <a:pt x="6182" y="5388"/>
                    <a:pt x="7112" y="5995"/>
                  </a:cubicBezTo>
                  <a:lnTo>
                    <a:pt x="7732" y="3696"/>
                  </a:lnTo>
                  <a:lnTo>
                    <a:pt x="3181" y="1801"/>
                  </a:lnTo>
                  <a:cubicBezTo>
                    <a:pt x="3181" y="1801"/>
                    <a:pt x="3013" y="1134"/>
                    <a:pt x="2965" y="1038"/>
                  </a:cubicBezTo>
                  <a:cubicBezTo>
                    <a:pt x="2918" y="942"/>
                    <a:pt x="2608" y="537"/>
                    <a:pt x="2489" y="322"/>
                  </a:cubicBezTo>
                  <a:cubicBezTo>
                    <a:pt x="2399" y="162"/>
                    <a:pt x="2270" y="0"/>
                    <a:pt x="21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g332bf0ce26c_1_589"/>
            <p:cNvSpPr/>
            <p:nvPr/>
          </p:nvSpPr>
          <p:spPr>
            <a:xfrm>
              <a:off x="8838882" y="3612014"/>
              <a:ext cx="341803" cy="265996"/>
            </a:xfrm>
            <a:custGeom>
              <a:rect b="b" l="l" r="r" t="t"/>
              <a:pathLst>
                <a:path extrusionOk="0" h="6130" w="7877">
                  <a:moveTo>
                    <a:pt x="2235" y="133"/>
                  </a:moveTo>
                  <a:cubicBezTo>
                    <a:pt x="2300" y="138"/>
                    <a:pt x="2410" y="257"/>
                    <a:pt x="2503" y="422"/>
                  </a:cubicBezTo>
                  <a:cubicBezTo>
                    <a:pt x="2571" y="545"/>
                    <a:pt x="2697" y="724"/>
                    <a:pt x="2808" y="881"/>
                  </a:cubicBezTo>
                  <a:cubicBezTo>
                    <a:pt x="2886" y="992"/>
                    <a:pt x="2959" y="1098"/>
                    <a:pt x="2978" y="1134"/>
                  </a:cubicBezTo>
                  <a:cubicBezTo>
                    <a:pt x="3010" y="1199"/>
                    <a:pt x="3124" y="1629"/>
                    <a:pt x="3188" y="1885"/>
                  </a:cubicBezTo>
                  <a:cubicBezTo>
                    <a:pt x="3192" y="1905"/>
                    <a:pt x="3208" y="1921"/>
                    <a:pt x="3227" y="1929"/>
                  </a:cubicBezTo>
                  <a:lnTo>
                    <a:pt x="7725" y="3802"/>
                  </a:lnTo>
                  <a:lnTo>
                    <a:pt x="7145" y="5957"/>
                  </a:lnTo>
                  <a:cubicBezTo>
                    <a:pt x="6129" y="5287"/>
                    <a:pt x="2918" y="3053"/>
                    <a:pt x="2885" y="3030"/>
                  </a:cubicBezTo>
                  <a:cubicBezTo>
                    <a:pt x="2878" y="3025"/>
                    <a:pt x="2868" y="3020"/>
                    <a:pt x="2860" y="3019"/>
                  </a:cubicBezTo>
                  <a:cubicBezTo>
                    <a:pt x="2363" y="2921"/>
                    <a:pt x="1613" y="2771"/>
                    <a:pt x="1521" y="2747"/>
                  </a:cubicBezTo>
                  <a:lnTo>
                    <a:pt x="360" y="2029"/>
                  </a:lnTo>
                  <a:cubicBezTo>
                    <a:pt x="346" y="2021"/>
                    <a:pt x="338" y="2004"/>
                    <a:pt x="340" y="1987"/>
                  </a:cubicBezTo>
                  <a:cubicBezTo>
                    <a:pt x="342" y="1966"/>
                    <a:pt x="356" y="1957"/>
                    <a:pt x="362" y="1953"/>
                  </a:cubicBezTo>
                  <a:cubicBezTo>
                    <a:pt x="367" y="1951"/>
                    <a:pt x="374" y="1948"/>
                    <a:pt x="384" y="1948"/>
                  </a:cubicBezTo>
                  <a:cubicBezTo>
                    <a:pt x="390" y="1948"/>
                    <a:pt x="397" y="1949"/>
                    <a:pt x="404" y="1953"/>
                  </a:cubicBezTo>
                  <a:lnTo>
                    <a:pt x="821" y="2189"/>
                  </a:lnTo>
                  <a:cubicBezTo>
                    <a:pt x="832" y="2195"/>
                    <a:pt x="843" y="2198"/>
                    <a:pt x="854" y="2198"/>
                  </a:cubicBezTo>
                  <a:cubicBezTo>
                    <a:pt x="874" y="2198"/>
                    <a:pt x="893" y="2189"/>
                    <a:pt x="905" y="2173"/>
                  </a:cubicBezTo>
                  <a:cubicBezTo>
                    <a:pt x="927" y="2147"/>
                    <a:pt x="926" y="2112"/>
                    <a:pt x="904" y="2087"/>
                  </a:cubicBezTo>
                  <a:lnTo>
                    <a:pt x="819" y="1992"/>
                  </a:lnTo>
                  <a:lnTo>
                    <a:pt x="218" y="1526"/>
                  </a:lnTo>
                  <a:cubicBezTo>
                    <a:pt x="202" y="1509"/>
                    <a:pt x="196" y="1485"/>
                    <a:pt x="200" y="1462"/>
                  </a:cubicBezTo>
                  <a:cubicBezTo>
                    <a:pt x="206" y="1442"/>
                    <a:pt x="219" y="1424"/>
                    <a:pt x="238" y="1416"/>
                  </a:cubicBezTo>
                  <a:cubicBezTo>
                    <a:pt x="248" y="1411"/>
                    <a:pt x="259" y="1409"/>
                    <a:pt x="269" y="1409"/>
                  </a:cubicBezTo>
                  <a:cubicBezTo>
                    <a:pt x="279" y="1409"/>
                    <a:pt x="289" y="1411"/>
                    <a:pt x="299" y="1415"/>
                  </a:cubicBezTo>
                  <a:lnTo>
                    <a:pt x="1292" y="1881"/>
                  </a:lnTo>
                  <a:cubicBezTo>
                    <a:pt x="1302" y="1885"/>
                    <a:pt x="1311" y="1887"/>
                    <a:pt x="1321" y="1887"/>
                  </a:cubicBezTo>
                  <a:cubicBezTo>
                    <a:pt x="1343" y="1887"/>
                    <a:pt x="1365" y="1876"/>
                    <a:pt x="1378" y="1856"/>
                  </a:cubicBezTo>
                  <a:cubicBezTo>
                    <a:pt x="1395" y="1828"/>
                    <a:pt x="1388" y="1790"/>
                    <a:pt x="1363" y="1769"/>
                  </a:cubicBezTo>
                  <a:lnTo>
                    <a:pt x="174" y="805"/>
                  </a:lnTo>
                  <a:cubicBezTo>
                    <a:pt x="153" y="788"/>
                    <a:pt x="146" y="758"/>
                    <a:pt x="158" y="732"/>
                  </a:cubicBezTo>
                  <a:cubicBezTo>
                    <a:pt x="165" y="717"/>
                    <a:pt x="177" y="705"/>
                    <a:pt x="193" y="699"/>
                  </a:cubicBezTo>
                  <a:cubicBezTo>
                    <a:pt x="200" y="697"/>
                    <a:pt x="207" y="696"/>
                    <a:pt x="215" y="696"/>
                  </a:cubicBezTo>
                  <a:cubicBezTo>
                    <a:pt x="224" y="696"/>
                    <a:pt x="233" y="698"/>
                    <a:pt x="243" y="703"/>
                  </a:cubicBezTo>
                  <a:lnTo>
                    <a:pt x="1790" y="1521"/>
                  </a:lnTo>
                  <a:cubicBezTo>
                    <a:pt x="1800" y="1527"/>
                    <a:pt x="1811" y="1529"/>
                    <a:pt x="1822" y="1529"/>
                  </a:cubicBezTo>
                  <a:cubicBezTo>
                    <a:pt x="1842" y="1529"/>
                    <a:pt x="1862" y="1520"/>
                    <a:pt x="1876" y="1502"/>
                  </a:cubicBezTo>
                  <a:cubicBezTo>
                    <a:pt x="1895" y="1475"/>
                    <a:pt x="1892" y="1438"/>
                    <a:pt x="1869" y="1415"/>
                  </a:cubicBezTo>
                  <a:lnTo>
                    <a:pt x="852" y="421"/>
                  </a:lnTo>
                  <a:cubicBezTo>
                    <a:pt x="837" y="406"/>
                    <a:pt x="829" y="387"/>
                    <a:pt x="829" y="365"/>
                  </a:cubicBezTo>
                  <a:cubicBezTo>
                    <a:pt x="829" y="344"/>
                    <a:pt x="837" y="324"/>
                    <a:pt x="851" y="309"/>
                  </a:cubicBezTo>
                  <a:cubicBezTo>
                    <a:pt x="866" y="293"/>
                    <a:pt x="887" y="286"/>
                    <a:pt x="907" y="286"/>
                  </a:cubicBezTo>
                  <a:cubicBezTo>
                    <a:pt x="923" y="286"/>
                    <a:pt x="939" y="290"/>
                    <a:pt x="953" y="300"/>
                  </a:cubicBezTo>
                  <a:lnTo>
                    <a:pt x="2378" y="1326"/>
                  </a:lnTo>
                  <a:cubicBezTo>
                    <a:pt x="2390" y="1335"/>
                    <a:pt x="2403" y="1339"/>
                    <a:pt x="2417" y="1339"/>
                  </a:cubicBezTo>
                  <a:cubicBezTo>
                    <a:pt x="2430" y="1339"/>
                    <a:pt x="2443" y="1335"/>
                    <a:pt x="2454" y="1327"/>
                  </a:cubicBezTo>
                  <a:cubicBezTo>
                    <a:pt x="2478" y="1312"/>
                    <a:pt x="2488" y="1285"/>
                    <a:pt x="2483" y="1257"/>
                  </a:cubicBezTo>
                  <a:cubicBezTo>
                    <a:pt x="2477" y="1231"/>
                    <a:pt x="2339" y="611"/>
                    <a:pt x="2316" y="517"/>
                  </a:cubicBezTo>
                  <a:cubicBezTo>
                    <a:pt x="2305" y="474"/>
                    <a:pt x="2276" y="434"/>
                    <a:pt x="2244" y="393"/>
                  </a:cubicBezTo>
                  <a:cubicBezTo>
                    <a:pt x="2174" y="299"/>
                    <a:pt x="2135" y="236"/>
                    <a:pt x="2186" y="165"/>
                  </a:cubicBezTo>
                  <a:cubicBezTo>
                    <a:pt x="2209" y="132"/>
                    <a:pt x="2228" y="135"/>
                    <a:pt x="2235" y="133"/>
                  </a:cubicBezTo>
                  <a:close/>
                  <a:moveTo>
                    <a:pt x="2235" y="1"/>
                  </a:moveTo>
                  <a:cubicBezTo>
                    <a:pt x="2191" y="1"/>
                    <a:pt x="2129" y="15"/>
                    <a:pt x="2077" y="89"/>
                  </a:cubicBezTo>
                  <a:cubicBezTo>
                    <a:pt x="1966" y="244"/>
                    <a:pt x="2073" y="387"/>
                    <a:pt x="2137" y="472"/>
                  </a:cubicBezTo>
                  <a:cubicBezTo>
                    <a:pt x="2158" y="500"/>
                    <a:pt x="2182" y="532"/>
                    <a:pt x="2186" y="549"/>
                  </a:cubicBezTo>
                  <a:cubicBezTo>
                    <a:pt x="2201" y="611"/>
                    <a:pt x="2271" y="919"/>
                    <a:pt x="2315" y="1117"/>
                  </a:cubicBezTo>
                  <a:lnTo>
                    <a:pt x="1030" y="193"/>
                  </a:lnTo>
                  <a:cubicBezTo>
                    <a:pt x="992" y="166"/>
                    <a:pt x="949" y="153"/>
                    <a:pt x="906" y="153"/>
                  </a:cubicBezTo>
                  <a:cubicBezTo>
                    <a:pt x="851" y="153"/>
                    <a:pt x="797" y="174"/>
                    <a:pt x="756" y="215"/>
                  </a:cubicBezTo>
                  <a:cubicBezTo>
                    <a:pt x="716" y="255"/>
                    <a:pt x="695" y="309"/>
                    <a:pt x="695" y="365"/>
                  </a:cubicBezTo>
                  <a:cubicBezTo>
                    <a:pt x="695" y="422"/>
                    <a:pt x="717" y="475"/>
                    <a:pt x="759" y="516"/>
                  </a:cubicBezTo>
                  <a:lnTo>
                    <a:pt x="1447" y="1190"/>
                  </a:lnTo>
                  <a:lnTo>
                    <a:pt x="304" y="585"/>
                  </a:lnTo>
                  <a:cubicBezTo>
                    <a:pt x="275" y="571"/>
                    <a:pt x="244" y="563"/>
                    <a:pt x="213" y="563"/>
                  </a:cubicBezTo>
                  <a:cubicBezTo>
                    <a:pt x="191" y="563"/>
                    <a:pt x="170" y="566"/>
                    <a:pt x="149" y="574"/>
                  </a:cubicBezTo>
                  <a:cubicBezTo>
                    <a:pt x="99" y="591"/>
                    <a:pt x="57" y="629"/>
                    <a:pt x="36" y="679"/>
                  </a:cubicBezTo>
                  <a:cubicBezTo>
                    <a:pt x="0" y="758"/>
                    <a:pt x="23" y="853"/>
                    <a:pt x="90" y="908"/>
                  </a:cubicBezTo>
                  <a:lnTo>
                    <a:pt x="858" y="1531"/>
                  </a:lnTo>
                  <a:lnTo>
                    <a:pt x="354" y="1295"/>
                  </a:lnTo>
                  <a:cubicBezTo>
                    <a:pt x="326" y="1282"/>
                    <a:pt x="297" y="1276"/>
                    <a:pt x="267" y="1276"/>
                  </a:cubicBezTo>
                  <a:cubicBezTo>
                    <a:pt x="238" y="1276"/>
                    <a:pt x="209" y="1282"/>
                    <a:pt x="181" y="1295"/>
                  </a:cubicBezTo>
                  <a:cubicBezTo>
                    <a:pt x="126" y="1321"/>
                    <a:pt x="87" y="1371"/>
                    <a:pt x="71" y="1430"/>
                  </a:cubicBezTo>
                  <a:cubicBezTo>
                    <a:pt x="55" y="1498"/>
                    <a:pt x="74" y="1567"/>
                    <a:pt x="129" y="1625"/>
                  </a:cubicBezTo>
                  <a:lnTo>
                    <a:pt x="375" y="1816"/>
                  </a:lnTo>
                  <a:cubicBezTo>
                    <a:pt x="351" y="1817"/>
                    <a:pt x="326" y="1823"/>
                    <a:pt x="302" y="1835"/>
                  </a:cubicBezTo>
                  <a:cubicBezTo>
                    <a:pt x="249" y="1862"/>
                    <a:pt x="213" y="1914"/>
                    <a:pt x="207" y="1972"/>
                  </a:cubicBezTo>
                  <a:cubicBezTo>
                    <a:pt x="199" y="2039"/>
                    <a:pt x="232" y="2106"/>
                    <a:pt x="290" y="2142"/>
                  </a:cubicBezTo>
                  <a:lnTo>
                    <a:pt x="1459" y="2864"/>
                  </a:lnTo>
                  <a:cubicBezTo>
                    <a:pt x="1464" y="2868"/>
                    <a:pt x="1467" y="2869"/>
                    <a:pt x="1473" y="2871"/>
                  </a:cubicBezTo>
                  <a:cubicBezTo>
                    <a:pt x="1544" y="2895"/>
                    <a:pt x="2638" y="3110"/>
                    <a:pt x="2821" y="3147"/>
                  </a:cubicBezTo>
                  <a:cubicBezTo>
                    <a:pt x="3039" y="3298"/>
                    <a:pt x="6256" y="5536"/>
                    <a:pt x="7149" y="6119"/>
                  </a:cubicBezTo>
                  <a:cubicBezTo>
                    <a:pt x="7159" y="6126"/>
                    <a:pt x="7172" y="6130"/>
                    <a:pt x="7185" y="6130"/>
                  </a:cubicBezTo>
                  <a:cubicBezTo>
                    <a:pt x="7194" y="6130"/>
                    <a:pt x="7201" y="6128"/>
                    <a:pt x="7209" y="6125"/>
                  </a:cubicBezTo>
                  <a:cubicBezTo>
                    <a:pt x="7228" y="6118"/>
                    <a:pt x="7243" y="6101"/>
                    <a:pt x="7249" y="6080"/>
                  </a:cubicBezTo>
                  <a:lnTo>
                    <a:pt x="7867" y="3780"/>
                  </a:lnTo>
                  <a:cubicBezTo>
                    <a:pt x="7876" y="3748"/>
                    <a:pt x="7860" y="3715"/>
                    <a:pt x="7829" y="3702"/>
                  </a:cubicBezTo>
                  <a:lnTo>
                    <a:pt x="3308" y="1819"/>
                  </a:lnTo>
                  <a:cubicBezTo>
                    <a:pt x="3272" y="1674"/>
                    <a:pt x="3142" y="1165"/>
                    <a:pt x="3097" y="1075"/>
                  </a:cubicBezTo>
                  <a:cubicBezTo>
                    <a:pt x="3074" y="1029"/>
                    <a:pt x="3004" y="930"/>
                    <a:pt x="2916" y="804"/>
                  </a:cubicBezTo>
                  <a:cubicBezTo>
                    <a:pt x="2813" y="658"/>
                    <a:pt x="2684" y="474"/>
                    <a:pt x="2619" y="357"/>
                  </a:cubicBezTo>
                  <a:cubicBezTo>
                    <a:pt x="2561" y="253"/>
                    <a:pt x="2408" y="10"/>
                    <a:pt x="2241" y="1"/>
                  </a:cubicBezTo>
                  <a:cubicBezTo>
                    <a:pt x="2239" y="1"/>
                    <a:pt x="2237" y="1"/>
                    <a:pt x="22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g332bf0ce26c_1_589"/>
            <p:cNvSpPr/>
            <p:nvPr/>
          </p:nvSpPr>
          <p:spPr>
            <a:xfrm>
              <a:off x="8784902" y="2649704"/>
              <a:ext cx="462998" cy="355558"/>
            </a:xfrm>
            <a:custGeom>
              <a:rect b="b" l="l" r="r" t="t"/>
              <a:pathLst>
                <a:path extrusionOk="0" h="8194" w="10670">
                  <a:moveTo>
                    <a:pt x="1" y="0"/>
                  </a:moveTo>
                  <a:lnTo>
                    <a:pt x="1" y="6571"/>
                  </a:lnTo>
                  <a:lnTo>
                    <a:pt x="3990" y="6571"/>
                  </a:lnTo>
                  <a:lnTo>
                    <a:pt x="5207" y="8193"/>
                  </a:lnTo>
                  <a:lnTo>
                    <a:pt x="6288" y="6571"/>
                  </a:lnTo>
                  <a:lnTo>
                    <a:pt x="10669" y="6571"/>
                  </a:lnTo>
                  <a:lnTo>
                    <a:pt x="106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g332bf0ce26c_1_589"/>
            <p:cNvSpPr/>
            <p:nvPr/>
          </p:nvSpPr>
          <p:spPr>
            <a:xfrm>
              <a:off x="8763596" y="2628355"/>
              <a:ext cx="462998" cy="355602"/>
            </a:xfrm>
            <a:custGeom>
              <a:rect b="b" l="l" r="r" t="t"/>
              <a:pathLst>
                <a:path extrusionOk="0" h="8195" w="10670">
                  <a:moveTo>
                    <a:pt x="1" y="0"/>
                  </a:moveTo>
                  <a:lnTo>
                    <a:pt x="1" y="6572"/>
                  </a:lnTo>
                  <a:lnTo>
                    <a:pt x="3990" y="6572"/>
                  </a:lnTo>
                  <a:lnTo>
                    <a:pt x="5207" y="8194"/>
                  </a:lnTo>
                  <a:lnTo>
                    <a:pt x="6288" y="6572"/>
                  </a:lnTo>
                  <a:lnTo>
                    <a:pt x="10669" y="6572"/>
                  </a:lnTo>
                  <a:lnTo>
                    <a:pt x="1066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g332bf0ce26c_1_589"/>
            <p:cNvSpPr/>
            <p:nvPr/>
          </p:nvSpPr>
          <p:spPr>
            <a:xfrm>
              <a:off x="8760689" y="2625448"/>
              <a:ext cx="468769" cy="361373"/>
            </a:xfrm>
            <a:custGeom>
              <a:rect b="b" l="l" r="r" t="t"/>
              <a:pathLst>
                <a:path extrusionOk="0" h="8328" w="10803">
                  <a:moveTo>
                    <a:pt x="10670" y="135"/>
                  </a:moveTo>
                  <a:lnTo>
                    <a:pt x="10670" y="6573"/>
                  </a:lnTo>
                  <a:lnTo>
                    <a:pt x="6355" y="6573"/>
                  </a:lnTo>
                  <a:cubicBezTo>
                    <a:pt x="6333" y="6573"/>
                    <a:pt x="6311" y="6584"/>
                    <a:pt x="6299" y="6603"/>
                  </a:cubicBezTo>
                  <a:lnTo>
                    <a:pt x="5270" y="8147"/>
                  </a:lnTo>
                  <a:lnTo>
                    <a:pt x="4111" y="6599"/>
                  </a:lnTo>
                  <a:cubicBezTo>
                    <a:pt x="4098" y="6583"/>
                    <a:pt x="4079" y="6573"/>
                    <a:pt x="4057" y="6573"/>
                  </a:cubicBezTo>
                  <a:lnTo>
                    <a:pt x="134" y="6573"/>
                  </a:lnTo>
                  <a:lnTo>
                    <a:pt x="134" y="135"/>
                  </a:lnTo>
                  <a:close/>
                  <a:moveTo>
                    <a:pt x="68" y="1"/>
                  </a:moveTo>
                  <a:cubicBezTo>
                    <a:pt x="31" y="1"/>
                    <a:pt x="0" y="30"/>
                    <a:pt x="0" y="67"/>
                  </a:cubicBezTo>
                  <a:lnTo>
                    <a:pt x="0" y="6639"/>
                  </a:lnTo>
                  <a:cubicBezTo>
                    <a:pt x="0" y="6676"/>
                    <a:pt x="31" y="6706"/>
                    <a:pt x="68" y="6706"/>
                  </a:cubicBezTo>
                  <a:lnTo>
                    <a:pt x="4024" y="6706"/>
                  </a:lnTo>
                  <a:lnTo>
                    <a:pt x="5220" y="8301"/>
                  </a:lnTo>
                  <a:cubicBezTo>
                    <a:pt x="5233" y="8317"/>
                    <a:pt x="5252" y="8328"/>
                    <a:pt x="5274" y="8328"/>
                  </a:cubicBezTo>
                  <a:lnTo>
                    <a:pt x="5276" y="8328"/>
                  </a:lnTo>
                  <a:cubicBezTo>
                    <a:pt x="5297" y="8327"/>
                    <a:pt x="5317" y="8316"/>
                    <a:pt x="5329" y="8298"/>
                  </a:cubicBezTo>
                  <a:lnTo>
                    <a:pt x="6391" y="6706"/>
                  </a:lnTo>
                  <a:lnTo>
                    <a:pt x="10736" y="6706"/>
                  </a:lnTo>
                  <a:cubicBezTo>
                    <a:pt x="10773" y="6706"/>
                    <a:pt x="10802" y="6676"/>
                    <a:pt x="10802" y="6639"/>
                  </a:cubicBezTo>
                  <a:lnTo>
                    <a:pt x="10802" y="67"/>
                  </a:lnTo>
                  <a:cubicBezTo>
                    <a:pt x="10802" y="30"/>
                    <a:pt x="10773" y="1"/>
                    <a:pt x="107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g332bf0ce26c_1_589"/>
            <p:cNvSpPr/>
            <p:nvPr/>
          </p:nvSpPr>
          <p:spPr>
            <a:xfrm>
              <a:off x="8895552"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g332bf0ce26c_1_589"/>
            <p:cNvSpPr/>
            <p:nvPr/>
          </p:nvSpPr>
          <p:spPr>
            <a:xfrm>
              <a:off x="8977303" y="2746642"/>
              <a:ext cx="35538" cy="35538"/>
            </a:xfrm>
            <a:custGeom>
              <a:rect b="b" l="l" r="r" t="t"/>
              <a:pathLst>
                <a:path extrusionOk="0" h="819" w="819">
                  <a:moveTo>
                    <a:pt x="409" y="0"/>
                  </a:moveTo>
                  <a:cubicBezTo>
                    <a:pt x="183" y="0"/>
                    <a:pt x="0" y="183"/>
                    <a:pt x="0" y="409"/>
                  </a:cubicBezTo>
                  <a:cubicBezTo>
                    <a:pt x="0" y="635"/>
                    <a:pt x="183" y="819"/>
                    <a:pt x="409" y="819"/>
                  </a:cubicBezTo>
                  <a:cubicBezTo>
                    <a:pt x="635" y="819"/>
                    <a:pt x="819" y="635"/>
                    <a:pt x="819" y="409"/>
                  </a:cubicBezTo>
                  <a:cubicBezTo>
                    <a:pt x="819" y="183"/>
                    <a:pt x="635"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g332bf0ce26c_1_589"/>
            <p:cNvSpPr/>
            <p:nvPr/>
          </p:nvSpPr>
          <p:spPr>
            <a:xfrm>
              <a:off x="9059010"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2" name="Google Shape;2092;g332bf0ce26c_1_589"/>
          <p:cNvGrpSpPr/>
          <p:nvPr/>
        </p:nvGrpSpPr>
        <p:grpSpPr>
          <a:xfrm>
            <a:off x="6042758" y="1231531"/>
            <a:ext cx="1105785" cy="3220785"/>
            <a:chOff x="8502800" y="2625448"/>
            <a:chExt cx="864503" cy="2518009"/>
          </a:xfrm>
        </p:grpSpPr>
        <p:sp>
          <p:nvSpPr>
            <p:cNvPr id="2093" name="Google Shape;2093;g332bf0ce26c_1_589"/>
            <p:cNvSpPr/>
            <p:nvPr/>
          </p:nvSpPr>
          <p:spPr>
            <a:xfrm>
              <a:off x="8803030" y="5010676"/>
              <a:ext cx="196785" cy="129917"/>
            </a:xfrm>
            <a:custGeom>
              <a:rect b="b" l="l" r="r" t="t"/>
              <a:pathLst>
                <a:path extrusionOk="0" h="2994" w="4535">
                  <a:moveTo>
                    <a:pt x="1663" y="1"/>
                  </a:moveTo>
                  <a:lnTo>
                    <a:pt x="1572" y="485"/>
                  </a:lnTo>
                  <a:cubicBezTo>
                    <a:pt x="1572" y="485"/>
                    <a:pt x="485" y="1844"/>
                    <a:pt x="273" y="2056"/>
                  </a:cubicBezTo>
                  <a:cubicBezTo>
                    <a:pt x="61" y="2268"/>
                    <a:pt x="1" y="2993"/>
                    <a:pt x="1" y="2993"/>
                  </a:cubicBezTo>
                  <a:lnTo>
                    <a:pt x="4292" y="2993"/>
                  </a:lnTo>
                  <a:cubicBezTo>
                    <a:pt x="4292" y="2993"/>
                    <a:pt x="4534" y="2056"/>
                    <a:pt x="4504" y="1784"/>
                  </a:cubicBezTo>
                  <a:cubicBezTo>
                    <a:pt x="4474" y="1513"/>
                    <a:pt x="4474" y="726"/>
                    <a:pt x="4474" y="726"/>
                  </a:cubicBezTo>
                  <a:lnTo>
                    <a:pt x="16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g332bf0ce26c_1_589"/>
            <p:cNvSpPr/>
            <p:nvPr/>
          </p:nvSpPr>
          <p:spPr>
            <a:xfrm>
              <a:off x="8800123" y="5007812"/>
              <a:ext cx="202556" cy="135645"/>
            </a:xfrm>
            <a:custGeom>
              <a:rect b="b" l="l" r="r" t="t"/>
              <a:pathLst>
                <a:path extrusionOk="0" h="3126" w="4668">
                  <a:moveTo>
                    <a:pt x="1782" y="150"/>
                  </a:moveTo>
                  <a:lnTo>
                    <a:pt x="4475" y="844"/>
                  </a:lnTo>
                  <a:cubicBezTo>
                    <a:pt x="4475" y="1025"/>
                    <a:pt x="4478" y="1623"/>
                    <a:pt x="4504" y="1858"/>
                  </a:cubicBezTo>
                  <a:cubicBezTo>
                    <a:pt x="4527" y="2058"/>
                    <a:pt x="4380" y="2703"/>
                    <a:pt x="4308" y="2993"/>
                  </a:cubicBezTo>
                  <a:lnTo>
                    <a:pt x="141" y="2993"/>
                  </a:lnTo>
                  <a:cubicBezTo>
                    <a:pt x="167" y="2761"/>
                    <a:pt x="244" y="2313"/>
                    <a:pt x="386" y="2169"/>
                  </a:cubicBezTo>
                  <a:cubicBezTo>
                    <a:pt x="598" y="1958"/>
                    <a:pt x="1646" y="648"/>
                    <a:pt x="1691" y="592"/>
                  </a:cubicBezTo>
                  <a:cubicBezTo>
                    <a:pt x="1698" y="584"/>
                    <a:pt x="1703" y="575"/>
                    <a:pt x="1704" y="563"/>
                  </a:cubicBezTo>
                  <a:lnTo>
                    <a:pt x="1782" y="150"/>
                  </a:lnTo>
                  <a:close/>
                  <a:moveTo>
                    <a:pt x="1729" y="1"/>
                  </a:moveTo>
                  <a:cubicBezTo>
                    <a:pt x="1717" y="1"/>
                    <a:pt x="1705" y="4"/>
                    <a:pt x="1695" y="11"/>
                  </a:cubicBezTo>
                  <a:cubicBezTo>
                    <a:pt x="1679" y="21"/>
                    <a:pt x="1667" y="36"/>
                    <a:pt x="1665" y="55"/>
                  </a:cubicBezTo>
                  <a:lnTo>
                    <a:pt x="1576" y="522"/>
                  </a:lnTo>
                  <a:cubicBezTo>
                    <a:pt x="1465" y="662"/>
                    <a:pt x="488" y="1880"/>
                    <a:pt x="293" y="2076"/>
                  </a:cubicBezTo>
                  <a:cubicBezTo>
                    <a:pt x="70" y="2298"/>
                    <a:pt x="7" y="2977"/>
                    <a:pt x="1" y="3053"/>
                  </a:cubicBezTo>
                  <a:cubicBezTo>
                    <a:pt x="0" y="3072"/>
                    <a:pt x="6" y="3091"/>
                    <a:pt x="18" y="3104"/>
                  </a:cubicBezTo>
                  <a:cubicBezTo>
                    <a:pt x="31" y="3118"/>
                    <a:pt x="49" y="3125"/>
                    <a:pt x="68" y="3125"/>
                  </a:cubicBezTo>
                  <a:lnTo>
                    <a:pt x="4359" y="3125"/>
                  </a:lnTo>
                  <a:cubicBezTo>
                    <a:pt x="4390" y="3125"/>
                    <a:pt x="4416" y="3105"/>
                    <a:pt x="4424" y="3076"/>
                  </a:cubicBezTo>
                  <a:cubicBezTo>
                    <a:pt x="4433" y="3037"/>
                    <a:pt x="4668" y="2123"/>
                    <a:pt x="4637" y="1843"/>
                  </a:cubicBezTo>
                  <a:cubicBezTo>
                    <a:pt x="4607" y="1578"/>
                    <a:pt x="4607" y="801"/>
                    <a:pt x="4607" y="792"/>
                  </a:cubicBezTo>
                  <a:cubicBezTo>
                    <a:pt x="4607" y="763"/>
                    <a:pt x="4586" y="735"/>
                    <a:pt x="4557" y="728"/>
                  </a:cubicBezTo>
                  <a:lnTo>
                    <a:pt x="1747" y="3"/>
                  </a:lnTo>
                  <a:cubicBezTo>
                    <a:pt x="1741" y="2"/>
                    <a:pt x="1735" y="1"/>
                    <a:pt x="17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g332bf0ce26c_1_589"/>
            <p:cNvSpPr/>
            <p:nvPr/>
          </p:nvSpPr>
          <p:spPr>
            <a:xfrm>
              <a:off x="8800123" y="5112778"/>
              <a:ext cx="197913" cy="30678"/>
            </a:xfrm>
            <a:custGeom>
              <a:rect b="b" l="l" r="r" t="t"/>
              <a:pathLst>
                <a:path extrusionOk="0" h="707" w="4561">
                  <a:moveTo>
                    <a:pt x="4410" y="133"/>
                  </a:moveTo>
                  <a:cubicBezTo>
                    <a:pt x="4370" y="321"/>
                    <a:pt x="4328" y="492"/>
                    <a:pt x="4307" y="574"/>
                  </a:cubicBezTo>
                  <a:lnTo>
                    <a:pt x="141" y="574"/>
                  </a:lnTo>
                  <a:cubicBezTo>
                    <a:pt x="153" y="478"/>
                    <a:pt x="177" y="303"/>
                    <a:pt x="219" y="133"/>
                  </a:cubicBezTo>
                  <a:close/>
                  <a:moveTo>
                    <a:pt x="168" y="0"/>
                  </a:moveTo>
                  <a:cubicBezTo>
                    <a:pt x="139" y="0"/>
                    <a:pt x="112" y="20"/>
                    <a:pt x="104" y="49"/>
                  </a:cubicBezTo>
                  <a:cubicBezTo>
                    <a:pt x="29" y="323"/>
                    <a:pt x="3" y="622"/>
                    <a:pt x="1" y="634"/>
                  </a:cubicBezTo>
                  <a:cubicBezTo>
                    <a:pt x="0" y="653"/>
                    <a:pt x="6" y="672"/>
                    <a:pt x="18" y="685"/>
                  </a:cubicBezTo>
                  <a:cubicBezTo>
                    <a:pt x="31" y="699"/>
                    <a:pt x="49" y="706"/>
                    <a:pt x="68" y="706"/>
                  </a:cubicBezTo>
                  <a:lnTo>
                    <a:pt x="4359" y="706"/>
                  </a:lnTo>
                  <a:cubicBezTo>
                    <a:pt x="4390" y="706"/>
                    <a:pt x="4416" y="686"/>
                    <a:pt x="4424" y="657"/>
                  </a:cubicBezTo>
                  <a:cubicBezTo>
                    <a:pt x="4424" y="654"/>
                    <a:pt x="4496" y="374"/>
                    <a:pt x="4557" y="79"/>
                  </a:cubicBezTo>
                  <a:cubicBezTo>
                    <a:pt x="4560" y="59"/>
                    <a:pt x="4555" y="39"/>
                    <a:pt x="4542" y="24"/>
                  </a:cubicBezTo>
                  <a:cubicBezTo>
                    <a:pt x="4529" y="8"/>
                    <a:pt x="4512" y="0"/>
                    <a:pt x="44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g332bf0ce26c_1_589"/>
            <p:cNvSpPr/>
            <p:nvPr/>
          </p:nvSpPr>
          <p:spPr>
            <a:xfrm>
              <a:off x="9132203" y="5010676"/>
              <a:ext cx="196742" cy="129917"/>
            </a:xfrm>
            <a:custGeom>
              <a:rect b="b" l="l" r="r" t="t"/>
              <a:pathLst>
                <a:path extrusionOk="0" h="2994" w="4534">
                  <a:moveTo>
                    <a:pt x="2872" y="1"/>
                  </a:moveTo>
                  <a:lnTo>
                    <a:pt x="61" y="726"/>
                  </a:lnTo>
                  <a:cubicBezTo>
                    <a:pt x="61" y="726"/>
                    <a:pt x="61" y="1513"/>
                    <a:pt x="30" y="1784"/>
                  </a:cubicBezTo>
                  <a:cubicBezTo>
                    <a:pt x="1" y="2056"/>
                    <a:pt x="242" y="2993"/>
                    <a:pt x="242" y="2993"/>
                  </a:cubicBezTo>
                  <a:lnTo>
                    <a:pt x="4533" y="2993"/>
                  </a:lnTo>
                  <a:cubicBezTo>
                    <a:pt x="4533" y="2993"/>
                    <a:pt x="4473" y="2268"/>
                    <a:pt x="4263" y="2056"/>
                  </a:cubicBezTo>
                  <a:cubicBezTo>
                    <a:pt x="4051" y="1844"/>
                    <a:pt x="2962" y="485"/>
                    <a:pt x="2962" y="485"/>
                  </a:cubicBezTo>
                  <a:lnTo>
                    <a:pt x="287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7" name="Google Shape;2097;g332bf0ce26c_1_589"/>
            <p:cNvSpPr/>
            <p:nvPr/>
          </p:nvSpPr>
          <p:spPr>
            <a:xfrm>
              <a:off x="9129296" y="5007812"/>
              <a:ext cx="202643" cy="135645"/>
            </a:xfrm>
            <a:custGeom>
              <a:rect b="b" l="l" r="r" t="t"/>
              <a:pathLst>
                <a:path extrusionOk="0" h="3126" w="4670">
                  <a:moveTo>
                    <a:pt x="2887" y="150"/>
                  </a:moveTo>
                  <a:lnTo>
                    <a:pt x="2964" y="563"/>
                  </a:lnTo>
                  <a:cubicBezTo>
                    <a:pt x="2967" y="575"/>
                    <a:pt x="2971" y="584"/>
                    <a:pt x="2977" y="592"/>
                  </a:cubicBezTo>
                  <a:cubicBezTo>
                    <a:pt x="3022" y="648"/>
                    <a:pt x="4070" y="1958"/>
                    <a:pt x="4282" y="2169"/>
                  </a:cubicBezTo>
                  <a:cubicBezTo>
                    <a:pt x="4425" y="2313"/>
                    <a:pt x="4501" y="2761"/>
                    <a:pt x="4528" y="2993"/>
                  </a:cubicBezTo>
                  <a:lnTo>
                    <a:pt x="361" y="2993"/>
                  </a:lnTo>
                  <a:cubicBezTo>
                    <a:pt x="288" y="2703"/>
                    <a:pt x="141" y="2058"/>
                    <a:pt x="164" y="1858"/>
                  </a:cubicBezTo>
                  <a:cubicBezTo>
                    <a:pt x="190" y="1623"/>
                    <a:pt x="195" y="1025"/>
                    <a:pt x="195" y="844"/>
                  </a:cubicBezTo>
                  <a:lnTo>
                    <a:pt x="2887" y="150"/>
                  </a:lnTo>
                  <a:close/>
                  <a:moveTo>
                    <a:pt x="2940" y="1"/>
                  </a:moveTo>
                  <a:cubicBezTo>
                    <a:pt x="2934" y="1"/>
                    <a:pt x="2929" y="2"/>
                    <a:pt x="2923" y="3"/>
                  </a:cubicBezTo>
                  <a:lnTo>
                    <a:pt x="112" y="728"/>
                  </a:lnTo>
                  <a:cubicBezTo>
                    <a:pt x="82" y="735"/>
                    <a:pt x="62" y="763"/>
                    <a:pt x="62" y="792"/>
                  </a:cubicBezTo>
                  <a:cubicBezTo>
                    <a:pt x="62" y="801"/>
                    <a:pt x="61" y="1578"/>
                    <a:pt x="32" y="1843"/>
                  </a:cubicBezTo>
                  <a:cubicBezTo>
                    <a:pt x="0" y="2124"/>
                    <a:pt x="235" y="3037"/>
                    <a:pt x="245" y="3076"/>
                  </a:cubicBezTo>
                  <a:cubicBezTo>
                    <a:pt x="252" y="3105"/>
                    <a:pt x="280" y="3125"/>
                    <a:pt x="309" y="3125"/>
                  </a:cubicBezTo>
                  <a:lnTo>
                    <a:pt x="4602" y="3125"/>
                  </a:lnTo>
                  <a:cubicBezTo>
                    <a:pt x="4619" y="3125"/>
                    <a:pt x="4637" y="3118"/>
                    <a:pt x="4650" y="3104"/>
                  </a:cubicBezTo>
                  <a:cubicBezTo>
                    <a:pt x="4663" y="3091"/>
                    <a:pt x="4669" y="3072"/>
                    <a:pt x="4668" y="3053"/>
                  </a:cubicBezTo>
                  <a:cubicBezTo>
                    <a:pt x="4661" y="2977"/>
                    <a:pt x="4598" y="2298"/>
                    <a:pt x="4376" y="2076"/>
                  </a:cubicBezTo>
                  <a:cubicBezTo>
                    <a:pt x="4180" y="1880"/>
                    <a:pt x="3203" y="662"/>
                    <a:pt x="3092" y="522"/>
                  </a:cubicBezTo>
                  <a:lnTo>
                    <a:pt x="3004" y="55"/>
                  </a:lnTo>
                  <a:cubicBezTo>
                    <a:pt x="3001" y="37"/>
                    <a:pt x="2990" y="21"/>
                    <a:pt x="2975" y="11"/>
                  </a:cubicBezTo>
                  <a:cubicBezTo>
                    <a:pt x="2964" y="4"/>
                    <a:pt x="2952" y="1"/>
                    <a:pt x="29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g332bf0ce26c_1_589"/>
            <p:cNvSpPr/>
            <p:nvPr/>
          </p:nvSpPr>
          <p:spPr>
            <a:xfrm>
              <a:off x="9133982" y="5112778"/>
              <a:ext cx="197957" cy="30678"/>
            </a:xfrm>
            <a:custGeom>
              <a:rect b="b" l="l" r="r" t="t"/>
              <a:pathLst>
                <a:path extrusionOk="0" h="707" w="4562">
                  <a:moveTo>
                    <a:pt x="4341" y="133"/>
                  </a:moveTo>
                  <a:cubicBezTo>
                    <a:pt x="4384" y="303"/>
                    <a:pt x="4408" y="478"/>
                    <a:pt x="4419" y="574"/>
                  </a:cubicBezTo>
                  <a:lnTo>
                    <a:pt x="253" y="574"/>
                  </a:lnTo>
                  <a:cubicBezTo>
                    <a:pt x="233" y="492"/>
                    <a:pt x="192" y="321"/>
                    <a:pt x="152" y="133"/>
                  </a:cubicBezTo>
                  <a:close/>
                  <a:moveTo>
                    <a:pt x="70" y="0"/>
                  </a:moveTo>
                  <a:cubicBezTo>
                    <a:pt x="50" y="0"/>
                    <a:pt x="31" y="8"/>
                    <a:pt x="18" y="24"/>
                  </a:cubicBezTo>
                  <a:cubicBezTo>
                    <a:pt x="6" y="39"/>
                    <a:pt x="0" y="60"/>
                    <a:pt x="5" y="79"/>
                  </a:cubicBezTo>
                  <a:cubicBezTo>
                    <a:pt x="65" y="374"/>
                    <a:pt x="136" y="654"/>
                    <a:pt x="137" y="657"/>
                  </a:cubicBezTo>
                  <a:cubicBezTo>
                    <a:pt x="144" y="686"/>
                    <a:pt x="172" y="706"/>
                    <a:pt x="201" y="706"/>
                  </a:cubicBezTo>
                  <a:lnTo>
                    <a:pt x="4494" y="706"/>
                  </a:lnTo>
                  <a:cubicBezTo>
                    <a:pt x="4511" y="706"/>
                    <a:pt x="4529" y="699"/>
                    <a:pt x="4542" y="685"/>
                  </a:cubicBezTo>
                  <a:cubicBezTo>
                    <a:pt x="4555" y="672"/>
                    <a:pt x="4561" y="653"/>
                    <a:pt x="4560" y="634"/>
                  </a:cubicBezTo>
                  <a:cubicBezTo>
                    <a:pt x="4559" y="622"/>
                    <a:pt x="4533" y="323"/>
                    <a:pt x="4457" y="49"/>
                  </a:cubicBezTo>
                  <a:cubicBezTo>
                    <a:pt x="4449" y="20"/>
                    <a:pt x="4423" y="0"/>
                    <a:pt x="43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g332bf0ce26c_1_589"/>
            <p:cNvSpPr/>
            <p:nvPr/>
          </p:nvSpPr>
          <p:spPr>
            <a:xfrm>
              <a:off x="8872545" y="4050710"/>
              <a:ext cx="386931" cy="991519"/>
            </a:xfrm>
            <a:custGeom>
              <a:rect b="b" l="l" r="r" t="t"/>
              <a:pathLst>
                <a:path extrusionOk="0" h="22850" w="8917">
                  <a:moveTo>
                    <a:pt x="4352" y="1"/>
                  </a:moveTo>
                  <a:lnTo>
                    <a:pt x="1" y="907"/>
                  </a:lnTo>
                  <a:lnTo>
                    <a:pt x="302" y="13451"/>
                  </a:lnTo>
                  <a:lnTo>
                    <a:pt x="454" y="21338"/>
                  </a:lnTo>
                  <a:lnTo>
                    <a:pt x="31" y="21702"/>
                  </a:lnTo>
                  <a:lnTo>
                    <a:pt x="61" y="22124"/>
                  </a:lnTo>
                  <a:lnTo>
                    <a:pt x="2872" y="22849"/>
                  </a:lnTo>
                  <a:cubicBezTo>
                    <a:pt x="2872" y="22849"/>
                    <a:pt x="2932" y="21731"/>
                    <a:pt x="2962" y="21580"/>
                  </a:cubicBezTo>
                  <a:cubicBezTo>
                    <a:pt x="2993" y="21429"/>
                    <a:pt x="2872" y="20794"/>
                    <a:pt x="2872" y="20673"/>
                  </a:cubicBezTo>
                  <a:cubicBezTo>
                    <a:pt x="2872" y="20553"/>
                    <a:pt x="3809" y="10247"/>
                    <a:pt x="3809" y="10247"/>
                  </a:cubicBezTo>
                  <a:lnTo>
                    <a:pt x="4171" y="4534"/>
                  </a:lnTo>
                  <a:lnTo>
                    <a:pt x="4459" y="4462"/>
                  </a:lnTo>
                  <a:lnTo>
                    <a:pt x="4745" y="4534"/>
                  </a:lnTo>
                  <a:lnTo>
                    <a:pt x="5108" y="10247"/>
                  </a:lnTo>
                  <a:cubicBezTo>
                    <a:pt x="5108" y="10247"/>
                    <a:pt x="6045" y="20553"/>
                    <a:pt x="6045" y="20673"/>
                  </a:cubicBezTo>
                  <a:cubicBezTo>
                    <a:pt x="6045" y="20794"/>
                    <a:pt x="5925" y="21429"/>
                    <a:pt x="5954" y="21580"/>
                  </a:cubicBezTo>
                  <a:cubicBezTo>
                    <a:pt x="5985" y="21731"/>
                    <a:pt x="6045" y="22849"/>
                    <a:pt x="6045" y="22849"/>
                  </a:cubicBezTo>
                  <a:lnTo>
                    <a:pt x="8856" y="22124"/>
                  </a:lnTo>
                  <a:lnTo>
                    <a:pt x="8886" y="21702"/>
                  </a:lnTo>
                  <a:lnTo>
                    <a:pt x="8462" y="21338"/>
                  </a:lnTo>
                  <a:lnTo>
                    <a:pt x="8614" y="13451"/>
                  </a:lnTo>
                  <a:lnTo>
                    <a:pt x="8917" y="907"/>
                  </a:lnTo>
                  <a:lnTo>
                    <a:pt x="456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g332bf0ce26c_1_589"/>
            <p:cNvSpPr/>
            <p:nvPr/>
          </p:nvSpPr>
          <p:spPr>
            <a:xfrm>
              <a:off x="8869637" y="4047846"/>
              <a:ext cx="392702" cy="997290"/>
            </a:xfrm>
            <a:custGeom>
              <a:rect b="b" l="l" r="r" t="t"/>
              <a:pathLst>
                <a:path extrusionOk="0" h="22983" w="9050">
                  <a:moveTo>
                    <a:pt x="4624" y="133"/>
                  </a:moveTo>
                  <a:lnTo>
                    <a:pt x="8915" y="1027"/>
                  </a:lnTo>
                  <a:lnTo>
                    <a:pt x="8615" y="13514"/>
                  </a:lnTo>
                  <a:lnTo>
                    <a:pt x="8463" y="21403"/>
                  </a:lnTo>
                  <a:cubicBezTo>
                    <a:pt x="8463" y="21423"/>
                    <a:pt x="8471" y="21442"/>
                    <a:pt x="8487" y="21455"/>
                  </a:cubicBezTo>
                  <a:lnTo>
                    <a:pt x="8884" y="21796"/>
                  </a:lnTo>
                  <a:lnTo>
                    <a:pt x="8859" y="22138"/>
                  </a:lnTo>
                  <a:lnTo>
                    <a:pt x="6174" y="22831"/>
                  </a:lnTo>
                  <a:cubicBezTo>
                    <a:pt x="6160" y="22569"/>
                    <a:pt x="6112" y="21764"/>
                    <a:pt x="6086" y="21633"/>
                  </a:cubicBezTo>
                  <a:cubicBezTo>
                    <a:pt x="6070" y="21549"/>
                    <a:pt x="6113" y="21242"/>
                    <a:pt x="6143" y="21039"/>
                  </a:cubicBezTo>
                  <a:cubicBezTo>
                    <a:pt x="6163" y="20899"/>
                    <a:pt x="6179" y="20788"/>
                    <a:pt x="6179" y="20739"/>
                  </a:cubicBezTo>
                  <a:cubicBezTo>
                    <a:pt x="6179" y="20616"/>
                    <a:pt x="5279" y="10727"/>
                    <a:pt x="5241" y="10308"/>
                  </a:cubicBezTo>
                  <a:lnTo>
                    <a:pt x="4878" y="4596"/>
                  </a:lnTo>
                  <a:cubicBezTo>
                    <a:pt x="4877" y="4567"/>
                    <a:pt x="4857" y="4543"/>
                    <a:pt x="4829" y="4535"/>
                  </a:cubicBezTo>
                  <a:lnTo>
                    <a:pt x="4541" y="4464"/>
                  </a:lnTo>
                  <a:cubicBezTo>
                    <a:pt x="4536" y="4462"/>
                    <a:pt x="4530" y="4462"/>
                    <a:pt x="4526" y="4462"/>
                  </a:cubicBezTo>
                  <a:cubicBezTo>
                    <a:pt x="4520" y="4462"/>
                    <a:pt x="4515" y="4462"/>
                    <a:pt x="4509" y="4463"/>
                  </a:cubicBezTo>
                  <a:lnTo>
                    <a:pt x="4222" y="4535"/>
                  </a:lnTo>
                  <a:cubicBezTo>
                    <a:pt x="4194" y="4543"/>
                    <a:pt x="4173" y="4566"/>
                    <a:pt x="4172" y="4596"/>
                  </a:cubicBezTo>
                  <a:lnTo>
                    <a:pt x="3809" y="10307"/>
                  </a:lnTo>
                  <a:cubicBezTo>
                    <a:pt x="3771" y="10727"/>
                    <a:pt x="2872" y="20616"/>
                    <a:pt x="2872" y="20739"/>
                  </a:cubicBezTo>
                  <a:cubicBezTo>
                    <a:pt x="2872" y="20788"/>
                    <a:pt x="2888" y="20899"/>
                    <a:pt x="2908" y="21039"/>
                  </a:cubicBezTo>
                  <a:cubicBezTo>
                    <a:pt x="2937" y="21242"/>
                    <a:pt x="2981" y="21549"/>
                    <a:pt x="2964" y="21633"/>
                  </a:cubicBezTo>
                  <a:cubicBezTo>
                    <a:pt x="2938" y="21764"/>
                    <a:pt x="2891" y="22569"/>
                    <a:pt x="2876" y="22831"/>
                  </a:cubicBezTo>
                  <a:lnTo>
                    <a:pt x="191" y="22138"/>
                  </a:lnTo>
                  <a:lnTo>
                    <a:pt x="166" y="21796"/>
                  </a:lnTo>
                  <a:lnTo>
                    <a:pt x="563" y="21455"/>
                  </a:lnTo>
                  <a:cubicBezTo>
                    <a:pt x="579" y="21442"/>
                    <a:pt x="587" y="21423"/>
                    <a:pt x="587" y="21403"/>
                  </a:cubicBezTo>
                  <a:lnTo>
                    <a:pt x="436" y="13514"/>
                  </a:lnTo>
                  <a:lnTo>
                    <a:pt x="135" y="1027"/>
                  </a:lnTo>
                  <a:lnTo>
                    <a:pt x="4426" y="133"/>
                  </a:lnTo>
                  <a:close/>
                  <a:moveTo>
                    <a:pt x="4419" y="1"/>
                  </a:moveTo>
                  <a:cubicBezTo>
                    <a:pt x="4416" y="1"/>
                    <a:pt x="4411" y="1"/>
                    <a:pt x="4406" y="2"/>
                  </a:cubicBezTo>
                  <a:lnTo>
                    <a:pt x="53" y="908"/>
                  </a:lnTo>
                  <a:cubicBezTo>
                    <a:pt x="23" y="915"/>
                    <a:pt x="0" y="943"/>
                    <a:pt x="1" y="975"/>
                  </a:cubicBezTo>
                  <a:lnTo>
                    <a:pt x="303" y="13518"/>
                  </a:lnTo>
                  <a:lnTo>
                    <a:pt x="455" y="21375"/>
                  </a:lnTo>
                  <a:lnTo>
                    <a:pt x="55" y="21717"/>
                  </a:lnTo>
                  <a:cubicBezTo>
                    <a:pt x="39" y="21731"/>
                    <a:pt x="30" y="21751"/>
                    <a:pt x="32" y="21772"/>
                  </a:cubicBezTo>
                  <a:lnTo>
                    <a:pt x="62" y="22195"/>
                  </a:lnTo>
                  <a:cubicBezTo>
                    <a:pt x="64" y="22224"/>
                    <a:pt x="84" y="22248"/>
                    <a:pt x="111" y="22255"/>
                  </a:cubicBezTo>
                  <a:lnTo>
                    <a:pt x="2923" y="22980"/>
                  </a:lnTo>
                  <a:cubicBezTo>
                    <a:pt x="2928" y="22982"/>
                    <a:pt x="2933" y="22982"/>
                    <a:pt x="2939" y="22982"/>
                  </a:cubicBezTo>
                  <a:cubicBezTo>
                    <a:pt x="2953" y="22982"/>
                    <a:pt x="2966" y="22978"/>
                    <a:pt x="2978" y="22970"/>
                  </a:cubicBezTo>
                  <a:cubicBezTo>
                    <a:pt x="2994" y="22958"/>
                    <a:pt x="3004" y="22939"/>
                    <a:pt x="3005" y="22919"/>
                  </a:cubicBezTo>
                  <a:cubicBezTo>
                    <a:pt x="3022" y="22610"/>
                    <a:pt x="3070" y="21779"/>
                    <a:pt x="3094" y="21660"/>
                  </a:cubicBezTo>
                  <a:cubicBezTo>
                    <a:pt x="3114" y="21561"/>
                    <a:pt x="3083" y="21323"/>
                    <a:pt x="3040" y="21021"/>
                  </a:cubicBezTo>
                  <a:cubicBezTo>
                    <a:pt x="3022" y="20897"/>
                    <a:pt x="3005" y="20780"/>
                    <a:pt x="3005" y="20741"/>
                  </a:cubicBezTo>
                  <a:cubicBezTo>
                    <a:pt x="3010" y="20574"/>
                    <a:pt x="3933" y="10421"/>
                    <a:pt x="3942" y="10316"/>
                  </a:cubicBezTo>
                  <a:lnTo>
                    <a:pt x="4302" y="4653"/>
                  </a:lnTo>
                  <a:lnTo>
                    <a:pt x="4526" y="4597"/>
                  </a:lnTo>
                  <a:lnTo>
                    <a:pt x="4749" y="4653"/>
                  </a:lnTo>
                  <a:lnTo>
                    <a:pt x="5109" y="10319"/>
                  </a:lnTo>
                  <a:cubicBezTo>
                    <a:pt x="5118" y="10421"/>
                    <a:pt x="6041" y="20574"/>
                    <a:pt x="6046" y="20739"/>
                  </a:cubicBezTo>
                  <a:cubicBezTo>
                    <a:pt x="6046" y="20780"/>
                    <a:pt x="6029" y="20897"/>
                    <a:pt x="6012" y="21021"/>
                  </a:cubicBezTo>
                  <a:cubicBezTo>
                    <a:pt x="5968" y="21322"/>
                    <a:pt x="5937" y="21561"/>
                    <a:pt x="5956" y="21659"/>
                  </a:cubicBezTo>
                  <a:cubicBezTo>
                    <a:pt x="5981" y="21779"/>
                    <a:pt x="6029" y="22610"/>
                    <a:pt x="6046" y="22919"/>
                  </a:cubicBezTo>
                  <a:cubicBezTo>
                    <a:pt x="6047" y="22939"/>
                    <a:pt x="6057" y="22958"/>
                    <a:pt x="6073" y="22970"/>
                  </a:cubicBezTo>
                  <a:cubicBezTo>
                    <a:pt x="6084" y="22978"/>
                    <a:pt x="6098" y="22981"/>
                    <a:pt x="6112" y="22981"/>
                  </a:cubicBezTo>
                  <a:cubicBezTo>
                    <a:pt x="6118" y="22981"/>
                    <a:pt x="6123" y="22981"/>
                    <a:pt x="6129" y="22980"/>
                  </a:cubicBezTo>
                  <a:lnTo>
                    <a:pt x="8939" y="22255"/>
                  </a:lnTo>
                  <a:cubicBezTo>
                    <a:pt x="8967" y="22248"/>
                    <a:pt x="8987" y="22223"/>
                    <a:pt x="8988" y="22195"/>
                  </a:cubicBezTo>
                  <a:lnTo>
                    <a:pt x="9019" y="21772"/>
                  </a:lnTo>
                  <a:cubicBezTo>
                    <a:pt x="9020" y="21751"/>
                    <a:pt x="9012" y="21731"/>
                    <a:pt x="8996" y="21717"/>
                  </a:cubicBezTo>
                  <a:lnTo>
                    <a:pt x="8597" y="21375"/>
                  </a:lnTo>
                  <a:lnTo>
                    <a:pt x="8747" y="13518"/>
                  </a:lnTo>
                  <a:lnTo>
                    <a:pt x="9050" y="975"/>
                  </a:lnTo>
                  <a:cubicBezTo>
                    <a:pt x="9050" y="943"/>
                    <a:pt x="9029" y="915"/>
                    <a:pt x="8997" y="908"/>
                  </a:cubicBezTo>
                  <a:lnTo>
                    <a:pt x="4644" y="2"/>
                  </a:lnTo>
                  <a:cubicBezTo>
                    <a:pt x="4640" y="1"/>
                    <a:pt x="4636" y="1"/>
                    <a:pt x="46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1" name="Google Shape;2101;g332bf0ce26c_1_589"/>
            <p:cNvSpPr/>
            <p:nvPr/>
          </p:nvSpPr>
          <p:spPr>
            <a:xfrm>
              <a:off x="8504015" y="3559639"/>
              <a:ext cx="362024" cy="340544"/>
            </a:xfrm>
            <a:custGeom>
              <a:rect b="b" l="l" r="r" t="t"/>
              <a:pathLst>
                <a:path extrusionOk="0" h="7848" w="8343">
                  <a:moveTo>
                    <a:pt x="1917" y="0"/>
                  </a:moveTo>
                  <a:cubicBezTo>
                    <a:pt x="1810" y="0"/>
                    <a:pt x="1742" y="120"/>
                    <a:pt x="1874" y="347"/>
                  </a:cubicBezTo>
                  <a:cubicBezTo>
                    <a:pt x="2086" y="710"/>
                    <a:pt x="2479" y="920"/>
                    <a:pt x="2479" y="920"/>
                  </a:cubicBezTo>
                  <a:cubicBezTo>
                    <a:pt x="2479" y="920"/>
                    <a:pt x="1452" y="891"/>
                    <a:pt x="1300" y="831"/>
                  </a:cubicBezTo>
                  <a:cubicBezTo>
                    <a:pt x="1174" y="780"/>
                    <a:pt x="605" y="350"/>
                    <a:pt x="316" y="350"/>
                  </a:cubicBezTo>
                  <a:cubicBezTo>
                    <a:pt x="258" y="350"/>
                    <a:pt x="212" y="367"/>
                    <a:pt x="182" y="407"/>
                  </a:cubicBezTo>
                  <a:cubicBezTo>
                    <a:pt x="0" y="650"/>
                    <a:pt x="393" y="951"/>
                    <a:pt x="484" y="1163"/>
                  </a:cubicBezTo>
                  <a:cubicBezTo>
                    <a:pt x="575" y="1375"/>
                    <a:pt x="1390" y="1918"/>
                    <a:pt x="2117" y="2341"/>
                  </a:cubicBezTo>
                  <a:cubicBezTo>
                    <a:pt x="2842" y="2765"/>
                    <a:pt x="3597" y="3067"/>
                    <a:pt x="3597" y="3067"/>
                  </a:cubicBezTo>
                  <a:cubicBezTo>
                    <a:pt x="3597" y="3067"/>
                    <a:pt x="5984" y="6996"/>
                    <a:pt x="6377" y="7328"/>
                  </a:cubicBezTo>
                  <a:cubicBezTo>
                    <a:pt x="6665" y="7572"/>
                    <a:pt x="7066" y="7847"/>
                    <a:pt x="7343" y="7847"/>
                  </a:cubicBezTo>
                  <a:cubicBezTo>
                    <a:pt x="7445" y="7847"/>
                    <a:pt x="7529" y="7810"/>
                    <a:pt x="7586" y="7721"/>
                  </a:cubicBezTo>
                  <a:cubicBezTo>
                    <a:pt x="7798" y="7389"/>
                    <a:pt x="8251" y="6301"/>
                    <a:pt x="8251" y="6301"/>
                  </a:cubicBezTo>
                  <a:lnTo>
                    <a:pt x="8342" y="3943"/>
                  </a:lnTo>
                  <a:lnTo>
                    <a:pt x="6348" y="3218"/>
                  </a:lnTo>
                  <a:lnTo>
                    <a:pt x="6045" y="4457"/>
                  </a:lnTo>
                  <a:lnTo>
                    <a:pt x="4141" y="2281"/>
                  </a:lnTo>
                  <a:cubicBezTo>
                    <a:pt x="4141" y="2281"/>
                    <a:pt x="3990" y="1253"/>
                    <a:pt x="3869" y="1132"/>
                  </a:cubicBezTo>
                  <a:cubicBezTo>
                    <a:pt x="3748" y="1012"/>
                    <a:pt x="3295" y="800"/>
                    <a:pt x="2992" y="648"/>
                  </a:cubicBezTo>
                  <a:cubicBezTo>
                    <a:pt x="2690" y="498"/>
                    <a:pt x="2267" y="377"/>
                    <a:pt x="2117" y="135"/>
                  </a:cubicBezTo>
                  <a:cubicBezTo>
                    <a:pt x="2060" y="44"/>
                    <a:pt x="1981" y="0"/>
                    <a:pt x="191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g332bf0ce26c_1_589"/>
            <p:cNvSpPr/>
            <p:nvPr/>
          </p:nvSpPr>
          <p:spPr>
            <a:xfrm>
              <a:off x="8502800" y="3556776"/>
              <a:ext cx="366146" cy="346272"/>
            </a:xfrm>
            <a:custGeom>
              <a:rect b="b" l="l" r="r" t="t"/>
              <a:pathLst>
                <a:path extrusionOk="0" h="7980" w="8438">
                  <a:moveTo>
                    <a:pt x="1945" y="133"/>
                  </a:moveTo>
                  <a:cubicBezTo>
                    <a:pt x="1984" y="133"/>
                    <a:pt x="2042" y="163"/>
                    <a:pt x="2088" y="236"/>
                  </a:cubicBezTo>
                  <a:cubicBezTo>
                    <a:pt x="2211" y="434"/>
                    <a:pt x="2482" y="550"/>
                    <a:pt x="2745" y="663"/>
                  </a:cubicBezTo>
                  <a:cubicBezTo>
                    <a:pt x="2830" y="700"/>
                    <a:pt x="2915" y="736"/>
                    <a:pt x="2992" y="775"/>
                  </a:cubicBezTo>
                  <a:lnTo>
                    <a:pt x="3144" y="850"/>
                  </a:lnTo>
                  <a:cubicBezTo>
                    <a:pt x="3418" y="984"/>
                    <a:pt x="3756" y="1152"/>
                    <a:pt x="3851" y="1246"/>
                  </a:cubicBezTo>
                  <a:cubicBezTo>
                    <a:pt x="3916" y="1311"/>
                    <a:pt x="4033" y="1873"/>
                    <a:pt x="4104" y="2357"/>
                  </a:cubicBezTo>
                  <a:cubicBezTo>
                    <a:pt x="4105" y="2370"/>
                    <a:pt x="4111" y="2381"/>
                    <a:pt x="4119" y="2391"/>
                  </a:cubicBezTo>
                  <a:lnTo>
                    <a:pt x="6023" y="4567"/>
                  </a:lnTo>
                  <a:cubicBezTo>
                    <a:pt x="6036" y="4581"/>
                    <a:pt x="6054" y="4590"/>
                    <a:pt x="6073" y="4590"/>
                  </a:cubicBezTo>
                  <a:cubicBezTo>
                    <a:pt x="6079" y="4590"/>
                    <a:pt x="6084" y="4589"/>
                    <a:pt x="6089" y="4588"/>
                  </a:cubicBezTo>
                  <a:cubicBezTo>
                    <a:pt x="6113" y="4582"/>
                    <a:pt x="6132" y="4563"/>
                    <a:pt x="6138" y="4538"/>
                  </a:cubicBezTo>
                  <a:lnTo>
                    <a:pt x="6423" y="3372"/>
                  </a:lnTo>
                  <a:lnTo>
                    <a:pt x="8303" y="4055"/>
                  </a:lnTo>
                  <a:lnTo>
                    <a:pt x="8214" y="6352"/>
                  </a:lnTo>
                  <a:cubicBezTo>
                    <a:pt x="8166" y="6467"/>
                    <a:pt x="7754" y="7445"/>
                    <a:pt x="7559" y="7752"/>
                  </a:cubicBezTo>
                  <a:cubicBezTo>
                    <a:pt x="7526" y="7804"/>
                    <a:pt x="7479" y="7834"/>
                    <a:pt x="7417" y="7844"/>
                  </a:cubicBezTo>
                  <a:cubicBezTo>
                    <a:pt x="7402" y="7846"/>
                    <a:pt x="7387" y="7847"/>
                    <a:pt x="7372" y="7847"/>
                  </a:cubicBezTo>
                  <a:cubicBezTo>
                    <a:pt x="7165" y="7847"/>
                    <a:pt x="6826" y="7662"/>
                    <a:pt x="6449" y="7343"/>
                  </a:cubicBezTo>
                  <a:cubicBezTo>
                    <a:pt x="6145" y="7085"/>
                    <a:pt x="4506" y="4454"/>
                    <a:pt x="3683" y="3098"/>
                  </a:cubicBezTo>
                  <a:cubicBezTo>
                    <a:pt x="3674" y="3085"/>
                    <a:pt x="3664" y="3076"/>
                    <a:pt x="3650" y="3071"/>
                  </a:cubicBezTo>
                  <a:cubicBezTo>
                    <a:pt x="3643" y="3068"/>
                    <a:pt x="2890" y="2766"/>
                    <a:pt x="2178" y="2351"/>
                  </a:cubicBezTo>
                  <a:cubicBezTo>
                    <a:pt x="1318" y="1849"/>
                    <a:pt x="643" y="1366"/>
                    <a:pt x="573" y="1203"/>
                  </a:cubicBezTo>
                  <a:cubicBezTo>
                    <a:pt x="542" y="1130"/>
                    <a:pt x="484" y="1054"/>
                    <a:pt x="422" y="972"/>
                  </a:cubicBezTo>
                  <a:cubicBezTo>
                    <a:pt x="273" y="778"/>
                    <a:pt x="175" y="632"/>
                    <a:pt x="264" y="513"/>
                  </a:cubicBezTo>
                  <a:cubicBezTo>
                    <a:pt x="280" y="491"/>
                    <a:pt x="308" y="480"/>
                    <a:pt x="346" y="480"/>
                  </a:cubicBezTo>
                  <a:cubicBezTo>
                    <a:pt x="529" y="480"/>
                    <a:pt x="913" y="721"/>
                    <a:pt x="1095" y="836"/>
                  </a:cubicBezTo>
                  <a:cubicBezTo>
                    <a:pt x="1192" y="897"/>
                    <a:pt x="1262" y="942"/>
                    <a:pt x="1303" y="958"/>
                  </a:cubicBezTo>
                  <a:cubicBezTo>
                    <a:pt x="1461" y="1021"/>
                    <a:pt x="2399" y="1050"/>
                    <a:pt x="2506" y="1053"/>
                  </a:cubicBezTo>
                  <a:cubicBezTo>
                    <a:pt x="2534" y="1052"/>
                    <a:pt x="2563" y="1034"/>
                    <a:pt x="2572" y="1004"/>
                  </a:cubicBezTo>
                  <a:cubicBezTo>
                    <a:pt x="2579" y="975"/>
                    <a:pt x="2566" y="943"/>
                    <a:pt x="2539" y="928"/>
                  </a:cubicBezTo>
                  <a:cubicBezTo>
                    <a:pt x="2535" y="926"/>
                    <a:pt x="2159" y="720"/>
                    <a:pt x="1960" y="380"/>
                  </a:cubicBezTo>
                  <a:cubicBezTo>
                    <a:pt x="1876" y="235"/>
                    <a:pt x="1889" y="157"/>
                    <a:pt x="1919" y="139"/>
                  </a:cubicBezTo>
                  <a:cubicBezTo>
                    <a:pt x="1926" y="135"/>
                    <a:pt x="1935" y="133"/>
                    <a:pt x="1945" y="133"/>
                  </a:cubicBezTo>
                  <a:close/>
                  <a:moveTo>
                    <a:pt x="1944" y="0"/>
                  </a:moveTo>
                  <a:cubicBezTo>
                    <a:pt x="1909" y="0"/>
                    <a:pt x="1877" y="9"/>
                    <a:pt x="1850" y="25"/>
                  </a:cubicBezTo>
                  <a:cubicBezTo>
                    <a:pt x="1760" y="79"/>
                    <a:pt x="1712" y="219"/>
                    <a:pt x="1845" y="446"/>
                  </a:cubicBezTo>
                  <a:cubicBezTo>
                    <a:pt x="1965" y="652"/>
                    <a:pt x="2139" y="810"/>
                    <a:pt x="2274" y="912"/>
                  </a:cubicBezTo>
                  <a:cubicBezTo>
                    <a:pt x="1895" y="897"/>
                    <a:pt x="1436" y="868"/>
                    <a:pt x="1353" y="834"/>
                  </a:cubicBezTo>
                  <a:cubicBezTo>
                    <a:pt x="1322" y="822"/>
                    <a:pt x="1245" y="775"/>
                    <a:pt x="1165" y="724"/>
                  </a:cubicBezTo>
                  <a:cubicBezTo>
                    <a:pt x="916" y="568"/>
                    <a:pt x="572" y="351"/>
                    <a:pt x="341" y="351"/>
                  </a:cubicBezTo>
                  <a:cubicBezTo>
                    <a:pt x="265" y="351"/>
                    <a:pt x="201" y="375"/>
                    <a:pt x="157" y="433"/>
                  </a:cubicBezTo>
                  <a:cubicBezTo>
                    <a:pt x="1" y="641"/>
                    <a:pt x="176" y="869"/>
                    <a:pt x="317" y="1054"/>
                  </a:cubicBezTo>
                  <a:cubicBezTo>
                    <a:pt x="374" y="1127"/>
                    <a:pt x="427" y="1197"/>
                    <a:pt x="450" y="1255"/>
                  </a:cubicBezTo>
                  <a:cubicBezTo>
                    <a:pt x="585" y="1569"/>
                    <a:pt x="1955" y="2374"/>
                    <a:pt x="2110" y="2464"/>
                  </a:cubicBezTo>
                  <a:cubicBezTo>
                    <a:pt x="2766" y="2846"/>
                    <a:pt x="3453" y="3134"/>
                    <a:pt x="3580" y="3186"/>
                  </a:cubicBezTo>
                  <a:cubicBezTo>
                    <a:pt x="3780" y="3515"/>
                    <a:pt x="5976" y="7117"/>
                    <a:pt x="6362" y="7445"/>
                  </a:cubicBezTo>
                  <a:cubicBezTo>
                    <a:pt x="6606" y="7650"/>
                    <a:pt x="7045" y="7980"/>
                    <a:pt x="7372" y="7980"/>
                  </a:cubicBezTo>
                  <a:cubicBezTo>
                    <a:pt x="7394" y="7980"/>
                    <a:pt x="7415" y="7978"/>
                    <a:pt x="7437" y="7975"/>
                  </a:cubicBezTo>
                  <a:cubicBezTo>
                    <a:pt x="7537" y="7960"/>
                    <a:pt x="7617" y="7908"/>
                    <a:pt x="7671" y="7823"/>
                  </a:cubicBezTo>
                  <a:cubicBezTo>
                    <a:pt x="7883" y="7489"/>
                    <a:pt x="8323" y="6436"/>
                    <a:pt x="8341" y="6392"/>
                  </a:cubicBezTo>
                  <a:cubicBezTo>
                    <a:pt x="8344" y="6385"/>
                    <a:pt x="8345" y="6377"/>
                    <a:pt x="8347" y="6368"/>
                  </a:cubicBezTo>
                  <a:lnTo>
                    <a:pt x="8437" y="4012"/>
                  </a:lnTo>
                  <a:cubicBezTo>
                    <a:pt x="8438" y="3982"/>
                    <a:pt x="8420" y="3956"/>
                    <a:pt x="8393" y="3947"/>
                  </a:cubicBezTo>
                  <a:lnTo>
                    <a:pt x="6398" y="3221"/>
                  </a:lnTo>
                  <a:cubicBezTo>
                    <a:pt x="6390" y="3218"/>
                    <a:pt x="6383" y="3217"/>
                    <a:pt x="6375" y="3217"/>
                  </a:cubicBezTo>
                  <a:cubicBezTo>
                    <a:pt x="6364" y="3217"/>
                    <a:pt x="6354" y="3220"/>
                    <a:pt x="6345" y="3225"/>
                  </a:cubicBezTo>
                  <a:cubicBezTo>
                    <a:pt x="6327" y="3233"/>
                    <a:pt x="6315" y="3250"/>
                    <a:pt x="6312" y="3268"/>
                  </a:cubicBezTo>
                  <a:lnTo>
                    <a:pt x="6040" y="4383"/>
                  </a:lnTo>
                  <a:lnTo>
                    <a:pt x="4232" y="2317"/>
                  </a:lnTo>
                  <a:cubicBezTo>
                    <a:pt x="4193" y="2051"/>
                    <a:pt x="4067" y="1275"/>
                    <a:pt x="3944" y="1151"/>
                  </a:cubicBezTo>
                  <a:cubicBezTo>
                    <a:pt x="3834" y="1042"/>
                    <a:pt x="3499" y="876"/>
                    <a:pt x="3204" y="731"/>
                  </a:cubicBezTo>
                  <a:lnTo>
                    <a:pt x="3051" y="655"/>
                  </a:lnTo>
                  <a:cubicBezTo>
                    <a:pt x="2972" y="616"/>
                    <a:pt x="2885" y="578"/>
                    <a:pt x="2797" y="540"/>
                  </a:cubicBezTo>
                  <a:cubicBezTo>
                    <a:pt x="2553" y="436"/>
                    <a:pt x="2302" y="327"/>
                    <a:pt x="2200" y="165"/>
                  </a:cubicBezTo>
                  <a:cubicBezTo>
                    <a:pt x="2129" y="52"/>
                    <a:pt x="2029" y="0"/>
                    <a:pt x="19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g332bf0ce26c_1_589"/>
            <p:cNvSpPr/>
            <p:nvPr/>
          </p:nvSpPr>
          <p:spPr>
            <a:xfrm>
              <a:off x="8542764" y="3603249"/>
              <a:ext cx="119329" cy="67475"/>
            </a:xfrm>
            <a:custGeom>
              <a:rect b="b" l="l" r="r" t="t"/>
              <a:pathLst>
                <a:path extrusionOk="0" h="1555" w="2750">
                  <a:moveTo>
                    <a:pt x="74" y="1"/>
                  </a:moveTo>
                  <a:cubicBezTo>
                    <a:pt x="46" y="1"/>
                    <a:pt x="21" y="18"/>
                    <a:pt x="12" y="47"/>
                  </a:cubicBezTo>
                  <a:cubicBezTo>
                    <a:pt x="0" y="81"/>
                    <a:pt x="19" y="119"/>
                    <a:pt x="55" y="130"/>
                  </a:cubicBezTo>
                  <a:cubicBezTo>
                    <a:pt x="659" y="328"/>
                    <a:pt x="1840" y="721"/>
                    <a:pt x="1980" y="791"/>
                  </a:cubicBezTo>
                  <a:cubicBezTo>
                    <a:pt x="2102" y="853"/>
                    <a:pt x="2438" y="1275"/>
                    <a:pt x="2620" y="1527"/>
                  </a:cubicBezTo>
                  <a:cubicBezTo>
                    <a:pt x="2633" y="1545"/>
                    <a:pt x="2653" y="1554"/>
                    <a:pt x="2674" y="1554"/>
                  </a:cubicBezTo>
                  <a:cubicBezTo>
                    <a:pt x="2687" y="1554"/>
                    <a:pt x="2701" y="1549"/>
                    <a:pt x="2713" y="1541"/>
                  </a:cubicBezTo>
                  <a:cubicBezTo>
                    <a:pt x="2743" y="1520"/>
                    <a:pt x="2750" y="1478"/>
                    <a:pt x="2727" y="1449"/>
                  </a:cubicBezTo>
                  <a:cubicBezTo>
                    <a:pt x="2678" y="1379"/>
                    <a:pt x="2229" y="767"/>
                    <a:pt x="2039" y="673"/>
                  </a:cubicBezTo>
                  <a:cubicBezTo>
                    <a:pt x="1855" y="580"/>
                    <a:pt x="167" y="28"/>
                    <a:pt x="95" y="4"/>
                  </a:cubicBezTo>
                  <a:cubicBezTo>
                    <a:pt x="88" y="2"/>
                    <a:pt x="81" y="1"/>
                    <a:pt x="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g332bf0ce26c_1_589"/>
            <p:cNvSpPr/>
            <p:nvPr/>
          </p:nvSpPr>
          <p:spPr>
            <a:xfrm>
              <a:off x="8763066" y="3750131"/>
              <a:ext cx="70817" cy="47775"/>
            </a:xfrm>
            <a:custGeom>
              <a:rect b="b" l="l" r="r" t="t"/>
              <a:pathLst>
                <a:path extrusionOk="0" h="1101" w="1632">
                  <a:moveTo>
                    <a:pt x="75" y="0"/>
                  </a:moveTo>
                  <a:cubicBezTo>
                    <a:pt x="54" y="0"/>
                    <a:pt x="33" y="11"/>
                    <a:pt x="20" y="30"/>
                  </a:cubicBezTo>
                  <a:cubicBezTo>
                    <a:pt x="0" y="61"/>
                    <a:pt x="8" y="102"/>
                    <a:pt x="39" y="122"/>
                  </a:cubicBezTo>
                  <a:lnTo>
                    <a:pt x="1520" y="1090"/>
                  </a:lnTo>
                  <a:cubicBezTo>
                    <a:pt x="1531" y="1097"/>
                    <a:pt x="1544" y="1101"/>
                    <a:pt x="1556" y="1101"/>
                  </a:cubicBezTo>
                  <a:cubicBezTo>
                    <a:pt x="1578" y="1101"/>
                    <a:pt x="1600" y="1090"/>
                    <a:pt x="1612" y="1070"/>
                  </a:cubicBezTo>
                  <a:cubicBezTo>
                    <a:pt x="1632" y="1039"/>
                    <a:pt x="1623" y="998"/>
                    <a:pt x="1593" y="978"/>
                  </a:cubicBezTo>
                  <a:lnTo>
                    <a:pt x="111" y="11"/>
                  </a:lnTo>
                  <a:cubicBezTo>
                    <a:pt x="100" y="4"/>
                    <a:pt x="88"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g332bf0ce26c_1_589"/>
            <p:cNvSpPr/>
            <p:nvPr/>
          </p:nvSpPr>
          <p:spPr>
            <a:xfrm>
              <a:off x="9234479" y="3675627"/>
              <a:ext cx="129874" cy="653404"/>
            </a:xfrm>
            <a:custGeom>
              <a:rect b="b" l="l" r="r" t="t"/>
              <a:pathLst>
                <a:path extrusionOk="0" h="15058" w="2993">
                  <a:moveTo>
                    <a:pt x="1735" y="1"/>
                  </a:moveTo>
                  <a:lnTo>
                    <a:pt x="1" y="1826"/>
                  </a:lnTo>
                  <a:lnTo>
                    <a:pt x="304" y="6179"/>
                  </a:lnTo>
                  <a:lnTo>
                    <a:pt x="1663" y="10803"/>
                  </a:lnTo>
                  <a:cubicBezTo>
                    <a:pt x="1663" y="10803"/>
                    <a:pt x="1270" y="12163"/>
                    <a:pt x="1241" y="12344"/>
                  </a:cubicBezTo>
                  <a:cubicBezTo>
                    <a:pt x="1210" y="12527"/>
                    <a:pt x="1331" y="12677"/>
                    <a:pt x="1361" y="12889"/>
                  </a:cubicBezTo>
                  <a:cubicBezTo>
                    <a:pt x="1392" y="13100"/>
                    <a:pt x="1513" y="13705"/>
                    <a:pt x="1513" y="13946"/>
                  </a:cubicBezTo>
                  <a:cubicBezTo>
                    <a:pt x="1513" y="14189"/>
                    <a:pt x="1663" y="14249"/>
                    <a:pt x="1814" y="14279"/>
                  </a:cubicBezTo>
                  <a:cubicBezTo>
                    <a:pt x="1834" y="14283"/>
                    <a:pt x="1850" y="14285"/>
                    <a:pt x="1865" y="14285"/>
                  </a:cubicBezTo>
                  <a:cubicBezTo>
                    <a:pt x="1966" y="14285"/>
                    <a:pt x="1966" y="14192"/>
                    <a:pt x="1966" y="14007"/>
                  </a:cubicBezTo>
                  <a:cubicBezTo>
                    <a:pt x="1966" y="13795"/>
                    <a:pt x="1935" y="12859"/>
                    <a:pt x="1935" y="12859"/>
                  </a:cubicBezTo>
                  <a:lnTo>
                    <a:pt x="1935" y="12859"/>
                  </a:lnTo>
                  <a:cubicBezTo>
                    <a:pt x="1935" y="12859"/>
                    <a:pt x="2298" y="13433"/>
                    <a:pt x="2298" y="13645"/>
                  </a:cubicBezTo>
                  <a:lnTo>
                    <a:pt x="2298" y="14430"/>
                  </a:lnTo>
                  <a:cubicBezTo>
                    <a:pt x="2298" y="14551"/>
                    <a:pt x="2117" y="14732"/>
                    <a:pt x="2026" y="14883"/>
                  </a:cubicBezTo>
                  <a:cubicBezTo>
                    <a:pt x="1959" y="14996"/>
                    <a:pt x="2141" y="15058"/>
                    <a:pt x="2289" y="15058"/>
                  </a:cubicBezTo>
                  <a:cubicBezTo>
                    <a:pt x="2341" y="15058"/>
                    <a:pt x="2388" y="15050"/>
                    <a:pt x="2419" y="15035"/>
                  </a:cubicBezTo>
                  <a:cubicBezTo>
                    <a:pt x="2540" y="14974"/>
                    <a:pt x="2782" y="14672"/>
                    <a:pt x="2843" y="14491"/>
                  </a:cubicBezTo>
                  <a:cubicBezTo>
                    <a:pt x="2903" y="14310"/>
                    <a:pt x="2993" y="12556"/>
                    <a:pt x="2963" y="12435"/>
                  </a:cubicBezTo>
                  <a:cubicBezTo>
                    <a:pt x="2932" y="12315"/>
                    <a:pt x="2570" y="10713"/>
                    <a:pt x="2570" y="10713"/>
                  </a:cubicBezTo>
                  <a:lnTo>
                    <a:pt x="2117" y="3882"/>
                  </a:lnTo>
                  <a:lnTo>
                    <a:pt x="173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6" name="Google Shape;2106;g332bf0ce26c_1_589"/>
            <p:cNvSpPr/>
            <p:nvPr/>
          </p:nvSpPr>
          <p:spPr>
            <a:xfrm>
              <a:off x="9231571" y="3672763"/>
              <a:ext cx="135732" cy="659175"/>
            </a:xfrm>
            <a:custGeom>
              <a:rect b="b" l="l" r="r" t="t"/>
              <a:pathLst>
                <a:path extrusionOk="0" h="15191" w="3128">
                  <a:moveTo>
                    <a:pt x="1750" y="218"/>
                  </a:moveTo>
                  <a:lnTo>
                    <a:pt x="2117" y="3952"/>
                  </a:lnTo>
                  <a:lnTo>
                    <a:pt x="2572" y="10793"/>
                  </a:lnTo>
                  <a:cubicBezTo>
                    <a:pt x="2587" y="10859"/>
                    <a:pt x="2936" y="12397"/>
                    <a:pt x="2965" y="12517"/>
                  </a:cubicBezTo>
                  <a:cubicBezTo>
                    <a:pt x="2990" y="12634"/>
                    <a:pt x="2906" y="14355"/>
                    <a:pt x="2846" y="14535"/>
                  </a:cubicBezTo>
                  <a:cubicBezTo>
                    <a:pt x="2790" y="14704"/>
                    <a:pt x="2558" y="14990"/>
                    <a:pt x="2456" y="15042"/>
                  </a:cubicBezTo>
                  <a:cubicBezTo>
                    <a:pt x="2435" y="15052"/>
                    <a:pt x="2398" y="15057"/>
                    <a:pt x="2357" y="15057"/>
                  </a:cubicBezTo>
                  <a:cubicBezTo>
                    <a:pt x="2298" y="15057"/>
                    <a:pt x="2230" y="15047"/>
                    <a:pt x="2182" y="15024"/>
                  </a:cubicBezTo>
                  <a:cubicBezTo>
                    <a:pt x="2154" y="15010"/>
                    <a:pt x="2145" y="14998"/>
                    <a:pt x="2150" y="14984"/>
                  </a:cubicBezTo>
                  <a:cubicBezTo>
                    <a:pt x="2178" y="14936"/>
                    <a:pt x="2219" y="14883"/>
                    <a:pt x="2256" y="14831"/>
                  </a:cubicBezTo>
                  <a:cubicBezTo>
                    <a:pt x="2346" y="14712"/>
                    <a:pt x="2432" y="14599"/>
                    <a:pt x="2432" y="14496"/>
                  </a:cubicBezTo>
                  <a:lnTo>
                    <a:pt x="2432" y="13711"/>
                  </a:lnTo>
                  <a:cubicBezTo>
                    <a:pt x="2432" y="13486"/>
                    <a:pt x="2097" y="12949"/>
                    <a:pt x="2059" y="12890"/>
                  </a:cubicBezTo>
                  <a:cubicBezTo>
                    <a:pt x="2046" y="12869"/>
                    <a:pt x="2025" y="12858"/>
                    <a:pt x="2002" y="12858"/>
                  </a:cubicBezTo>
                  <a:cubicBezTo>
                    <a:pt x="1996" y="12858"/>
                    <a:pt x="1989" y="12859"/>
                    <a:pt x="1983" y="12861"/>
                  </a:cubicBezTo>
                  <a:cubicBezTo>
                    <a:pt x="1955" y="12869"/>
                    <a:pt x="1935" y="12897"/>
                    <a:pt x="1936" y="12926"/>
                  </a:cubicBezTo>
                  <a:cubicBezTo>
                    <a:pt x="1936" y="12936"/>
                    <a:pt x="1967" y="13866"/>
                    <a:pt x="1967" y="14073"/>
                  </a:cubicBezTo>
                  <a:cubicBezTo>
                    <a:pt x="1967" y="14159"/>
                    <a:pt x="1967" y="14267"/>
                    <a:pt x="1948" y="14282"/>
                  </a:cubicBezTo>
                  <a:cubicBezTo>
                    <a:pt x="1948" y="14282"/>
                    <a:pt x="1944" y="14284"/>
                    <a:pt x="1932" y="14284"/>
                  </a:cubicBezTo>
                  <a:cubicBezTo>
                    <a:pt x="1924" y="14284"/>
                    <a:pt x="1912" y="14283"/>
                    <a:pt x="1894" y="14280"/>
                  </a:cubicBezTo>
                  <a:cubicBezTo>
                    <a:pt x="1737" y="14249"/>
                    <a:pt x="1646" y="14195"/>
                    <a:pt x="1646" y="14012"/>
                  </a:cubicBezTo>
                  <a:cubicBezTo>
                    <a:pt x="1646" y="13832"/>
                    <a:pt x="1582" y="13466"/>
                    <a:pt x="1536" y="13198"/>
                  </a:cubicBezTo>
                  <a:cubicBezTo>
                    <a:pt x="1518" y="13094"/>
                    <a:pt x="1503" y="13004"/>
                    <a:pt x="1493" y="12945"/>
                  </a:cubicBezTo>
                  <a:cubicBezTo>
                    <a:pt x="1480" y="12852"/>
                    <a:pt x="1451" y="12769"/>
                    <a:pt x="1425" y="12697"/>
                  </a:cubicBezTo>
                  <a:cubicBezTo>
                    <a:pt x="1389" y="12597"/>
                    <a:pt x="1357" y="12511"/>
                    <a:pt x="1373" y="12421"/>
                  </a:cubicBezTo>
                  <a:cubicBezTo>
                    <a:pt x="1402" y="12246"/>
                    <a:pt x="1790" y="10902"/>
                    <a:pt x="1794" y="10888"/>
                  </a:cubicBezTo>
                  <a:cubicBezTo>
                    <a:pt x="1797" y="10876"/>
                    <a:pt x="1797" y="10863"/>
                    <a:pt x="1794" y="10851"/>
                  </a:cubicBezTo>
                  <a:lnTo>
                    <a:pt x="436" y="6233"/>
                  </a:lnTo>
                  <a:lnTo>
                    <a:pt x="136" y="1917"/>
                  </a:lnTo>
                  <a:lnTo>
                    <a:pt x="1750" y="218"/>
                  </a:lnTo>
                  <a:close/>
                  <a:moveTo>
                    <a:pt x="1802" y="1"/>
                  </a:moveTo>
                  <a:cubicBezTo>
                    <a:pt x="1784" y="1"/>
                    <a:pt x="1766" y="8"/>
                    <a:pt x="1754" y="22"/>
                  </a:cubicBezTo>
                  <a:lnTo>
                    <a:pt x="20" y="1847"/>
                  </a:lnTo>
                  <a:cubicBezTo>
                    <a:pt x="7" y="1860"/>
                    <a:pt x="0" y="1878"/>
                    <a:pt x="1" y="1897"/>
                  </a:cubicBezTo>
                  <a:lnTo>
                    <a:pt x="304" y="6249"/>
                  </a:lnTo>
                  <a:cubicBezTo>
                    <a:pt x="304" y="6255"/>
                    <a:pt x="305" y="6259"/>
                    <a:pt x="307" y="6264"/>
                  </a:cubicBezTo>
                  <a:lnTo>
                    <a:pt x="1661" y="10869"/>
                  </a:lnTo>
                  <a:cubicBezTo>
                    <a:pt x="1612" y="11040"/>
                    <a:pt x="1271" y="12226"/>
                    <a:pt x="1241" y="12400"/>
                  </a:cubicBezTo>
                  <a:cubicBezTo>
                    <a:pt x="1221" y="12524"/>
                    <a:pt x="1260" y="12634"/>
                    <a:pt x="1299" y="12742"/>
                  </a:cubicBezTo>
                  <a:cubicBezTo>
                    <a:pt x="1324" y="12811"/>
                    <a:pt x="1351" y="12884"/>
                    <a:pt x="1362" y="12964"/>
                  </a:cubicBezTo>
                  <a:cubicBezTo>
                    <a:pt x="1370" y="13023"/>
                    <a:pt x="1387" y="13114"/>
                    <a:pt x="1405" y="13221"/>
                  </a:cubicBezTo>
                  <a:cubicBezTo>
                    <a:pt x="1451" y="13483"/>
                    <a:pt x="1512" y="13844"/>
                    <a:pt x="1512" y="14012"/>
                  </a:cubicBezTo>
                  <a:cubicBezTo>
                    <a:pt x="1512" y="14301"/>
                    <a:pt x="1703" y="14377"/>
                    <a:pt x="1868" y="14410"/>
                  </a:cubicBezTo>
                  <a:cubicBezTo>
                    <a:pt x="1887" y="14414"/>
                    <a:pt x="1909" y="14417"/>
                    <a:pt x="1931" y="14417"/>
                  </a:cubicBezTo>
                  <a:cubicBezTo>
                    <a:pt x="1965" y="14417"/>
                    <a:pt x="2001" y="14409"/>
                    <a:pt x="2032" y="14384"/>
                  </a:cubicBezTo>
                  <a:cubicBezTo>
                    <a:pt x="2099" y="14329"/>
                    <a:pt x="2099" y="14232"/>
                    <a:pt x="2099" y="14073"/>
                  </a:cubicBezTo>
                  <a:cubicBezTo>
                    <a:pt x="2099" y="13931"/>
                    <a:pt x="2086" y="13474"/>
                    <a:pt x="2077" y="13181"/>
                  </a:cubicBezTo>
                  <a:lnTo>
                    <a:pt x="2077" y="13181"/>
                  </a:lnTo>
                  <a:cubicBezTo>
                    <a:pt x="2182" y="13369"/>
                    <a:pt x="2299" y="13603"/>
                    <a:pt x="2299" y="13711"/>
                  </a:cubicBezTo>
                  <a:lnTo>
                    <a:pt x="2299" y="14496"/>
                  </a:lnTo>
                  <a:cubicBezTo>
                    <a:pt x="2299" y="14554"/>
                    <a:pt x="2216" y="14664"/>
                    <a:pt x="2151" y="14752"/>
                  </a:cubicBezTo>
                  <a:cubicBezTo>
                    <a:pt x="2110" y="14806"/>
                    <a:pt x="2068" y="14862"/>
                    <a:pt x="2036" y="14915"/>
                  </a:cubicBezTo>
                  <a:cubicBezTo>
                    <a:pt x="2000" y="14975"/>
                    <a:pt x="2006" y="15042"/>
                    <a:pt x="2052" y="15091"/>
                  </a:cubicBezTo>
                  <a:cubicBezTo>
                    <a:pt x="2112" y="15158"/>
                    <a:pt x="2240" y="15191"/>
                    <a:pt x="2353" y="15191"/>
                  </a:cubicBezTo>
                  <a:cubicBezTo>
                    <a:pt x="2416" y="15191"/>
                    <a:pt x="2475" y="15180"/>
                    <a:pt x="2516" y="15160"/>
                  </a:cubicBezTo>
                  <a:cubicBezTo>
                    <a:pt x="2656" y="15089"/>
                    <a:pt x="2908" y="14768"/>
                    <a:pt x="2972" y="14578"/>
                  </a:cubicBezTo>
                  <a:cubicBezTo>
                    <a:pt x="3040" y="14373"/>
                    <a:pt x="3127" y="12615"/>
                    <a:pt x="3094" y="12485"/>
                  </a:cubicBezTo>
                  <a:cubicBezTo>
                    <a:pt x="3065" y="12367"/>
                    <a:pt x="2705" y="10780"/>
                    <a:pt x="2704" y="10774"/>
                  </a:cubicBezTo>
                  <a:lnTo>
                    <a:pt x="2249" y="3942"/>
                  </a:lnTo>
                  <a:lnTo>
                    <a:pt x="1867" y="61"/>
                  </a:lnTo>
                  <a:cubicBezTo>
                    <a:pt x="1865" y="35"/>
                    <a:pt x="1848" y="12"/>
                    <a:pt x="1823" y="4"/>
                  </a:cubicBezTo>
                  <a:cubicBezTo>
                    <a:pt x="1817" y="2"/>
                    <a:pt x="1809" y="1"/>
                    <a:pt x="18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7" name="Google Shape;2107;g332bf0ce26c_1_589"/>
            <p:cNvSpPr/>
            <p:nvPr/>
          </p:nvSpPr>
          <p:spPr>
            <a:xfrm>
              <a:off x="8762372" y="3406769"/>
              <a:ext cx="569223" cy="739755"/>
            </a:xfrm>
            <a:custGeom>
              <a:rect b="b" l="l" r="r" t="t"/>
              <a:pathLst>
                <a:path extrusionOk="0" h="17048" w="13118">
                  <a:moveTo>
                    <a:pt x="8464" y="1"/>
                  </a:moveTo>
                  <a:lnTo>
                    <a:pt x="4534" y="213"/>
                  </a:lnTo>
                  <a:lnTo>
                    <a:pt x="708" y="2049"/>
                  </a:lnTo>
                  <a:lnTo>
                    <a:pt x="1" y="6348"/>
                  </a:lnTo>
                  <a:lnTo>
                    <a:pt x="1995" y="7436"/>
                  </a:lnTo>
                  <a:lnTo>
                    <a:pt x="2328" y="16050"/>
                  </a:lnTo>
                  <a:lnTo>
                    <a:pt x="6348" y="16956"/>
                  </a:lnTo>
                  <a:lnTo>
                    <a:pt x="7013" y="15838"/>
                  </a:lnTo>
                  <a:lnTo>
                    <a:pt x="7496" y="17047"/>
                  </a:lnTo>
                  <a:lnTo>
                    <a:pt x="11576" y="15959"/>
                  </a:lnTo>
                  <a:lnTo>
                    <a:pt x="11395" y="7285"/>
                  </a:lnTo>
                  <a:lnTo>
                    <a:pt x="13118" y="6137"/>
                  </a:lnTo>
                  <a:lnTo>
                    <a:pt x="12154" y="1818"/>
                  </a:lnTo>
                  <a:lnTo>
                    <a:pt x="846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g332bf0ce26c_1_589"/>
            <p:cNvSpPr/>
            <p:nvPr/>
          </p:nvSpPr>
          <p:spPr>
            <a:xfrm>
              <a:off x="8759291" y="3403905"/>
              <a:ext cx="575341" cy="745483"/>
            </a:xfrm>
            <a:custGeom>
              <a:rect b="b" l="l" r="r" t="t"/>
              <a:pathLst>
                <a:path extrusionOk="0" h="17180" w="13259">
                  <a:moveTo>
                    <a:pt x="8520" y="134"/>
                  </a:moveTo>
                  <a:lnTo>
                    <a:pt x="12167" y="1930"/>
                  </a:lnTo>
                  <a:lnTo>
                    <a:pt x="13114" y="6173"/>
                  </a:lnTo>
                  <a:lnTo>
                    <a:pt x="11428" y="7296"/>
                  </a:lnTo>
                  <a:cubicBezTo>
                    <a:pt x="11410" y="7308"/>
                    <a:pt x="11399" y="7329"/>
                    <a:pt x="11399" y="7353"/>
                  </a:cubicBezTo>
                  <a:lnTo>
                    <a:pt x="11580" y="15974"/>
                  </a:lnTo>
                  <a:lnTo>
                    <a:pt x="7607" y="17034"/>
                  </a:lnTo>
                  <a:lnTo>
                    <a:pt x="7146" y="15879"/>
                  </a:lnTo>
                  <a:cubicBezTo>
                    <a:pt x="7136" y="15856"/>
                    <a:pt x="7114" y="15840"/>
                    <a:pt x="7089" y="15838"/>
                  </a:cubicBezTo>
                  <a:lnTo>
                    <a:pt x="7084" y="15838"/>
                  </a:lnTo>
                  <a:cubicBezTo>
                    <a:pt x="7060" y="15838"/>
                    <a:pt x="7039" y="15850"/>
                    <a:pt x="7026" y="15870"/>
                  </a:cubicBezTo>
                  <a:lnTo>
                    <a:pt x="6386" y="16946"/>
                  </a:lnTo>
                  <a:lnTo>
                    <a:pt x="2463" y="16061"/>
                  </a:lnTo>
                  <a:lnTo>
                    <a:pt x="2133" y="7499"/>
                  </a:lnTo>
                  <a:cubicBezTo>
                    <a:pt x="2132" y="7476"/>
                    <a:pt x="2119" y="7454"/>
                    <a:pt x="2098" y="7444"/>
                  </a:cubicBezTo>
                  <a:lnTo>
                    <a:pt x="145" y="6378"/>
                  </a:lnTo>
                  <a:lnTo>
                    <a:pt x="838" y="2160"/>
                  </a:lnTo>
                  <a:lnTo>
                    <a:pt x="4622" y="344"/>
                  </a:lnTo>
                  <a:lnTo>
                    <a:pt x="8520" y="134"/>
                  </a:lnTo>
                  <a:close/>
                  <a:moveTo>
                    <a:pt x="8536" y="0"/>
                  </a:moveTo>
                  <a:cubicBezTo>
                    <a:pt x="8534" y="0"/>
                    <a:pt x="8532" y="0"/>
                    <a:pt x="8530" y="1"/>
                  </a:cubicBezTo>
                  <a:lnTo>
                    <a:pt x="4602" y="212"/>
                  </a:lnTo>
                  <a:cubicBezTo>
                    <a:pt x="4592" y="212"/>
                    <a:pt x="4584" y="215"/>
                    <a:pt x="4576" y="218"/>
                  </a:cubicBezTo>
                  <a:lnTo>
                    <a:pt x="750" y="2056"/>
                  </a:lnTo>
                  <a:cubicBezTo>
                    <a:pt x="731" y="2064"/>
                    <a:pt x="717" y="2083"/>
                    <a:pt x="713" y="2104"/>
                  </a:cubicBezTo>
                  <a:lnTo>
                    <a:pt x="5" y="6404"/>
                  </a:lnTo>
                  <a:cubicBezTo>
                    <a:pt x="1" y="6431"/>
                    <a:pt x="15" y="6459"/>
                    <a:pt x="40" y="6472"/>
                  </a:cubicBezTo>
                  <a:lnTo>
                    <a:pt x="2001" y="7542"/>
                  </a:lnTo>
                  <a:lnTo>
                    <a:pt x="2333" y="16118"/>
                  </a:lnTo>
                  <a:cubicBezTo>
                    <a:pt x="2334" y="16148"/>
                    <a:pt x="2355" y="16174"/>
                    <a:pt x="2384" y="16180"/>
                  </a:cubicBezTo>
                  <a:lnTo>
                    <a:pt x="6404" y="17087"/>
                  </a:lnTo>
                  <a:cubicBezTo>
                    <a:pt x="6409" y="17089"/>
                    <a:pt x="6414" y="17089"/>
                    <a:pt x="6419" y="17089"/>
                  </a:cubicBezTo>
                  <a:cubicBezTo>
                    <a:pt x="6442" y="17089"/>
                    <a:pt x="6463" y="17077"/>
                    <a:pt x="6476" y="17056"/>
                  </a:cubicBezTo>
                  <a:lnTo>
                    <a:pt x="7072" y="16053"/>
                  </a:lnTo>
                  <a:lnTo>
                    <a:pt x="7505" y="17138"/>
                  </a:lnTo>
                  <a:cubicBezTo>
                    <a:pt x="7516" y="17163"/>
                    <a:pt x="7541" y="17180"/>
                    <a:pt x="7567" y="17180"/>
                  </a:cubicBezTo>
                  <a:cubicBezTo>
                    <a:pt x="7573" y="17180"/>
                    <a:pt x="7579" y="17178"/>
                    <a:pt x="7585" y="17177"/>
                  </a:cubicBezTo>
                  <a:lnTo>
                    <a:pt x="11664" y="16089"/>
                  </a:lnTo>
                  <a:cubicBezTo>
                    <a:pt x="11694" y="16082"/>
                    <a:pt x="11714" y="16054"/>
                    <a:pt x="11714" y="16024"/>
                  </a:cubicBezTo>
                  <a:lnTo>
                    <a:pt x="11533" y="7386"/>
                  </a:lnTo>
                  <a:lnTo>
                    <a:pt x="13226" y="6258"/>
                  </a:lnTo>
                  <a:cubicBezTo>
                    <a:pt x="13248" y="6243"/>
                    <a:pt x="13259" y="6214"/>
                    <a:pt x="13253" y="6188"/>
                  </a:cubicBezTo>
                  <a:lnTo>
                    <a:pt x="12290" y="1870"/>
                  </a:lnTo>
                  <a:cubicBezTo>
                    <a:pt x="12285" y="1851"/>
                    <a:pt x="12272" y="1834"/>
                    <a:pt x="12254" y="1825"/>
                  </a:cubicBezTo>
                  <a:lnTo>
                    <a:pt x="8563" y="8"/>
                  </a:lnTo>
                  <a:cubicBezTo>
                    <a:pt x="8555" y="3"/>
                    <a:pt x="8546" y="0"/>
                    <a:pt x="85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g332bf0ce26c_1_589"/>
            <p:cNvSpPr/>
            <p:nvPr/>
          </p:nvSpPr>
          <p:spPr>
            <a:xfrm>
              <a:off x="9047979" y="3461616"/>
              <a:ext cx="21653" cy="620860"/>
            </a:xfrm>
            <a:custGeom>
              <a:rect b="b" l="l" r="r" t="t"/>
              <a:pathLst>
                <a:path extrusionOk="0" h="14308" w="499">
                  <a:moveTo>
                    <a:pt x="67" y="0"/>
                  </a:moveTo>
                  <a:cubicBezTo>
                    <a:pt x="29" y="2"/>
                    <a:pt x="0" y="31"/>
                    <a:pt x="2" y="68"/>
                  </a:cubicBezTo>
                  <a:lnTo>
                    <a:pt x="364" y="14243"/>
                  </a:lnTo>
                  <a:cubicBezTo>
                    <a:pt x="365" y="14280"/>
                    <a:pt x="394" y="14308"/>
                    <a:pt x="431" y="14308"/>
                  </a:cubicBezTo>
                  <a:lnTo>
                    <a:pt x="432" y="14308"/>
                  </a:lnTo>
                  <a:cubicBezTo>
                    <a:pt x="469" y="14307"/>
                    <a:pt x="499" y="14276"/>
                    <a:pt x="497" y="14239"/>
                  </a:cubicBezTo>
                  <a:lnTo>
                    <a:pt x="134" y="64"/>
                  </a:lnTo>
                  <a:cubicBezTo>
                    <a:pt x="133" y="28"/>
                    <a:pt x="102" y="3"/>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g332bf0ce26c_1_589"/>
            <p:cNvSpPr/>
            <p:nvPr/>
          </p:nvSpPr>
          <p:spPr>
            <a:xfrm>
              <a:off x="9241985" y="3573134"/>
              <a:ext cx="17834" cy="152655"/>
            </a:xfrm>
            <a:custGeom>
              <a:rect b="b" l="l" r="r" t="t"/>
              <a:pathLst>
                <a:path extrusionOk="0" h="3518" w="411">
                  <a:moveTo>
                    <a:pt x="69" y="0"/>
                  </a:moveTo>
                  <a:cubicBezTo>
                    <a:pt x="68" y="0"/>
                    <a:pt x="66" y="0"/>
                    <a:pt x="64" y="0"/>
                  </a:cubicBezTo>
                  <a:cubicBezTo>
                    <a:pt x="28" y="3"/>
                    <a:pt x="0" y="34"/>
                    <a:pt x="4" y="71"/>
                  </a:cubicBezTo>
                  <a:lnTo>
                    <a:pt x="276" y="3456"/>
                  </a:lnTo>
                  <a:cubicBezTo>
                    <a:pt x="278" y="3492"/>
                    <a:pt x="308" y="3518"/>
                    <a:pt x="342" y="3518"/>
                  </a:cubicBezTo>
                  <a:lnTo>
                    <a:pt x="347" y="3518"/>
                  </a:lnTo>
                  <a:cubicBezTo>
                    <a:pt x="384" y="3514"/>
                    <a:pt x="411" y="3482"/>
                    <a:pt x="407" y="3445"/>
                  </a:cubicBezTo>
                  <a:lnTo>
                    <a:pt x="136" y="61"/>
                  </a:lnTo>
                  <a:cubicBezTo>
                    <a:pt x="133" y="25"/>
                    <a:pt x="105"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g332bf0ce26c_1_589"/>
            <p:cNvSpPr/>
            <p:nvPr/>
          </p:nvSpPr>
          <p:spPr>
            <a:xfrm>
              <a:off x="8839436" y="3552133"/>
              <a:ext cx="12454" cy="180252"/>
            </a:xfrm>
            <a:custGeom>
              <a:rect b="b" l="l" r="r" t="t"/>
              <a:pathLst>
                <a:path extrusionOk="0" h="4154" w="287">
                  <a:moveTo>
                    <a:pt x="68" y="0"/>
                  </a:moveTo>
                  <a:cubicBezTo>
                    <a:pt x="67" y="0"/>
                    <a:pt x="66" y="0"/>
                    <a:pt x="66" y="0"/>
                  </a:cubicBezTo>
                  <a:cubicBezTo>
                    <a:pt x="29" y="1"/>
                    <a:pt x="1" y="32"/>
                    <a:pt x="2" y="69"/>
                  </a:cubicBezTo>
                  <a:lnTo>
                    <a:pt x="153" y="4089"/>
                  </a:lnTo>
                  <a:cubicBezTo>
                    <a:pt x="154" y="4125"/>
                    <a:pt x="184" y="4153"/>
                    <a:pt x="219" y="4153"/>
                  </a:cubicBezTo>
                  <a:lnTo>
                    <a:pt x="222" y="4153"/>
                  </a:lnTo>
                  <a:cubicBezTo>
                    <a:pt x="258" y="4151"/>
                    <a:pt x="287" y="4120"/>
                    <a:pt x="286" y="4083"/>
                  </a:cubicBezTo>
                  <a:lnTo>
                    <a:pt x="134" y="64"/>
                  </a:lnTo>
                  <a:cubicBezTo>
                    <a:pt x="133" y="28"/>
                    <a:pt x="106"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g332bf0ce26c_1_589"/>
            <p:cNvSpPr/>
            <p:nvPr/>
          </p:nvSpPr>
          <p:spPr>
            <a:xfrm>
              <a:off x="9061127" y="3580988"/>
              <a:ext cx="21566" cy="21479"/>
            </a:xfrm>
            <a:custGeom>
              <a:rect b="b" l="l" r="r" t="t"/>
              <a:pathLst>
                <a:path extrusionOk="0" h="495" w="497">
                  <a:moveTo>
                    <a:pt x="249" y="133"/>
                  </a:moveTo>
                  <a:cubicBezTo>
                    <a:pt x="311" y="133"/>
                    <a:pt x="364" y="184"/>
                    <a:pt x="364" y="247"/>
                  </a:cubicBezTo>
                  <a:cubicBezTo>
                    <a:pt x="364" y="311"/>
                    <a:pt x="311" y="362"/>
                    <a:pt x="249" y="362"/>
                  </a:cubicBezTo>
                  <a:cubicBezTo>
                    <a:pt x="185" y="362"/>
                    <a:pt x="134" y="311"/>
                    <a:pt x="134" y="247"/>
                  </a:cubicBezTo>
                  <a:cubicBezTo>
                    <a:pt x="134" y="184"/>
                    <a:pt x="185" y="133"/>
                    <a:pt x="249" y="133"/>
                  </a:cubicBezTo>
                  <a:close/>
                  <a:moveTo>
                    <a:pt x="249" y="0"/>
                  </a:moveTo>
                  <a:cubicBezTo>
                    <a:pt x="112" y="0"/>
                    <a:pt x="0" y="111"/>
                    <a:pt x="0" y="247"/>
                  </a:cubicBezTo>
                  <a:cubicBezTo>
                    <a:pt x="0" y="384"/>
                    <a:pt x="112" y="495"/>
                    <a:pt x="249" y="495"/>
                  </a:cubicBezTo>
                  <a:cubicBezTo>
                    <a:pt x="385" y="495"/>
                    <a:pt x="496" y="384"/>
                    <a:pt x="496" y="247"/>
                  </a:cubicBezTo>
                  <a:cubicBezTo>
                    <a:pt x="496" y="111"/>
                    <a:pt x="385"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3" name="Google Shape;2113;g332bf0ce26c_1_589"/>
            <p:cNvSpPr/>
            <p:nvPr/>
          </p:nvSpPr>
          <p:spPr>
            <a:xfrm>
              <a:off x="9061127" y="3782936"/>
              <a:ext cx="21566" cy="21523"/>
            </a:xfrm>
            <a:custGeom>
              <a:rect b="b" l="l" r="r" t="t"/>
              <a:pathLst>
                <a:path extrusionOk="0" h="496" w="497">
                  <a:moveTo>
                    <a:pt x="249" y="133"/>
                  </a:moveTo>
                  <a:cubicBezTo>
                    <a:pt x="311" y="133"/>
                    <a:pt x="364" y="184"/>
                    <a:pt x="364" y="248"/>
                  </a:cubicBezTo>
                  <a:cubicBezTo>
                    <a:pt x="364" y="312"/>
                    <a:pt x="311" y="363"/>
                    <a:pt x="249" y="363"/>
                  </a:cubicBezTo>
                  <a:cubicBezTo>
                    <a:pt x="185" y="363"/>
                    <a:pt x="134" y="312"/>
                    <a:pt x="134" y="248"/>
                  </a:cubicBezTo>
                  <a:cubicBezTo>
                    <a:pt x="134" y="184"/>
                    <a:pt x="185" y="133"/>
                    <a:pt x="249" y="133"/>
                  </a:cubicBezTo>
                  <a:close/>
                  <a:moveTo>
                    <a:pt x="249" y="1"/>
                  </a:moveTo>
                  <a:cubicBezTo>
                    <a:pt x="112" y="1"/>
                    <a:pt x="0" y="112"/>
                    <a:pt x="0" y="248"/>
                  </a:cubicBezTo>
                  <a:cubicBezTo>
                    <a:pt x="0" y="384"/>
                    <a:pt x="112" y="495"/>
                    <a:pt x="249" y="495"/>
                  </a:cubicBezTo>
                  <a:cubicBezTo>
                    <a:pt x="385" y="495"/>
                    <a:pt x="496" y="384"/>
                    <a:pt x="496" y="248"/>
                  </a:cubicBezTo>
                  <a:cubicBezTo>
                    <a:pt x="496" y="112"/>
                    <a:pt x="385" y="1"/>
                    <a:pt x="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g332bf0ce26c_1_589"/>
            <p:cNvSpPr/>
            <p:nvPr/>
          </p:nvSpPr>
          <p:spPr>
            <a:xfrm>
              <a:off x="9070326" y="3984884"/>
              <a:ext cx="21523" cy="21523"/>
            </a:xfrm>
            <a:custGeom>
              <a:rect b="b" l="l" r="r" t="t"/>
              <a:pathLst>
                <a:path extrusionOk="0" h="496" w="496">
                  <a:moveTo>
                    <a:pt x="247" y="134"/>
                  </a:moveTo>
                  <a:cubicBezTo>
                    <a:pt x="311" y="134"/>
                    <a:pt x="363" y="184"/>
                    <a:pt x="363" y="248"/>
                  </a:cubicBezTo>
                  <a:cubicBezTo>
                    <a:pt x="363" y="312"/>
                    <a:pt x="311" y="363"/>
                    <a:pt x="247" y="363"/>
                  </a:cubicBezTo>
                  <a:cubicBezTo>
                    <a:pt x="185" y="363"/>
                    <a:pt x="133" y="312"/>
                    <a:pt x="133" y="248"/>
                  </a:cubicBezTo>
                  <a:cubicBezTo>
                    <a:pt x="133" y="184"/>
                    <a:pt x="185" y="134"/>
                    <a:pt x="247" y="134"/>
                  </a:cubicBezTo>
                  <a:close/>
                  <a:moveTo>
                    <a:pt x="247" y="1"/>
                  </a:moveTo>
                  <a:cubicBezTo>
                    <a:pt x="111" y="1"/>
                    <a:pt x="0" y="112"/>
                    <a:pt x="0" y="248"/>
                  </a:cubicBezTo>
                  <a:cubicBezTo>
                    <a:pt x="0" y="384"/>
                    <a:pt x="111" y="496"/>
                    <a:pt x="247" y="496"/>
                  </a:cubicBezTo>
                  <a:cubicBezTo>
                    <a:pt x="385" y="496"/>
                    <a:pt x="496" y="386"/>
                    <a:pt x="496" y="248"/>
                  </a:cubicBezTo>
                  <a:cubicBezTo>
                    <a:pt x="496" y="112"/>
                    <a:pt x="385"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5" name="Google Shape;2115;g332bf0ce26c_1_589"/>
            <p:cNvSpPr/>
            <p:nvPr/>
          </p:nvSpPr>
          <p:spPr>
            <a:xfrm>
              <a:off x="8747966" y="3648073"/>
              <a:ext cx="102363" cy="98414"/>
            </a:xfrm>
            <a:custGeom>
              <a:rect b="b" l="l" r="r" t="t"/>
              <a:pathLst>
                <a:path extrusionOk="0" h="2268" w="2359">
                  <a:moveTo>
                    <a:pt x="363" y="1"/>
                  </a:moveTo>
                  <a:lnTo>
                    <a:pt x="0" y="1210"/>
                  </a:lnTo>
                  <a:lnTo>
                    <a:pt x="2327" y="2267"/>
                  </a:lnTo>
                  <a:lnTo>
                    <a:pt x="2358" y="1330"/>
                  </a:lnTo>
                  <a:lnTo>
                    <a:pt x="3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g332bf0ce26c_1_589"/>
            <p:cNvSpPr/>
            <p:nvPr/>
          </p:nvSpPr>
          <p:spPr>
            <a:xfrm>
              <a:off x="8744755" y="3645209"/>
              <a:ext cx="108438" cy="104185"/>
            </a:xfrm>
            <a:custGeom>
              <a:rect b="b" l="l" r="r" t="t"/>
              <a:pathLst>
                <a:path extrusionOk="0" h="2401" w="2499">
                  <a:moveTo>
                    <a:pt x="475" y="172"/>
                  </a:moveTo>
                  <a:lnTo>
                    <a:pt x="2364" y="1432"/>
                  </a:lnTo>
                  <a:lnTo>
                    <a:pt x="2339" y="2232"/>
                  </a:lnTo>
                  <a:lnTo>
                    <a:pt x="155" y="1239"/>
                  </a:lnTo>
                  <a:lnTo>
                    <a:pt x="475" y="172"/>
                  </a:lnTo>
                  <a:close/>
                  <a:moveTo>
                    <a:pt x="436" y="1"/>
                  </a:moveTo>
                  <a:cubicBezTo>
                    <a:pt x="429" y="1"/>
                    <a:pt x="422" y="2"/>
                    <a:pt x="415" y="4"/>
                  </a:cubicBezTo>
                  <a:cubicBezTo>
                    <a:pt x="395" y="11"/>
                    <a:pt x="380" y="27"/>
                    <a:pt x="374" y="48"/>
                  </a:cubicBezTo>
                  <a:lnTo>
                    <a:pt x="10" y="1257"/>
                  </a:lnTo>
                  <a:cubicBezTo>
                    <a:pt x="1" y="1289"/>
                    <a:pt x="16" y="1323"/>
                    <a:pt x="47" y="1336"/>
                  </a:cubicBezTo>
                  <a:lnTo>
                    <a:pt x="2374" y="2395"/>
                  </a:lnTo>
                  <a:cubicBezTo>
                    <a:pt x="2383" y="2398"/>
                    <a:pt x="2392" y="2401"/>
                    <a:pt x="2401" y="2401"/>
                  </a:cubicBezTo>
                  <a:cubicBezTo>
                    <a:pt x="2413" y="2401"/>
                    <a:pt x="2426" y="2397"/>
                    <a:pt x="2437" y="2390"/>
                  </a:cubicBezTo>
                  <a:cubicBezTo>
                    <a:pt x="2456" y="2378"/>
                    <a:pt x="2468" y="2358"/>
                    <a:pt x="2468" y="2336"/>
                  </a:cubicBezTo>
                  <a:lnTo>
                    <a:pt x="2498" y="1399"/>
                  </a:lnTo>
                  <a:cubicBezTo>
                    <a:pt x="2498" y="1376"/>
                    <a:pt x="2488" y="1354"/>
                    <a:pt x="2469" y="1342"/>
                  </a:cubicBezTo>
                  <a:lnTo>
                    <a:pt x="474" y="12"/>
                  </a:lnTo>
                  <a:cubicBezTo>
                    <a:pt x="463" y="4"/>
                    <a:pt x="449"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g332bf0ce26c_1_589"/>
            <p:cNvSpPr/>
            <p:nvPr/>
          </p:nvSpPr>
          <p:spPr>
            <a:xfrm>
              <a:off x="9256826" y="3645469"/>
              <a:ext cx="89215" cy="101018"/>
            </a:xfrm>
            <a:custGeom>
              <a:rect b="b" l="l" r="r" t="t"/>
              <a:pathLst>
                <a:path extrusionOk="0" h="2328" w="2056">
                  <a:moveTo>
                    <a:pt x="1511" y="0"/>
                  </a:moveTo>
                  <a:lnTo>
                    <a:pt x="0" y="1028"/>
                  </a:lnTo>
                  <a:lnTo>
                    <a:pt x="0" y="2327"/>
                  </a:lnTo>
                  <a:lnTo>
                    <a:pt x="2055" y="817"/>
                  </a:lnTo>
                  <a:lnTo>
                    <a:pt x="151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g332bf0ce26c_1_589"/>
            <p:cNvSpPr/>
            <p:nvPr/>
          </p:nvSpPr>
          <p:spPr>
            <a:xfrm>
              <a:off x="9253962" y="3642605"/>
              <a:ext cx="95290" cy="106789"/>
            </a:xfrm>
            <a:custGeom>
              <a:rect b="b" l="l" r="r" t="t"/>
              <a:pathLst>
                <a:path extrusionOk="0" h="2461" w="2196">
                  <a:moveTo>
                    <a:pt x="1559" y="158"/>
                  </a:moveTo>
                  <a:lnTo>
                    <a:pt x="2030" y="866"/>
                  </a:lnTo>
                  <a:lnTo>
                    <a:pt x="133" y="2262"/>
                  </a:lnTo>
                  <a:lnTo>
                    <a:pt x="133" y="1130"/>
                  </a:lnTo>
                  <a:lnTo>
                    <a:pt x="1559" y="158"/>
                  </a:lnTo>
                  <a:close/>
                  <a:moveTo>
                    <a:pt x="1578" y="0"/>
                  </a:moveTo>
                  <a:cubicBezTo>
                    <a:pt x="1564" y="0"/>
                    <a:pt x="1551" y="4"/>
                    <a:pt x="1539" y="12"/>
                  </a:cubicBezTo>
                  <a:lnTo>
                    <a:pt x="28" y="1039"/>
                  </a:lnTo>
                  <a:cubicBezTo>
                    <a:pt x="11" y="1052"/>
                    <a:pt x="0" y="1072"/>
                    <a:pt x="0" y="1094"/>
                  </a:cubicBezTo>
                  <a:lnTo>
                    <a:pt x="0" y="2393"/>
                  </a:lnTo>
                  <a:cubicBezTo>
                    <a:pt x="0" y="2418"/>
                    <a:pt x="13" y="2442"/>
                    <a:pt x="36" y="2454"/>
                  </a:cubicBezTo>
                  <a:cubicBezTo>
                    <a:pt x="45" y="2458"/>
                    <a:pt x="56" y="2461"/>
                    <a:pt x="66" y="2461"/>
                  </a:cubicBezTo>
                  <a:cubicBezTo>
                    <a:pt x="79" y="2461"/>
                    <a:pt x="94" y="2456"/>
                    <a:pt x="105" y="2448"/>
                  </a:cubicBezTo>
                  <a:lnTo>
                    <a:pt x="2160" y="936"/>
                  </a:lnTo>
                  <a:cubicBezTo>
                    <a:pt x="2189" y="914"/>
                    <a:pt x="2196" y="875"/>
                    <a:pt x="2177" y="846"/>
                  </a:cubicBezTo>
                  <a:lnTo>
                    <a:pt x="1633" y="30"/>
                  </a:lnTo>
                  <a:cubicBezTo>
                    <a:pt x="1622" y="15"/>
                    <a:pt x="1607" y="5"/>
                    <a:pt x="1590" y="1"/>
                  </a:cubicBezTo>
                  <a:cubicBezTo>
                    <a:pt x="1586" y="1"/>
                    <a:pt x="1582" y="0"/>
                    <a:pt x="15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g332bf0ce26c_1_589"/>
            <p:cNvSpPr/>
            <p:nvPr/>
          </p:nvSpPr>
          <p:spPr>
            <a:xfrm>
              <a:off x="8982717" y="3326797"/>
              <a:ext cx="137728" cy="137728"/>
            </a:xfrm>
            <a:custGeom>
              <a:rect b="b" l="l" r="r" t="t"/>
              <a:pathLst>
                <a:path extrusionOk="0" h="3174" w="3174">
                  <a:moveTo>
                    <a:pt x="1" y="1"/>
                  </a:moveTo>
                  <a:lnTo>
                    <a:pt x="1" y="393"/>
                  </a:lnTo>
                  <a:lnTo>
                    <a:pt x="182" y="1814"/>
                  </a:lnTo>
                  <a:lnTo>
                    <a:pt x="1572" y="3174"/>
                  </a:lnTo>
                  <a:lnTo>
                    <a:pt x="3174" y="1451"/>
                  </a:lnTo>
                  <a:lnTo>
                    <a:pt x="3143" y="182"/>
                  </a:lnTo>
                  <a:lnTo>
                    <a:pt x="2297" y="755"/>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g332bf0ce26c_1_589"/>
            <p:cNvSpPr/>
            <p:nvPr/>
          </p:nvSpPr>
          <p:spPr>
            <a:xfrm>
              <a:off x="8979810" y="3323889"/>
              <a:ext cx="143542" cy="143499"/>
            </a:xfrm>
            <a:custGeom>
              <a:rect b="b" l="l" r="r" t="t"/>
              <a:pathLst>
                <a:path extrusionOk="0" h="3307" w="3308">
                  <a:moveTo>
                    <a:pt x="134" y="159"/>
                  </a:moveTo>
                  <a:lnTo>
                    <a:pt x="2344" y="886"/>
                  </a:lnTo>
                  <a:cubicBezTo>
                    <a:pt x="2351" y="888"/>
                    <a:pt x="2357" y="889"/>
                    <a:pt x="2364" y="889"/>
                  </a:cubicBezTo>
                  <a:cubicBezTo>
                    <a:pt x="2377" y="889"/>
                    <a:pt x="2390" y="886"/>
                    <a:pt x="2402" y="878"/>
                  </a:cubicBezTo>
                  <a:lnTo>
                    <a:pt x="3147" y="372"/>
                  </a:lnTo>
                  <a:lnTo>
                    <a:pt x="3173" y="1492"/>
                  </a:lnTo>
                  <a:lnTo>
                    <a:pt x="1636" y="3146"/>
                  </a:lnTo>
                  <a:lnTo>
                    <a:pt x="311" y="1849"/>
                  </a:lnTo>
                  <a:lnTo>
                    <a:pt x="134" y="456"/>
                  </a:lnTo>
                  <a:lnTo>
                    <a:pt x="134" y="159"/>
                  </a:lnTo>
                  <a:close/>
                  <a:moveTo>
                    <a:pt x="68" y="1"/>
                  </a:moveTo>
                  <a:cubicBezTo>
                    <a:pt x="54" y="1"/>
                    <a:pt x="40" y="5"/>
                    <a:pt x="29" y="13"/>
                  </a:cubicBezTo>
                  <a:cubicBezTo>
                    <a:pt x="11" y="26"/>
                    <a:pt x="0" y="46"/>
                    <a:pt x="0" y="68"/>
                  </a:cubicBezTo>
                  <a:lnTo>
                    <a:pt x="0" y="460"/>
                  </a:lnTo>
                  <a:cubicBezTo>
                    <a:pt x="0" y="463"/>
                    <a:pt x="0" y="466"/>
                    <a:pt x="1" y="469"/>
                  </a:cubicBezTo>
                  <a:lnTo>
                    <a:pt x="182" y="1890"/>
                  </a:lnTo>
                  <a:cubicBezTo>
                    <a:pt x="185" y="1904"/>
                    <a:pt x="192" y="1918"/>
                    <a:pt x="203" y="1929"/>
                  </a:cubicBezTo>
                  <a:lnTo>
                    <a:pt x="1593" y="3288"/>
                  </a:lnTo>
                  <a:cubicBezTo>
                    <a:pt x="1605" y="3300"/>
                    <a:pt x="1621" y="3307"/>
                    <a:pt x="1639" y="3307"/>
                  </a:cubicBezTo>
                  <a:lnTo>
                    <a:pt x="1640" y="3307"/>
                  </a:lnTo>
                  <a:cubicBezTo>
                    <a:pt x="1658" y="3307"/>
                    <a:pt x="1676" y="3299"/>
                    <a:pt x="1687" y="3286"/>
                  </a:cubicBezTo>
                  <a:lnTo>
                    <a:pt x="3289" y="1563"/>
                  </a:lnTo>
                  <a:cubicBezTo>
                    <a:pt x="3301" y="1550"/>
                    <a:pt x="3307" y="1533"/>
                    <a:pt x="3307" y="1516"/>
                  </a:cubicBezTo>
                  <a:lnTo>
                    <a:pt x="3276" y="247"/>
                  </a:lnTo>
                  <a:cubicBezTo>
                    <a:pt x="3276" y="223"/>
                    <a:pt x="3262" y="200"/>
                    <a:pt x="3241" y="189"/>
                  </a:cubicBezTo>
                  <a:cubicBezTo>
                    <a:pt x="3231" y="185"/>
                    <a:pt x="3221" y="182"/>
                    <a:pt x="3210" y="182"/>
                  </a:cubicBezTo>
                  <a:cubicBezTo>
                    <a:pt x="3197" y="182"/>
                    <a:pt x="3184" y="186"/>
                    <a:pt x="3173" y="193"/>
                  </a:cubicBezTo>
                  <a:lnTo>
                    <a:pt x="2353" y="749"/>
                  </a:lnTo>
                  <a:lnTo>
                    <a:pt x="88" y="4"/>
                  </a:lnTo>
                  <a:cubicBezTo>
                    <a:pt x="81" y="2"/>
                    <a:pt x="75"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g332bf0ce26c_1_589"/>
            <p:cNvSpPr/>
            <p:nvPr/>
          </p:nvSpPr>
          <p:spPr>
            <a:xfrm>
              <a:off x="8982717" y="3326797"/>
              <a:ext cx="113775" cy="93988"/>
            </a:xfrm>
            <a:custGeom>
              <a:rect b="b" l="l" r="r" t="t"/>
              <a:pathLst>
                <a:path extrusionOk="0" h="2166" w="2622">
                  <a:moveTo>
                    <a:pt x="1" y="1"/>
                  </a:moveTo>
                  <a:lnTo>
                    <a:pt x="1" y="393"/>
                  </a:lnTo>
                  <a:lnTo>
                    <a:pt x="182" y="1814"/>
                  </a:lnTo>
                  <a:lnTo>
                    <a:pt x="541" y="2166"/>
                  </a:lnTo>
                  <a:lnTo>
                    <a:pt x="2621" y="1502"/>
                  </a:lnTo>
                  <a:lnTo>
                    <a:pt x="1268" y="417"/>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g332bf0ce26c_1_589"/>
            <p:cNvSpPr/>
            <p:nvPr/>
          </p:nvSpPr>
          <p:spPr>
            <a:xfrm>
              <a:off x="8979810" y="3323889"/>
              <a:ext cx="119633" cy="99759"/>
            </a:xfrm>
            <a:custGeom>
              <a:rect b="b" l="l" r="r" t="t"/>
              <a:pathLst>
                <a:path extrusionOk="0" h="2299" w="2757">
                  <a:moveTo>
                    <a:pt x="134" y="159"/>
                  </a:moveTo>
                  <a:lnTo>
                    <a:pt x="1303" y="543"/>
                  </a:lnTo>
                  <a:lnTo>
                    <a:pt x="2550" y="1544"/>
                  </a:lnTo>
                  <a:lnTo>
                    <a:pt x="626" y="2157"/>
                  </a:lnTo>
                  <a:lnTo>
                    <a:pt x="311" y="1849"/>
                  </a:lnTo>
                  <a:lnTo>
                    <a:pt x="134" y="460"/>
                  </a:lnTo>
                  <a:lnTo>
                    <a:pt x="134" y="159"/>
                  </a:lnTo>
                  <a:close/>
                  <a:moveTo>
                    <a:pt x="68" y="1"/>
                  </a:moveTo>
                  <a:cubicBezTo>
                    <a:pt x="54" y="1"/>
                    <a:pt x="40" y="5"/>
                    <a:pt x="29" y="13"/>
                  </a:cubicBezTo>
                  <a:cubicBezTo>
                    <a:pt x="11" y="26"/>
                    <a:pt x="0" y="46"/>
                    <a:pt x="0" y="68"/>
                  </a:cubicBezTo>
                  <a:lnTo>
                    <a:pt x="1" y="469"/>
                  </a:lnTo>
                  <a:lnTo>
                    <a:pt x="182" y="1890"/>
                  </a:lnTo>
                  <a:cubicBezTo>
                    <a:pt x="185" y="1904"/>
                    <a:pt x="192" y="1918"/>
                    <a:pt x="203" y="1929"/>
                  </a:cubicBezTo>
                  <a:lnTo>
                    <a:pt x="561" y="2280"/>
                  </a:lnTo>
                  <a:cubicBezTo>
                    <a:pt x="574" y="2292"/>
                    <a:pt x="591" y="2299"/>
                    <a:pt x="608" y="2299"/>
                  </a:cubicBezTo>
                  <a:cubicBezTo>
                    <a:pt x="614" y="2299"/>
                    <a:pt x="621" y="2298"/>
                    <a:pt x="628" y="2295"/>
                  </a:cubicBezTo>
                  <a:lnTo>
                    <a:pt x="2707" y="1633"/>
                  </a:lnTo>
                  <a:cubicBezTo>
                    <a:pt x="2731" y="1626"/>
                    <a:pt x="2749" y="1606"/>
                    <a:pt x="2753" y="1582"/>
                  </a:cubicBezTo>
                  <a:cubicBezTo>
                    <a:pt x="2757" y="1557"/>
                    <a:pt x="2749" y="1532"/>
                    <a:pt x="2729" y="1517"/>
                  </a:cubicBezTo>
                  <a:lnTo>
                    <a:pt x="1376" y="432"/>
                  </a:lnTo>
                  <a:cubicBezTo>
                    <a:pt x="1370" y="427"/>
                    <a:pt x="1363" y="424"/>
                    <a:pt x="1356" y="421"/>
                  </a:cubicBezTo>
                  <a:lnTo>
                    <a:pt x="88" y="4"/>
                  </a:lnTo>
                  <a:cubicBezTo>
                    <a:pt x="81" y="2"/>
                    <a:pt x="75"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g332bf0ce26c_1_589"/>
            <p:cNvSpPr/>
            <p:nvPr/>
          </p:nvSpPr>
          <p:spPr>
            <a:xfrm>
              <a:off x="8949913" y="3384508"/>
              <a:ext cx="101018" cy="137728"/>
            </a:xfrm>
            <a:custGeom>
              <a:rect b="b" l="l" r="r" t="t"/>
              <a:pathLst>
                <a:path extrusionOk="0" h="3174" w="2328">
                  <a:moveTo>
                    <a:pt x="817" y="0"/>
                  </a:moveTo>
                  <a:lnTo>
                    <a:pt x="1" y="786"/>
                  </a:lnTo>
                  <a:lnTo>
                    <a:pt x="1603" y="3174"/>
                  </a:lnTo>
                  <a:lnTo>
                    <a:pt x="2328" y="1844"/>
                  </a:lnTo>
                  <a:lnTo>
                    <a:pt x="81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g332bf0ce26c_1_589"/>
            <p:cNvSpPr/>
            <p:nvPr/>
          </p:nvSpPr>
          <p:spPr>
            <a:xfrm>
              <a:off x="8946745" y="3381601"/>
              <a:ext cx="107266" cy="143499"/>
            </a:xfrm>
            <a:custGeom>
              <a:rect b="b" l="l" r="r" t="t"/>
              <a:pathLst>
                <a:path extrusionOk="0" h="3307" w="2472">
                  <a:moveTo>
                    <a:pt x="884" y="164"/>
                  </a:moveTo>
                  <a:lnTo>
                    <a:pt x="2322" y="1918"/>
                  </a:lnTo>
                  <a:lnTo>
                    <a:pt x="1670" y="3113"/>
                  </a:lnTo>
                  <a:lnTo>
                    <a:pt x="160" y="862"/>
                  </a:lnTo>
                  <a:lnTo>
                    <a:pt x="884" y="164"/>
                  </a:lnTo>
                  <a:close/>
                  <a:moveTo>
                    <a:pt x="889" y="1"/>
                  </a:moveTo>
                  <a:cubicBezTo>
                    <a:pt x="872" y="1"/>
                    <a:pt x="856" y="8"/>
                    <a:pt x="844" y="19"/>
                  </a:cubicBezTo>
                  <a:lnTo>
                    <a:pt x="28" y="806"/>
                  </a:lnTo>
                  <a:cubicBezTo>
                    <a:pt x="4" y="827"/>
                    <a:pt x="0" y="864"/>
                    <a:pt x="18" y="890"/>
                  </a:cubicBezTo>
                  <a:lnTo>
                    <a:pt x="1620" y="3277"/>
                  </a:lnTo>
                  <a:cubicBezTo>
                    <a:pt x="1633" y="3296"/>
                    <a:pt x="1653" y="3307"/>
                    <a:pt x="1676" y="3307"/>
                  </a:cubicBezTo>
                  <a:lnTo>
                    <a:pt x="1678" y="3307"/>
                  </a:lnTo>
                  <a:cubicBezTo>
                    <a:pt x="1702" y="3306"/>
                    <a:pt x="1723" y="3293"/>
                    <a:pt x="1734" y="3272"/>
                  </a:cubicBezTo>
                  <a:lnTo>
                    <a:pt x="2459" y="1943"/>
                  </a:lnTo>
                  <a:cubicBezTo>
                    <a:pt x="2472" y="1919"/>
                    <a:pt x="2469" y="1889"/>
                    <a:pt x="2452" y="1869"/>
                  </a:cubicBezTo>
                  <a:lnTo>
                    <a:pt x="941" y="25"/>
                  </a:lnTo>
                  <a:cubicBezTo>
                    <a:pt x="929" y="11"/>
                    <a:pt x="912" y="2"/>
                    <a:pt x="894" y="1"/>
                  </a:cubicBezTo>
                  <a:cubicBezTo>
                    <a:pt x="892" y="1"/>
                    <a:pt x="891" y="1"/>
                    <a:pt x="8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g332bf0ce26c_1_589"/>
            <p:cNvSpPr/>
            <p:nvPr/>
          </p:nvSpPr>
          <p:spPr>
            <a:xfrm>
              <a:off x="9050886" y="3389759"/>
              <a:ext cx="98414" cy="127227"/>
            </a:xfrm>
            <a:custGeom>
              <a:rect b="b" l="l" r="r" t="t"/>
              <a:pathLst>
                <a:path extrusionOk="0" h="2932" w="2268">
                  <a:moveTo>
                    <a:pt x="1603" y="0"/>
                  </a:moveTo>
                  <a:lnTo>
                    <a:pt x="1" y="1723"/>
                  </a:lnTo>
                  <a:lnTo>
                    <a:pt x="878" y="2932"/>
                  </a:lnTo>
                  <a:lnTo>
                    <a:pt x="2268" y="544"/>
                  </a:lnTo>
                  <a:lnTo>
                    <a:pt x="160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g332bf0ce26c_1_589"/>
            <p:cNvSpPr/>
            <p:nvPr/>
          </p:nvSpPr>
          <p:spPr>
            <a:xfrm>
              <a:off x="9047762" y="3386852"/>
              <a:ext cx="104749" cy="133041"/>
            </a:xfrm>
            <a:custGeom>
              <a:rect b="b" l="l" r="r" t="t"/>
              <a:pathLst>
                <a:path extrusionOk="0" h="3066" w="2414">
                  <a:moveTo>
                    <a:pt x="1681" y="158"/>
                  </a:moveTo>
                  <a:lnTo>
                    <a:pt x="2253" y="627"/>
                  </a:lnTo>
                  <a:lnTo>
                    <a:pt x="944" y="2877"/>
                  </a:lnTo>
                  <a:lnTo>
                    <a:pt x="159" y="1796"/>
                  </a:lnTo>
                  <a:lnTo>
                    <a:pt x="1681" y="158"/>
                  </a:lnTo>
                  <a:close/>
                  <a:moveTo>
                    <a:pt x="1675" y="1"/>
                  </a:moveTo>
                  <a:cubicBezTo>
                    <a:pt x="1657" y="1"/>
                    <a:pt x="1639" y="8"/>
                    <a:pt x="1626" y="22"/>
                  </a:cubicBezTo>
                  <a:lnTo>
                    <a:pt x="24" y="1745"/>
                  </a:lnTo>
                  <a:cubicBezTo>
                    <a:pt x="3" y="1768"/>
                    <a:pt x="1" y="1803"/>
                    <a:pt x="20" y="1829"/>
                  </a:cubicBezTo>
                  <a:lnTo>
                    <a:pt x="895" y="3038"/>
                  </a:lnTo>
                  <a:cubicBezTo>
                    <a:pt x="908" y="3056"/>
                    <a:pt x="928" y="3065"/>
                    <a:pt x="950" y="3065"/>
                  </a:cubicBezTo>
                  <a:lnTo>
                    <a:pt x="953" y="3065"/>
                  </a:lnTo>
                  <a:cubicBezTo>
                    <a:pt x="976" y="3064"/>
                    <a:pt x="996" y="3052"/>
                    <a:pt x="1006" y="3032"/>
                  </a:cubicBezTo>
                  <a:lnTo>
                    <a:pt x="2397" y="644"/>
                  </a:lnTo>
                  <a:cubicBezTo>
                    <a:pt x="2413" y="616"/>
                    <a:pt x="2407" y="581"/>
                    <a:pt x="2381" y="559"/>
                  </a:cubicBezTo>
                  <a:lnTo>
                    <a:pt x="1716" y="16"/>
                  </a:lnTo>
                  <a:cubicBezTo>
                    <a:pt x="1704" y="6"/>
                    <a:pt x="1689" y="1"/>
                    <a:pt x="16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7" name="Google Shape;2127;g332bf0ce26c_1_589"/>
            <p:cNvSpPr/>
            <p:nvPr/>
          </p:nvSpPr>
          <p:spPr>
            <a:xfrm>
              <a:off x="8928477" y="3064707"/>
              <a:ext cx="221302" cy="338505"/>
            </a:xfrm>
            <a:custGeom>
              <a:rect b="b" l="l" r="r" t="t"/>
              <a:pathLst>
                <a:path extrusionOk="0" h="7801" w="5100">
                  <a:moveTo>
                    <a:pt x="2769" y="1"/>
                  </a:moveTo>
                  <a:cubicBezTo>
                    <a:pt x="2600" y="1"/>
                    <a:pt x="2426" y="17"/>
                    <a:pt x="2252" y="53"/>
                  </a:cubicBezTo>
                  <a:cubicBezTo>
                    <a:pt x="1126" y="285"/>
                    <a:pt x="166" y="517"/>
                    <a:pt x="265" y="1840"/>
                  </a:cubicBezTo>
                  <a:lnTo>
                    <a:pt x="431" y="3927"/>
                  </a:lnTo>
                  <a:cubicBezTo>
                    <a:pt x="431" y="3927"/>
                    <a:pt x="323" y="3845"/>
                    <a:pt x="215" y="3845"/>
                  </a:cubicBezTo>
                  <a:cubicBezTo>
                    <a:pt x="108" y="3845"/>
                    <a:pt x="0" y="3927"/>
                    <a:pt x="0" y="4258"/>
                  </a:cubicBezTo>
                  <a:cubicBezTo>
                    <a:pt x="0" y="4920"/>
                    <a:pt x="99" y="5483"/>
                    <a:pt x="331" y="5550"/>
                  </a:cubicBezTo>
                  <a:cubicBezTo>
                    <a:pt x="563" y="5616"/>
                    <a:pt x="795" y="5649"/>
                    <a:pt x="795" y="5649"/>
                  </a:cubicBezTo>
                  <a:cubicBezTo>
                    <a:pt x="795" y="5649"/>
                    <a:pt x="895" y="6476"/>
                    <a:pt x="1126" y="6676"/>
                  </a:cubicBezTo>
                  <a:cubicBezTo>
                    <a:pt x="1357" y="6873"/>
                    <a:pt x="2616" y="7602"/>
                    <a:pt x="2848" y="7735"/>
                  </a:cubicBezTo>
                  <a:cubicBezTo>
                    <a:pt x="2931" y="7782"/>
                    <a:pt x="3079" y="7800"/>
                    <a:pt x="3241" y="7800"/>
                  </a:cubicBezTo>
                  <a:cubicBezTo>
                    <a:pt x="3530" y="7800"/>
                    <a:pt x="3867" y="7744"/>
                    <a:pt x="3973" y="7702"/>
                  </a:cubicBezTo>
                  <a:cubicBezTo>
                    <a:pt x="4139" y="7635"/>
                    <a:pt x="4735" y="6576"/>
                    <a:pt x="4867" y="6278"/>
                  </a:cubicBezTo>
                  <a:cubicBezTo>
                    <a:pt x="5000" y="5980"/>
                    <a:pt x="5099" y="4854"/>
                    <a:pt x="5099" y="4854"/>
                  </a:cubicBezTo>
                  <a:cubicBezTo>
                    <a:pt x="5099" y="4854"/>
                    <a:pt x="4967" y="2867"/>
                    <a:pt x="4967" y="2304"/>
                  </a:cubicBezTo>
                  <a:cubicBezTo>
                    <a:pt x="4967" y="1742"/>
                    <a:pt x="5000" y="1212"/>
                    <a:pt x="4735" y="815"/>
                  </a:cubicBezTo>
                  <a:cubicBezTo>
                    <a:pt x="4511" y="479"/>
                    <a:pt x="3696" y="1"/>
                    <a:pt x="276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g332bf0ce26c_1_589"/>
            <p:cNvSpPr/>
            <p:nvPr/>
          </p:nvSpPr>
          <p:spPr>
            <a:xfrm>
              <a:off x="8925570" y="3061800"/>
              <a:ext cx="227073" cy="344319"/>
            </a:xfrm>
            <a:custGeom>
              <a:rect b="b" l="l" r="r" t="t"/>
              <a:pathLst>
                <a:path extrusionOk="0" h="7935" w="5233">
                  <a:moveTo>
                    <a:pt x="2830" y="135"/>
                  </a:moveTo>
                  <a:cubicBezTo>
                    <a:pt x="3737" y="135"/>
                    <a:pt x="4540" y="608"/>
                    <a:pt x="4748" y="918"/>
                  </a:cubicBezTo>
                  <a:cubicBezTo>
                    <a:pt x="4974" y="1259"/>
                    <a:pt x="4971" y="1717"/>
                    <a:pt x="4968" y="2202"/>
                  </a:cubicBezTo>
                  <a:lnTo>
                    <a:pt x="4968" y="2371"/>
                  </a:lnTo>
                  <a:cubicBezTo>
                    <a:pt x="4968" y="2930"/>
                    <a:pt x="5099" y="4905"/>
                    <a:pt x="5100" y="4915"/>
                  </a:cubicBezTo>
                  <a:cubicBezTo>
                    <a:pt x="5099" y="4927"/>
                    <a:pt x="5001" y="6033"/>
                    <a:pt x="4874" y="6318"/>
                  </a:cubicBezTo>
                  <a:cubicBezTo>
                    <a:pt x="4723" y="6657"/>
                    <a:pt x="4144" y="7653"/>
                    <a:pt x="4016" y="7707"/>
                  </a:cubicBezTo>
                  <a:cubicBezTo>
                    <a:pt x="3907" y="7751"/>
                    <a:pt x="3580" y="7800"/>
                    <a:pt x="3308" y="7800"/>
                  </a:cubicBezTo>
                  <a:cubicBezTo>
                    <a:pt x="3155" y="7800"/>
                    <a:pt x="3019" y="7785"/>
                    <a:pt x="2948" y="7744"/>
                  </a:cubicBezTo>
                  <a:cubicBezTo>
                    <a:pt x="2571" y="7528"/>
                    <a:pt x="1448" y="6873"/>
                    <a:pt x="1236" y="6692"/>
                  </a:cubicBezTo>
                  <a:cubicBezTo>
                    <a:pt x="1062" y="6543"/>
                    <a:pt x="954" y="5931"/>
                    <a:pt x="927" y="5708"/>
                  </a:cubicBezTo>
                  <a:cubicBezTo>
                    <a:pt x="925" y="5678"/>
                    <a:pt x="901" y="5654"/>
                    <a:pt x="872" y="5650"/>
                  </a:cubicBezTo>
                  <a:cubicBezTo>
                    <a:pt x="869" y="5650"/>
                    <a:pt x="641" y="5617"/>
                    <a:pt x="416" y="5553"/>
                  </a:cubicBezTo>
                  <a:cubicBezTo>
                    <a:pt x="245" y="5503"/>
                    <a:pt x="133" y="5021"/>
                    <a:pt x="133" y="4325"/>
                  </a:cubicBezTo>
                  <a:cubicBezTo>
                    <a:pt x="133" y="4140"/>
                    <a:pt x="170" y="4021"/>
                    <a:pt x="235" y="3987"/>
                  </a:cubicBezTo>
                  <a:cubicBezTo>
                    <a:pt x="249" y="3980"/>
                    <a:pt x="266" y="3978"/>
                    <a:pt x="282" y="3978"/>
                  </a:cubicBezTo>
                  <a:cubicBezTo>
                    <a:pt x="350" y="3978"/>
                    <a:pt x="429" y="4025"/>
                    <a:pt x="458" y="4047"/>
                  </a:cubicBezTo>
                  <a:cubicBezTo>
                    <a:pt x="470" y="4056"/>
                    <a:pt x="484" y="4061"/>
                    <a:pt x="498" y="4061"/>
                  </a:cubicBezTo>
                  <a:cubicBezTo>
                    <a:pt x="509" y="4061"/>
                    <a:pt x="520" y="4058"/>
                    <a:pt x="530" y="4052"/>
                  </a:cubicBezTo>
                  <a:cubicBezTo>
                    <a:pt x="552" y="4039"/>
                    <a:pt x="566" y="4015"/>
                    <a:pt x="564" y="3989"/>
                  </a:cubicBezTo>
                  <a:lnTo>
                    <a:pt x="398" y="1903"/>
                  </a:lnTo>
                  <a:cubicBezTo>
                    <a:pt x="308" y="694"/>
                    <a:pt x="1106" y="438"/>
                    <a:pt x="2333" y="185"/>
                  </a:cubicBezTo>
                  <a:cubicBezTo>
                    <a:pt x="2500" y="151"/>
                    <a:pt x="2666" y="135"/>
                    <a:pt x="2830" y="135"/>
                  </a:cubicBezTo>
                  <a:close/>
                  <a:moveTo>
                    <a:pt x="2838" y="1"/>
                  </a:moveTo>
                  <a:cubicBezTo>
                    <a:pt x="2664" y="1"/>
                    <a:pt x="2485" y="18"/>
                    <a:pt x="2306" y="55"/>
                  </a:cubicBezTo>
                  <a:cubicBezTo>
                    <a:pt x="1250" y="272"/>
                    <a:pt x="159" y="496"/>
                    <a:pt x="266" y="1913"/>
                  </a:cubicBezTo>
                  <a:lnTo>
                    <a:pt x="422" y="3875"/>
                  </a:lnTo>
                  <a:cubicBezTo>
                    <a:pt x="381" y="3858"/>
                    <a:pt x="332" y="3844"/>
                    <a:pt x="282" y="3844"/>
                  </a:cubicBezTo>
                  <a:cubicBezTo>
                    <a:pt x="247" y="3844"/>
                    <a:pt x="211" y="3851"/>
                    <a:pt x="176" y="3868"/>
                  </a:cubicBezTo>
                  <a:cubicBezTo>
                    <a:pt x="59" y="3927"/>
                    <a:pt x="1" y="4076"/>
                    <a:pt x="1" y="4325"/>
                  </a:cubicBezTo>
                  <a:cubicBezTo>
                    <a:pt x="1" y="4791"/>
                    <a:pt x="51" y="5586"/>
                    <a:pt x="379" y="5680"/>
                  </a:cubicBezTo>
                  <a:cubicBezTo>
                    <a:pt x="552" y="5729"/>
                    <a:pt x="720" y="5760"/>
                    <a:pt x="802" y="5774"/>
                  </a:cubicBezTo>
                  <a:cubicBezTo>
                    <a:pt x="829" y="5969"/>
                    <a:pt x="932" y="6606"/>
                    <a:pt x="1150" y="6793"/>
                  </a:cubicBezTo>
                  <a:cubicBezTo>
                    <a:pt x="1411" y="7016"/>
                    <a:pt x="2868" y="7850"/>
                    <a:pt x="2882" y="7860"/>
                  </a:cubicBezTo>
                  <a:cubicBezTo>
                    <a:pt x="2978" y="7914"/>
                    <a:pt x="3138" y="7934"/>
                    <a:pt x="3312" y="7934"/>
                  </a:cubicBezTo>
                  <a:cubicBezTo>
                    <a:pt x="3615" y="7934"/>
                    <a:pt x="3957" y="7874"/>
                    <a:pt x="4065" y="7830"/>
                  </a:cubicBezTo>
                  <a:cubicBezTo>
                    <a:pt x="4280" y="7744"/>
                    <a:pt x="4906" y="6571"/>
                    <a:pt x="4995" y="6371"/>
                  </a:cubicBezTo>
                  <a:cubicBezTo>
                    <a:pt x="5131" y="6067"/>
                    <a:pt x="5228" y="4973"/>
                    <a:pt x="5233" y="4916"/>
                  </a:cubicBezTo>
                  <a:cubicBezTo>
                    <a:pt x="5231" y="4897"/>
                    <a:pt x="5100" y="2926"/>
                    <a:pt x="5100" y="2371"/>
                  </a:cubicBezTo>
                  <a:lnTo>
                    <a:pt x="5100" y="2203"/>
                  </a:lnTo>
                  <a:cubicBezTo>
                    <a:pt x="5104" y="1697"/>
                    <a:pt x="5107" y="1219"/>
                    <a:pt x="4858" y="845"/>
                  </a:cubicBezTo>
                  <a:cubicBezTo>
                    <a:pt x="4629" y="503"/>
                    <a:pt x="3797" y="1"/>
                    <a:pt x="28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g332bf0ce26c_1_589"/>
            <p:cNvSpPr/>
            <p:nvPr/>
          </p:nvSpPr>
          <p:spPr>
            <a:xfrm>
              <a:off x="8943621" y="3232028"/>
              <a:ext cx="4947" cy="5424"/>
            </a:xfrm>
            <a:custGeom>
              <a:rect b="b" l="l" r="r" t="t"/>
              <a:pathLst>
                <a:path extrusionOk="0" h="125" w="114">
                  <a:moveTo>
                    <a:pt x="76" y="0"/>
                  </a:moveTo>
                  <a:cubicBezTo>
                    <a:pt x="55" y="0"/>
                    <a:pt x="34" y="10"/>
                    <a:pt x="21" y="28"/>
                  </a:cubicBezTo>
                  <a:cubicBezTo>
                    <a:pt x="0" y="58"/>
                    <a:pt x="7" y="100"/>
                    <a:pt x="37" y="120"/>
                  </a:cubicBezTo>
                  <a:lnTo>
                    <a:pt x="43" y="125"/>
                  </a:lnTo>
                  <a:lnTo>
                    <a:pt x="82" y="71"/>
                  </a:lnTo>
                  <a:lnTo>
                    <a:pt x="114" y="12"/>
                  </a:lnTo>
                  <a:cubicBezTo>
                    <a:pt x="102" y="4"/>
                    <a:pt x="89"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g332bf0ce26c_1_589"/>
            <p:cNvSpPr/>
            <p:nvPr/>
          </p:nvSpPr>
          <p:spPr>
            <a:xfrm>
              <a:off x="8935637" y="3064707"/>
              <a:ext cx="207763" cy="170446"/>
            </a:xfrm>
            <a:custGeom>
              <a:rect b="b" l="l" r="r" t="t"/>
              <a:pathLst>
                <a:path extrusionOk="0" h="3928" w="4788">
                  <a:moveTo>
                    <a:pt x="2604" y="1"/>
                  </a:moveTo>
                  <a:cubicBezTo>
                    <a:pt x="2435" y="1"/>
                    <a:pt x="2261" y="17"/>
                    <a:pt x="2087" y="53"/>
                  </a:cubicBezTo>
                  <a:cubicBezTo>
                    <a:pt x="961" y="285"/>
                    <a:pt x="1" y="517"/>
                    <a:pt x="100" y="1840"/>
                  </a:cubicBezTo>
                  <a:lnTo>
                    <a:pt x="266" y="3927"/>
                  </a:lnTo>
                  <a:lnTo>
                    <a:pt x="696" y="3894"/>
                  </a:lnTo>
                  <a:lnTo>
                    <a:pt x="597" y="3166"/>
                  </a:lnTo>
                  <a:cubicBezTo>
                    <a:pt x="597" y="3166"/>
                    <a:pt x="1060" y="3099"/>
                    <a:pt x="1060" y="2901"/>
                  </a:cubicBezTo>
                  <a:cubicBezTo>
                    <a:pt x="1060" y="2702"/>
                    <a:pt x="465" y="1610"/>
                    <a:pt x="927" y="1378"/>
                  </a:cubicBezTo>
                  <a:cubicBezTo>
                    <a:pt x="1317" y="1183"/>
                    <a:pt x="1544" y="1105"/>
                    <a:pt x="1783" y="1105"/>
                  </a:cubicBezTo>
                  <a:cubicBezTo>
                    <a:pt x="1828" y="1105"/>
                    <a:pt x="1874" y="1108"/>
                    <a:pt x="1921" y="1113"/>
                  </a:cubicBezTo>
                  <a:cubicBezTo>
                    <a:pt x="2174" y="1141"/>
                    <a:pt x="2571" y="1480"/>
                    <a:pt x="3090" y="1480"/>
                  </a:cubicBezTo>
                  <a:cubicBezTo>
                    <a:pt x="3182" y="1480"/>
                    <a:pt x="3278" y="1469"/>
                    <a:pt x="3377" y="1444"/>
                  </a:cubicBezTo>
                  <a:cubicBezTo>
                    <a:pt x="4040" y="1278"/>
                    <a:pt x="4338" y="980"/>
                    <a:pt x="4338" y="980"/>
                  </a:cubicBezTo>
                  <a:lnTo>
                    <a:pt x="4788" y="1535"/>
                  </a:lnTo>
                  <a:cubicBezTo>
                    <a:pt x="4765" y="1269"/>
                    <a:pt x="4710" y="1023"/>
                    <a:pt x="4570" y="815"/>
                  </a:cubicBezTo>
                  <a:cubicBezTo>
                    <a:pt x="4346" y="479"/>
                    <a:pt x="3531" y="1"/>
                    <a:pt x="26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g332bf0ce26c_1_589"/>
            <p:cNvSpPr/>
            <p:nvPr/>
          </p:nvSpPr>
          <p:spPr>
            <a:xfrm>
              <a:off x="8932469" y="3061844"/>
              <a:ext cx="213925" cy="176174"/>
            </a:xfrm>
            <a:custGeom>
              <a:rect b="b" l="l" r="r" t="t"/>
              <a:pathLst>
                <a:path extrusionOk="0" h="4060" w="4930">
                  <a:moveTo>
                    <a:pt x="2672" y="134"/>
                  </a:moveTo>
                  <a:cubicBezTo>
                    <a:pt x="3578" y="134"/>
                    <a:pt x="4380" y="606"/>
                    <a:pt x="4589" y="917"/>
                  </a:cubicBezTo>
                  <a:cubicBezTo>
                    <a:pt x="4671" y="1042"/>
                    <a:pt x="4729" y="1191"/>
                    <a:pt x="4764" y="1375"/>
                  </a:cubicBezTo>
                  <a:lnTo>
                    <a:pt x="4463" y="1004"/>
                  </a:lnTo>
                  <a:cubicBezTo>
                    <a:pt x="4451" y="990"/>
                    <a:pt x="4434" y="980"/>
                    <a:pt x="4415" y="979"/>
                  </a:cubicBezTo>
                  <a:cubicBezTo>
                    <a:pt x="4393" y="979"/>
                    <a:pt x="4378" y="986"/>
                    <a:pt x="4365" y="999"/>
                  </a:cubicBezTo>
                  <a:cubicBezTo>
                    <a:pt x="4361" y="1001"/>
                    <a:pt x="4068" y="1286"/>
                    <a:pt x="3435" y="1445"/>
                  </a:cubicBezTo>
                  <a:cubicBezTo>
                    <a:pt x="3341" y="1468"/>
                    <a:pt x="3251" y="1478"/>
                    <a:pt x="3164" y="1478"/>
                  </a:cubicBezTo>
                  <a:cubicBezTo>
                    <a:pt x="2856" y="1478"/>
                    <a:pt x="2593" y="1354"/>
                    <a:pt x="2371" y="1249"/>
                  </a:cubicBezTo>
                  <a:cubicBezTo>
                    <a:pt x="2231" y="1181"/>
                    <a:pt x="2109" y="1124"/>
                    <a:pt x="2002" y="1113"/>
                  </a:cubicBezTo>
                  <a:cubicBezTo>
                    <a:pt x="1952" y="1107"/>
                    <a:pt x="1904" y="1104"/>
                    <a:pt x="1856" y="1104"/>
                  </a:cubicBezTo>
                  <a:cubicBezTo>
                    <a:pt x="1611" y="1104"/>
                    <a:pt x="1376" y="1182"/>
                    <a:pt x="972" y="1384"/>
                  </a:cubicBezTo>
                  <a:cubicBezTo>
                    <a:pt x="578" y="1580"/>
                    <a:pt x="817" y="2238"/>
                    <a:pt x="975" y="2673"/>
                  </a:cubicBezTo>
                  <a:cubicBezTo>
                    <a:pt x="1020" y="2797"/>
                    <a:pt x="1068" y="2925"/>
                    <a:pt x="1068" y="2967"/>
                  </a:cubicBezTo>
                  <a:cubicBezTo>
                    <a:pt x="1068" y="3062"/>
                    <a:pt x="825" y="3142"/>
                    <a:pt x="661" y="3165"/>
                  </a:cubicBezTo>
                  <a:cubicBezTo>
                    <a:pt x="624" y="3171"/>
                    <a:pt x="599" y="3204"/>
                    <a:pt x="604" y="3240"/>
                  </a:cubicBezTo>
                  <a:lnTo>
                    <a:pt x="694" y="3899"/>
                  </a:lnTo>
                  <a:lnTo>
                    <a:pt x="400" y="3921"/>
                  </a:lnTo>
                  <a:lnTo>
                    <a:pt x="239" y="1902"/>
                  </a:lnTo>
                  <a:cubicBezTo>
                    <a:pt x="148" y="693"/>
                    <a:pt x="946" y="437"/>
                    <a:pt x="2174" y="184"/>
                  </a:cubicBezTo>
                  <a:cubicBezTo>
                    <a:pt x="2341" y="150"/>
                    <a:pt x="2507" y="134"/>
                    <a:pt x="2672" y="134"/>
                  </a:cubicBezTo>
                  <a:close/>
                  <a:moveTo>
                    <a:pt x="2679" y="0"/>
                  </a:moveTo>
                  <a:cubicBezTo>
                    <a:pt x="2504" y="0"/>
                    <a:pt x="2326" y="17"/>
                    <a:pt x="2147" y="54"/>
                  </a:cubicBezTo>
                  <a:cubicBezTo>
                    <a:pt x="1091" y="271"/>
                    <a:pt x="0" y="496"/>
                    <a:pt x="107" y="1912"/>
                  </a:cubicBezTo>
                  <a:lnTo>
                    <a:pt x="273" y="3998"/>
                  </a:lnTo>
                  <a:cubicBezTo>
                    <a:pt x="275" y="4033"/>
                    <a:pt x="304" y="4060"/>
                    <a:pt x="339" y="4060"/>
                  </a:cubicBezTo>
                  <a:lnTo>
                    <a:pt x="343" y="4060"/>
                  </a:lnTo>
                  <a:lnTo>
                    <a:pt x="774" y="4027"/>
                  </a:lnTo>
                  <a:cubicBezTo>
                    <a:pt x="792" y="4024"/>
                    <a:pt x="810" y="4016"/>
                    <a:pt x="820" y="4002"/>
                  </a:cubicBezTo>
                  <a:cubicBezTo>
                    <a:pt x="832" y="3988"/>
                    <a:pt x="837" y="3969"/>
                    <a:pt x="834" y="3951"/>
                  </a:cubicBezTo>
                  <a:lnTo>
                    <a:pt x="745" y="3286"/>
                  </a:lnTo>
                  <a:cubicBezTo>
                    <a:pt x="894" y="3256"/>
                    <a:pt x="1200" y="3171"/>
                    <a:pt x="1200" y="2967"/>
                  </a:cubicBezTo>
                  <a:cubicBezTo>
                    <a:pt x="1200" y="2905"/>
                    <a:pt x="1166" y="2808"/>
                    <a:pt x="1100" y="2628"/>
                  </a:cubicBezTo>
                  <a:cubicBezTo>
                    <a:pt x="967" y="2261"/>
                    <a:pt x="743" y="1646"/>
                    <a:pt x="1031" y="1503"/>
                  </a:cubicBezTo>
                  <a:cubicBezTo>
                    <a:pt x="1417" y="1309"/>
                    <a:pt x="1629" y="1237"/>
                    <a:pt x="1852" y="1237"/>
                  </a:cubicBezTo>
                  <a:cubicBezTo>
                    <a:pt x="1896" y="1237"/>
                    <a:pt x="1941" y="1240"/>
                    <a:pt x="1987" y="1245"/>
                  </a:cubicBezTo>
                  <a:cubicBezTo>
                    <a:pt x="2072" y="1255"/>
                    <a:pt x="2184" y="1308"/>
                    <a:pt x="2315" y="1369"/>
                  </a:cubicBezTo>
                  <a:cubicBezTo>
                    <a:pt x="2538" y="1475"/>
                    <a:pt x="2825" y="1612"/>
                    <a:pt x="3164" y="1612"/>
                  </a:cubicBezTo>
                  <a:cubicBezTo>
                    <a:pt x="3261" y="1612"/>
                    <a:pt x="3362" y="1600"/>
                    <a:pt x="3467" y="1574"/>
                  </a:cubicBezTo>
                  <a:cubicBezTo>
                    <a:pt x="3986" y="1444"/>
                    <a:pt x="4287" y="1236"/>
                    <a:pt x="4403" y="1142"/>
                  </a:cubicBezTo>
                  <a:lnTo>
                    <a:pt x="4809" y="1644"/>
                  </a:lnTo>
                  <a:cubicBezTo>
                    <a:pt x="4822" y="1659"/>
                    <a:pt x="4841" y="1668"/>
                    <a:pt x="4860" y="1668"/>
                  </a:cubicBezTo>
                  <a:cubicBezTo>
                    <a:pt x="4868" y="1668"/>
                    <a:pt x="4877" y="1666"/>
                    <a:pt x="4885" y="1663"/>
                  </a:cubicBezTo>
                  <a:cubicBezTo>
                    <a:pt x="4913" y="1652"/>
                    <a:pt x="4929" y="1625"/>
                    <a:pt x="4927" y="1595"/>
                  </a:cubicBezTo>
                  <a:cubicBezTo>
                    <a:pt x="4900" y="1276"/>
                    <a:pt x="4828" y="1037"/>
                    <a:pt x="4699" y="844"/>
                  </a:cubicBezTo>
                  <a:cubicBezTo>
                    <a:pt x="4470" y="503"/>
                    <a:pt x="3638" y="0"/>
                    <a:pt x="26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g332bf0ce26c_1_589"/>
            <p:cNvSpPr/>
            <p:nvPr/>
          </p:nvSpPr>
          <p:spPr>
            <a:xfrm>
              <a:off x="9064815" y="3220703"/>
              <a:ext cx="34757" cy="79105"/>
            </a:xfrm>
            <a:custGeom>
              <a:rect b="b" l="l" r="r" t="t"/>
              <a:pathLst>
                <a:path extrusionOk="0" h="1823" w="801">
                  <a:moveTo>
                    <a:pt x="500" y="1"/>
                  </a:moveTo>
                  <a:cubicBezTo>
                    <a:pt x="497" y="1"/>
                    <a:pt x="494" y="1"/>
                    <a:pt x="491" y="1"/>
                  </a:cubicBezTo>
                  <a:cubicBezTo>
                    <a:pt x="455" y="6"/>
                    <a:pt x="430" y="40"/>
                    <a:pt x="435" y="77"/>
                  </a:cubicBezTo>
                  <a:lnTo>
                    <a:pt x="657" y="1630"/>
                  </a:lnTo>
                  <a:lnTo>
                    <a:pt x="63" y="1690"/>
                  </a:lnTo>
                  <a:cubicBezTo>
                    <a:pt x="27" y="1693"/>
                    <a:pt x="0" y="1726"/>
                    <a:pt x="4" y="1763"/>
                  </a:cubicBezTo>
                  <a:cubicBezTo>
                    <a:pt x="8" y="1796"/>
                    <a:pt x="36" y="1822"/>
                    <a:pt x="70" y="1822"/>
                  </a:cubicBezTo>
                  <a:lnTo>
                    <a:pt x="76" y="1822"/>
                  </a:lnTo>
                  <a:lnTo>
                    <a:pt x="739" y="1756"/>
                  </a:lnTo>
                  <a:cubicBezTo>
                    <a:pt x="756" y="1753"/>
                    <a:pt x="773" y="1745"/>
                    <a:pt x="785" y="1731"/>
                  </a:cubicBezTo>
                  <a:cubicBezTo>
                    <a:pt x="796" y="1716"/>
                    <a:pt x="800" y="1698"/>
                    <a:pt x="798" y="1680"/>
                  </a:cubicBezTo>
                  <a:lnTo>
                    <a:pt x="566" y="58"/>
                  </a:lnTo>
                  <a:cubicBezTo>
                    <a:pt x="562" y="24"/>
                    <a:pt x="532" y="1"/>
                    <a:pt x="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g332bf0ce26c_1_589"/>
            <p:cNvSpPr/>
            <p:nvPr/>
          </p:nvSpPr>
          <p:spPr>
            <a:xfrm>
              <a:off x="8999944" y="3208770"/>
              <a:ext cx="61097" cy="17748"/>
            </a:xfrm>
            <a:custGeom>
              <a:rect b="b" l="l" r="r" t="t"/>
              <a:pathLst>
                <a:path extrusionOk="0" h="409" w="1408">
                  <a:moveTo>
                    <a:pt x="864" y="0"/>
                  </a:moveTo>
                  <a:cubicBezTo>
                    <a:pt x="616" y="0"/>
                    <a:pt x="311" y="61"/>
                    <a:pt x="33" y="290"/>
                  </a:cubicBezTo>
                  <a:cubicBezTo>
                    <a:pt x="5" y="314"/>
                    <a:pt x="0" y="355"/>
                    <a:pt x="24" y="384"/>
                  </a:cubicBezTo>
                  <a:cubicBezTo>
                    <a:pt x="37" y="400"/>
                    <a:pt x="56" y="409"/>
                    <a:pt x="75" y="409"/>
                  </a:cubicBezTo>
                  <a:cubicBezTo>
                    <a:pt x="90" y="409"/>
                    <a:pt x="105" y="404"/>
                    <a:pt x="117" y="393"/>
                  </a:cubicBezTo>
                  <a:cubicBezTo>
                    <a:pt x="364" y="190"/>
                    <a:pt x="641" y="135"/>
                    <a:pt x="866" y="135"/>
                  </a:cubicBezTo>
                  <a:cubicBezTo>
                    <a:pt x="1119" y="135"/>
                    <a:pt x="1306" y="204"/>
                    <a:pt x="1310" y="205"/>
                  </a:cubicBezTo>
                  <a:cubicBezTo>
                    <a:pt x="1318" y="208"/>
                    <a:pt x="1326" y="210"/>
                    <a:pt x="1334" y="210"/>
                  </a:cubicBezTo>
                  <a:cubicBezTo>
                    <a:pt x="1360" y="210"/>
                    <a:pt x="1385" y="194"/>
                    <a:pt x="1395" y="167"/>
                  </a:cubicBezTo>
                  <a:cubicBezTo>
                    <a:pt x="1408" y="132"/>
                    <a:pt x="1391" y="94"/>
                    <a:pt x="1357" y="81"/>
                  </a:cubicBezTo>
                  <a:cubicBezTo>
                    <a:pt x="1341" y="75"/>
                    <a:pt x="1138"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g332bf0ce26c_1_589"/>
            <p:cNvSpPr/>
            <p:nvPr/>
          </p:nvSpPr>
          <p:spPr>
            <a:xfrm>
              <a:off x="9094756" y="3202131"/>
              <a:ext cx="45302" cy="12888"/>
            </a:xfrm>
            <a:custGeom>
              <a:rect b="b" l="l" r="r" t="t"/>
              <a:pathLst>
                <a:path extrusionOk="0" h="297" w="1044">
                  <a:moveTo>
                    <a:pt x="591" y="1"/>
                  </a:moveTo>
                  <a:cubicBezTo>
                    <a:pt x="313" y="1"/>
                    <a:pt x="56" y="164"/>
                    <a:pt x="39" y="174"/>
                  </a:cubicBezTo>
                  <a:cubicBezTo>
                    <a:pt x="9" y="194"/>
                    <a:pt x="0" y="235"/>
                    <a:pt x="19" y="266"/>
                  </a:cubicBezTo>
                  <a:cubicBezTo>
                    <a:pt x="32" y="286"/>
                    <a:pt x="54" y="297"/>
                    <a:pt x="76" y="297"/>
                  </a:cubicBezTo>
                  <a:cubicBezTo>
                    <a:pt x="88" y="297"/>
                    <a:pt x="100" y="293"/>
                    <a:pt x="111" y="286"/>
                  </a:cubicBezTo>
                  <a:cubicBezTo>
                    <a:pt x="115" y="284"/>
                    <a:pt x="348" y="136"/>
                    <a:pt x="589" y="136"/>
                  </a:cubicBezTo>
                  <a:cubicBezTo>
                    <a:pt x="706" y="136"/>
                    <a:pt x="826" y="171"/>
                    <a:pt x="921" y="275"/>
                  </a:cubicBezTo>
                  <a:cubicBezTo>
                    <a:pt x="934" y="290"/>
                    <a:pt x="951" y="297"/>
                    <a:pt x="969" y="297"/>
                  </a:cubicBezTo>
                  <a:cubicBezTo>
                    <a:pt x="986" y="297"/>
                    <a:pt x="1001" y="291"/>
                    <a:pt x="1014" y="279"/>
                  </a:cubicBezTo>
                  <a:cubicBezTo>
                    <a:pt x="1041" y="254"/>
                    <a:pt x="1044" y="213"/>
                    <a:pt x="1019" y="185"/>
                  </a:cubicBezTo>
                  <a:cubicBezTo>
                    <a:pt x="892" y="46"/>
                    <a:pt x="739" y="1"/>
                    <a:pt x="5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g332bf0ce26c_1_589"/>
            <p:cNvSpPr/>
            <p:nvPr/>
          </p:nvSpPr>
          <p:spPr>
            <a:xfrm>
              <a:off x="9027585" y="3230813"/>
              <a:ext cx="17314" cy="22955"/>
            </a:xfrm>
            <a:custGeom>
              <a:rect b="b" l="l" r="r" t="t"/>
              <a:pathLst>
                <a:path extrusionOk="0" h="529" w="399">
                  <a:moveTo>
                    <a:pt x="199" y="0"/>
                  </a:moveTo>
                  <a:cubicBezTo>
                    <a:pt x="89" y="0"/>
                    <a:pt x="1" y="118"/>
                    <a:pt x="1" y="265"/>
                  </a:cubicBezTo>
                  <a:cubicBezTo>
                    <a:pt x="1" y="411"/>
                    <a:pt x="89" y="529"/>
                    <a:pt x="199" y="529"/>
                  </a:cubicBezTo>
                  <a:cubicBezTo>
                    <a:pt x="310" y="529"/>
                    <a:pt x="398" y="411"/>
                    <a:pt x="398" y="265"/>
                  </a:cubicBezTo>
                  <a:cubicBezTo>
                    <a:pt x="398" y="118"/>
                    <a:pt x="310"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g332bf0ce26c_1_589"/>
            <p:cNvSpPr/>
            <p:nvPr/>
          </p:nvSpPr>
          <p:spPr>
            <a:xfrm>
              <a:off x="9113805" y="3230813"/>
              <a:ext cx="17270" cy="22955"/>
            </a:xfrm>
            <a:custGeom>
              <a:rect b="b" l="l" r="r" t="t"/>
              <a:pathLst>
                <a:path extrusionOk="0" h="529" w="398">
                  <a:moveTo>
                    <a:pt x="199" y="0"/>
                  </a:moveTo>
                  <a:cubicBezTo>
                    <a:pt x="90" y="0"/>
                    <a:pt x="0" y="118"/>
                    <a:pt x="0" y="265"/>
                  </a:cubicBezTo>
                  <a:cubicBezTo>
                    <a:pt x="0" y="411"/>
                    <a:pt x="90" y="529"/>
                    <a:pt x="199" y="529"/>
                  </a:cubicBezTo>
                  <a:cubicBezTo>
                    <a:pt x="309" y="529"/>
                    <a:pt x="398" y="411"/>
                    <a:pt x="398" y="265"/>
                  </a:cubicBezTo>
                  <a:cubicBezTo>
                    <a:pt x="398" y="118"/>
                    <a:pt x="30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g332bf0ce26c_1_589"/>
            <p:cNvSpPr/>
            <p:nvPr/>
          </p:nvSpPr>
          <p:spPr>
            <a:xfrm>
              <a:off x="9072149" y="3332741"/>
              <a:ext cx="17314" cy="11586"/>
            </a:xfrm>
            <a:custGeom>
              <a:rect b="b" l="l" r="r" t="t"/>
              <a:pathLst>
                <a:path extrusionOk="0" h="267" w="399">
                  <a:moveTo>
                    <a:pt x="199" y="1"/>
                  </a:moveTo>
                  <a:cubicBezTo>
                    <a:pt x="89" y="1"/>
                    <a:pt x="1" y="61"/>
                    <a:pt x="1" y="134"/>
                  </a:cubicBezTo>
                  <a:cubicBezTo>
                    <a:pt x="1" y="207"/>
                    <a:pt x="89" y="267"/>
                    <a:pt x="199" y="267"/>
                  </a:cubicBezTo>
                  <a:cubicBezTo>
                    <a:pt x="308" y="267"/>
                    <a:pt x="398" y="207"/>
                    <a:pt x="398" y="134"/>
                  </a:cubicBezTo>
                  <a:cubicBezTo>
                    <a:pt x="398" y="61"/>
                    <a:pt x="308" y="1"/>
                    <a:pt x="1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g332bf0ce26c_1_589"/>
            <p:cNvSpPr/>
            <p:nvPr/>
          </p:nvSpPr>
          <p:spPr>
            <a:xfrm>
              <a:off x="8839436" y="2649704"/>
              <a:ext cx="462955" cy="355558"/>
            </a:xfrm>
            <a:custGeom>
              <a:rect b="b" l="l" r="r" t="t"/>
              <a:pathLst>
                <a:path extrusionOk="0" h="8194" w="10669">
                  <a:moveTo>
                    <a:pt x="1" y="0"/>
                  </a:moveTo>
                  <a:lnTo>
                    <a:pt x="1" y="6571"/>
                  </a:lnTo>
                  <a:lnTo>
                    <a:pt x="3990" y="6571"/>
                  </a:lnTo>
                  <a:lnTo>
                    <a:pt x="5206" y="8193"/>
                  </a:lnTo>
                  <a:lnTo>
                    <a:pt x="6288" y="6571"/>
                  </a:lnTo>
                  <a:lnTo>
                    <a:pt x="10669" y="6571"/>
                  </a:lnTo>
                  <a:lnTo>
                    <a:pt x="106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g332bf0ce26c_1_589"/>
            <p:cNvSpPr/>
            <p:nvPr/>
          </p:nvSpPr>
          <p:spPr>
            <a:xfrm>
              <a:off x="8818131" y="2628355"/>
              <a:ext cx="462955" cy="355602"/>
            </a:xfrm>
            <a:custGeom>
              <a:rect b="b" l="l" r="r" t="t"/>
              <a:pathLst>
                <a:path extrusionOk="0" h="8195" w="10669">
                  <a:moveTo>
                    <a:pt x="1" y="0"/>
                  </a:moveTo>
                  <a:lnTo>
                    <a:pt x="1" y="6572"/>
                  </a:lnTo>
                  <a:lnTo>
                    <a:pt x="3990" y="6572"/>
                  </a:lnTo>
                  <a:lnTo>
                    <a:pt x="5206" y="8194"/>
                  </a:lnTo>
                  <a:lnTo>
                    <a:pt x="6288" y="6572"/>
                  </a:lnTo>
                  <a:lnTo>
                    <a:pt x="10669" y="6572"/>
                  </a:lnTo>
                  <a:lnTo>
                    <a:pt x="1066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g332bf0ce26c_1_589"/>
            <p:cNvSpPr/>
            <p:nvPr/>
          </p:nvSpPr>
          <p:spPr>
            <a:xfrm>
              <a:off x="8815224" y="2625448"/>
              <a:ext cx="468769" cy="361373"/>
            </a:xfrm>
            <a:custGeom>
              <a:rect b="b" l="l" r="r" t="t"/>
              <a:pathLst>
                <a:path extrusionOk="0" h="8328" w="10803">
                  <a:moveTo>
                    <a:pt x="10670" y="135"/>
                  </a:moveTo>
                  <a:lnTo>
                    <a:pt x="10670" y="6573"/>
                  </a:lnTo>
                  <a:lnTo>
                    <a:pt x="6355" y="6573"/>
                  </a:lnTo>
                  <a:cubicBezTo>
                    <a:pt x="6332" y="6573"/>
                    <a:pt x="6311" y="6584"/>
                    <a:pt x="6299" y="6603"/>
                  </a:cubicBezTo>
                  <a:lnTo>
                    <a:pt x="5270" y="8147"/>
                  </a:lnTo>
                  <a:lnTo>
                    <a:pt x="4110" y="6599"/>
                  </a:lnTo>
                  <a:cubicBezTo>
                    <a:pt x="4097" y="6583"/>
                    <a:pt x="4078" y="6573"/>
                    <a:pt x="4057" y="6573"/>
                  </a:cubicBezTo>
                  <a:lnTo>
                    <a:pt x="134" y="6573"/>
                  </a:lnTo>
                  <a:lnTo>
                    <a:pt x="134" y="135"/>
                  </a:lnTo>
                  <a:close/>
                  <a:moveTo>
                    <a:pt x="68" y="1"/>
                  </a:moveTo>
                  <a:cubicBezTo>
                    <a:pt x="31" y="1"/>
                    <a:pt x="0" y="30"/>
                    <a:pt x="0" y="67"/>
                  </a:cubicBezTo>
                  <a:lnTo>
                    <a:pt x="0" y="6639"/>
                  </a:lnTo>
                  <a:cubicBezTo>
                    <a:pt x="0" y="6676"/>
                    <a:pt x="31" y="6706"/>
                    <a:pt x="68" y="6706"/>
                  </a:cubicBezTo>
                  <a:lnTo>
                    <a:pt x="4024" y="6706"/>
                  </a:lnTo>
                  <a:lnTo>
                    <a:pt x="5220" y="8301"/>
                  </a:lnTo>
                  <a:cubicBezTo>
                    <a:pt x="5233" y="8317"/>
                    <a:pt x="5252" y="8328"/>
                    <a:pt x="5273" y="8328"/>
                  </a:cubicBezTo>
                  <a:lnTo>
                    <a:pt x="5276" y="8328"/>
                  </a:lnTo>
                  <a:cubicBezTo>
                    <a:pt x="5297" y="8327"/>
                    <a:pt x="5317" y="8316"/>
                    <a:pt x="5329" y="8298"/>
                  </a:cubicBezTo>
                  <a:lnTo>
                    <a:pt x="6390" y="6706"/>
                  </a:lnTo>
                  <a:lnTo>
                    <a:pt x="10736" y="6706"/>
                  </a:lnTo>
                  <a:cubicBezTo>
                    <a:pt x="10772" y="6706"/>
                    <a:pt x="10802" y="6676"/>
                    <a:pt x="10802" y="6639"/>
                  </a:cubicBezTo>
                  <a:lnTo>
                    <a:pt x="10802" y="67"/>
                  </a:lnTo>
                  <a:cubicBezTo>
                    <a:pt x="10802" y="30"/>
                    <a:pt x="10772" y="1"/>
                    <a:pt x="107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g332bf0ce26c_1_589"/>
            <p:cNvSpPr/>
            <p:nvPr/>
          </p:nvSpPr>
          <p:spPr>
            <a:xfrm>
              <a:off x="8950086" y="2746642"/>
              <a:ext cx="35538" cy="35538"/>
            </a:xfrm>
            <a:custGeom>
              <a:rect b="b" l="l" r="r" t="t"/>
              <a:pathLst>
                <a:path extrusionOk="0" h="819" w="819">
                  <a:moveTo>
                    <a:pt x="410" y="0"/>
                  </a:moveTo>
                  <a:cubicBezTo>
                    <a:pt x="184" y="0"/>
                    <a:pt x="0" y="183"/>
                    <a:pt x="0" y="409"/>
                  </a:cubicBezTo>
                  <a:cubicBezTo>
                    <a:pt x="0"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g332bf0ce26c_1_589"/>
            <p:cNvSpPr/>
            <p:nvPr/>
          </p:nvSpPr>
          <p:spPr>
            <a:xfrm>
              <a:off x="9031794" y="2746642"/>
              <a:ext cx="35582" cy="35538"/>
            </a:xfrm>
            <a:custGeom>
              <a:rect b="b" l="l" r="r" t="t"/>
              <a:pathLst>
                <a:path extrusionOk="0" h="819" w="820">
                  <a:moveTo>
                    <a:pt x="410" y="0"/>
                  </a:moveTo>
                  <a:cubicBezTo>
                    <a:pt x="184" y="0"/>
                    <a:pt x="1" y="183"/>
                    <a:pt x="1" y="409"/>
                  </a:cubicBezTo>
                  <a:cubicBezTo>
                    <a:pt x="1" y="635"/>
                    <a:pt x="184" y="819"/>
                    <a:pt x="410" y="819"/>
                  </a:cubicBezTo>
                  <a:cubicBezTo>
                    <a:pt x="636" y="819"/>
                    <a:pt x="819" y="635"/>
                    <a:pt x="819" y="409"/>
                  </a:cubicBezTo>
                  <a:cubicBezTo>
                    <a:pt x="819" y="183"/>
                    <a:pt x="636"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g332bf0ce26c_1_589"/>
            <p:cNvSpPr/>
            <p:nvPr/>
          </p:nvSpPr>
          <p:spPr>
            <a:xfrm>
              <a:off x="9113545" y="2746642"/>
              <a:ext cx="35538" cy="35538"/>
            </a:xfrm>
            <a:custGeom>
              <a:rect b="b" l="l" r="r" t="t"/>
              <a:pathLst>
                <a:path extrusionOk="0" h="819" w="819">
                  <a:moveTo>
                    <a:pt x="410" y="0"/>
                  </a:moveTo>
                  <a:cubicBezTo>
                    <a:pt x="184" y="0"/>
                    <a:pt x="0" y="183"/>
                    <a:pt x="0" y="409"/>
                  </a:cubicBezTo>
                  <a:cubicBezTo>
                    <a:pt x="0" y="635"/>
                    <a:pt x="184" y="819"/>
                    <a:pt x="410" y="819"/>
                  </a:cubicBezTo>
                  <a:cubicBezTo>
                    <a:pt x="637" y="819"/>
                    <a:pt x="819" y="635"/>
                    <a:pt x="819" y="409"/>
                  </a:cubicBezTo>
                  <a:cubicBezTo>
                    <a:pt x="819" y="183"/>
                    <a:pt x="637"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g332bf0ce26c_1_7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Impact of Critical Feedback</a:t>
            </a:r>
            <a:endParaRPr sz="2200"/>
          </a:p>
        </p:txBody>
      </p:sp>
      <p:sp>
        <p:nvSpPr>
          <p:cNvPr id="2149" name="Google Shape;2149;g332bf0ce26c_1_715"/>
          <p:cNvSpPr txBox="1"/>
          <p:nvPr>
            <p:ph idx="1" type="body"/>
          </p:nvPr>
        </p:nvSpPr>
        <p:spPr>
          <a:xfrm>
            <a:off x="225725" y="1100175"/>
            <a:ext cx="5049000" cy="34881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Case Study: Impact of Critical Feedback in Education</a:t>
            </a:r>
            <a:r>
              <a:rPr lang="en">
                <a:solidFill>
                  <a:srgbClr val="000000"/>
                </a:solidFill>
              </a:rPr>
              <a:t> – (Hattie, J., &amp; Timperley, H. (2007). The Power of Feedback. Review of Educational Research.)</a:t>
            </a:r>
            <a:br>
              <a:rPr lang="en">
                <a:solidFill>
                  <a:srgbClr val="000000"/>
                </a:solidFill>
              </a:rPr>
            </a:b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Application to the Workplace</a:t>
            </a:r>
            <a:r>
              <a:rPr lang="en">
                <a:solidFill>
                  <a:srgbClr val="000000"/>
                </a:solidFill>
              </a:rPr>
              <a:t> – In the work world, the same principles apply.</a:t>
            </a:r>
            <a:endParaRPr b="1" sz="1100">
              <a:solidFill>
                <a:srgbClr val="000000"/>
              </a:solidFill>
              <a:latin typeface="Arial"/>
              <a:ea typeface="Arial"/>
              <a:cs typeface="Arial"/>
              <a:sym typeface="Arial"/>
            </a:endParaRPr>
          </a:p>
        </p:txBody>
      </p:sp>
      <p:grpSp>
        <p:nvGrpSpPr>
          <p:cNvPr id="2150" name="Google Shape;2150;g332bf0ce26c_1_715"/>
          <p:cNvGrpSpPr/>
          <p:nvPr/>
        </p:nvGrpSpPr>
        <p:grpSpPr>
          <a:xfrm>
            <a:off x="6417527" y="1116994"/>
            <a:ext cx="1784274" cy="3454449"/>
            <a:chOff x="720000" y="2793375"/>
            <a:chExt cx="1213875" cy="2350125"/>
          </a:xfrm>
        </p:grpSpPr>
        <p:sp>
          <p:nvSpPr>
            <p:cNvPr id="2151" name="Google Shape;2151;g332bf0ce26c_1_715"/>
            <p:cNvSpPr/>
            <p:nvPr/>
          </p:nvSpPr>
          <p:spPr>
            <a:xfrm>
              <a:off x="1506030" y="3082302"/>
              <a:ext cx="193379" cy="457026"/>
            </a:xfrm>
            <a:custGeom>
              <a:rect b="b" l="l" r="r" t="t"/>
              <a:pathLst>
                <a:path extrusionOk="0" h="9021" w="3817">
                  <a:moveTo>
                    <a:pt x="1506" y="1"/>
                  </a:moveTo>
                  <a:cubicBezTo>
                    <a:pt x="1506" y="1"/>
                    <a:pt x="1183" y="135"/>
                    <a:pt x="1183" y="350"/>
                  </a:cubicBezTo>
                  <a:cubicBezTo>
                    <a:pt x="1183" y="350"/>
                    <a:pt x="1022" y="1101"/>
                    <a:pt x="1237" y="1344"/>
                  </a:cubicBezTo>
                  <a:cubicBezTo>
                    <a:pt x="1451" y="1585"/>
                    <a:pt x="2258" y="2445"/>
                    <a:pt x="2258" y="2579"/>
                  </a:cubicBezTo>
                  <a:cubicBezTo>
                    <a:pt x="2258" y="2714"/>
                    <a:pt x="1990" y="6581"/>
                    <a:pt x="1990" y="6581"/>
                  </a:cubicBezTo>
                  <a:lnTo>
                    <a:pt x="753" y="5695"/>
                  </a:lnTo>
                  <a:lnTo>
                    <a:pt x="1" y="8006"/>
                  </a:lnTo>
                  <a:cubicBezTo>
                    <a:pt x="1" y="8006"/>
                    <a:pt x="1882" y="8812"/>
                    <a:pt x="2768" y="8972"/>
                  </a:cubicBezTo>
                  <a:cubicBezTo>
                    <a:pt x="2943" y="9004"/>
                    <a:pt x="3090" y="9020"/>
                    <a:pt x="3213" y="9020"/>
                  </a:cubicBezTo>
                  <a:cubicBezTo>
                    <a:pt x="3712" y="9020"/>
                    <a:pt x="3816" y="8754"/>
                    <a:pt x="3816" y="8194"/>
                  </a:cubicBezTo>
                  <a:cubicBezTo>
                    <a:pt x="3816" y="7495"/>
                    <a:pt x="3117" y="2149"/>
                    <a:pt x="3117" y="2149"/>
                  </a:cubicBezTo>
                  <a:cubicBezTo>
                    <a:pt x="3117" y="2149"/>
                    <a:pt x="3332" y="914"/>
                    <a:pt x="3332" y="699"/>
                  </a:cubicBezTo>
                  <a:cubicBezTo>
                    <a:pt x="3332" y="484"/>
                    <a:pt x="3413" y="377"/>
                    <a:pt x="3225" y="269"/>
                  </a:cubicBezTo>
                  <a:cubicBezTo>
                    <a:pt x="3037" y="162"/>
                    <a:pt x="1506" y="1"/>
                    <a:pt x="150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2" name="Google Shape;2152;g332bf0ce26c_1_715"/>
            <p:cNvSpPr/>
            <p:nvPr/>
          </p:nvSpPr>
          <p:spPr>
            <a:xfrm>
              <a:off x="1502331" y="3078959"/>
              <a:ext cx="200421" cy="463765"/>
            </a:xfrm>
            <a:custGeom>
              <a:rect b="b" l="l" r="r" t="t"/>
              <a:pathLst>
                <a:path extrusionOk="0" h="9154" w="3956">
                  <a:moveTo>
                    <a:pt x="1589" y="134"/>
                  </a:moveTo>
                  <a:cubicBezTo>
                    <a:pt x="2177" y="197"/>
                    <a:pt x="3138" y="320"/>
                    <a:pt x="3265" y="392"/>
                  </a:cubicBezTo>
                  <a:cubicBezTo>
                    <a:pt x="3366" y="451"/>
                    <a:pt x="3363" y="492"/>
                    <a:pt x="3349" y="611"/>
                  </a:cubicBezTo>
                  <a:cubicBezTo>
                    <a:pt x="3344" y="656"/>
                    <a:pt x="3339" y="707"/>
                    <a:pt x="3339" y="765"/>
                  </a:cubicBezTo>
                  <a:cubicBezTo>
                    <a:pt x="3339" y="931"/>
                    <a:pt x="3198" y="1779"/>
                    <a:pt x="3125" y="2204"/>
                  </a:cubicBezTo>
                  <a:cubicBezTo>
                    <a:pt x="3124" y="2211"/>
                    <a:pt x="3124" y="2218"/>
                    <a:pt x="3124" y="2224"/>
                  </a:cubicBezTo>
                  <a:cubicBezTo>
                    <a:pt x="3131" y="2277"/>
                    <a:pt x="3822" y="7573"/>
                    <a:pt x="3822" y="8259"/>
                  </a:cubicBezTo>
                  <a:cubicBezTo>
                    <a:pt x="3822" y="8629"/>
                    <a:pt x="3773" y="8821"/>
                    <a:pt x="3653" y="8921"/>
                  </a:cubicBezTo>
                  <a:cubicBezTo>
                    <a:pt x="3574" y="8988"/>
                    <a:pt x="3455" y="9020"/>
                    <a:pt x="3286" y="9020"/>
                  </a:cubicBezTo>
                  <a:cubicBezTo>
                    <a:pt x="3168" y="9020"/>
                    <a:pt x="3025" y="9004"/>
                    <a:pt x="2853" y="8973"/>
                  </a:cubicBezTo>
                  <a:cubicBezTo>
                    <a:pt x="2069" y="8830"/>
                    <a:pt x="475" y="8168"/>
                    <a:pt x="157" y="8034"/>
                  </a:cubicBezTo>
                  <a:lnTo>
                    <a:pt x="862" y="5868"/>
                  </a:lnTo>
                  <a:lnTo>
                    <a:pt x="2024" y="6702"/>
                  </a:lnTo>
                  <a:cubicBezTo>
                    <a:pt x="2035" y="6710"/>
                    <a:pt x="2048" y="6714"/>
                    <a:pt x="2062" y="6714"/>
                  </a:cubicBezTo>
                  <a:cubicBezTo>
                    <a:pt x="2071" y="6714"/>
                    <a:pt x="2081" y="6712"/>
                    <a:pt x="2090" y="6708"/>
                  </a:cubicBezTo>
                  <a:cubicBezTo>
                    <a:pt x="2112" y="6697"/>
                    <a:pt x="2127" y="6676"/>
                    <a:pt x="2128" y="6652"/>
                  </a:cubicBezTo>
                  <a:cubicBezTo>
                    <a:pt x="2140" y="6494"/>
                    <a:pt x="2397" y="2780"/>
                    <a:pt x="2397" y="2645"/>
                  </a:cubicBezTo>
                  <a:cubicBezTo>
                    <a:pt x="2397" y="2541"/>
                    <a:pt x="2182" y="2271"/>
                    <a:pt x="1510" y="1533"/>
                  </a:cubicBezTo>
                  <a:cubicBezTo>
                    <a:pt x="1447" y="1463"/>
                    <a:pt x="1395" y="1406"/>
                    <a:pt x="1360" y="1365"/>
                  </a:cubicBezTo>
                  <a:cubicBezTo>
                    <a:pt x="1201" y="1187"/>
                    <a:pt x="1278" y="630"/>
                    <a:pt x="1321" y="429"/>
                  </a:cubicBezTo>
                  <a:cubicBezTo>
                    <a:pt x="1322" y="425"/>
                    <a:pt x="1322" y="421"/>
                    <a:pt x="1322" y="416"/>
                  </a:cubicBezTo>
                  <a:cubicBezTo>
                    <a:pt x="1322" y="285"/>
                    <a:pt x="1503" y="175"/>
                    <a:pt x="1589" y="134"/>
                  </a:cubicBezTo>
                  <a:close/>
                  <a:moveTo>
                    <a:pt x="1578" y="0"/>
                  </a:moveTo>
                  <a:cubicBezTo>
                    <a:pt x="1570" y="0"/>
                    <a:pt x="1561" y="2"/>
                    <a:pt x="1553" y="5"/>
                  </a:cubicBezTo>
                  <a:cubicBezTo>
                    <a:pt x="1538" y="11"/>
                    <a:pt x="1197" y="157"/>
                    <a:pt x="1191" y="408"/>
                  </a:cubicBezTo>
                  <a:cubicBezTo>
                    <a:pt x="1168" y="514"/>
                    <a:pt x="1036" y="1200"/>
                    <a:pt x="1260" y="1453"/>
                  </a:cubicBezTo>
                  <a:cubicBezTo>
                    <a:pt x="1297" y="1494"/>
                    <a:pt x="1349" y="1552"/>
                    <a:pt x="1412" y="1621"/>
                  </a:cubicBezTo>
                  <a:cubicBezTo>
                    <a:pt x="1639" y="1871"/>
                    <a:pt x="2242" y="2535"/>
                    <a:pt x="2265" y="2645"/>
                  </a:cubicBezTo>
                  <a:cubicBezTo>
                    <a:pt x="2265" y="2747"/>
                    <a:pt x="2098" y="5160"/>
                    <a:pt x="2005" y="6524"/>
                  </a:cubicBezTo>
                  <a:lnTo>
                    <a:pt x="865" y="5707"/>
                  </a:lnTo>
                  <a:cubicBezTo>
                    <a:pt x="853" y="5699"/>
                    <a:pt x="839" y="5695"/>
                    <a:pt x="826" y="5695"/>
                  </a:cubicBezTo>
                  <a:cubicBezTo>
                    <a:pt x="819" y="5695"/>
                    <a:pt x="813" y="5695"/>
                    <a:pt x="806" y="5697"/>
                  </a:cubicBezTo>
                  <a:cubicBezTo>
                    <a:pt x="786" y="5704"/>
                    <a:pt x="769" y="5720"/>
                    <a:pt x="764" y="5741"/>
                  </a:cubicBezTo>
                  <a:lnTo>
                    <a:pt x="11" y="8051"/>
                  </a:lnTo>
                  <a:cubicBezTo>
                    <a:pt x="0" y="8084"/>
                    <a:pt x="17" y="8119"/>
                    <a:pt x="48" y="8132"/>
                  </a:cubicBezTo>
                  <a:cubicBezTo>
                    <a:pt x="125" y="8165"/>
                    <a:pt x="1945" y="8943"/>
                    <a:pt x="2829" y="9104"/>
                  </a:cubicBezTo>
                  <a:cubicBezTo>
                    <a:pt x="3009" y="9137"/>
                    <a:pt x="3161" y="9153"/>
                    <a:pt x="3287" y="9153"/>
                  </a:cubicBezTo>
                  <a:cubicBezTo>
                    <a:pt x="3491" y="9153"/>
                    <a:pt x="3634" y="9111"/>
                    <a:pt x="3739" y="9023"/>
                  </a:cubicBezTo>
                  <a:cubicBezTo>
                    <a:pt x="3919" y="8873"/>
                    <a:pt x="3956" y="8609"/>
                    <a:pt x="3956" y="8259"/>
                  </a:cubicBezTo>
                  <a:cubicBezTo>
                    <a:pt x="3956" y="7573"/>
                    <a:pt x="3301" y="2548"/>
                    <a:pt x="3258" y="2217"/>
                  </a:cubicBezTo>
                  <a:cubicBezTo>
                    <a:pt x="3280" y="2090"/>
                    <a:pt x="3472" y="975"/>
                    <a:pt x="3472" y="765"/>
                  </a:cubicBezTo>
                  <a:cubicBezTo>
                    <a:pt x="3472" y="713"/>
                    <a:pt x="3476" y="667"/>
                    <a:pt x="3481" y="626"/>
                  </a:cubicBezTo>
                  <a:cubicBezTo>
                    <a:pt x="3495" y="499"/>
                    <a:pt x="3508" y="379"/>
                    <a:pt x="3331" y="277"/>
                  </a:cubicBezTo>
                  <a:cubicBezTo>
                    <a:pt x="3137" y="166"/>
                    <a:pt x="1744" y="17"/>
                    <a:pt x="1586" y="1"/>
                  </a:cubicBezTo>
                  <a:cubicBezTo>
                    <a:pt x="1583" y="0"/>
                    <a:pt x="1581" y="0"/>
                    <a:pt x="15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g332bf0ce26c_1_715"/>
            <p:cNvSpPr/>
            <p:nvPr/>
          </p:nvSpPr>
          <p:spPr>
            <a:xfrm>
              <a:off x="1506030" y="3387290"/>
              <a:ext cx="39770" cy="104973"/>
            </a:xfrm>
            <a:custGeom>
              <a:rect b="b" l="l" r="r" t="t"/>
              <a:pathLst>
                <a:path extrusionOk="0" h="2072" w="785">
                  <a:moveTo>
                    <a:pt x="784" y="1"/>
                  </a:moveTo>
                  <a:lnTo>
                    <a:pt x="1" y="1985"/>
                  </a:lnTo>
                  <a:lnTo>
                    <a:pt x="376" y="2071"/>
                  </a:lnTo>
                  <a:lnTo>
                    <a:pt x="7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g332bf0ce26c_1_715"/>
            <p:cNvSpPr/>
            <p:nvPr/>
          </p:nvSpPr>
          <p:spPr>
            <a:xfrm>
              <a:off x="1502585" y="3383946"/>
              <a:ext cx="46863" cy="111660"/>
            </a:xfrm>
            <a:custGeom>
              <a:rect b="b" l="l" r="r" t="t"/>
              <a:pathLst>
                <a:path extrusionOk="0" h="2204" w="925">
                  <a:moveTo>
                    <a:pt x="645" y="772"/>
                  </a:moveTo>
                  <a:lnTo>
                    <a:pt x="392" y="2057"/>
                  </a:lnTo>
                  <a:lnTo>
                    <a:pt x="160" y="2003"/>
                  </a:lnTo>
                  <a:lnTo>
                    <a:pt x="645" y="772"/>
                  </a:lnTo>
                  <a:close/>
                  <a:moveTo>
                    <a:pt x="852" y="0"/>
                  </a:moveTo>
                  <a:cubicBezTo>
                    <a:pt x="826" y="0"/>
                    <a:pt x="801" y="16"/>
                    <a:pt x="790" y="42"/>
                  </a:cubicBezTo>
                  <a:lnTo>
                    <a:pt x="7" y="2027"/>
                  </a:lnTo>
                  <a:cubicBezTo>
                    <a:pt x="0" y="2045"/>
                    <a:pt x="1" y="2065"/>
                    <a:pt x="11" y="2083"/>
                  </a:cubicBezTo>
                  <a:cubicBezTo>
                    <a:pt x="19" y="2099"/>
                    <a:pt x="36" y="2112"/>
                    <a:pt x="55" y="2116"/>
                  </a:cubicBezTo>
                  <a:lnTo>
                    <a:pt x="428" y="2202"/>
                  </a:lnTo>
                  <a:cubicBezTo>
                    <a:pt x="434" y="2203"/>
                    <a:pt x="439" y="2203"/>
                    <a:pt x="444" y="2203"/>
                  </a:cubicBezTo>
                  <a:cubicBezTo>
                    <a:pt x="457" y="2203"/>
                    <a:pt x="469" y="2200"/>
                    <a:pt x="479" y="2193"/>
                  </a:cubicBezTo>
                  <a:cubicBezTo>
                    <a:pt x="495" y="2183"/>
                    <a:pt x="505" y="2168"/>
                    <a:pt x="509" y="2150"/>
                  </a:cubicBezTo>
                  <a:lnTo>
                    <a:pt x="917" y="80"/>
                  </a:lnTo>
                  <a:cubicBezTo>
                    <a:pt x="924" y="45"/>
                    <a:pt x="904" y="12"/>
                    <a:pt x="871" y="3"/>
                  </a:cubicBezTo>
                  <a:cubicBezTo>
                    <a:pt x="865" y="1"/>
                    <a:pt x="858" y="0"/>
                    <a:pt x="8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g332bf0ce26c_1_715"/>
            <p:cNvSpPr/>
            <p:nvPr/>
          </p:nvSpPr>
          <p:spPr>
            <a:xfrm>
              <a:off x="1544381" y="3064824"/>
              <a:ext cx="157712" cy="65811"/>
            </a:xfrm>
            <a:custGeom>
              <a:rect b="b" l="l" r="r" t="t"/>
              <a:pathLst>
                <a:path extrusionOk="0" h="1299" w="3113">
                  <a:moveTo>
                    <a:pt x="131" y="0"/>
                  </a:moveTo>
                  <a:cubicBezTo>
                    <a:pt x="59" y="0"/>
                    <a:pt x="1" y="58"/>
                    <a:pt x="1" y="131"/>
                  </a:cubicBezTo>
                  <a:lnTo>
                    <a:pt x="1" y="889"/>
                  </a:lnTo>
                  <a:lnTo>
                    <a:pt x="3044" y="1298"/>
                  </a:lnTo>
                  <a:lnTo>
                    <a:pt x="3108" y="409"/>
                  </a:lnTo>
                  <a:cubicBezTo>
                    <a:pt x="3113" y="336"/>
                    <a:pt x="3059" y="275"/>
                    <a:pt x="2987" y="270"/>
                  </a:cubicBezTo>
                  <a:cubicBezTo>
                    <a:pt x="2984" y="270"/>
                    <a:pt x="2981" y="270"/>
                    <a:pt x="2978" y="270"/>
                  </a:cubicBezTo>
                  <a:cubicBezTo>
                    <a:pt x="2909" y="270"/>
                    <a:pt x="2853" y="322"/>
                    <a:pt x="2849" y="390"/>
                  </a:cubicBezTo>
                  <a:lnTo>
                    <a:pt x="2805" y="1004"/>
                  </a:lnTo>
                  <a:lnTo>
                    <a:pt x="260" y="662"/>
                  </a:lnTo>
                  <a:lnTo>
                    <a:pt x="260" y="131"/>
                  </a:lnTo>
                  <a:cubicBezTo>
                    <a:pt x="260" y="58"/>
                    <a:pt x="202" y="0"/>
                    <a:pt x="1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g332bf0ce26c_1_715"/>
            <p:cNvSpPr/>
            <p:nvPr/>
          </p:nvSpPr>
          <p:spPr>
            <a:xfrm>
              <a:off x="1579541" y="3082252"/>
              <a:ext cx="89875" cy="43620"/>
            </a:xfrm>
            <a:custGeom>
              <a:rect b="b" l="l" r="r" t="t"/>
              <a:pathLst>
                <a:path extrusionOk="0" h="861" w="1774">
                  <a:moveTo>
                    <a:pt x="55" y="1"/>
                  </a:moveTo>
                  <a:lnTo>
                    <a:pt x="0" y="700"/>
                  </a:lnTo>
                  <a:lnTo>
                    <a:pt x="1666" y="861"/>
                  </a:lnTo>
                  <a:lnTo>
                    <a:pt x="1774" y="270"/>
                  </a:lnTo>
                  <a:lnTo>
                    <a:pt x="5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g332bf0ce26c_1_715"/>
            <p:cNvSpPr/>
            <p:nvPr/>
          </p:nvSpPr>
          <p:spPr>
            <a:xfrm>
              <a:off x="1576045" y="3078908"/>
              <a:ext cx="96867" cy="50359"/>
            </a:xfrm>
            <a:custGeom>
              <a:rect b="b" l="l" r="r" t="t"/>
              <a:pathLst>
                <a:path extrusionOk="0" h="994" w="1912">
                  <a:moveTo>
                    <a:pt x="184" y="144"/>
                  </a:moveTo>
                  <a:lnTo>
                    <a:pt x="1765" y="391"/>
                  </a:lnTo>
                  <a:lnTo>
                    <a:pt x="1681" y="855"/>
                  </a:lnTo>
                  <a:lnTo>
                    <a:pt x="141" y="706"/>
                  </a:lnTo>
                  <a:lnTo>
                    <a:pt x="184" y="144"/>
                  </a:lnTo>
                  <a:close/>
                  <a:moveTo>
                    <a:pt x="124" y="1"/>
                  </a:moveTo>
                  <a:cubicBezTo>
                    <a:pt x="109" y="1"/>
                    <a:pt x="94" y="6"/>
                    <a:pt x="82" y="15"/>
                  </a:cubicBezTo>
                  <a:cubicBezTo>
                    <a:pt x="68" y="26"/>
                    <a:pt x="59" y="44"/>
                    <a:pt x="57" y="62"/>
                  </a:cubicBezTo>
                  <a:lnTo>
                    <a:pt x="4" y="761"/>
                  </a:lnTo>
                  <a:cubicBezTo>
                    <a:pt x="1" y="797"/>
                    <a:pt x="28" y="829"/>
                    <a:pt x="63" y="832"/>
                  </a:cubicBezTo>
                  <a:lnTo>
                    <a:pt x="1729" y="993"/>
                  </a:lnTo>
                  <a:lnTo>
                    <a:pt x="1735" y="993"/>
                  </a:lnTo>
                  <a:cubicBezTo>
                    <a:pt x="1767" y="993"/>
                    <a:pt x="1794" y="971"/>
                    <a:pt x="1800" y="939"/>
                  </a:cubicBezTo>
                  <a:lnTo>
                    <a:pt x="1908" y="348"/>
                  </a:lnTo>
                  <a:cubicBezTo>
                    <a:pt x="1911" y="330"/>
                    <a:pt x="1907" y="312"/>
                    <a:pt x="1897" y="297"/>
                  </a:cubicBezTo>
                  <a:cubicBezTo>
                    <a:pt x="1887" y="283"/>
                    <a:pt x="1870" y="273"/>
                    <a:pt x="1853" y="270"/>
                  </a:cubicBezTo>
                  <a:lnTo>
                    <a:pt x="133" y="2"/>
                  </a:lnTo>
                  <a:cubicBezTo>
                    <a:pt x="130" y="1"/>
                    <a:pt x="127"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g332bf0ce26c_1_715"/>
            <p:cNvSpPr/>
            <p:nvPr/>
          </p:nvSpPr>
          <p:spPr>
            <a:xfrm>
              <a:off x="1564596" y="3084177"/>
              <a:ext cx="70776" cy="78476"/>
            </a:xfrm>
            <a:custGeom>
              <a:rect b="b" l="l" r="r" t="t"/>
              <a:pathLst>
                <a:path extrusionOk="0" h="1549" w="1397">
                  <a:moveTo>
                    <a:pt x="250" y="1"/>
                  </a:moveTo>
                  <a:cubicBezTo>
                    <a:pt x="161" y="1"/>
                    <a:pt x="98" y="6"/>
                    <a:pt x="81" y="17"/>
                  </a:cubicBezTo>
                  <a:cubicBezTo>
                    <a:pt x="1" y="70"/>
                    <a:pt x="1" y="742"/>
                    <a:pt x="1" y="742"/>
                  </a:cubicBezTo>
                  <a:lnTo>
                    <a:pt x="1209" y="1548"/>
                  </a:lnTo>
                  <a:cubicBezTo>
                    <a:pt x="1397" y="1038"/>
                    <a:pt x="779" y="474"/>
                    <a:pt x="779" y="474"/>
                  </a:cubicBezTo>
                  <a:cubicBezTo>
                    <a:pt x="779" y="474"/>
                    <a:pt x="1048" y="447"/>
                    <a:pt x="1183" y="447"/>
                  </a:cubicBezTo>
                  <a:cubicBezTo>
                    <a:pt x="1316" y="447"/>
                    <a:pt x="1316" y="366"/>
                    <a:pt x="1316" y="205"/>
                  </a:cubicBezTo>
                  <a:cubicBezTo>
                    <a:pt x="1316" y="78"/>
                    <a:pt x="591" y="1"/>
                    <a:pt x="25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g332bf0ce26c_1_715"/>
            <p:cNvSpPr/>
            <p:nvPr/>
          </p:nvSpPr>
          <p:spPr>
            <a:xfrm>
              <a:off x="1561252" y="3080833"/>
              <a:ext cx="75588" cy="85164"/>
            </a:xfrm>
            <a:custGeom>
              <a:rect b="b" l="l" r="r" t="t"/>
              <a:pathLst>
                <a:path extrusionOk="0" h="1681" w="1492">
                  <a:moveTo>
                    <a:pt x="339" y="0"/>
                  </a:moveTo>
                  <a:cubicBezTo>
                    <a:pt x="225" y="0"/>
                    <a:pt x="139" y="9"/>
                    <a:pt x="110" y="27"/>
                  </a:cubicBezTo>
                  <a:cubicBezTo>
                    <a:pt x="83" y="46"/>
                    <a:pt x="0" y="101"/>
                    <a:pt x="0" y="808"/>
                  </a:cubicBezTo>
                  <a:cubicBezTo>
                    <a:pt x="0" y="845"/>
                    <a:pt x="30" y="875"/>
                    <a:pt x="67" y="875"/>
                  </a:cubicBezTo>
                  <a:cubicBezTo>
                    <a:pt x="103" y="875"/>
                    <a:pt x="133" y="845"/>
                    <a:pt x="133" y="808"/>
                  </a:cubicBezTo>
                  <a:cubicBezTo>
                    <a:pt x="133" y="535"/>
                    <a:pt x="153" y="211"/>
                    <a:pt x="187" y="139"/>
                  </a:cubicBezTo>
                  <a:cubicBezTo>
                    <a:pt x="210" y="134"/>
                    <a:pt x="250" y="132"/>
                    <a:pt x="303" y="132"/>
                  </a:cubicBezTo>
                  <a:cubicBezTo>
                    <a:pt x="587" y="132"/>
                    <a:pt x="1228" y="198"/>
                    <a:pt x="1316" y="282"/>
                  </a:cubicBezTo>
                  <a:cubicBezTo>
                    <a:pt x="1316" y="446"/>
                    <a:pt x="1309" y="446"/>
                    <a:pt x="1249" y="446"/>
                  </a:cubicBezTo>
                  <a:cubicBezTo>
                    <a:pt x="1113" y="446"/>
                    <a:pt x="850" y="472"/>
                    <a:pt x="839" y="474"/>
                  </a:cubicBezTo>
                  <a:cubicBezTo>
                    <a:pt x="812" y="476"/>
                    <a:pt x="791" y="494"/>
                    <a:pt x="782" y="518"/>
                  </a:cubicBezTo>
                  <a:cubicBezTo>
                    <a:pt x="774" y="543"/>
                    <a:pt x="781" y="571"/>
                    <a:pt x="800" y="588"/>
                  </a:cubicBezTo>
                  <a:cubicBezTo>
                    <a:pt x="806" y="594"/>
                    <a:pt x="1384" y="1128"/>
                    <a:pt x="1213" y="1592"/>
                  </a:cubicBezTo>
                  <a:cubicBezTo>
                    <a:pt x="1200" y="1626"/>
                    <a:pt x="1218" y="1664"/>
                    <a:pt x="1252" y="1677"/>
                  </a:cubicBezTo>
                  <a:cubicBezTo>
                    <a:pt x="1259" y="1679"/>
                    <a:pt x="1268" y="1680"/>
                    <a:pt x="1275" y="1680"/>
                  </a:cubicBezTo>
                  <a:cubicBezTo>
                    <a:pt x="1302" y="1680"/>
                    <a:pt x="1328" y="1664"/>
                    <a:pt x="1337" y="1638"/>
                  </a:cubicBezTo>
                  <a:cubicBezTo>
                    <a:pt x="1491" y="1221"/>
                    <a:pt x="1166" y="787"/>
                    <a:pt x="991" y="593"/>
                  </a:cubicBezTo>
                  <a:cubicBezTo>
                    <a:pt x="1076" y="587"/>
                    <a:pt x="1180" y="579"/>
                    <a:pt x="1249" y="579"/>
                  </a:cubicBezTo>
                  <a:cubicBezTo>
                    <a:pt x="1449" y="579"/>
                    <a:pt x="1449" y="430"/>
                    <a:pt x="1449" y="271"/>
                  </a:cubicBezTo>
                  <a:cubicBezTo>
                    <a:pt x="1449" y="225"/>
                    <a:pt x="1419" y="186"/>
                    <a:pt x="1361" y="154"/>
                  </a:cubicBezTo>
                  <a:cubicBezTo>
                    <a:pt x="1193" y="65"/>
                    <a:pt x="656" y="0"/>
                    <a:pt x="3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g332bf0ce26c_1_715"/>
            <p:cNvSpPr/>
            <p:nvPr/>
          </p:nvSpPr>
          <p:spPr>
            <a:xfrm>
              <a:off x="1597830" y="3412317"/>
              <a:ext cx="12514" cy="66672"/>
            </a:xfrm>
            <a:custGeom>
              <a:rect b="b" l="l" r="r" t="t"/>
              <a:pathLst>
                <a:path extrusionOk="0" h="1316" w="247">
                  <a:moveTo>
                    <a:pt x="179" y="1"/>
                  </a:moveTo>
                  <a:cubicBezTo>
                    <a:pt x="146" y="1"/>
                    <a:pt x="114" y="26"/>
                    <a:pt x="111" y="61"/>
                  </a:cubicBezTo>
                  <a:lnTo>
                    <a:pt x="4" y="1243"/>
                  </a:lnTo>
                  <a:cubicBezTo>
                    <a:pt x="0" y="1280"/>
                    <a:pt x="27" y="1312"/>
                    <a:pt x="64" y="1316"/>
                  </a:cubicBezTo>
                  <a:lnTo>
                    <a:pt x="70" y="1316"/>
                  </a:lnTo>
                  <a:cubicBezTo>
                    <a:pt x="103" y="1316"/>
                    <a:pt x="133" y="1290"/>
                    <a:pt x="136" y="1255"/>
                  </a:cubicBezTo>
                  <a:lnTo>
                    <a:pt x="243" y="73"/>
                  </a:lnTo>
                  <a:cubicBezTo>
                    <a:pt x="246" y="37"/>
                    <a:pt x="219" y="5"/>
                    <a:pt x="184" y="1"/>
                  </a:cubicBezTo>
                  <a:cubicBezTo>
                    <a:pt x="182" y="1"/>
                    <a:pt x="181" y="1"/>
                    <a:pt x="1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1" name="Google Shape;2161;g332bf0ce26c_1_715"/>
            <p:cNvSpPr/>
            <p:nvPr/>
          </p:nvSpPr>
          <p:spPr>
            <a:xfrm>
              <a:off x="723293" y="3389570"/>
              <a:ext cx="360008" cy="455203"/>
            </a:xfrm>
            <a:custGeom>
              <a:rect b="b" l="l" r="r" t="t"/>
              <a:pathLst>
                <a:path extrusionOk="0" h="8985" w="7106">
                  <a:moveTo>
                    <a:pt x="3798" y="1"/>
                  </a:moveTo>
                  <a:cubicBezTo>
                    <a:pt x="3798" y="1"/>
                    <a:pt x="0" y="2964"/>
                    <a:pt x="99" y="3283"/>
                  </a:cubicBezTo>
                  <a:cubicBezTo>
                    <a:pt x="197" y="3601"/>
                    <a:pt x="3014" y="6296"/>
                    <a:pt x="3945" y="6957"/>
                  </a:cubicBezTo>
                  <a:cubicBezTo>
                    <a:pt x="4876" y="7619"/>
                    <a:pt x="5390" y="7912"/>
                    <a:pt x="5390" y="7912"/>
                  </a:cubicBezTo>
                  <a:lnTo>
                    <a:pt x="5978" y="8280"/>
                  </a:lnTo>
                  <a:cubicBezTo>
                    <a:pt x="5978" y="8280"/>
                    <a:pt x="5733" y="8672"/>
                    <a:pt x="5879" y="8745"/>
                  </a:cubicBezTo>
                  <a:cubicBezTo>
                    <a:pt x="5996" y="8803"/>
                    <a:pt x="6359" y="8984"/>
                    <a:pt x="6541" y="8984"/>
                  </a:cubicBezTo>
                  <a:cubicBezTo>
                    <a:pt x="6588" y="8984"/>
                    <a:pt x="6624" y="8972"/>
                    <a:pt x="6639" y="8941"/>
                  </a:cubicBezTo>
                  <a:cubicBezTo>
                    <a:pt x="6712" y="8794"/>
                    <a:pt x="7105" y="7692"/>
                    <a:pt x="7055" y="7422"/>
                  </a:cubicBezTo>
                  <a:cubicBezTo>
                    <a:pt x="7007" y="7153"/>
                    <a:pt x="5586" y="6932"/>
                    <a:pt x="5488" y="6834"/>
                  </a:cubicBezTo>
                  <a:cubicBezTo>
                    <a:pt x="5390" y="6736"/>
                    <a:pt x="3062" y="3111"/>
                    <a:pt x="3062" y="3111"/>
                  </a:cubicBezTo>
                  <a:lnTo>
                    <a:pt x="4876" y="1690"/>
                  </a:lnTo>
                  <a:lnTo>
                    <a:pt x="379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g332bf0ce26c_1_715"/>
            <p:cNvSpPr/>
            <p:nvPr/>
          </p:nvSpPr>
          <p:spPr>
            <a:xfrm>
              <a:off x="720000" y="3386175"/>
              <a:ext cx="366948" cy="461941"/>
            </a:xfrm>
            <a:custGeom>
              <a:rect b="b" l="l" r="r" t="t"/>
              <a:pathLst>
                <a:path extrusionOk="0" h="9118" w="7243">
                  <a:moveTo>
                    <a:pt x="3845" y="165"/>
                  </a:moveTo>
                  <a:lnTo>
                    <a:pt x="4852" y="1743"/>
                  </a:lnTo>
                  <a:lnTo>
                    <a:pt x="3087" y="3126"/>
                  </a:lnTo>
                  <a:cubicBezTo>
                    <a:pt x="3060" y="3147"/>
                    <a:pt x="3053" y="3185"/>
                    <a:pt x="3072" y="3215"/>
                  </a:cubicBezTo>
                  <a:cubicBezTo>
                    <a:pt x="3311" y="3586"/>
                    <a:pt x="5406" y="6848"/>
                    <a:pt x="5505" y="6949"/>
                  </a:cubicBezTo>
                  <a:cubicBezTo>
                    <a:pt x="5549" y="6992"/>
                    <a:pt x="5670" y="7025"/>
                    <a:pt x="6006" y="7109"/>
                  </a:cubicBezTo>
                  <a:cubicBezTo>
                    <a:pt x="6338" y="7193"/>
                    <a:pt x="7030" y="7367"/>
                    <a:pt x="7055" y="7501"/>
                  </a:cubicBezTo>
                  <a:cubicBezTo>
                    <a:pt x="7098" y="7735"/>
                    <a:pt x="6729" y="8810"/>
                    <a:pt x="6645" y="8978"/>
                  </a:cubicBezTo>
                  <a:cubicBezTo>
                    <a:pt x="6644" y="8979"/>
                    <a:pt x="6635" y="8986"/>
                    <a:pt x="6604" y="8986"/>
                  </a:cubicBezTo>
                  <a:cubicBezTo>
                    <a:pt x="6539" y="8986"/>
                    <a:pt x="6373" y="8953"/>
                    <a:pt x="5974" y="8753"/>
                  </a:cubicBezTo>
                  <a:cubicBezTo>
                    <a:pt x="5972" y="8752"/>
                    <a:pt x="5969" y="8750"/>
                    <a:pt x="5967" y="8742"/>
                  </a:cubicBezTo>
                  <a:cubicBezTo>
                    <a:pt x="5947" y="8672"/>
                    <a:pt x="6034" y="8487"/>
                    <a:pt x="6099" y="8383"/>
                  </a:cubicBezTo>
                  <a:cubicBezTo>
                    <a:pt x="6118" y="8351"/>
                    <a:pt x="6109" y="8310"/>
                    <a:pt x="6078" y="8290"/>
                  </a:cubicBezTo>
                  <a:lnTo>
                    <a:pt x="5488" y="7922"/>
                  </a:lnTo>
                  <a:cubicBezTo>
                    <a:pt x="5483" y="7919"/>
                    <a:pt x="4965" y="7622"/>
                    <a:pt x="4048" y="6970"/>
                  </a:cubicBezTo>
                  <a:cubicBezTo>
                    <a:pt x="3060" y="6268"/>
                    <a:pt x="314" y="3610"/>
                    <a:pt x="229" y="3337"/>
                  </a:cubicBezTo>
                  <a:cubicBezTo>
                    <a:pt x="242" y="3102"/>
                    <a:pt x="2091" y="1537"/>
                    <a:pt x="3845" y="165"/>
                  </a:cubicBezTo>
                  <a:close/>
                  <a:moveTo>
                    <a:pt x="3865" y="1"/>
                  </a:moveTo>
                  <a:cubicBezTo>
                    <a:pt x="3850" y="1"/>
                    <a:pt x="3835" y="5"/>
                    <a:pt x="3822" y="14"/>
                  </a:cubicBezTo>
                  <a:cubicBezTo>
                    <a:pt x="2669" y="915"/>
                    <a:pt x="0" y="3042"/>
                    <a:pt x="101" y="3370"/>
                  </a:cubicBezTo>
                  <a:cubicBezTo>
                    <a:pt x="212" y="3733"/>
                    <a:pt x="3118" y="6472"/>
                    <a:pt x="3971" y="7078"/>
                  </a:cubicBezTo>
                  <a:cubicBezTo>
                    <a:pt x="4894" y="7734"/>
                    <a:pt x="5417" y="8034"/>
                    <a:pt x="5420" y="8036"/>
                  </a:cubicBezTo>
                  <a:lnTo>
                    <a:pt x="5953" y="8368"/>
                  </a:lnTo>
                  <a:cubicBezTo>
                    <a:pt x="5897" y="8469"/>
                    <a:pt x="5806" y="8658"/>
                    <a:pt x="5839" y="8778"/>
                  </a:cubicBezTo>
                  <a:cubicBezTo>
                    <a:pt x="5851" y="8820"/>
                    <a:pt x="5877" y="8852"/>
                    <a:pt x="5916" y="8872"/>
                  </a:cubicBezTo>
                  <a:cubicBezTo>
                    <a:pt x="6247" y="9037"/>
                    <a:pt x="6470" y="9117"/>
                    <a:pt x="6607" y="9117"/>
                  </a:cubicBezTo>
                  <a:cubicBezTo>
                    <a:pt x="6686" y="9117"/>
                    <a:pt x="6737" y="9091"/>
                    <a:pt x="6764" y="9038"/>
                  </a:cubicBezTo>
                  <a:cubicBezTo>
                    <a:pt x="6826" y="8914"/>
                    <a:pt x="7242" y="7783"/>
                    <a:pt x="7187" y="7477"/>
                  </a:cubicBezTo>
                  <a:cubicBezTo>
                    <a:pt x="7150" y="7275"/>
                    <a:pt x="6687" y="7144"/>
                    <a:pt x="6039" y="6981"/>
                  </a:cubicBezTo>
                  <a:cubicBezTo>
                    <a:pt x="5849" y="6933"/>
                    <a:pt x="5633" y="6879"/>
                    <a:pt x="5601" y="6855"/>
                  </a:cubicBezTo>
                  <a:cubicBezTo>
                    <a:pt x="5517" y="6764"/>
                    <a:pt x="4142" y="4634"/>
                    <a:pt x="3217" y="3193"/>
                  </a:cubicBezTo>
                  <a:lnTo>
                    <a:pt x="4981" y="1809"/>
                  </a:lnTo>
                  <a:cubicBezTo>
                    <a:pt x="5008" y="1789"/>
                    <a:pt x="5016" y="1750"/>
                    <a:pt x="4997" y="1722"/>
                  </a:cubicBezTo>
                  <a:lnTo>
                    <a:pt x="3919" y="31"/>
                  </a:lnTo>
                  <a:cubicBezTo>
                    <a:pt x="3909" y="15"/>
                    <a:pt x="3893" y="5"/>
                    <a:pt x="3874" y="1"/>
                  </a:cubicBezTo>
                  <a:cubicBezTo>
                    <a:pt x="3871" y="1"/>
                    <a:pt x="3868" y="1"/>
                    <a:pt x="38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g332bf0ce26c_1_715"/>
            <p:cNvSpPr/>
            <p:nvPr/>
          </p:nvSpPr>
          <p:spPr>
            <a:xfrm>
              <a:off x="912315" y="3394534"/>
              <a:ext cx="58059" cy="94840"/>
            </a:xfrm>
            <a:custGeom>
              <a:rect b="b" l="l" r="r" t="t"/>
              <a:pathLst>
                <a:path extrusionOk="0" h="1872" w="1146">
                  <a:moveTo>
                    <a:pt x="1" y="1"/>
                  </a:moveTo>
                  <a:lnTo>
                    <a:pt x="691" y="1871"/>
                  </a:lnTo>
                  <a:lnTo>
                    <a:pt x="1145" y="1592"/>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g332bf0ce26c_1_715"/>
            <p:cNvSpPr/>
            <p:nvPr/>
          </p:nvSpPr>
          <p:spPr>
            <a:xfrm>
              <a:off x="908617" y="3391140"/>
              <a:ext cx="65203" cy="101578"/>
            </a:xfrm>
            <a:custGeom>
              <a:rect b="b" l="l" r="r" t="t"/>
              <a:pathLst>
                <a:path extrusionOk="0" h="2005" w="1287">
                  <a:moveTo>
                    <a:pt x="306" y="504"/>
                  </a:moveTo>
                  <a:lnTo>
                    <a:pt x="1122" y="1640"/>
                  </a:lnTo>
                  <a:lnTo>
                    <a:pt x="798" y="1839"/>
                  </a:lnTo>
                  <a:lnTo>
                    <a:pt x="306" y="504"/>
                  </a:lnTo>
                  <a:close/>
                  <a:moveTo>
                    <a:pt x="75" y="1"/>
                  </a:moveTo>
                  <a:cubicBezTo>
                    <a:pt x="64" y="1"/>
                    <a:pt x="53" y="3"/>
                    <a:pt x="43" y="9"/>
                  </a:cubicBezTo>
                  <a:cubicBezTo>
                    <a:pt x="14" y="25"/>
                    <a:pt x="1" y="59"/>
                    <a:pt x="12" y="90"/>
                  </a:cubicBezTo>
                  <a:lnTo>
                    <a:pt x="701" y="1961"/>
                  </a:lnTo>
                  <a:cubicBezTo>
                    <a:pt x="708" y="1980"/>
                    <a:pt x="722" y="1994"/>
                    <a:pt x="741" y="2001"/>
                  </a:cubicBezTo>
                  <a:cubicBezTo>
                    <a:pt x="748" y="2003"/>
                    <a:pt x="755" y="2005"/>
                    <a:pt x="764" y="2005"/>
                  </a:cubicBezTo>
                  <a:cubicBezTo>
                    <a:pt x="776" y="2005"/>
                    <a:pt x="787" y="2001"/>
                    <a:pt x="798" y="1994"/>
                  </a:cubicBezTo>
                  <a:lnTo>
                    <a:pt x="1252" y="1716"/>
                  </a:lnTo>
                  <a:cubicBezTo>
                    <a:pt x="1268" y="1706"/>
                    <a:pt x="1278" y="1691"/>
                    <a:pt x="1283" y="1672"/>
                  </a:cubicBezTo>
                  <a:cubicBezTo>
                    <a:pt x="1287" y="1654"/>
                    <a:pt x="1282" y="1635"/>
                    <a:pt x="1271" y="1620"/>
                  </a:cubicBezTo>
                  <a:lnTo>
                    <a:pt x="128" y="29"/>
                  </a:lnTo>
                  <a:cubicBezTo>
                    <a:pt x="116" y="11"/>
                    <a:pt x="95" y="1"/>
                    <a:pt x="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g332bf0ce26c_1_715"/>
            <p:cNvSpPr/>
            <p:nvPr/>
          </p:nvSpPr>
          <p:spPr>
            <a:xfrm>
              <a:off x="1022253" y="3805659"/>
              <a:ext cx="31005" cy="26598"/>
            </a:xfrm>
            <a:custGeom>
              <a:rect b="b" l="l" r="r" t="t"/>
              <a:pathLst>
                <a:path extrusionOk="0" h="525" w="612">
                  <a:moveTo>
                    <a:pt x="77" y="0"/>
                  </a:moveTo>
                  <a:cubicBezTo>
                    <a:pt x="67" y="0"/>
                    <a:pt x="58" y="2"/>
                    <a:pt x="48" y="7"/>
                  </a:cubicBezTo>
                  <a:cubicBezTo>
                    <a:pt x="15" y="22"/>
                    <a:pt x="1" y="61"/>
                    <a:pt x="16" y="94"/>
                  </a:cubicBezTo>
                  <a:cubicBezTo>
                    <a:pt x="24" y="111"/>
                    <a:pt x="208" y="498"/>
                    <a:pt x="537" y="525"/>
                  </a:cubicBezTo>
                  <a:lnTo>
                    <a:pt x="543" y="525"/>
                  </a:lnTo>
                  <a:cubicBezTo>
                    <a:pt x="577" y="525"/>
                    <a:pt x="605" y="499"/>
                    <a:pt x="609" y="465"/>
                  </a:cubicBezTo>
                  <a:cubicBezTo>
                    <a:pt x="611" y="428"/>
                    <a:pt x="584" y="395"/>
                    <a:pt x="547" y="392"/>
                  </a:cubicBezTo>
                  <a:cubicBezTo>
                    <a:pt x="297" y="371"/>
                    <a:pt x="138" y="42"/>
                    <a:pt x="137" y="39"/>
                  </a:cubicBezTo>
                  <a:cubicBezTo>
                    <a:pt x="126" y="15"/>
                    <a:pt x="102"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g332bf0ce26c_1_715"/>
            <p:cNvSpPr/>
            <p:nvPr/>
          </p:nvSpPr>
          <p:spPr>
            <a:xfrm>
              <a:off x="849747" y="3500368"/>
              <a:ext cx="32627" cy="50207"/>
            </a:xfrm>
            <a:custGeom>
              <a:rect b="b" l="l" r="r" t="t"/>
              <a:pathLst>
                <a:path extrusionOk="0" h="991" w="644">
                  <a:moveTo>
                    <a:pt x="77" y="0"/>
                  </a:moveTo>
                  <a:cubicBezTo>
                    <a:pt x="65" y="0"/>
                    <a:pt x="54" y="3"/>
                    <a:pt x="43" y="9"/>
                  </a:cubicBezTo>
                  <a:cubicBezTo>
                    <a:pt x="13" y="27"/>
                    <a:pt x="1" y="69"/>
                    <a:pt x="20" y="99"/>
                  </a:cubicBezTo>
                  <a:lnTo>
                    <a:pt x="510" y="957"/>
                  </a:lnTo>
                  <a:cubicBezTo>
                    <a:pt x="521" y="978"/>
                    <a:pt x="544" y="990"/>
                    <a:pt x="566" y="990"/>
                  </a:cubicBezTo>
                  <a:cubicBezTo>
                    <a:pt x="578" y="990"/>
                    <a:pt x="589" y="988"/>
                    <a:pt x="599" y="982"/>
                  </a:cubicBezTo>
                  <a:cubicBezTo>
                    <a:pt x="631" y="964"/>
                    <a:pt x="643" y="923"/>
                    <a:pt x="624" y="891"/>
                  </a:cubicBezTo>
                  <a:lnTo>
                    <a:pt x="134" y="34"/>
                  </a:lnTo>
                  <a:cubicBezTo>
                    <a:pt x="123" y="13"/>
                    <a:pt x="100"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g332bf0ce26c_1_715"/>
            <p:cNvSpPr/>
            <p:nvPr/>
          </p:nvSpPr>
          <p:spPr>
            <a:xfrm>
              <a:off x="1041505" y="4898092"/>
              <a:ext cx="98437" cy="120273"/>
            </a:xfrm>
            <a:custGeom>
              <a:rect b="b" l="l" r="r" t="t"/>
              <a:pathLst>
                <a:path extrusionOk="0" h="2374" w="1943">
                  <a:moveTo>
                    <a:pt x="1942" y="0"/>
                  </a:moveTo>
                  <a:lnTo>
                    <a:pt x="40" y="158"/>
                  </a:lnTo>
                  <a:lnTo>
                    <a:pt x="1" y="2334"/>
                  </a:lnTo>
                  <a:lnTo>
                    <a:pt x="1785" y="2374"/>
                  </a:lnTo>
                  <a:lnTo>
                    <a:pt x="194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8" name="Google Shape;2168;g332bf0ce26c_1_715"/>
            <p:cNvSpPr/>
            <p:nvPr/>
          </p:nvSpPr>
          <p:spPr>
            <a:xfrm>
              <a:off x="1038110" y="4894697"/>
              <a:ext cx="105226" cy="127011"/>
            </a:xfrm>
            <a:custGeom>
              <a:rect b="b" l="l" r="r" t="t"/>
              <a:pathLst>
                <a:path extrusionOk="0" h="2507" w="2077">
                  <a:moveTo>
                    <a:pt x="1937" y="139"/>
                  </a:moveTo>
                  <a:lnTo>
                    <a:pt x="1790" y="2372"/>
                  </a:lnTo>
                  <a:lnTo>
                    <a:pt x="135" y="2336"/>
                  </a:lnTo>
                  <a:lnTo>
                    <a:pt x="172" y="285"/>
                  </a:lnTo>
                  <a:lnTo>
                    <a:pt x="1937" y="139"/>
                  </a:lnTo>
                  <a:close/>
                  <a:moveTo>
                    <a:pt x="2008" y="1"/>
                  </a:moveTo>
                  <a:cubicBezTo>
                    <a:pt x="2006" y="1"/>
                    <a:pt x="2005" y="1"/>
                    <a:pt x="2003" y="1"/>
                  </a:cubicBezTo>
                  <a:lnTo>
                    <a:pt x="101" y="158"/>
                  </a:lnTo>
                  <a:cubicBezTo>
                    <a:pt x="68" y="161"/>
                    <a:pt x="40" y="189"/>
                    <a:pt x="40" y="223"/>
                  </a:cubicBezTo>
                  <a:lnTo>
                    <a:pt x="1" y="2400"/>
                  </a:lnTo>
                  <a:cubicBezTo>
                    <a:pt x="0" y="2436"/>
                    <a:pt x="30" y="2467"/>
                    <a:pt x="66" y="2468"/>
                  </a:cubicBezTo>
                  <a:lnTo>
                    <a:pt x="1851" y="2507"/>
                  </a:lnTo>
                  <a:lnTo>
                    <a:pt x="1852" y="2507"/>
                  </a:lnTo>
                  <a:cubicBezTo>
                    <a:pt x="1887" y="2507"/>
                    <a:pt x="1916" y="2480"/>
                    <a:pt x="1918" y="2444"/>
                  </a:cubicBezTo>
                  <a:lnTo>
                    <a:pt x="2075" y="72"/>
                  </a:lnTo>
                  <a:cubicBezTo>
                    <a:pt x="2077" y="52"/>
                    <a:pt x="2069" y="33"/>
                    <a:pt x="2055" y="20"/>
                  </a:cubicBezTo>
                  <a:cubicBezTo>
                    <a:pt x="2042" y="7"/>
                    <a:pt x="2025" y="1"/>
                    <a:pt x="20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9" name="Google Shape;2169;g332bf0ce26c_1_715"/>
            <p:cNvSpPr/>
            <p:nvPr/>
          </p:nvSpPr>
          <p:spPr>
            <a:xfrm>
              <a:off x="1043835" y="4900067"/>
              <a:ext cx="95955" cy="31613"/>
            </a:xfrm>
            <a:custGeom>
              <a:rect b="b" l="l" r="r" t="t"/>
              <a:pathLst>
                <a:path extrusionOk="0" h="624" w="1894">
                  <a:moveTo>
                    <a:pt x="1" y="0"/>
                  </a:moveTo>
                  <a:lnTo>
                    <a:pt x="1" y="537"/>
                  </a:lnTo>
                  <a:lnTo>
                    <a:pt x="1851" y="624"/>
                  </a:lnTo>
                  <a:lnTo>
                    <a:pt x="1894" y="64"/>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g332bf0ce26c_1_715"/>
            <p:cNvSpPr/>
            <p:nvPr/>
          </p:nvSpPr>
          <p:spPr>
            <a:xfrm>
              <a:off x="1040491" y="4896673"/>
              <a:ext cx="102744" cy="38352"/>
            </a:xfrm>
            <a:custGeom>
              <a:rect b="b" l="l" r="r" t="t"/>
              <a:pathLst>
                <a:path extrusionOk="0" h="757" w="2028">
                  <a:moveTo>
                    <a:pt x="133" y="136"/>
                  </a:moveTo>
                  <a:lnTo>
                    <a:pt x="1889" y="195"/>
                  </a:lnTo>
                  <a:lnTo>
                    <a:pt x="1856" y="621"/>
                  </a:lnTo>
                  <a:lnTo>
                    <a:pt x="133" y="542"/>
                  </a:lnTo>
                  <a:lnTo>
                    <a:pt x="133" y="136"/>
                  </a:lnTo>
                  <a:close/>
                  <a:moveTo>
                    <a:pt x="69" y="1"/>
                  </a:moveTo>
                  <a:cubicBezTo>
                    <a:pt x="51" y="2"/>
                    <a:pt x="34" y="7"/>
                    <a:pt x="21" y="19"/>
                  </a:cubicBezTo>
                  <a:cubicBezTo>
                    <a:pt x="8" y="32"/>
                    <a:pt x="0" y="48"/>
                    <a:pt x="0" y="67"/>
                  </a:cubicBezTo>
                  <a:lnTo>
                    <a:pt x="0" y="604"/>
                  </a:lnTo>
                  <a:cubicBezTo>
                    <a:pt x="0" y="640"/>
                    <a:pt x="28" y="669"/>
                    <a:pt x="63" y="671"/>
                  </a:cubicBezTo>
                  <a:lnTo>
                    <a:pt x="1914" y="757"/>
                  </a:lnTo>
                  <a:lnTo>
                    <a:pt x="1917" y="757"/>
                  </a:lnTo>
                  <a:cubicBezTo>
                    <a:pt x="1951" y="757"/>
                    <a:pt x="1980" y="731"/>
                    <a:pt x="1983" y="695"/>
                  </a:cubicBezTo>
                  <a:lnTo>
                    <a:pt x="2026" y="137"/>
                  </a:lnTo>
                  <a:cubicBezTo>
                    <a:pt x="2027" y="118"/>
                    <a:pt x="2021" y="100"/>
                    <a:pt x="2009" y="87"/>
                  </a:cubicBezTo>
                  <a:cubicBezTo>
                    <a:pt x="1998" y="74"/>
                    <a:pt x="1980" y="66"/>
                    <a:pt x="1962" y="65"/>
                  </a:cubicBezTo>
                  <a:lnTo>
                    <a:pt x="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g332bf0ce26c_1_715"/>
            <p:cNvSpPr/>
            <p:nvPr/>
          </p:nvSpPr>
          <p:spPr>
            <a:xfrm>
              <a:off x="899447" y="4939736"/>
              <a:ext cx="286142" cy="200472"/>
            </a:xfrm>
            <a:custGeom>
              <a:rect b="b" l="l" r="r" t="t"/>
              <a:pathLst>
                <a:path extrusionOk="0" h="3957" w="5648">
                  <a:moveTo>
                    <a:pt x="3065" y="1"/>
                  </a:moveTo>
                  <a:cubicBezTo>
                    <a:pt x="2734" y="1"/>
                    <a:pt x="2565" y="266"/>
                    <a:pt x="2432" y="512"/>
                  </a:cubicBezTo>
                  <a:cubicBezTo>
                    <a:pt x="2295" y="767"/>
                    <a:pt x="1432" y="1630"/>
                    <a:pt x="1138" y="1845"/>
                  </a:cubicBezTo>
                  <a:cubicBezTo>
                    <a:pt x="843" y="2061"/>
                    <a:pt x="196" y="2336"/>
                    <a:pt x="99" y="2963"/>
                  </a:cubicBezTo>
                  <a:cubicBezTo>
                    <a:pt x="1" y="3591"/>
                    <a:pt x="373" y="3846"/>
                    <a:pt x="628" y="3905"/>
                  </a:cubicBezTo>
                  <a:cubicBezTo>
                    <a:pt x="764" y="3936"/>
                    <a:pt x="1158" y="3956"/>
                    <a:pt x="1599" y="3956"/>
                  </a:cubicBezTo>
                  <a:cubicBezTo>
                    <a:pt x="1985" y="3956"/>
                    <a:pt x="2407" y="3941"/>
                    <a:pt x="2727" y="3905"/>
                  </a:cubicBezTo>
                  <a:cubicBezTo>
                    <a:pt x="2852" y="3890"/>
                    <a:pt x="3018" y="3885"/>
                    <a:pt x="3206" y="3885"/>
                  </a:cubicBezTo>
                  <a:cubicBezTo>
                    <a:pt x="3799" y="3885"/>
                    <a:pt x="4608" y="3939"/>
                    <a:pt x="5059" y="3939"/>
                  </a:cubicBezTo>
                  <a:cubicBezTo>
                    <a:pt x="5243" y="3939"/>
                    <a:pt x="5368" y="3930"/>
                    <a:pt x="5393" y="3905"/>
                  </a:cubicBezTo>
                  <a:cubicBezTo>
                    <a:pt x="5501" y="3797"/>
                    <a:pt x="5648" y="3454"/>
                    <a:pt x="5551" y="3219"/>
                  </a:cubicBezTo>
                  <a:cubicBezTo>
                    <a:pt x="5452" y="2983"/>
                    <a:pt x="5275" y="2728"/>
                    <a:pt x="5275" y="2728"/>
                  </a:cubicBezTo>
                  <a:cubicBezTo>
                    <a:pt x="5275" y="2728"/>
                    <a:pt x="5471" y="2160"/>
                    <a:pt x="5354" y="1845"/>
                  </a:cubicBezTo>
                  <a:cubicBezTo>
                    <a:pt x="5236" y="1531"/>
                    <a:pt x="5000" y="1140"/>
                    <a:pt x="5040" y="964"/>
                  </a:cubicBezTo>
                  <a:cubicBezTo>
                    <a:pt x="5080" y="786"/>
                    <a:pt x="5510" y="413"/>
                    <a:pt x="5217" y="394"/>
                  </a:cubicBezTo>
                  <a:cubicBezTo>
                    <a:pt x="5209" y="394"/>
                    <a:pt x="5201" y="394"/>
                    <a:pt x="5192" y="394"/>
                  </a:cubicBezTo>
                  <a:cubicBezTo>
                    <a:pt x="4897" y="394"/>
                    <a:pt x="4443" y="731"/>
                    <a:pt x="4157" y="825"/>
                  </a:cubicBezTo>
                  <a:cubicBezTo>
                    <a:pt x="3863" y="923"/>
                    <a:pt x="3687" y="943"/>
                    <a:pt x="3687" y="943"/>
                  </a:cubicBezTo>
                  <a:cubicBezTo>
                    <a:pt x="3687" y="943"/>
                    <a:pt x="3452" y="22"/>
                    <a:pt x="3099" y="2"/>
                  </a:cubicBezTo>
                  <a:cubicBezTo>
                    <a:pt x="3088" y="1"/>
                    <a:pt x="3076" y="1"/>
                    <a:pt x="30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2" name="Google Shape;2172;g332bf0ce26c_1_715"/>
            <p:cNvSpPr/>
            <p:nvPr/>
          </p:nvSpPr>
          <p:spPr>
            <a:xfrm>
              <a:off x="896103" y="4936392"/>
              <a:ext cx="293336" cy="207108"/>
            </a:xfrm>
            <a:custGeom>
              <a:rect b="b" l="l" r="r" t="t"/>
              <a:pathLst>
                <a:path extrusionOk="0" h="4088" w="5790">
                  <a:moveTo>
                    <a:pt x="3160" y="134"/>
                  </a:moveTo>
                  <a:cubicBezTo>
                    <a:pt x="3383" y="147"/>
                    <a:pt x="3602" y="688"/>
                    <a:pt x="3688" y="1026"/>
                  </a:cubicBezTo>
                  <a:cubicBezTo>
                    <a:pt x="3696" y="1056"/>
                    <a:pt x="3724" y="1076"/>
                    <a:pt x="3755" y="1076"/>
                  </a:cubicBezTo>
                  <a:cubicBezTo>
                    <a:pt x="3757" y="1076"/>
                    <a:pt x="3759" y="1076"/>
                    <a:pt x="3760" y="1076"/>
                  </a:cubicBezTo>
                  <a:cubicBezTo>
                    <a:pt x="3767" y="1074"/>
                    <a:pt x="3947" y="1053"/>
                    <a:pt x="4244" y="955"/>
                  </a:cubicBezTo>
                  <a:cubicBezTo>
                    <a:pt x="4358" y="917"/>
                    <a:pt x="4490" y="846"/>
                    <a:pt x="4631" y="770"/>
                  </a:cubicBezTo>
                  <a:cubicBezTo>
                    <a:pt x="4848" y="655"/>
                    <a:pt x="5093" y="526"/>
                    <a:pt x="5261" y="526"/>
                  </a:cubicBezTo>
                  <a:cubicBezTo>
                    <a:pt x="5267" y="526"/>
                    <a:pt x="5273" y="526"/>
                    <a:pt x="5278" y="527"/>
                  </a:cubicBezTo>
                  <a:cubicBezTo>
                    <a:pt x="5303" y="528"/>
                    <a:pt x="5315" y="533"/>
                    <a:pt x="5318" y="533"/>
                  </a:cubicBezTo>
                  <a:cubicBezTo>
                    <a:pt x="5318" y="533"/>
                    <a:pt x="5318" y="533"/>
                    <a:pt x="5318" y="533"/>
                  </a:cubicBezTo>
                  <a:lnTo>
                    <a:pt x="5318" y="533"/>
                  </a:lnTo>
                  <a:cubicBezTo>
                    <a:pt x="5323" y="570"/>
                    <a:pt x="5236" y="692"/>
                    <a:pt x="5188" y="759"/>
                  </a:cubicBezTo>
                  <a:cubicBezTo>
                    <a:pt x="5121" y="851"/>
                    <a:pt x="5058" y="940"/>
                    <a:pt x="5042" y="1014"/>
                  </a:cubicBezTo>
                  <a:cubicBezTo>
                    <a:pt x="5010" y="1156"/>
                    <a:pt x="5109" y="1374"/>
                    <a:pt x="5225" y="1626"/>
                  </a:cubicBezTo>
                  <a:cubicBezTo>
                    <a:pt x="5272" y="1730"/>
                    <a:pt x="5321" y="1838"/>
                    <a:pt x="5358" y="1935"/>
                  </a:cubicBezTo>
                  <a:cubicBezTo>
                    <a:pt x="5465" y="2222"/>
                    <a:pt x="5281" y="2766"/>
                    <a:pt x="5278" y="2772"/>
                  </a:cubicBezTo>
                  <a:cubicBezTo>
                    <a:pt x="5271" y="2792"/>
                    <a:pt x="5275" y="2814"/>
                    <a:pt x="5287" y="2831"/>
                  </a:cubicBezTo>
                  <a:cubicBezTo>
                    <a:pt x="5289" y="2834"/>
                    <a:pt x="5460" y="3083"/>
                    <a:pt x="5555" y="3309"/>
                  </a:cubicBezTo>
                  <a:cubicBezTo>
                    <a:pt x="5639" y="3513"/>
                    <a:pt x="5509" y="3826"/>
                    <a:pt x="5419" y="3919"/>
                  </a:cubicBezTo>
                  <a:cubicBezTo>
                    <a:pt x="5390" y="3933"/>
                    <a:pt x="5286" y="3939"/>
                    <a:pt x="5143" y="3939"/>
                  </a:cubicBezTo>
                  <a:cubicBezTo>
                    <a:pt x="4920" y="3939"/>
                    <a:pt x="4601" y="3926"/>
                    <a:pt x="4323" y="3914"/>
                  </a:cubicBezTo>
                  <a:cubicBezTo>
                    <a:pt x="3972" y="3900"/>
                    <a:pt x="3592" y="3884"/>
                    <a:pt x="3273" y="3884"/>
                  </a:cubicBezTo>
                  <a:cubicBezTo>
                    <a:pt x="3082" y="3884"/>
                    <a:pt x="2913" y="3890"/>
                    <a:pt x="2784" y="3905"/>
                  </a:cubicBezTo>
                  <a:cubicBezTo>
                    <a:pt x="2464" y="3941"/>
                    <a:pt x="2047" y="3956"/>
                    <a:pt x="1668" y="3956"/>
                  </a:cubicBezTo>
                  <a:cubicBezTo>
                    <a:pt x="1229" y="3956"/>
                    <a:pt x="840" y="3936"/>
                    <a:pt x="709" y="3906"/>
                  </a:cubicBezTo>
                  <a:cubicBezTo>
                    <a:pt x="435" y="3843"/>
                    <a:pt x="146" y="3578"/>
                    <a:pt x="230" y="3040"/>
                  </a:cubicBezTo>
                  <a:cubicBezTo>
                    <a:pt x="304" y="2560"/>
                    <a:pt x="729" y="2293"/>
                    <a:pt x="1040" y="2098"/>
                  </a:cubicBezTo>
                  <a:cubicBezTo>
                    <a:pt x="1116" y="2051"/>
                    <a:pt x="1186" y="2007"/>
                    <a:pt x="1243" y="1965"/>
                  </a:cubicBezTo>
                  <a:cubicBezTo>
                    <a:pt x="1537" y="1749"/>
                    <a:pt x="2410" y="880"/>
                    <a:pt x="2556" y="610"/>
                  </a:cubicBezTo>
                  <a:cubicBezTo>
                    <a:pt x="2686" y="368"/>
                    <a:pt x="2837" y="134"/>
                    <a:pt x="3130" y="134"/>
                  </a:cubicBezTo>
                  <a:close/>
                  <a:moveTo>
                    <a:pt x="3129" y="0"/>
                  </a:moveTo>
                  <a:cubicBezTo>
                    <a:pt x="2731" y="0"/>
                    <a:pt x="2543" y="354"/>
                    <a:pt x="2439" y="547"/>
                  </a:cubicBezTo>
                  <a:cubicBezTo>
                    <a:pt x="2311" y="785"/>
                    <a:pt x="1472" y="1632"/>
                    <a:pt x="1165" y="1858"/>
                  </a:cubicBezTo>
                  <a:cubicBezTo>
                    <a:pt x="1110" y="1898"/>
                    <a:pt x="1043" y="1941"/>
                    <a:pt x="969" y="1985"/>
                  </a:cubicBezTo>
                  <a:cubicBezTo>
                    <a:pt x="637" y="2195"/>
                    <a:pt x="183" y="2480"/>
                    <a:pt x="99" y="3020"/>
                  </a:cubicBezTo>
                  <a:cubicBezTo>
                    <a:pt x="0" y="3648"/>
                    <a:pt x="349" y="3959"/>
                    <a:pt x="678" y="4036"/>
                  </a:cubicBezTo>
                  <a:cubicBezTo>
                    <a:pt x="816" y="4067"/>
                    <a:pt x="1223" y="4088"/>
                    <a:pt x="1678" y="4088"/>
                  </a:cubicBezTo>
                  <a:cubicBezTo>
                    <a:pt x="2061" y="4088"/>
                    <a:pt x="2479" y="4074"/>
                    <a:pt x="2800" y="4037"/>
                  </a:cubicBezTo>
                  <a:cubicBezTo>
                    <a:pt x="2924" y="4022"/>
                    <a:pt x="3090" y="4017"/>
                    <a:pt x="3278" y="4017"/>
                  </a:cubicBezTo>
                  <a:cubicBezTo>
                    <a:pt x="3593" y="4017"/>
                    <a:pt x="3970" y="4032"/>
                    <a:pt x="4318" y="4046"/>
                  </a:cubicBezTo>
                  <a:cubicBezTo>
                    <a:pt x="4693" y="4062"/>
                    <a:pt x="4953" y="4071"/>
                    <a:pt x="5132" y="4071"/>
                  </a:cubicBezTo>
                  <a:cubicBezTo>
                    <a:pt x="5372" y="4071"/>
                    <a:pt x="5468" y="4055"/>
                    <a:pt x="5505" y="4018"/>
                  </a:cubicBezTo>
                  <a:cubicBezTo>
                    <a:pt x="5623" y="3901"/>
                    <a:pt x="5789" y="3527"/>
                    <a:pt x="5677" y="3259"/>
                  </a:cubicBezTo>
                  <a:cubicBezTo>
                    <a:pt x="5595" y="3062"/>
                    <a:pt x="5463" y="2857"/>
                    <a:pt x="5414" y="2784"/>
                  </a:cubicBezTo>
                  <a:cubicBezTo>
                    <a:pt x="5455" y="2655"/>
                    <a:pt x="5592" y="2180"/>
                    <a:pt x="5482" y="1888"/>
                  </a:cubicBezTo>
                  <a:cubicBezTo>
                    <a:pt x="5444" y="1787"/>
                    <a:pt x="5394" y="1677"/>
                    <a:pt x="5346" y="1571"/>
                  </a:cubicBezTo>
                  <a:cubicBezTo>
                    <a:pt x="5253" y="1370"/>
                    <a:pt x="5149" y="1142"/>
                    <a:pt x="5171" y="1044"/>
                  </a:cubicBezTo>
                  <a:cubicBezTo>
                    <a:pt x="5181" y="995"/>
                    <a:pt x="5243" y="910"/>
                    <a:pt x="5296" y="835"/>
                  </a:cubicBezTo>
                  <a:cubicBezTo>
                    <a:pt x="5397" y="695"/>
                    <a:pt x="5484" y="573"/>
                    <a:pt x="5439" y="476"/>
                  </a:cubicBezTo>
                  <a:cubicBezTo>
                    <a:pt x="5415" y="427"/>
                    <a:pt x="5365" y="399"/>
                    <a:pt x="5287" y="394"/>
                  </a:cubicBezTo>
                  <a:cubicBezTo>
                    <a:pt x="5276" y="393"/>
                    <a:pt x="5266" y="393"/>
                    <a:pt x="5255" y="393"/>
                  </a:cubicBezTo>
                  <a:cubicBezTo>
                    <a:pt x="5056" y="393"/>
                    <a:pt x="4808" y="526"/>
                    <a:pt x="4568" y="653"/>
                  </a:cubicBezTo>
                  <a:cubicBezTo>
                    <a:pt x="4434" y="727"/>
                    <a:pt x="4305" y="794"/>
                    <a:pt x="4203" y="828"/>
                  </a:cubicBezTo>
                  <a:cubicBezTo>
                    <a:pt x="4013" y="891"/>
                    <a:pt x="3874" y="922"/>
                    <a:pt x="3802" y="935"/>
                  </a:cubicBezTo>
                  <a:cubicBezTo>
                    <a:pt x="3739" y="712"/>
                    <a:pt x="3515" y="22"/>
                    <a:pt x="3169" y="1"/>
                  </a:cubicBezTo>
                  <a:cubicBezTo>
                    <a:pt x="3155" y="1"/>
                    <a:pt x="3142" y="0"/>
                    <a:pt x="31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g332bf0ce26c_1_715"/>
            <p:cNvSpPr/>
            <p:nvPr/>
          </p:nvSpPr>
          <p:spPr>
            <a:xfrm>
              <a:off x="901727" y="5068469"/>
              <a:ext cx="283913" cy="71738"/>
            </a:xfrm>
            <a:custGeom>
              <a:rect b="b" l="l" r="r" t="t"/>
              <a:pathLst>
                <a:path extrusionOk="0" h="1416" w="5604">
                  <a:moveTo>
                    <a:pt x="392" y="1"/>
                  </a:moveTo>
                  <a:cubicBezTo>
                    <a:pt x="210" y="1"/>
                    <a:pt x="73" y="520"/>
                    <a:pt x="73" y="520"/>
                  </a:cubicBezTo>
                  <a:lnTo>
                    <a:pt x="41" y="534"/>
                  </a:lnTo>
                  <a:cubicBezTo>
                    <a:pt x="1" y="1081"/>
                    <a:pt x="344" y="1308"/>
                    <a:pt x="583" y="1364"/>
                  </a:cubicBezTo>
                  <a:cubicBezTo>
                    <a:pt x="719" y="1395"/>
                    <a:pt x="1113" y="1415"/>
                    <a:pt x="1554" y="1415"/>
                  </a:cubicBezTo>
                  <a:cubicBezTo>
                    <a:pt x="1940" y="1415"/>
                    <a:pt x="2362" y="1400"/>
                    <a:pt x="2682" y="1364"/>
                  </a:cubicBezTo>
                  <a:cubicBezTo>
                    <a:pt x="2807" y="1349"/>
                    <a:pt x="2973" y="1344"/>
                    <a:pt x="3161" y="1344"/>
                  </a:cubicBezTo>
                  <a:cubicBezTo>
                    <a:pt x="3754" y="1344"/>
                    <a:pt x="4563" y="1398"/>
                    <a:pt x="5014" y="1398"/>
                  </a:cubicBezTo>
                  <a:cubicBezTo>
                    <a:pt x="5198" y="1398"/>
                    <a:pt x="5323" y="1389"/>
                    <a:pt x="5348" y="1364"/>
                  </a:cubicBezTo>
                  <a:cubicBezTo>
                    <a:pt x="5456" y="1256"/>
                    <a:pt x="5604" y="913"/>
                    <a:pt x="5506" y="678"/>
                  </a:cubicBezTo>
                  <a:cubicBezTo>
                    <a:pt x="5407" y="442"/>
                    <a:pt x="5231" y="187"/>
                    <a:pt x="5231" y="187"/>
                  </a:cubicBezTo>
                  <a:cubicBezTo>
                    <a:pt x="5215" y="184"/>
                    <a:pt x="5203" y="183"/>
                    <a:pt x="5192" y="183"/>
                  </a:cubicBezTo>
                  <a:cubicBezTo>
                    <a:pt x="5123" y="183"/>
                    <a:pt x="5135" y="231"/>
                    <a:pt x="4898" y="266"/>
                  </a:cubicBezTo>
                  <a:cubicBezTo>
                    <a:pt x="4622" y="305"/>
                    <a:pt x="3563" y="815"/>
                    <a:pt x="2897" y="971"/>
                  </a:cubicBezTo>
                  <a:cubicBezTo>
                    <a:pt x="2542" y="1055"/>
                    <a:pt x="2210" y="1100"/>
                    <a:pt x="1929" y="1100"/>
                  </a:cubicBezTo>
                  <a:cubicBezTo>
                    <a:pt x="1682" y="1100"/>
                    <a:pt x="1475" y="1065"/>
                    <a:pt x="1328" y="991"/>
                  </a:cubicBezTo>
                  <a:cubicBezTo>
                    <a:pt x="1015" y="835"/>
                    <a:pt x="740" y="364"/>
                    <a:pt x="505" y="69"/>
                  </a:cubicBezTo>
                  <a:cubicBezTo>
                    <a:pt x="466" y="21"/>
                    <a:pt x="428" y="1"/>
                    <a:pt x="39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g332bf0ce26c_1_715"/>
            <p:cNvSpPr/>
            <p:nvPr/>
          </p:nvSpPr>
          <p:spPr>
            <a:xfrm>
              <a:off x="898383" y="5065125"/>
              <a:ext cx="291056" cy="78375"/>
            </a:xfrm>
            <a:custGeom>
              <a:rect b="b" l="l" r="r" t="t"/>
              <a:pathLst>
                <a:path extrusionOk="0" h="1547" w="5745">
                  <a:moveTo>
                    <a:pt x="458" y="132"/>
                  </a:moveTo>
                  <a:cubicBezTo>
                    <a:pt x="480" y="132"/>
                    <a:pt x="502" y="156"/>
                    <a:pt x="519" y="177"/>
                  </a:cubicBezTo>
                  <a:cubicBezTo>
                    <a:pt x="576" y="249"/>
                    <a:pt x="637" y="333"/>
                    <a:pt x="701" y="419"/>
                  </a:cubicBezTo>
                  <a:cubicBezTo>
                    <a:pt x="895" y="688"/>
                    <a:pt x="1115" y="991"/>
                    <a:pt x="1364" y="1116"/>
                  </a:cubicBezTo>
                  <a:cubicBezTo>
                    <a:pt x="1518" y="1193"/>
                    <a:pt x="1735" y="1231"/>
                    <a:pt x="2000" y="1231"/>
                  </a:cubicBezTo>
                  <a:cubicBezTo>
                    <a:pt x="2280" y="1231"/>
                    <a:pt x="2613" y="1188"/>
                    <a:pt x="2978" y="1102"/>
                  </a:cubicBezTo>
                  <a:cubicBezTo>
                    <a:pt x="3353" y="1013"/>
                    <a:pt x="3855" y="813"/>
                    <a:pt x="4258" y="652"/>
                  </a:cubicBezTo>
                  <a:cubicBezTo>
                    <a:pt x="4580" y="525"/>
                    <a:pt x="4858" y="413"/>
                    <a:pt x="4973" y="397"/>
                  </a:cubicBezTo>
                  <a:cubicBezTo>
                    <a:pt x="5128" y="374"/>
                    <a:pt x="5186" y="346"/>
                    <a:pt x="5224" y="326"/>
                  </a:cubicBezTo>
                  <a:cubicBezTo>
                    <a:pt x="5239" y="320"/>
                    <a:pt x="5241" y="315"/>
                    <a:pt x="5253" y="315"/>
                  </a:cubicBezTo>
                  <a:cubicBezTo>
                    <a:pt x="5255" y="315"/>
                    <a:pt x="5256" y="315"/>
                    <a:pt x="5258" y="315"/>
                  </a:cubicBezTo>
                  <a:cubicBezTo>
                    <a:pt x="5304" y="384"/>
                    <a:pt x="5433" y="584"/>
                    <a:pt x="5510" y="768"/>
                  </a:cubicBezTo>
                  <a:cubicBezTo>
                    <a:pt x="5594" y="972"/>
                    <a:pt x="5464" y="1287"/>
                    <a:pt x="5374" y="1378"/>
                  </a:cubicBezTo>
                  <a:cubicBezTo>
                    <a:pt x="5345" y="1392"/>
                    <a:pt x="5241" y="1398"/>
                    <a:pt x="5098" y="1398"/>
                  </a:cubicBezTo>
                  <a:cubicBezTo>
                    <a:pt x="4875" y="1398"/>
                    <a:pt x="4556" y="1385"/>
                    <a:pt x="4278" y="1373"/>
                  </a:cubicBezTo>
                  <a:cubicBezTo>
                    <a:pt x="3928" y="1359"/>
                    <a:pt x="3548" y="1343"/>
                    <a:pt x="3228" y="1343"/>
                  </a:cubicBezTo>
                  <a:cubicBezTo>
                    <a:pt x="3037" y="1343"/>
                    <a:pt x="2868" y="1349"/>
                    <a:pt x="2739" y="1364"/>
                  </a:cubicBezTo>
                  <a:cubicBezTo>
                    <a:pt x="2419" y="1400"/>
                    <a:pt x="2003" y="1415"/>
                    <a:pt x="1623" y="1415"/>
                  </a:cubicBezTo>
                  <a:cubicBezTo>
                    <a:pt x="1184" y="1415"/>
                    <a:pt x="795" y="1395"/>
                    <a:pt x="664" y="1365"/>
                  </a:cubicBezTo>
                  <a:cubicBezTo>
                    <a:pt x="576" y="1345"/>
                    <a:pt x="148" y="1216"/>
                    <a:pt x="171" y="645"/>
                  </a:cubicBezTo>
                  <a:cubicBezTo>
                    <a:pt x="186" y="636"/>
                    <a:pt x="198" y="622"/>
                    <a:pt x="203" y="603"/>
                  </a:cubicBezTo>
                  <a:cubicBezTo>
                    <a:pt x="252" y="418"/>
                    <a:pt x="365" y="152"/>
                    <a:pt x="451" y="133"/>
                  </a:cubicBezTo>
                  <a:cubicBezTo>
                    <a:pt x="453" y="133"/>
                    <a:pt x="456" y="132"/>
                    <a:pt x="458" y="132"/>
                  </a:cubicBezTo>
                  <a:close/>
                  <a:moveTo>
                    <a:pt x="458" y="0"/>
                  </a:moveTo>
                  <a:cubicBezTo>
                    <a:pt x="446" y="0"/>
                    <a:pt x="434" y="2"/>
                    <a:pt x="424" y="4"/>
                  </a:cubicBezTo>
                  <a:cubicBezTo>
                    <a:pt x="239" y="42"/>
                    <a:pt x="120" y="408"/>
                    <a:pt x="83" y="538"/>
                  </a:cubicBezTo>
                  <a:lnTo>
                    <a:pt x="80" y="540"/>
                  </a:lnTo>
                  <a:cubicBezTo>
                    <a:pt x="57" y="550"/>
                    <a:pt x="42" y="571"/>
                    <a:pt x="39" y="596"/>
                  </a:cubicBezTo>
                  <a:cubicBezTo>
                    <a:pt x="0" y="1148"/>
                    <a:pt x="335" y="1425"/>
                    <a:pt x="633" y="1495"/>
                  </a:cubicBezTo>
                  <a:cubicBezTo>
                    <a:pt x="772" y="1526"/>
                    <a:pt x="1178" y="1547"/>
                    <a:pt x="1633" y="1547"/>
                  </a:cubicBezTo>
                  <a:cubicBezTo>
                    <a:pt x="2016" y="1547"/>
                    <a:pt x="2434" y="1533"/>
                    <a:pt x="2755" y="1496"/>
                  </a:cubicBezTo>
                  <a:cubicBezTo>
                    <a:pt x="2879" y="1481"/>
                    <a:pt x="3045" y="1476"/>
                    <a:pt x="3233" y="1476"/>
                  </a:cubicBezTo>
                  <a:cubicBezTo>
                    <a:pt x="3548" y="1476"/>
                    <a:pt x="3925" y="1491"/>
                    <a:pt x="4274" y="1505"/>
                  </a:cubicBezTo>
                  <a:cubicBezTo>
                    <a:pt x="4649" y="1521"/>
                    <a:pt x="4909" y="1530"/>
                    <a:pt x="5088" y="1530"/>
                  </a:cubicBezTo>
                  <a:cubicBezTo>
                    <a:pt x="5327" y="1530"/>
                    <a:pt x="5424" y="1514"/>
                    <a:pt x="5462" y="1477"/>
                  </a:cubicBezTo>
                  <a:cubicBezTo>
                    <a:pt x="5578" y="1360"/>
                    <a:pt x="5744" y="986"/>
                    <a:pt x="5632" y="718"/>
                  </a:cubicBezTo>
                  <a:cubicBezTo>
                    <a:pt x="5533" y="479"/>
                    <a:pt x="5359" y="227"/>
                    <a:pt x="5352" y="216"/>
                  </a:cubicBezTo>
                  <a:cubicBezTo>
                    <a:pt x="5341" y="201"/>
                    <a:pt x="5326" y="191"/>
                    <a:pt x="5308" y="187"/>
                  </a:cubicBezTo>
                  <a:cubicBezTo>
                    <a:pt x="5288" y="184"/>
                    <a:pt x="5271" y="183"/>
                    <a:pt x="5257" y="183"/>
                  </a:cubicBezTo>
                  <a:cubicBezTo>
                    <a:pt x="5218" y="183"/>
                    <a:pt x="5195" y="193"/>
                    <a:pt x="5165" y="208"/>
                  </a:cubicBezTo>
                  <a:cubicBezTo>
                    <a:pt x="5134" y="223"/>
                    <a:pt x="5088" y="247"/>
                    <a:pt x="4954" y="266"/>
                  </a:cubicBezTo>
                  <a:cubicBezTo>
                    <a:pt x="4824" y="285"/>
                    <a:pt x="4552" y="392"/>
                    <a:pt x="4209" y="529"/>
                  </a:cubicBezTo>
                  <a:cubicBezTo>
                    <a:pt x="3810" y="689"/>
                    <a:pt x="3313" y="887"/>
                    <a:pt x="2947" y="973"/>
                  </a:cubicBezTo>
                  <a:cubicBezTo>
                    <a:pt x="2588" y="1057"/>
                    <a:pt x="2264" y="1100"/>
                    <a:pt x="1995" y="1100"/>
                  </a:cubicBezTo>
                  <a:cubicBezTo>
                    <a:pt x="1755" y="1100"/>
                    <a:pt x="1560" y="1066"/>
                    <a:pt x="1424" y="998"/>
                  </a:cubicBezTo>
                  <a:cubicBezTo>
                    <a:pt x="1202" y="887"/>
                    <a:pt x="993" y="598"/>
                    <a:pt x="807" y="342"/>
                  </a:cubicBezTo>
                  <a:cubicBezTo>
                    <a:pt x="743" y="254"/>
                    <a:pt x="682" y="169"/>
                    <a:pt x="621" y="94"/>
                  </a:cubicBezTo>
                  <a:cubicBezTo>
                    <a:pt x="563" y="20"/>
                    <a:pt x="504" y="0"/>
                    <a:pt x="4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g332bf0ce26c_1_715"/>
            <p:cNvSpPr/>
            <p:nvPr/>
          </p:nvSpPr>
          <p:spPr>
            <a:xfrm>
              <a:off x="990842" y="4993033"/>
              <a:ext cx="74575" cy="42253"/>
            </a:xfrm>
            <a:custGeom>
              <a:rect b="b" l="l" r="r" t="t"/>
              <a:pathLst>
                <a:path extrusionOk="0" h="834" w="1472">
                  <a:moveTo>
                    <a:pt x="380" y="0"/>
                  </a:moveTo>
                  <a:cubicBezTo>
                    <a:pt x="313" y="0"/>
                    <a:pt x="275" y="9"/>
                    <a:pt x="275" y="9"/>
                  </a:cubicBezTo>
                  <a:lnTo>
                    <a:pt x="1" y="303"/>
                  </a:lnTo>
                  <a:cubicBezTo>
                    <a:pt x="432" y="303"/>
                    <a:pt x="1118" y="833"/>
                    <a:pt x="1118" y="833"/>
                  </a:cubicBezTo>
                  <a:lnTo>
                    <a:pt x="1471" y="539"/>
                  </a:lnTo>
                  <a:cubicBezTo>
                    <a:pt x="982" y="63"/>
                    <a:pt x="566" y="0"/>
                    <a:pt x="38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g332bf0ce26c_1_715"/>
            <p:cNvSpPr/>
            <p:nvPr/>
          </p:nvSpPr>
          <p:spPr>
            <a:xfrm>
              <a:off x="987194" y="4989689"/>
              <a:ext cx="81617" cy="48940"/>
            </a:xfrm>
            <a:custGeom>
              <a:rect b="b" l="l" r="r" t="t"/>
              <a:pathLst>
                <a:path extrusionOk="0" h="966" w="1611">
                  <a:moveTo>
                    <a:pt x="449" y="134"/>
                  </a:moveTo>
                  <a:cubicBezTo>
                    <a:pt x="613" y="134"/>
                    <a:pt x="992" y="187"/>
                    <a:pt x="1443" y="601"/>
                  </a:cubicBezTo>
                  <a:lnTo>
                    <a:pt x="1187" y="814"/>
                  </a:lnTo>
                  <a:cubicBezTo>
                    <a:pt x="1045" y="710"/>
                    <a:pt x="586" y="389"/>
                    <a:pt x="211" y="317"/>
                  </a:cubicBezTo>
                  <a:lnTo>
                    <a:pt x="379" y="137"/>
                  </a:lnTo>
                  <a:cubicBezTo>
                    <a:pt x="394" y="136"/>
                    <a:pt x="418" y="134"/>
                    <a:pt x="449" y="134"/>
                  </a:cubicBezTo>
                  <a:close/>
                  <a:moveTo>
                    <a:pt x="455" y="0"/>
                  </a:moveTo>
                  <a:cubicBezTo>
                    <a:pt x="382" y="0"/>
                    <a:pt x="339" y="9"/>
                    <a:pt x="333" y="11"/>
                  </a:cubicBezTo>
                  <a:cubicBezTo>
                    <a:pt x="319" y="13"/>
                    <a:pt x="307" y="20"/>
                    <a:pt x="299" y="30"/>
                  </a:cubicBezTo>
                  <a:lnTo>
                    <a:pt x="24" y="324"/>
                  </a:lnTo>
                  <a:cubicBezTo>
                    <a:pt x="5" y="343"/>
                    <a:pt x="1" y="372"/>
                    <a:pt x="11" y="395"/>
                  </a:cubicBezTo>
                  <a:cubicBezTo>
                    <a:pt x="22" y="420"/>
                    <a:pt x="46" y="435"/>
                    <a:pt x="73" y="435"/>
                  </a:cubicBezTo>
                  <a:cubicBezTo>
                    <a:pt x="476" y="435"/>
                    <a:pt x="1142" y="946"/>
                    <a:pt x="1150" y="951"/>
                  </a:cubicBezTo>
                  <a:cubicBezTo>
                    <a:pt x="1161" y="961"/>
                    <a:pt x="1176" y="965"/>
                    <a:pt x="1190" y="965"/>
                  </a:cubicBezTo>
                  <a:cubicBezTo>
                    <a:pt x="1205" y="965"/>
                    <a:pt x="1220" y="960"/>
                    <a:pt x="1232" y="950"/>
                  </a:cubicBezTo>
                  <a:lnTo>
                    <a:pt x="1586" y="655"/>
                  </a:lnTo>
                  <a:cubicBezTo>
                    <a:pt x="1600" y="644"/>
                    <a:pt x="1609" y="626"/>
                    <a:pt x="1610" y="607"/>
                  </a:cubicBezTo>
                  <a:cubicBezTo>
                    <a:pt x="1611" y="588"/>
                    <a:pt x="1603" y="570"/>
                    <a:pt x="1590" y="557"/>
                  </a:cubicBezTo>
                  <a:cubicBezTo>
                    <a:pt x="1086" y="69"/>
                    <a:pt x="657" y="0"/>
                    <a:pt x="4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g332bf0ce26c_1_715"/>
            <p:cNvSpPr/>
            <p:nvPr/>
          </p:nvSpPr>
          <p:spPr>
            <a:xfrm>
              <a:off x="965967" y="5012892"/>
              <a:ext cx="74575" cy="42202"/>
            </a:xfrm>
            <a:custGeom>
              <a:rect b="b" l="l" r="r" t="t"/>
              <a:pathLst>
                <a:path extrusionOk="0" h="833" w="1472">
                  <a:moveTo>
                    <a:pt x="382" y="1"/>
                  </a:moveTo>
                  <a:cubicBezTo>
                    <a:pt x="313" y="1"/>
                    <a:pt x="275" y="9"/>
                    <a:pt x="275" y="9"/>
                  </a:cubicBezTo>
                  <a:lnTo>
                    <a:pt x="1" y="304"/>
                  </a:lnTo>
                  <a:cubicBezTo>
                    <a:pt x="433" y="304"/>
                    <a:pt x="1119" y="833"/>
                    <a:pt x="1119" y="833"/>
                  </a:cubicBezTo>
                  <a:lnTo>
                    <a:pt x="1471" y="538"/>
                  </a:lnTo>
                  <a:cubicBezTo>
                    <a:pt x="984" y="64"/>
                    <a:pt x="569" y="1"/>
                    <a:pt x="3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g332bf0ce26c_1_715"/>
            <p:cNvSpPr/>
            <p:nvPr/>
          </p:nvSpPr>
          <p:spPr>
            <a:xfrm>
              <a:off x="962370" y="5009549"/>
              <a:ext cx="81567" cy="48940"/>
            </a:xfrm>
            <a:custGeom>
              <a:rect b="b" l="l" r="r" t="t"/>
              <a:pathLst>
                <a:path extrusionOk="0" h="966" w="1610">
                  <a:moveTo>
                    <a:pt x="447" y="133"/>
                  </a:moveTo>
                  <a:cubicBezTo>
                    <a:pt x="611" y="133"/>
                    <a:pt x="991" y="186"/>
                    <a:pt x="1443" y="602"/>
                  </a:cubicBezTo>
                  <a:lnTo>
                    <a:pt x="1188" y="815"/>
                  </a:lnTo>
                  <a:cubicBezTo>
                    <a:pt x="1046" y="711"/>
                    <a:pt x="585" y="389"/>
                    <a:pt x="211" y="318"/>
                  </a:cubicBezTo>
                  <a:lnTo>
                    <a:pt x="379" y="137"/>
                  </a:lnTo>
                  <a:cubicBezTo>
                    <a:pt x="394" y="135"/>
                    <a:pt x="417" y="133"/>
                    <a:pt x="447" y="133"/>
                  </a:cubicBezTo>
                  <a:close/>
                  <a:moveTo>
                    <a:pt x="454" y="0"/>
                  </a:moveTo>
                  <a:cubicBezTo>
                    <a:pt x="381" y="0"/>
                    <a:pt x="338" y="9"/>
                    <a:pt x="332" y="10"/>
                  </a:cubicBezTo>
                  <a:cubicBezTo>
                    <a:pt x="319" y="14"/>
                    <a:pt x="307" y="20"/>
                    <a:pt x="298" y="30"/>
                  </a:cubicBezTo>
                  <a:lnTo>
                    <a:pt x="23" y="324"/>
                  </a:lnTo>
                  <a:cubicBezTo>
                    <a:pt x="6" y="344"/>
                    <a:pt x="1" y="371"/>
                    <a:pt x="12" y="396"/>
                  </a:cubicBezTo>
                  <a:cubicBezTo>
                    <a:pt x="21" y="420"/>
                    <a:pt x="46" y="436"/>
                    <a:pt x="72" y="436"/>
                  </a:cubicBezTo>
                  <a:cubicBezTo>
                    <a:pt x="475" y="436"/>
                    <a:pt x="1143" y="946"/>
                    <a:pt x="1150" y="951"/>
                  </a:cubicBezTo>
                  <a:cubicBezTo>
                    <a:pt x="1162" y="960"/>
                    <a:pt x="1176" y="965"/>
                    <a:pt x="1190" y="965"/>
                  </a:cubicBezTo>
                  <a:cubicBezTo>
                    <a:pt x="1205" y="965"/>
                    <a:pt x="1219" y="960"/>
                    <a:pt x="1233" y="950"/>
                  </a:cubicBezTo>
                  <a:lnTo>
                    <a:pt x="1585" y="656"/>
                  </a:lnTo>
                  <a:cubicBezTo>
                    <a:pt x="1600" y="643"/>
                    <a:pt x="1609" y="625"/>
                    <a:pt x="1609" y="608"/>
                  </a:cubicBezTo>
                  <a:cubicBezTo>
                    <a:pt x="1610" y="589"/>
                    <a:pt x="1603" y="570"/>
                    <a:pt x="1589" y="557"/>
                  </a:cubicBezTo>
                  <a:cubicBezTo>
                    <a:pt x="1086" y="68"/>
                    <a:pt x="656" y="0"/>
                    <a:pt x="4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g332bf0ce26c_1_715"/>
            <p:cNvSpPr/>
            <p:nvPr/>
          </p:nvSpPr>
          <p:spPr>
            <a:xfrm>
              <a:off x="1054626" y="4984116"/>
              <a:ext cx="35413" cy="29638"/>
            </a:xfrm>
            <a:custGeom>
              <a:rect b="b" l="l" r="r" t="t"/>
              <a:pathLst>
                <a:path extrusionOk="0" h="585" w="699">
                  <a:moveTo>
                    <a:pt x="625" y="1"/>
                  </a:moveTo>
                  <a:cubicBezTo>
                    <a:pt x="610" y="1"/>
                    <a:pt x="594" y="6"/>
                    <a:pt x="582" y="17"/>
                  </a:cubicBezTo>
                  <a:lnTo>
                    <a:pt x="33" y="467"/>
                  </a:lnTo>
                  <a:cubicBezTo>
                    <a:pt x="4" y="490"/>
                    <a:pt x="1" y="532"/>
                    <a:pt x="23" y="561"/>
                  </a:cubicBezTo>
                  <a:cubicBezTo>
                    <a:pt x="36" y="576"/>
                    <a:pt x="55" y="584"/>
                    <a:pt x="75" y="584"/>
                  </a:cubicBezTo>
                  <a:cubicBezTo>
                    <a:pt x="89" y="584"/>
                    <a:pt x="105" y="580"/>
                    <a:pt x="117" y="570"/>
                  </a:cubicBezTo>
                  <a:lnTo>
                    <a:pt x="666" y="118"/>
                  </a:lnTo>
                  <a:cubicBezTo>
                    <a:pt x="694" y="96"/>
                    <a:pt x="699" y="53"/>
                    <a:pt x="675" y="25"/>
                  </a:cubicBezTo>
                  <a:cubicBezTo>
                    <a:pt x="663" y="9"/>
                    <a:pt x="644" y="1"/>
                    <a:pt x="6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g332bf0ce26c_1_715"/>
            <p:cNvSpPr/>
            <p:nvPr/>
          </p:nvSpPr>
          <p:spPr>
            <a:xfrm>
              <a:off x="927463" y="5028243"/>
              <a:ext cx="102186" cy="53449"/>
            </a:xfrm>
            <a:custGeom>
              <a:rect b="b" l="l" r="r" t="t"/>
              <a:pathLst>
                <a:path extrusionOk="0" h="1055" w="2017">
                  <a:moveTo>
                    <a:pt x="761" y="1"/>
                  </a:moveTo>
                  <a:cubicBezTo>
                    <a:pt x="761" y="1"/>
                    <a:pt x="36" y="452"/>
                    <a:pt x="16" y="667"/>
                  </a:cubicBezTo>
                  <a:cubicBezTo>
                    <a:pt x="1" y="836"/>
                    <a:pt x="954" y="1055"/>
                    <a:pt x="1478" y="1055"/>
                  </a:cubicBezTo>
                  <a:cubicBezTo>
                    <a:pt x="1620" y="1055"/>
                    <a:pt x="1730" y="1038"/>
                    <a:pt x="1781" y="1001"/>
                  </a:cubicBezTo>
                  <a:cubicBezTo>
                    <a:pt x="2016" y="824"/>
                    <a:pt x="1879" y="530"/>
                    <a:pt x="1879" y="530"/>
                  </a:cubicBezTo>
                  <a:cubicBezTo>
                    <a:pt x="1349" y="118"/>
                    <a:pt x="761" y="1"/>
                    <a:pt x="76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g332bf0ce26c_1_715"/>
            <p:cNvSpPr/>
            <p:nvPr/>
          </p:nvSpPr>
          <p:spPr>
            <a:xfrm>
              <a:off x="924423" y="5024849"/>
              <a:ext cx="106442" cy="60187"/>
            </a:xfrm>
            <a:custGeom>
              <a:rect b="b" l="l" r="r" t="t"/>
              <a:pathLst>
                <a:path extrusionOk="0" h="1188" w="2101">
                  <a:moveTo>
                    <a:pt x="833" y="138"/>
                  </a:moveTo>
                  <a:cubicBezTo>
                    <a:pt x="949" y="166"/>
                    <a:pt x="1438" y="297"/>
                    <a:pt x="1884" y="638"/>
                  </a:cubicBezTo>
                  <a:cubicBezTo>
                    <a:pt x="1905" y="693"/>
                    <a:pt x="1966" y="890"/>
                    <a:pt x="1800" y="1014"/>
                  </a:cubicBezTo>
                  <a:cubicBezTo>
                    <a:pt x="1763" y="1043"/>
                    <a:pt x="1669" y="1056"/>
                    <a:pt x="1542" y="1056"/>
                  </a:cubicBezTo>
                  <a:cubicBezTo>
                    <a:pt x="1292" y="1056"/>
                    <a:pt x="913" y="1005"/>
                    <a:pt x="578" y="916"/>
                  </a:cubicBezTo>
                  <a:cubicBezTo>
                    <a:pt x="247" y="829"/>
                    <a:pt x="150" y="754"/>
                    <a:pt x="142" y="740"/>
                  </a:cubicBezTo>
                  <a:cubicBezTo>
                    <a:pt x="154" y="617"/>
                    <a:pt x="545" y="320"/>
                    <a:pt x="833" y="138"/>
                  </a:cubicBezTo>
                  <a:close/>
                  <a:moveTo>
                    <a:pt x="822" y="1"/>
                  </a:moveTo>
                  <a:cubicBezTo>
                    <a:pt x="810" y="1"/>
                    <a:pt x="797" y="4"/>
                    <a:pt x="785" y="11"/>
                  </a:cubicBezTo>
                  <a:cubicBezTo>
                    <a:pt x="660" y="89"/>
                    <a:pt x="32" y="491"/>
                    <a:pt x="9" y="728"/>
                  </a:cubicBezTo>
                  <a:cubicBezTo>
                    <a:pt x="1" y="820"/>
                    <a:pt x="106" y="880"/>
                    <a:pt x="142" y="898"/>
                  </a:cubicBezTo>
                  <a:cubicBezTo>
                    <a:pt x="396" y="1040"/>
                    <a:pt x="1084" y="1187"/>
                    <a:pt x="1526" y="1187"/>
                  </a:cubicBezTo>
                  <a:cubicBezTo>
                    <a:pt x="1688" y="1187"/>
                    <a:pt x="1818" y="1168"/>
                    <a:pt x="1881" y="1121"/>
                  </a:cubicBezTo>
                  <a:cubicBezTo>
                    <a:pt x="2101" y="955"/>
                    <a:pt x="2055" y="688"/>
                    <a:pt x="1999" y="568"/>
                  </a:cubicBezTo>
                  <a:cubicBezTo>
                    <a:pt x="1995" y="559"/>
                    <a:pt x="1987" y="551"/>
                    <a:pt x="1979" y="545"/>
                  </a:cubicBezTo>
                  <a:cubicBezTo>
                    <a:pt x="1443" y="127"/>
                    <a:pt x="859" y="6"/>
                    <a:pt x="834" y="2"/>
                  </a:cubicBezTo>
                  <a:cubicBezTo>
                    <a:pt x="830" y="1"/>
                    <a:pt x="826" y="1"/>
                    <a:pt x="8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g332bf0ce26c_1_715"/>
            <p:cNvSpPr/>
            <p:nvPr/>
          </p:nvSpPr>
          <p:spPr>
            <a:xfrm>
              <a:off x="1517277" y="4898092"/>
              <a:ext cx="98387" cy="120273"/>
            </a:xfrm>
            <a:custGeom>
              <a:rect b="b" l="l" r="r" t="t"/>
              <a:pathLst>
                <a:path extrusionOk="0" h="2374" w="1942">
                  <a:moveTo>
                    <a:pt x="0" y="0"/>
                  </a:moveTo>
                  <a:lnTo>
                    <a:pt x="156" y="2374"/>
                  </a:lnTo>
                  <a:lnTo>
                    <a:pt x="1942" y="2334"/>
                  </a:lnTo>
                  <a:lnTo>
                    <a:pt x="1902" y="158"/>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g332bf0ce26c_1_715"/>
            <p:cNvSpPr/>
            <p:nvPr/>
          </p:nvSpPr>
          <p:spPr>
            <a:xfrm>
              <a:off x="1513832" y="4894697"/>
              <a:ext cx="105175" cy="127011"/>
            </a:xfrm>
            <a:custGeom>
              <a:rect b="b" l="l" r="r" t="t"/>
              <a:pathLst>
                <a:path extrusionOk="0" h="2507" w="2076">
                  <a:moveTo>
                    <a:pt x="139" y="139"/>
                  </a:moveTo>
                  <a:lnTo>
                    <a:pt x="1904" y="286"/>
                  </a:lnTo>
                  <a:lnTo>
                    <a:pt x="1941" y="2336"/>
                  </a:lnTo>
                  <a:lnTo>
                    <a:pt x="287" y="2373"/>
                  </a:lnTo>
                  <a:lnTo>
                    <a:pt x="139" y="139"/>
                  </a:lnTo>
                  <a:close/>
                  <a:moveTo>
                    <a:pt x="69" y="1"/>
                  </a:moveTo>
                  <a:cubicBezTo>
                    <a:pt x="51" y="1"/>
                    <a:pt x="34" y="8"/>
                    <a:pt x="21" y="20"/>
                  </a:cubicBezTo>
                  <a:cubicBezTo>
                    <a:pt x="8" y="34"/>
                    <a:pt x="1" y="52"/>
                    <a:pt x="2" y="72"/>
                  </a:cubicBezTo>
                  <a:lnTo>
                    <a:pt x="158" y="2445"/>
                  </a:lnTo>
                  <a:cubicBezTo>
                    <a:pt x="160" y="2480"/>
                    <a:pt x="190" y="2507"/>
                    <a:pt x="224" y="2507"/>
                  </a:cubicBezTo>
                  <a:lnTo>
                    <a:pt x="225" y="2507"/>
                  </a:lnTo>
                  <a:lnTo>
                    <a:pt x="2011" y="2468"/>
                  </a:lnTo>
                  <a:cubicBezTo>
                    <a:pt x="2047" y="2467"/>
                    <a:pt x="2076" y="2436"/>
                    <a:pt x="2076" y="2400"/>
                  </a:cubicBezTo>
                  <a:lnTo>
                    <a:pt x="2037" y="223"/>
                  </a:lnTo>
                  <a:cubicBezTo>
                    <a:pt x="2036" y="189"/>
                    <a:pt x="2010" y="161"/>
                    <a:pt x="1975" y="158"/>
                  </a:cubicBezTo>
                  <a:lnTo>
                    <a:pt x="73" y="1"/>
                  </a:lnTo>
                  <a:cubicBezTo>
                    <a:pt x="71" y="1"/>
                    <a:pt x="70"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4" name="Google Shape;2184;g332bf0ce26c_1_715"/>
            <p:cNvSpPr/>
            <p:nvPr/>
          </p:nvSpPr>
          <p:spPr>
            <a:xfrm>
              <a:off x="1516821" y="4908731"/>
              <a:ext cx="98133" cy="26243"/>
            </a:xfrm>
            <a:custGeom>
              <a:rect b="b" l="l" r="r" t="t"/>
              <a:pathLst>
                <a:path extrusionOk="0" h="518" w="1937">
                  <a:moveTo>
                    <a:pt x="1" y="1"/>
                  </a:moveTo>
                  <a:lnTo>
                    <a:pt x="43" y="195"/>
                  </a:lnTo>
                  <a:lnTo>
                    <a:pt x="43" y="518"/>
                  </a:lnTo>
                  <a:lnTo>
                    <a:pt x="1936" y="495"/>
                  </a:lnTo>
                  <a:lnTo>
                    <a:pt x="1915" y="22"/>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g332bf0ce26c_1_715"/>
            <p:cNvSpPr/>
            <p:nvPr/>
          </p:nvSpPr>
          <p:spPr>
            <a:xfrm>
              <a:off x="1513274" y="4905387"/>
              <a:ext cx="105074" cy="32981"/>
            </a:xfrm>
            <a:custGeom>
              <a:rect b="b" l="l" r="r" t="t"/>
              <a:pathLst>
                <a:path extrusionOk="0" h="651" w="2074">
                  <a:moveTo>
                    <a:pt x="154" y="134"/>
                  </a:moveTo>
                  <a:lnTo>
                    <a:pt x="1921" y="154"/>
                  </a:lnTo>
                  <a:lnTo>
                    <a:pt x="1938" y="496"/>
                  </a:lnTo>
                  <a:lnTo>
                    <a:pt x="180" y="516"/>
                  </a:lnTo>
                  <a:lnTo>
                    <a:pt x="180" y="261"/>
                  </a:lnTo>
                  <a:cubicBezTo>
                    <a:pt x="180" y="256"/>
                    <a:pt x="180" y="251"/>
                    <a:pt x="178" y="247"/>
                  </a:cubicBezTo>
                  <a:lnTo>
                    <a:pt x="154" y="134"/>
                  </a:lnTo>
                  <a:close/>
                  <a:moveTo>
                    <a:pt x="68" y="0"/>
                  </a:moveTo>
                  <a:cubicBezTo>
                    <a:pt x="50" y="0"/>
                    <a:pt x="31" y="11"/>
                    <a:pt x="19" y="25"/>
                  </a:cubicBezTo>
                  <a:cubicBezTo>
                    <a:pt x="6" y="41"/>
                    <a:pt x="1" y="62"/>
                    <a:pt x="6" y="81"/>
                  </a:cubicBezTo>
                  <a:lnTo>
                    <a:pt x="47" y="268"/>
                  </a:lnTo>
                  <a:lnTo>
                    <a:pt x="47" y="584"/>
                  </a:lnTo>
                  <a:cubicBezTo>
                    <a:pt x="47" y="602"/>
                    <a:pt x="54" y="618"/>
                    <a:pt x="67" y="630"/>
                  </a:cubicBezTo>
                  <a:cubicBezTo>
                    <a:pt x="79" y="643"/>
                    <a:pt x="96" y="650"/>
                    <a:pt x="113" y="650"/>
                  </a:cubicBezTo>
                  <a:lnTo>
                    <a:pt x="115" y="650"/>
                  </a:lnTo>
                  <a:lnTo>
                    <a:pt x="2008" y="629"/>
                  </a:lnTo>
                  <a:cubicBezTo>
                    <a:pt x="2025" y="628"/>
                    <a:pt x="2042" y="620"/>
                    <a:pt x="2055" y="607"/>
                  </a:cubicBezTo>
                  <a:cubicBezTo>
                    <a:pt x="2067" y="594"/>
                    <a:pt x="2074" y="577"/>
                    <a:pt x="2073" y="559"/>
                  </a:cubicBezTo>
                  <a:lnTo>
                    <a:pt x="2051" y="86"/>
                  </a:lnTo>
                  <a:cubicBezTo>
                    <a:pt x="2050" y="50"/>
                    <a:pt x="2021" y="23"/>
                    <a:pt x="1986" y="22"/>
                  </a:cubicBezTo>
                  <a:lnTo>
                    <a:pt x="71" y="1"/>
                  </a:lnTo>
                  <a:cubicBezTo>
                    <a:pt x="70" y="0"/>
                    <a:pt x="69"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g332bf0ce26c_1_715"/>
            <p:cNvSpPr/>
            <p:nvPr/>
          </p:nvSpPr>
          <p:spPr>
            <a:xfrm>
              <a:off x="1471528" y="4939736"/>
              <a:ext cx="286192" cy="200472"/>
            </a:xfrm>
            <a:custGeom>
              <a:rect b="b" l="l" r="r" t="t"/>
              <a:pathLst>
                <a:path extrusionOk="0" h="3957" w="5649">
                  <a:moveTo>
                    <a:pt x="2584" y="1"/>
                  </a:moveTo>
                  <a:cubicBezTo>
                    <a:pt x="2573" y="1"/>
                    <a:pt x="2562" y="1"/>
                    <a:pt x="2550" y="2"/>
                  </a:cubicBezTo>
                  <a:cubicBezTo>
                    <a:pt x="2197" y="22"/>
                    <a:pt x="1962" y="943"/>
                    <a:pt x="1962" y="943"/>
                  </a:cubicBezTo>
                  <a:cubicBezTo>
                    <a:pt x="1962" y="943"/>
                    <a:pt x="1786" y="923"/>
                    <a:pt x="1491" y="825"/>
                  </a:cubicBezTo>
                  <a:cubicBezTo>
                    <a:pt x="1205" y="731"/>
                    <a:pt x="752" y="394"/>
                    <a:pt x="457" y="394"/>
                  </a:cubicBezTo>
                  <a:cubicBezTo>
                    <a:pt x="449" y="394"/>
                    <a:pt x="440" y="394"/>
                    <a:pt x="432" y="394"/>
                  </a:cubicBezTo>
                  <a:cubicBezTo>
                    <a:pt x="138" y="413"/>
                    <a:pt x="569" y="786"/>
                    <a:pt x="608" y="964"/>
                  </a:cubicBezTo>
                  <a:cubicBezTo>
                    <a:pt x="647" y="1140"/>
                    <a:pt x="412" y="1531"/>
                    <a:pt x="295" y="1845"/>
                  </a:cubicBezTo>
                  <a:cubicBezTo>
                    <a:pt x="177" y="2160"/>
                    <a:pt x="373" y="2728"/>
                    <a:pt x="373" y="2728"/>
                  </a:cubicBezTo>
                  <a:cubicBezTo>
                    <a:pt x="373" y="2728"/>
                    <a:pt x="197" y="2983"/>
                    <a:pt x="99" y="3219"/>
                  </a:cubicBezTo>
                  <a:cubicBezTo>
                    <a:pt x="0" y="3454"/>
                    <a:pt x="148" y="3797"/>
                    <a:pt x="256" y="3905"/>
                  </a:cubicBezTo>
                  <a:cubicBezTo>
                    <a:pt x="281" y="3930"/>
                    <a:pt x="406" y="3939"/>
                    <a:pt x="590" y="3939"/>
                  </a:cubicBezTo>
                  <a:cubicBezTo>
                    <a:pt x="1041" y="3939"/>
                    <a:pt x="1850" y="3885"/>
                    <a:pt x="2443" y="3885"/>
                  </a:cubicBezTo>
                  <a:cubicBezTo>
                    <a:pt x="2631" y="3885"/>
                    <a:pt x="2797" y="3890"/>
                    <a:pt x="2923" y="3905"/>
                  </a:cubicBezTo>
                  <a:cubicBezTo>
                    <a:pt x="3242" y="3941"/>
                    <a:pt x="3664" y="3956"/>
                    <a:pt x="4050" y="3956"/>
                  </a:cubicBezTo>
                  <a:cubicBezTo>
                    <a:pt x="4491" y="3956"/>
                    <a:pt x="4885" y="3936"/>
                    <a:pt x="5021" y="3905"/>
                  </a:cubicBezTo>
                  <a:cubicBezTo>
                    <a:pt x="5276" y="3846"/>
                    <a:pt x="5649" y="3591"/>
                    <a:pt x="5550" y="2963"/>
                  </a:cubicBezTo>
                  <a:cubicBezTo>
                    <a:pt x="5452" y="2336"/>
                    <a:pt x="4805" y="2061"/>
                    <a:pt x="4512" y="1845"/>
                  </a:cubicBezTo>
                  <a:cubicBezTo>
                    <a:pt x="4217" y="1630"/>
                    <a:pt x="3354" y="767"/>
                    <a:pt x="3217" y="512"/>
                  </a:cubicBezTo>
                  <a:cubicBezTo>
                    <a:pt x="3084" y="266"/>
                    <a:pt x="2914" y="1"/>
                    <a:pt x="25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g332bf0ce26c_1_715"/>
            <p:cNvSpPr/>
            <p:nvPr/>
          </p:nvSpPr>
          <p:spPr>
            <a:xfrm>
              <a:off x="1467729" y="4936392"/>
              <a:ext cx="293336" cy="207108"/>
            </a:xfrm>
            <a:custGeom>
              <a:rect b="b" l="l" r="r" t="t"/>
              <a:pathLst>
                <a:path extrusionOk="0" h="4088" w="5790">
                  <a:moveTo>
                    <a:pt x="2657" y="133"/>
                  </a:moveTo>
                  <a:cubicBezTo>
                    <a:pt x="2953" y="133"/>
                    <a:pt x="3102" y="367"/>
                    <a:pt x="3233" y="610"/>
                  </a:cubicBezTo>
                  <a:cubicBezTo>
                    <a:pt x="3380" y="880"/>
                    <a:pt x="4252" y="1749"/>
                    <a:pt x="4546" y="1965"/>
                  </a:cubicBezTo>
                  <a:cubicBezTo>
                    <a:pt x="4603" y="2007"/>
                    <a:pt x="4673" y="2051"/>
                    <a:pt x="4750" y="2099"/>
                  </a:cubicBezTo>
                  <a:cubicBezTo>
                    <a:pt x="5060" y="2293"/>
                    <a:pt x="5485" y="2560"/>
                    <a:pt x="5560" y="3040"/>
                  </a:cubicBezTo>
                  <a:cubicBezTo>
                    <a:pt x="5644" y="3578"/>
                    <a:pt x="5354" y="3843"/>
                    <a:pt x="5081" y="3906"/>
                  </a:cubicBezTo>
                  <a:cubicBezTo>
                    <a:pt x="4950" y="3936"/>
                    <a:pt x="4561" y="3956"/>
                    <a:pt x="4122" y="3956"/>
                  </a:cubicBezTo>
                  <a:cubicBezTo>
                    <a:pt x="3742" y="3956"/>
                    <a:pt x="3325" y="3941"/>
                    <a:pt x="3005" y="3905"/>
                  </a:cubicBezTo>
                  <a:cubicBezTo>
                    <a:pt x="2877" y="3890"/>
                    <a:pt x="2708" y="3884"/>
                    <a:pt x="2516" y="3884"/>
                  </a:cubicBezTo>
                  <a:cubicBezTo>
                    <a:pt x="2197" y="3884"/>
                    <a:pt x="1817" y="3900"/>
                    <a:pt x="1465" y="3914"/>
                  </a:cubicBezTo>
                  <a:cubicBezTo>
                    <a:pt x="1176" y="3926"/>
                    <a:pt x="842" y="3940"/>
                    <a:pt x="620" y="3940"/>
                  </a:cubicBezTo>
                  <a:cubicBezTo>
                    <a:pt x="493" y="3940"/>
                    <a:pt x="402" y="3935"/>
                    <a:pt x="377" y="3923"/>
                  </a:cubicBezTo>
                  <a:cubicBezTo>
                    <a:pt x="280" y="3828"/>
                    <a:pt x="150" y="3513"/>
                    <a:pt x="235" y="3309"/>
                  </a:cubicBezTo>
                  <a:cubicBezTo>
                    <a:pt x="329" y="3083"/>
                    <a:pt x="501" y="2834"/>
                    <a:pt x="502" y="2831"/>
                  </a:cubicBezTo>
                  <a:cubicBezTo>
                    <a:pt x="514" y="2814"/>
                    <a:pt x="518" y="2792"/>
                    <a:pt x="511" y="2772"/>
                  </a:cubicBezTo>
                  <a:cubicBezTo>
                    <a:pt x="508" y="2766"/>
                    <a:pt x="324" y="2222"/>
                    <a:pt x="431" y="1935"/>
                  </a:cubicBezTo>
                  <a:cubicBezTo>
                    <a:pt x="468" y="1838"/>
                    <a:pt x="517" y="1730"/>
                    <a:pt x="565" y="1626"/>
                  </a:cubicBezTo>
                  <a:cubicBezTo>
                    <a:pt x="680" y="1374"/>
                    <a:pt x="779" y="1156"/>
                    <a:pt x="749" y="1014"/>
                  </a:cubicBezTo>
                  <a:cubicBezTo>
                    <a:pt x="732" y="940"/>
                    <a:pt x="668" y="852"/>
                    <a:pt x="601" y="759"/>
                  </a:cubicBezTo>
                  <a:cubicBezTo>
                    <a:pt x="553" y="691"/>
                    <a:pt x="465" y="567"/>
                    <a:pt x="468" y="536"/>
                  </a:cubicBezTo>
                  <a:cubicBezTo>
                    <a:pt x="468" y="536"/>
                    <a:pt x="478" y="529"/>
                    <a:pt x="511" y="527"/>
                  </a:cubicBezTo>
                  <a:cubicBezTo>
                    <a:pt x="516" y="526"/>
                    <a:pt x="522" y="526"/>
                    <a:pt x="528" y="526"/>
                  </a:cubicBezTo>
                  <a:cubicBezTo>
                    <a:pt x="696" y="526"/>
                    <a:pt x="941" y="655"/>
                    <a:pt x="1158" y="770"/>
                  </a:cubicBezTo>
                  <a:cubicBezTo>
                    <a:pt x="1299" y="846"/>
                    <a:pt x="1432" y="917"/>
                    <a:pt x="1545" y="955"/>
                  </a:cubicBezTo>
                  <a:cubicBezTo>
                    <a:pt x="1842" y="1053"/>
                    <a:pt x="2022" y="1074"/>
                    <a:pt x="2030" y="1076"/>
                  </a:cubicBezTo>
                  <a:cubicBezTo>
                    <a:pt x="2032" y="1076"/>
                    <a:pt x="2035" y="1076"/>
                    <a:pt x="2037" y="1076"/>
                  </a:cubicBezTo>
                  <a:cubicBezTo>
                    <a:pt x="2067" y="1076"/>
                    <a:pt x="2093" y="1056"/>
                    <a:pt x="2101" y="1026"/>
                  </a:cubicBezTo>
                  <a:cubicBezTo>
                    <a:pt x="2187" y="688"/>
                    <a:pt x="2407" y="147"/>
                    <a:pt x="2628" y="134"/>
                  </a:cubicBezTo>
                  <a:cubicBezTo>
                    <a:pt x="2638" y="133"/>
                    <a:pt x="2647" y="133"/>
                    <a:pt x="2657" y="133"/>
                  </a:cubicBezTo>
                  <a:close/>
                  <a:moveTo>
                    <a:pt x="2662" y="0"/>
                  </a:moveTo>
                  <a:cubicBezTo>
                    <a:pt x="2648" y="0"/>
                    <a:pt x="2635" y="1"/>
                    <a:pt x="2621" y="1"/>
                  </a:cubicBezTo>
                  <a:cubicBezTo>
                    <a:pt x="2274" y="22"/>
                    <a:pt x="2051" y="712"/>
                    <a:pt x="1988" y="935"/>
                  </a:cubicBezTo>
                  <a:cubicBezTo>
                    <a:pt x="1915" y="922"/>
                    <a:pt x="1775" y="891"/>
                    <a:pt x="1587" y="828"/>
                  </a:cubicBezTo>
                  <a:cubicBezTo>
                    <a:pt x="1484" y="794"/>
                    <a:pt x="1357" y="727"/>
                    <a:pt x="1221" y="653"/>
                  </a:cubicBezTo>
                  <a:cubicBezTo>
                    <a:pt x="980" y="526"/>
                    <a:pt x="733" y="393"/>
                    <a:pt x="532" y="393"/>
                  </a:cubicBezTo>
                  <a:cubicBezTo>
                    <a:pt x="522" y="393"/>
                    <a:pt x="512" y="394"/>
                    <a:pt x="502" y="394"/>
                  </a:cubicBezTo>
                  <a:cubicBezTo>
                    <a:pt x="426" y="399"/>
                    <a:pt x="373" y="427"/>
                    <a:pt x="351" y="476"/>
                  </a:cubicBezTo>
                  <a:cubicBezTo>
                    <a:pt x="305" y="573"/>
                    <a:pt x="392" y="695"/>
                    <a:pt x="493" y="835"/>
                  </a:cubicBezTo>
                  <a:cubicBezTo>
                    <a:pt x="547" y="910"/>
                    <a:pt x="608" y="995"/>
                    <a:pt x="618" y="1044"/>
                  </a:cubicBezTo>
                  <a:cubicBezTo>
                    <a:pt x="641" y="1142"/>
                    <a:pt x="537" y="1370"/>
                    <a:pt x="444" y="1570"/>
                  </a:cubicBezTo>
                  <a:cubicBezTo>
                    <a:pt x="396" y="1677"/>
                    <a:pt x="345" y="1787"/>
                    <a:pt x="307" y="1888"/>
                  </a:cubicBezTo>
                  <a:cubicBezTo>
                    <a:pt x="198" y="2180"/>
                    <a:pt x="334" y="2655"/>
                    <a:pt x="375" y="2784"/>
                  </a:cubicBezTo>
                  <a:cubicBezTo>
                    <a:pt x="326" y="2856"/>
                    <a:pt x="195" y="3062"/>
                    <a:pt x="112" y="3259"/>
                  </a:cubicBezTo>
                  <a:cubicBezTo>
                    <a:pt x="1" y="3527"/>
                    <a:pt x="166" y="3901"/>
                    <a:pt x="284" y="4018"/>
                  </a:cubicBezTo>
                  <a:cubicBezTo>
                    <a:pt x="321" y="4055"/>
                    <a:pt x="418" y="4071"/>
                    <a:pt x="657" y="4071"/>
                  </a:cubicBezTo>
                  <a:cubicBezTo>
                    <a:pt x="836" y="4071"/>
                    <a:pt x="1096" y="4062"/>
                    <a:pt x="1471" y="4046"/>
                  </a:cubicBezTo>
                  <a:cubicBezTo>
                    <a:pt x="1820" y="4032"/>
                    <a:pt x="2197" y="4017"/>
                    <a:pt x="2512" y="4017"/>
                  </a:cubicBezTo>
                  <a:cubicBezTo>
                    <a:pt x="2700" y="4017"/>
                    <a:pt x="2866" y="4022"/>
                    <a:pt x="2991" y="4037"/>
                  </a:cubicBezTo>
                  <a:cubicBezTo>
                    <a:pt x="3311" y="4074"/>
                    <a:pt x="3729" y="4088"/>
                    <a:pt x="4112" y="4088"/>
                  </a:cubicBezTo>
                  <a:cubicBezTo>
                    <a:pt x="4566" y="4088"/>
                    <a:pt x="4973" y="4067"/>
                    <a:pt x="5111" y="4036"/>
                  </a:cubicBezTo>
                  <a:cubicBezTo>
                    <a:pt x="5440" y="3959"/>
                    <a:pt x="5790" y="3648"/>
                    <a:pt x="5692" y="3020"/>
                  </a:cubicBezTo>
                  <a:cubicBezTo>
                    <a:pt x="5608" y="2480"/>
                    <a:pt x="5152" y="2195"/>
                    <a:pt x="4821" y="1987"/>
                  </a:cubicBezTo>
                  <a:cubicBezTo>
                    <a:pt x="4747" y="1939"/>
                    <a:pt x="4680" y="1898"/>
                    <a:pt x="4626" y="1858"/>
                  </a:cubicBezTo>
                  <a:cubicBezTo>
                    <a:pt x="4318" y="1633"/>
                    <a:pt x="3478" y="785"/>
                    <a:pt x="3350" y="547"/>
                  </a:cubicBezTo>
                  <a:cubicBezTo>
                    <a:pt x="3247" y="354"/>
                    <a:pt x="3060" y="0"/>
                    <a:pt x="26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g332bf0ce26c_1_715"/>
            <p:cNvSpPr/>
            <p:nvPr/>
          </p:nvSpPr>
          <p:spPr>
            <a:xfrm>
              <a:off x="1471528" y="5068469"/>
              <a:ext cx="283862" cy="71738"/>
            </a:xfrm>
            <a:custGeom>
              <a:rect b="b" l="l" r="r" t="t"/>
              <a:pathLst>
                <a:path extrusionOk="0" h="1416" w="5603">
                  <a:moveTo>
                    <a:pt x="5212" y="1"/>
                  </a:moveTo>
                  <a:cubicBezTo>
                    <a:pt x="5176" y="1"/>
                    <a:pt x="5138" y="21"/>
                    <a:pt x="5100" y="69"/>
                  </a:cubicBezTo>
                  <a:cubicBezTo>
                    <a:pt x="4864" y="364"/>
                    <a:pt x="4590" y="835"/>
                    <a:pt x="4276" y="991"/>
                  </a:cubicBezTo>
                  <a:cubicBezTo>
                    <a:pt x="4129" y="1065"/>
                    <a:pt x="3922" y="1100"/>
                    <a:pt x="3675" y="1100"/>
                  </a:cubicBezTo>
                  <a:cubicBezTo>
                    <a:pt x="3394" y="1100"/>
                    <a:pt x="3062" y="1055"/>
                    <a:pt x="2707" y="971"/>
                  </a:cubicBezTo>
                  <a:cubicBezTo>
                    <a:pt x="2040" y="815"/>
                    <a:pt x="981" y="305"/>
                    <a:pt x="707" y="266"/>
                  </a:cubicBezTo>
                  <a:cubicBezTo>
                    <a:pt x="469" y="231"/>
                    <a:pt x="481" y="183"/>
                    <a:pt x="412" y="183"/>
                  </a:cubicBezTo>
                  <a:cubicBezTo>
                    <a:pt x="402" y="183"/>
                    <a:pt x="389" y="184"/>
                    <a:pt x="373" y="187"/>
                  </a:cubicBezTo>
                  <a:cubicBezTo>
                    <a:pt x="373" y="187"/>
                    <a:pt x="197" y="442"/>
                    <a:pt x="99" y="678"/>
                  </a:cubicBezTo>
                  <a:cubicBezTo>
                    <a:pt x="0" y="913"/>
                    <a:pt x="147" y="1256"/>
                    <a:pt x="256" y="1364"/>
                  </a:cubicBezTo>
                  <a:cubicBezTo>
                    <a:pt x="281" y="1389"/>
                    <a:pt x="406" y="1398"/>
                    <a:pt x="590" y="1398"/>
                  </a:cubicBezTo>
                  <a:cubicBezTo>
                    <a:pt x="1041" y="1398"/>
                    <a:pt x="1850" y="1344"/>
                    <a:pt x="2443" y="1344"/>
                  </a:cubicBezTo>
                  <a:cubicBezTo>
                    <a:pt x="2631" y="1344"/>
                    <a:pt x="2797" y="1349"/>
                    <a:pt x="2923" y="1364"/>
                  </a:cubicBezTo>
                  <a:cubicBezTo>
                    <a:pt x="3242" y="1400"/>
                    <a:pt x="3664" y="1415"/>
                    <a:pt x="4050" y="1415"/>
                  </a:cubicBezTo>
                  <a:cubicBezTo>
                    <a:pt x="4491" y="1415"/>
                    <a:pt x="4884" y="1395"/>
                    <a:pt x="5020" y="1364"/>
                  </a:cubicBezTo>
                  <a:cubicBezTo>
                    <a:pt x="5260" y="1308"/>
                    <a:pt x="5602" y="1081"/>
                    <a:pt x="5563" y="534"/>
                  </a:cubicBezTo>
                  <a:lnTo>
                    <a:pt x="5531" y="520"/>
                  </a:lnTo>
                  <a:cubicBezTo>
                    <a:pt x="5531" y="520"/>
                    <a:pt x="5394" y="1"/>
                    <a:pt x="52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g332bf0ce26c_1_715"/>
            <p:cNvSpPr/>
            <p:nvPr/>
          </p:nvSpPr>
          <p:spPr>
            <a:xfrm>
              <a:off x="1467729" y="5065125"/>
              <a:ext cx="291056" cy="78375"/>
            </a:xfrm>
            <a:custGeom>
              <a:rect b="b" l="l" r="r" t="t"/>
              <a:pathLst>
                <a:path extrusionOk="0" h="1547" w="5745">
                  <a:moveTo>
                    <a:pt x="5287" y="132"/>
                  </a:moveTo>
                  <a:cubicBezTo>
                    <a:pt x="5289" y="132"/>
                    <a:pt x="5292" y="133"/>
                    <a:pt x="5294" y="133"/>
                  </a:cubicBezTo>
                  <a:cubicBezTo>
                    <a:pt x="5375" y="151"/>
                    <a:pt x="5486" y="391"/>
                    <a:pt x="5541" y="603"/>
                  </a:cubicBezTo>
                  <a:cubicBezTo>
                    <a:pt x="5546" y="621"/>
                    <a:pt x="5558" y="636"/>
                    <a:pt x="5574" y="645"/>
                  </a:cubicBezTo>
                  <a:cubicBezTo>
                    <a:pt x="5596" y="1217"/>
                    <a:pt x="5169" y="1345"/>
                    <a:pt x="5081" y="1365"/>
                  </a:cubicBezTo>
                  <a:cubicBezTo>
                    <a:pt x="4950" y="1395"/>
                    <a:pt x="4561" y="1415"/>
                    <a:pt x="4122" y="1415"/>
                  </a:cubicBezTo>
                  <a:cubicBezTo>
                    <a:pt x="3742" y="1415"/>
                    <a:pt x="3325" y="1400"/>
                    <a:pt x="3005" y="1364"/>
                  </a:cubicBezTo>
                  <a:cubicBezTo>
                    <a:pt x="2877" y="1349"/>
                    <a:pt x="2708" y="1343"/>
                    <a:pt x="2516" y="1343"/>
                  </a:cubicBezTo>
                  <a:cubicBezTo>
                    <a:pt x="2197" y="1343"/>
                    <a:pt x="1817" y="1359"/>
                    <a:pt x="1467" y="1373"/>
                  </a:cubicBezTo>
                  <a:cubicBezTo>
                    <a:pt x="1177" y="1385"/>
                    <a:pt x="843" y="1399"/>
                    <a:pt x="620" y="1399"/>
                  </a:cubicBezTo>
                  <a:cubicBezTo>
                    <a:pt x="493" y="1399"/>
                    <a:pt x="402" y="1394"/>
                    <a:pt x="377" y="1382"/>
                  </a:cubicBezTo>
                  <a:cubicBezTo>
                    <a:pt x="281" y="1287"/>
                    <a:pt x="150" y="972"/>
                    <a:pt x="235" y="768"/>
                  </a:cubicBezTo>
                  <a:cubicBezTo>
                    <a:pt x="312" y="584"/>
                    <a:pt x="441" y="384"/>
                    <a:pt x="486" y="315"/>
                  </a:cubicBezTo>
                  <a:lnTo>
                    <a:pt x="487" y="315"/>
                  </a:lnTo>
                  <a:cubicBezTo>
                    <a:pt x="498" y="315"/>
                    <a:pt x="505" y="319"/>
                    <a:pt x="520" y="326"/>
                  </a:cubicBezTo>
                  <a:cubicBezTo>
                    <a:pt x="559" y="346"/>
                    <a:pt x="616" y="374"/>
                    <a:pt x="772" y="397"/>
                  </a:cubicBezTo>
                  <a:cubicBezTo>
                    <a:pt x="887" y="413"/>
                    <a:pt x="1165" y="525"/>
                    <a:pt x="1487" y="652"/>
                  </a:cubicBezTo>
                  <a:cubicBezTo>
                    <a:pt x="1890" y="813"/>
                    <a:pt x="2392" y="1013"/>
                    <a:pt x="2767" y="1102"/>
                  </a:cubicBezTo>
                  <a:cubicBezTo>
                    <a:pt x="3133" y="1188"/>
                    <a:pt x="3466" y="1231"/>
                    <a:pt x="3747" y="1231"/>
                  </a:cubicBezTo>
                  <a:cubicBezTo>
                    <a:pt x="4011" y="1231"/>
                    <a:pt x="4228" y="1193"/>
                    <a:pt x="4381" y="1116"/>
                  </a:cubicBezTo>
                  <a:cubicBezTo>
                    <a:pt x="4630" y="991"/>
                    <a:pt x="4850" y="688"/>
                    <a:pt x="5044" y="419"/>
                  </a:cubicBezTo>
                  <a:cubicBezTo>
                    <a:pt x="5107" y="333"/>
                    <a:pt x="5169" y="249"/>
                    <a:pt x="5227" y="177"/>
                  </a:cubicBezTo>
                  <a:cubicBezTo>
                    <a:pt x="5243" y="156"/>
                    <a:pt x="5265" y="132"/>
                    <a:pt x="5287" y="132"/>
                  </a:cubicBezTo>
                  <a:close/>
                  <a:moveTo>
                    <a:pt x="5286" y="0"/>
                  </a:moveTo>
                  <a:cubicBezTo>
                    <a:pt x="5240" y="0"/>
                    <a:pt x="5181" y="20"/>
                    <a:pt x="5123" y="94"/>
                  </a:cubicBezTo>
                  <a:cubicBezTo>
                    <a:pt x="5063" y="167"/>
                    <a:pt x="5002" y="254"/>
                    <a:pt x="4937" y="342"/>
                  </a:cubicBezTo>
                  <a:cubicBezTo>
                    <a:pt x="4752" y="598"/>
                    <a:pt x="4542" y="887"/>
                    <a:pt x="4322" y="998"/>
                  </a:cubicBezTo>
                  <a:cubicBezTo>
                    <a:pt x="4185" y="1066"/>
                    <a:pt x="3990" y="1100"/>
                    <a:pt x="3750" y="1100"/>
                  </a:cubicBezTo>
                  <a:cubicBezTo>
                    <a:pt x="3481" y="1100"/>
                    <a:pt x="3157" y="1057"/>
                    <a:pt x="2798" y="973"/>
                  </a:cubicBezTo>
                  <a:cubicBezTo>
                    <a:pt x="2432" y="887"/>
                    <a:pt x="1935" y="688"/>
                    <a:pt x="1535" y="529"/>
                  </a:cubicBezTo>
                  <a:cubicBezTo>
                    <a:pt x="1192" y="392"/>
                    <a:pt x="921" y="285"/>
                    <a:pt x="791" y="266"/>
                  </a:cubicBezTo>
                  <a:cubicBezTo>
                    <a:pt x="657" y="247"/>
                    <a:pt x="611" y="223"/>
                    <a:pt x="581" y="208"/>
                  </a:cubicBezTo>
                  <a:cubicBezTo>
                    <a:pt x="550" y="193"/>
                    <a:pt x="526" y="183"/>
                    <a:pt x="488" y="183"/>
                  </a:cubicBezTo>
                  <a:cubicBezTo>
                    <a:pt x="473" y="183"/>
                    <a:pt x="457" y="184"/>
                    <a:pt x="437" y="187"/>
                  </a:cubicBezTo>
                  <a:cubicBezTo>
                    <a:pt x="420" y="190"/>
                    <a:pt x="404" y="201"/>
                    <a:pt x="394" y="215"/>
                  </a:cubicBezTo>
                  <a:cubicBezTo>
                    <a:pt x="386" y="225"/>
                    <a:pt x="213" y="479"/>
                    <a:pt x="112" y="718"/>
                  </a:cubicBezTo>
                  <a:cubicBezTo>
                    <a:pt x="1" y="986"/>
                    <a:pt x="166" y="1360"/>
                    <a:pt x="284" y="1477"/>
                  </a:cubicBezTo>
                  <a:cubicBezTo>
                    <a:pt x="321" y="1514"/>
                    <a:pt x="418" y="1530"/>
                    <a:pt x="657" y="1530"/>
                  </a:cubicBezTo>
                  <a:cubicBezTo>
                    <a:pt x="836" y="1530"/>
                    <a:pt x="1096" y="1521"/>
                    <a:pt x="1471" y="1505"/>
                  </a:cubicBezTo>
                  <a:cubicBezTo>
                    <a:pt x="1820" y="1491"/>
                    <a:pt x="2197" y="1476"/>
                    <a:pt x="2512" y="1476"/>
                  </a:cubicBezTo>
                  <a:cubicBezTo>
                    <a:pt x="2700" y="1476"/>
                    <a:pt x="2866" y="1481"/>
                    <a:pt x="2991" y="1496"/>
                  </a:cubicBezTo>
                  <a:cubicBezTo>
                    <a:pt x="3311" y="1533"/>
                    <a:pt x="3729" y="1547"/>
                    <a:pt x="4112" y="1547"/>
                  </a:cubicBezTo>
                  <a:cubicBezTo>
                    <a:pt x="4566" y="1547"/>
                    <a:pt x="4973" y="1526"/>
                    <a:pt x="5111" y="1494"/>
                  </a:cubicBezTo>
                  <a:cubicBezTo>
                    <a:pt x="5410" y="1425"/>
                    <a:pt x="5745" y="1148"/>
                    <a:pt x="5705" y="596"/>
                  </a:cubicBezTo>
                  <a:cubicBezTo>
                    <a:pt x="5703" y="571"/>
                    <a:pt x="5688" y="550"/>
                    <a:pt x="5666" y="540"/>
                  </a:cubicBezTo>
                  <a:lnTo>
                    <a:pt x="5662" y="538"/>
                  </a:lnTo>
                  <a:cubicBezTo>
                    <a:pt x="5624" y="408"/>
                    <a:pt x="5505" y="42"/>
                    <a:pt x="5321" y="4"/>
                  </a:cubicBezTo>
                  <a:cubicBezTo>
                    <a:pt x="5311" y="2"/>
                    <a:pt x="5299" y="0"/>
                    <a:pt x="52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g332bf0ce26c_1_715"/>
            <p:cNvSpPr/>
            <p:nvPr/>
          </p:nvSpPr>
          <p:spPr>
            <a:xfrm>
              <a:off x="1591751" y="4993033"/>
              <a:ext cx="74575" cy="42253"/>
            </a:xfrm>
            <a:custGeom>
              <a:rect b="b" l="l" r="r" t="t"/>
              <a:pathLst>
                <a:path extrusionOk="0" h="834" w="1472">
                  <a:moveTo>
                    <a:pt x="1092" y="0"/>
                  </a:moveTo>
                  <a:cubicBezTo>
                    <a:pt x="905" y="0"/>
                    <a:pt x="490" y="63"/>
                    <a:pt x="1" y="539"/>
                  </a:cubicBezTo>
                  <a:lnTo>
                    <a:pt x="353" y="833"/>
                  </a:lnTo>
                  <a:cubicBezTo>
                    <a:pt x="353" y="833"/>
                    <a:pt x="1039" y="303"/>
                    <a:pt x="1471" y="303"/>
                  </a:cubicBezTo>
                  <a:lnTo>
                    <a:pt x="1197" y="9"/>
                  </a:lnTo>
                  <a:cubicBezTo>
                    <a:pt x="1197" y="9"/>
                    <a:pt x="1159" y="0"/>
                    <a:pt x="10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1" name="Google Shape;2191;g332bf0ce26c_1_715"/>
            <p:cNvSpPr/>
            <p:nvPr/>
          </p:nvSpPr>
          <p:spPr>
            <a:xfrm>
              <a:off x="1588356" y="4989638"/>
              <a:ext cx="81567" cy="48991"/>
            </a:xfrm>
            <a:custGeom>
              <a:rect b="b" l="l" r="r" t="t"/>
              <a:pathLst>
                <a:path extrusionOk="0" h="967" w="1610">
                  <a:moveTo>
                    <a:pt x="1162" y="135"/>
                  </a:moveTo>
                  <a:cubicBezTo>
                    <a:pt x="1193" y="135"/>
                    <a:pt x="1216" y="137"/>
                    <a:pt x="1231" y="138"/>
                  </a:cubicBezTo>
                  <a:lnTo>
                    <a:pt x="1399" y="318"/>
                  </a:lnTo>
                  <a:cubicBezTo>
                    <a:pt x="1025" y="390"/>
                    <a:pt x="565" y="711"/>
                    <a:pt x="423" y="815"/>
                  </a:cubicBezTo>
                  <a:lnTo>
                    <a:pt x="167" y="602"/>
                  </a:lnTo>
                  <a:cubicBezTo>
                    <a:pt x="619" y="188"/>
                    <a:pt x="998" y="135"/>
                    <a:pt x="1162" y="135"/>
                  </a:cubicBezTo>
                  <a:close/>
                  <a:moveTo>
                    <a:pt x="1155" y="1"/>
                  </a:moveTo>
                  <a:cubicBezTo>
                    <a:pt x="953" y="1"/>
                    <a:pt x="523" y="70"/>
                    <a:pt x="22" y="558"/>
                  </a:cubicBezTo>
                  <a:cubicBezTo>
                    <a:pt x="7" y="571"/>
                    <a:pt x="0" y="589"/>
                    <a:pt x="1" y="608"/>
                  </a:cubicBezTo>
                  <a:cubicBezTo>
                    <a:pt x="1" y="627"/>
                    <a:pt x="11" y="645"/>
                    <a:pt x="25" y="656"/>
                  </a:cubicBezTo>
                  <a:lnTo>
                    <a:pt x="378" y="951"/>
                  </a:lnTo>
                  <a:cubicBezTo>
                    <a:pt x="391" y="961"/>
                    <a:pt x="405" y="966"/>
                    <a:pt x="420" y="966"/>
                  </a:cubicBezTo>
                  <a:cubicBezTo>
                    <a:pt x="434" y="966"/>
                    <a:pt x="449" y="962"/>
                    <a:pt x="462" y="952"/>
                  </a:cubicBezTo>
                  <a:cubicBezTo>
                    <a:pt x="468" y="947"/>
                    <a:pt x="1134" y="436"/>
                    <a:pt x="1538" y="436"/>
                  </a:cubicBezTo>
                  <a:cubicBezTo>
                    <a:pt x="1564" y="436"/>
                    <a:pt x="1589" y="421"/>
                    <a:pt x="1600" y="396"/>
                  </a:cubicBezTo>
                  <a:cubicBezTo>
                    <a:pt x="1609" y="373"/>
                    <a:pt x="1605" y="344"/>
                    <a:pt x="1587" y="325"/>
                  </a:cubicBezTo>
                  <a:lnTo>
                    <a:pt x="1312" y="31"/>
                  </a:lnTo>
                  <a:cubicBezTo>
                    <a:pt x="1303" y="21"/>
                    <a:pt x="1291" y="14"/>
                    <a:pt x="1278" y="12"/>
                  </a:cubicBezTo>
                  <a:cubicBezTo>
                    <a:pt x="1272" y="10"/>
                    <a:pt x="1229" y="1"/>
                    <a:pt x="11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2" name="Google Shape;2192;g332bf0ce26c_1_715"/>
            <p:cNvSpPr/>
            <p:nvPr/>
          </p:nvSpPr>
          <p:spPr>
            <a:xfrm>
              <a:off x="1616575" y="5012892"/>
              <a:ext cx="74626" cy="42202"/>
            </a:xfrm>
            <a:custGeom>
              <a:rect b="b" l="l" r="r" t="t"/>
              <a:pathLst>
                <a:path extrusionOk="0" h="833" w="1473">
                  <a:moveTo>
                    <a:pt x="1090" y="1"/>
                  </a:moveTo>
                  <a:cubicBezTo>
                    <a:pt x="903" y="1"/>
                    <a:pt x="489" y="64"/>
                    <a:pt x="0" y="538"/>
                  </a:cubicBezTo>
                  <a:lnTo>
                    <a:pt x="354" y="833"/>
                  </a:lnTo>
                  <a:cubicBezTo>
                    <a:pt x="354" y="833"/>
                    <a:pt x="1040" y="304"/>
                    <a:pt x="1472" y="304"/>
                  </a:cubicBezTo>
                  <a:lnTo>
                    <a:pt x="1197" y="9"/>
                  </a:lnTo>
                  <a:cubicBezTo>
                    <a:pt x="1197" y="9"/>
                    <a:pt x="1159" y="1"/>
                    <a:pt x="10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3" name="Google Shape;2193;g332bf0ce26c_1_715"/>
            <p:cNvSpPr/>
            <p:nvPr/>
          </p:nvSpPr>
          <p:spPr>
            <a:xfrm>
              <a:off x="1613232" y="5009549"/>
              <a:ext cx="81567" cy="48940"/>
            </a:xfrm>
            <a:custGeom>
              <a:rect b="b" l="l" r="r" t="t"/>
              <a:pathLst>
                <a:path extrusionOk="0" h="966" w="1610">
                  <a:moveTo>
                    <a:pt x="1162" y="133"/>
                  </a:moveTo>
                  <a:cubicBezTo>
                    <a:pt x="1192" y="133"/>
                    <a:pt x="1215" y="135"/>
                    <a:pt x="1229" y="137"/>
                  </a:cubicBezTo>
                  <a:lnTo>
                    <a:pt x="1397" y="318"/>
                  </a:lnTo>
                  <a:cubicBezTo>
                    <a:pt x="1024" y="389"/>
                    <a:pt x="563" y="711"/>
                    <a:pt x="421" y="815"/>
                  </a:cubicBezTo>
                  <a:lnTo>
                    <a:pt x="167" y="602"/>
                  </a:lnTo>
                  <a:cubicBezTo>
                    <a:pt x="619" y="186"/>
                    <a:pt x="999" y="133"/>
                    <a:pt x="1162" y="133"/>
                  </a:cubicBezTo>
                  <a:close/>
                  <a:moveTo>
                    <a:pt x="1155" y="0"/>
                  </a:moveTo>
                  <a:cubicBezTo>
                    <a:pt x="953" y="0"/>
                    <a:pt x="524" y="68"/>
                    <a:pt x="20" y="557"/>
                  </a:cubicBezTo>
                  <a:cubicBezTo>
                    <a:pt x="7" y="570"/>
                    <a:pt x="0" y="589"/>
                    <a:pt x="0" y="607"/>
                  </a:cubicBezTo>
                  <a:cubicBezTo>
                    <a:pt x="1" y="625"/>
                    <a:pt x="10" y="643"/>
                    <a:pt x="24" y="655"/>
                  </a:cubicBezTo>
                  <a:lnTo>
                    <a:pt x="378" y="950"/>
                  </a:lnTo>
                  <a:cubicBezTo>
                    <a:pt x="389" y="960"/>
                    <a:pt x="405" y="965"/>
                    <a:pt x="420" y="965"/>
                  </a:cubicBezTo>
                  <a:cubicBezTo>
                    <a:pt x="434" y="965"/>
                    <a:pt x="449" y="960"/>
                    <a:pt x="460" y="951"/>
                  </a:cubicBezTo>
                  <a:cubicBezTo>
                    <a:pt x="468" y="946"/>
                    <a:pt x="1134" y="435"/>
                    <a:pt x="1537" y="435"/>
                  </a:cubicBezTo>
                  <a:cubicBezTo>
                    <a:pt x="1564" y="435"/>
                    <a:pt x="1588" y="420"/>
                    <a:pt x="1599" y="396"/>
                  </a:cubicBezTo>
                  <a:cubicBezTo>
                    <a:pt x="1609" y="371"/>
                    <a:pt x="1605" y="343"/>
                    <a:pt x="1586" y="324"/>
                  </a:cubicBezTo>
                  <a:lnTo>
                    <a:pt x="1311" y="29"/>
                  </a:lnTo>
                  <a:cubicBezTo>
                    <a:pt x="1303" y="20"/>
                    <a:pt x="1291" y="13"/>
                    <a:pt x="1278" y="10"/>
                  </a:cubicBezTo>
                  <a:cubicBezTo>
                    <a:pt x="1272" y="9"/>
                    <a:pt x="1228" y="0"/>
                    <a:pt x="11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4" name="Google Shape;2194;g332bf0ce26c_1_715"/>
            <p:cNvSpPr/>
            <p:nvPr/>
          </p:nvSpPr>
          <p:spPr>
            <a:xfrm>
              <a:off x="1567129" y="4984116"/>
              <a:ext cx="35413" cy="29638"/>
            </a:xfrm>
            <a:custGeom>
              <a:rect b="b" l="l" r="r" t="t"/>
              <a:pathLst>
                <a:path extrusionOk="0" h="585" w="699">
                  <a:moveTo>
                    <a:pt x="74" y="1"/>
                  </a:moveTo>
                  <a:cubicBezTo>
                    <a:pt x="55" y="1"/>
                    <a:pt x="36" y="9"/>
                    <a:pt x="23" y="25"/>
                  </a:cubicBezTo>
                  <a:cubicBezTo>
                    <a:pt x="0" y="53"/>
                    <a:pt x="4" y="96"/>
                    <a:pt x="32" y="118"/>
                  </a:cubicBezTo>
                  <a:lnTo>
                    <a:pt x="581" y="570"/>
                  </a:lnTo>
                  <a:cubicBezTo>
                    <a:pt x="594" y="580"/>
                    <a:pt x="609" y="584"/>
                    <a:pt x="624" y="584"/>
                  </a:cubicBezTo>
                  <a:cubicBezTo>
                    <a:pt x="643" y="584"/>
                    <a:pt x="662" y="576"/>
                    <a:pt x="675" y="561"/>
                  </a:cubicBezTo>
                  <a:cubicBezTo>
                    <a:pt x="698" y="532"/>
                    <a:pt x="694" y="491"/>
                    <a:pt x="665" y="467"/>
                  </a:cubicBezTo>
                  <a:lnTo>
                    <a:pt x="116" y="17"/>
                  </a:lnTo>
                  <a:cubicBezTo>
                    <a:pt x="104" y="6"/>
                    <a:pt x="89" y="1"/>
                    <a:pt x="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g332bf0ce26c_1_715"/>
            <p:cNvSpPr/>
            <p:nvPr/>
          </p:nvSpPr>
          <p:spPr>
            <a:xfrm>
              <a:off x="1627518" y="5028243"/>
              <a:ext cx="102186" cy="53449"/>
            </a:xfrm>
            <a:custGeom>
              <a:rect b="b" l="l" r="r" t="t"/>
              <a:pathLst>
                <a:path extrusionOk="0" h="1055" w="2017">
                  <a:moveTo>
                    <a:pt x="1256" y="1"/>
                  </a:moveTo>
                  <a:cubicBezTo>
                    <a:pt x="1256" y="1"/>
                    <a:pt x="667" y="118"/>
                    <a:pt x="138" y="530"/>
                  </a:cubicBezTo>
                  <a:cubicBezTo>
                    <a:pt x="138" y="530"/>
                    <a:pt x="1" y="824"/>
                    <a:pt x="236" y="1001"/>
                  </a:cubicBezTo>
                  <a:cubicBezTo>
                    <a:pt x="287" y="1038"/>
                    <a:pt x="397" y="1055"/>
                    <a:pt x="539" y="1055"/>
                  </a:cubicBezTo>
                  <a:cubicBezTo>
                    <a:pt x="1062" y="1055"/>
                    <a:pt x="2016" y="836"/>
                    <a:pt x="2000" y="667"/>
                  </a:cubicBezTo>
                  <a:cubicBezTo>
                    <a:pt x="1982" y="452"/>
                    <a:pt x="1256" y="1"/>
                    <a:pt x="12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g332bf0ce26c_1_715"/>
            <p:cNvSpPr/>
            <p:nvPr/>
          </p:nvSpPr>
          <p:spPr>
            <a:xfrm>
              <a:off x="1626303" y="5024849"/>
              <a:ext cx="106341" cy="60187"/>
            </a:xfrm>
            <a:custGeom>
              <a:rect b="b" l="l" r="r" t="t"/>
              <a:pathLst>
                <a:path extrusionOk="0" h="1188" w="2099">
                  <a:moveTo>
                    <a:pt x="1267" y="138"/>
                  </a:moveTo>
                  <a:cubicBezTo>
                    <a:pt x="1556" y="320"/>
                    <a:pt x="1948" y="617"/>
                    <a:pt x="1959" y="733"/>
                  </a:cubicBezTo>
                  <a:cubicBezTo>
                    <a:pt x="1950" y="754"/>
                    <a:pt x="1853" y="829"/>
                    <a:pt x="1523" y="916"/>
                  </a:cubicBezTo>
                  <a:cubicBezTo>
                    <a:pt x="1186" y="1004"/>
                    <a:pt x="806" y="1056"/>
                    <a:pt x="556" y="1056"/>
                  </a:cubicBezTo>
                  <a:cubicBezTo>
                    <a:pt x="430" y="1056"/>
                    <a:pt x="337" y="1043"/>
                    <a:pt x="299" y="1014"/>
                  </a:cubicBezTo>
                  <a:cubicBezTo>
                    <a:pt x="135" y="891"/>
                    <a:pt x="195" y="693"/>
                    <a:pt x="217" y="638"/>
                  </a:cubicBezTo>
                  <a:cubicBezTo>
                    <a:pt x="661" y="297"/>
                    <a:pt x="1152" y="166"/>
                    <a:pt x="1267" y="138"/>
                  </a:cubicBezTo>
                  <a:close/>
                  <a:moveTo>
                    <a:pt x="1279" y="0"/>
                  </a:moveTo>
                  <a:cubicBezTo>
                    <a:pt x="1275" y="0"/>
                    <a:pt x="1271" y="1"/>
                    <a:pt x="1267" y="2"/>
                  </a:cubicBezTo>
                  <a:cubicBezTo>
                    <a:pt x="1242" y="8"/>
                    <a:pt x="657" y="127"/>
                    <a:pt x="121" y="545"/>
                  </a:cubicBezTo>
                  <a:cubicBezTo>
                    <a:pt x="113" y="551"/>
                    <a:pt x="107" y="559"/>
                    <a:pt x="102" y="568"/>
                  </a:cubicBezTo>
                  <a:cubicBezTo>
                    <a:pt x="46" y="687"/>
                    <a:pt x="0" y="955"/>
                    <a:pt x="220" y="1121"/>
                  </a:cubicBezTo>
                  <a:cubicBezTo>
                    <a:pt x="283" y="1168"/>
                    <a:pt x="412" y="1187"/>
                    <a:pt x="574" y="1187"/>
                  </a:cubicBezTo>
                  <a:cubicBezTo>
                    <a:pt x="1016" y="1187"/>
                    <a:pt x="1705" y="1040"/>
                    <a:pt x="1959" y="898"/>
                  </a:cubicBezTo>
                  <a:cubicBezTo>
                    <a:pt x="1994" y="880"/>
                    <a:pt x="2099" y="820"/>
                    <a:pt x="2091" y="728"/>
                  </a:cubicBezTo>
                  <a:cubicBezTo>
                    <a:pt x="2069" y="491"/>
                    <a:pt x="1441" y="89"/>
                    <a:pt x="1315" y="11"/>
                  </a:cubicBezTo>
                  <a:cubicBezTo>
                    <a:pt x="1304" y="4"/>
                    <a:pt x="1291" y="0"/>
                    <a:pt x="12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7" name="Google Shape;2197;g332bf0ce26c_1_715"/>
            <p:cNvSpPr/>
            <p:nvPr/>
          </p:nvSpPr>
          <p:spPr>
            <a:xfrm>
              <a:off x="962370" y="3735188"/>
              <a:ext cx="757911" cy="1180639"/>
            </a:xfrm>
            <a:custGeom>
              <a:rect b="b" l="l" r="r" t="t"/>
              <a:pathLst>
                <a:path extrusionOk="0" h="23304" w="14960">
                  <a:moveTo>
                    <a:pt x="9857" y="0"/>
                  </a:moveTo>
                  <a:lnTo>
                    <a:pt x="2422" y="131"/>
                  </a:lnTo>
                  <a:cubicBezTo>
                    <a:pt x="2422" y="131"/>
                    <a:pt x="1384" y="4367"/>
                    <a:pt x="995" y="7956"/>
                  </a:cubicBezTo>
                  <a:cubicBezTo>
                    <a:pt x="605" y="11544"/>
                    <a:pt x="1" y="23303"/>
                    <a:pt x="1" y="23303"/>
                  </a:cubicBezTo>
                  <a:lnTo>
                    <a:pt x="4756" y="23303"/>
                  </a:lnTo>
                  <a:cubicBezTo>
                    <a:pt x="4756" y="23303"/>
                    <a:pt x="6183" y="11371"/>
                    <a:pt x="6399" y="9252"/>
                  </a:cubicBezTo>
                  <a:cubicBezTo>
                    <a:pt x="6615" y="7135"/>
                    <a:pt x="6615" y="5794"/>
                    <a:pt x="6615" y="5794"/>
                  </a:cubicBezTo>
                  <a:lnTo>
                    <a:pt x="9295" y="23303"/>
                  </a:lnTo>
                  <a:lnTo>
                    <a:pt x="14959" y="23303"/>
                  </a:lnTo>
                  <a:cubicBezTo>
                    <a:pt x="14959" y="23303"/>
                    <a:pt x="12798" y="12193"/>
                    <a:pt x="11933" y="7091"/>
                  </a:cubicBezTo>
                  <a:cubicBezTo>
                    <a:pt x="11068" y="1989"/>
                    <a:pt x="9857" y="0"/>
                    <a:pt x="985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8" name="Google Shape;2198;g332bf0ce26c_1_715"/>
            <p:cNvSpPr/>
            <p:nvPr/>
          </p:nvSpPr>
          <p:spPr>
            <a:xfrm>
              <a:off x="958975" y="3731844"/>
              <a:ext cx="764750" cy="1187326"/>
            </a:xfrm>
            <a:custGeom>
              <a:rect b="b" l="l" r="r" t="t"/>
              <a:pathLst>
                <a:path extrusionOk="0" h="23436" w="15095">
                  <a:moveTo>
                    <a:pt x="9887" y="134"/>
                  </a:moveTo>
                  <a:cubicBezTo>
                    <a:pt x="10043" y="412"/>
                    <a:pt x="11141" y="2487"/>
                    <a:pt x="11933" y="7168"/>
                  </a:cubicBezTo>
                  <a:cubicBezTo>
                    <a:pt x="12751" y="11986"/>
                    <a:pt x="14749" y="22293"/>
                    <a:pt x="14946" y="23303"/>
                  </a:cubicBezTo>
                  <a:lnTo>
                    <a:pt x="9419" y="23303"/>
                  </a:lnTo>
                  <a:lnTo>
                    <a:pt x="6748" y="5851"/>
                  </a:lnTo>
                  <a:cubicBezTo>
                    <a:pt x="6742" y="5818"/>
                    <a:pt x="6717" y="5793"/>
                    <a:pt x="6685" y="5793"/>
                  </a:cubicBezTo>
                  <a:cubicBezTo>
                    <a:pt x="6682" y="5793"/>
                    <a:pt x="6680" y="5794"/>
                    <a:pt x="6677" y="5794"/>
                  </a:cubicBezTo>
                  <a:cubicBezTo>
                    <a:pt x="6642" y="5796"/>
                    <a:pt x="6615" y="5825"/>
                    <a:pt x="6615" y="5860"/>
                  </a:cubicBezTo>
                  <a:cubicBezTo>
                    <a:pt x="6615" y="5873"/>
                    <a:pt x="6613" y="7222"/>
                    <a:pt x="6400" y="9311"/>
                  </a:cubicBezTo>
                  <a:cubicBezTo>
                    <a:pt x="6194" y="11330"/>
                    <a:pt x="4873" y="22393"/>
                    <a:pt x="4764" y="23303"/>
                  </a:cubicBezTo>
                  <a:lnTo>
                    <a:pt x="138" y="23303"/>
                  </a:lnTo>
                  <a:cubicBezTo>
                    <a:pt x="189" y="22322"/>
                    <a:pt x="759" y="11430"/>
                    <a:pt x="1128" y="8029"/>
                  </a:cubicBezTo>
                  <a:cubicBezTo>
                    <a:pt x="1489" y="4694"/>
                    <a:pt x="2423" y="749"/>
                    <a:pt x="2541" y="262"/>
                  </a:cubicBezTo>
                  <a:lnTo>
                    <a:pt x="9887" y="134"/>
                  </a:lnTo>
                  <a:close/>
                  <a:moveTo>
                    <a:pt x="9923" y="0"/>
                  </a:moveTo>
                  <a:lnTo>
                    <a:pt x="2487" y="130"/>
                  </a:lnTo>
                  <a:cubicBezTo>
                    <a:pt x="2458" y="130"/>
                    <a:pt x="2432" y="152"/>
                    <a:pt x="2425" y="181"/>
                  </a:cubicBezTo>
                  <a:cubicBezTo>
                    <a:pt x="2414" y="224"/>
                    <a:pt x="1381" y="4463"/>
                    <a:pt x="995" y="8015"/>
                  </a:cubicBezTo>
                  <a:cubicBezTo>
                    <a:pt x="611" y="11564"/>
                    <a:pt x="8" y="23249"/>
                    <a:pt x="2" y="23366"/>
                  </a:cubicBezTo>
                  <a:cubicBezTo>
                    <a:pt x="0" y="23383"/>
                    <a:pt x="6" y="23401"/>
                    <a:pt x="19" y="23414"/>
                  </a:cubicBezTo>
                  <a:cubicBezTo>
                    <a:pt x="32" y="23427"/>
                    <a:pt x="49" y="23435"/>
                    <a:pt x="68" y="23435"/>
                  </a:cubicBezTo>
                  <a:lnTo>
                    <a:pt x="4823" y="23435"/>
                  </a:lnTo>
                  <a:cubicBezTo>
                    <a:pt x="4857" y="23435"/>
                    <a:pt x="4886" y="23411"/>
                    <a:pt x="4889" y="23376"/>
                  </a:cubicBezTo>
                  <a:cubicBezTo>
                    <a:pt x="4903" y="23258"/>
                    <a:pt x="6318" y="11420"/>
                    <a:pt x="6532" y="9326"/>
                  </a:cubicBezTo>
                  <a:cubicBezTo>
                    <a:pt x="6652" y="8152"/>
                    <a:pt x="6705" y="7210"/>
                    <a:pt x="6729" y="6607"/>
                  </a:cubicBezTo>
                  <a:lnTo>
                    <a:pt x="9296" y="23379"/>
                  </a:lnTo>
                  <a:cubicBezTo>
                    <a:pt x="9302" y="23412"/>
                    <a:pt x="9329" y="23435"/>
                    <a:pt x="9362" y="23435"/>
                  </a:cubicBezTo>
                  <a:lnTo>
                    <a:pt x="15026" y="23435"/>
                  </a:lnTo>
                  <a:cubicBezTo>
                    <a:pt x="15045" y="23435"/>
                    <a:pt x="15064" y="23427"/>
                    <a:pt x="15077" y="23412"/>
                  </a:cubicBezTo>
                  <a:cubicBezTo>
                    <a:pt x="15090" y="23396"/>
                    <a:pt x="15095" y="23376"/>
                    <a:pt x="15091" y="23356"/>
                  </a:cubicBezTo>
                  <a:cubicBezTo>
                    <a:pt x="15070" y="23245"/>
                    <a:pt x="12920" y="12189"/>
                    <a:pt x="12065" y="7146"/>
                  </a:cubicBezTo>
                  <a:cubicBezTo>
                    <a:pt x="11208" y="2091"/>
                    <a:pt x="9993" y="52"/>
                    <a:pt x="9981" y="32"/>
                  </a:cubicBezTo>
                  <a:cubicBezTo>
                    <a:pt x="9969" y="12"/>
                    <a:pt x="9946" y="1"/>
                    <a:pt x="99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g332bf0ce26c_1_715"/>
            <p:cNvSpPr/>
            <p:nvPr/>
          </p:nvSpPr>
          <p:spPr>
            <a:xfrm>
              <a:off x="1231743" y="3747752"/>
              <a:ext cx="138055" cy="121235"/>
            </a:xfrm>
            <a:custGeom>
              <a:rect b="b" l="l" r="r" t="t"/>
              <a:pathLst>
                <a:path extrusionOk="0" h="2393" w="2725">
                  <a:moveTo>
                    <a:pt x="1315" y="0"/>
                  </a:moveTo>
                  <a:cubicBezTo>
                    <a:pt x="1267" y="0"/>
                    <a:pt x="1215" y="45"/>
                    <a:pt x="1169" y="185"/>
                  </a:cubicBezTo>
                  <a:cubicBezTo>
                    <a:pt x="1127" y="308"/>
                    <a:pt x="1" y="2002"/>
                    <a:pt x="346" y="2130"/>
                  </a:cubicBezTo>
                  <a:cubicBezTo>
                    <a:pt x="478" y="2180"/>
                    <a:pt x="653" y="2211"/>
                    <a:pt x="820" y="2211"/>
                  </a:cubicBezTo>
                  <a:cubicBezTo>
                    <a:pt x="1092" y="2211"/>
                    <a:pt x="1341" y="2129"/>
                    <a:pt x="1341" y="1914"/>
                  </a:cubicBezTo>
                  <a:lnTo>
                    <a:pt x="1341" y="531"/>
                  </a:lnTo>
                  <a:cubicBezTo>
                    <a:pt x="1341" y="531"/>
                    <a:pt x="1424" y="2392"/>
                    <a:pt x="1792" y="2392"/>
                  </a:cubicBezTo>
                  <a:cubicBezTo>
                    <a:pt x="1800" y="2392"/>
                    <a:pt x="1808" y="2392"/>
                    <a:pt x="1817" y="2390"/>
                  </a:cubicBezTo>
                  <a:cubicBezTo>
                    <a:pt x="2206" y="2303"/>
                    <a:pt x="2724" y="2390"/>
                    <a:pt x="2594" y="1958"/>
                  </a:cubicBezTo>
                  <a:cubicBezTo>
                    <a:pt x="2465" y="1526"/>
                    <a:pt x="1470" y="142"/>
                    <a:pt x="1470" y="142"/>
                  </a:cubicBezTo>
                  <a:cubicBezTo>
                    <a:pt x="1470" y="142"/>
                    <a:pt x="1400" y="0"/>
                    <a:pt x="13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g332bf0ce26c_1_715"/>
            <p:cNvSpPr/>
            <p:nvPr/>
          </p:nvSpPr>
          <p:spPr>
            <a:xfrm>
              <a:off x="1238633" y="3744409"/>
              <a:ext cx="129645" cy="127973"/>
            </a:xfrm>
            <a:custGeom>
              <a:rect b="b" l="l" r="r" t="t"/>
              <a:pathLst>
                <a:path extrusionOk="0" h="2526" w="2559">
                  <a:moveTo>
                    <a:pt x="1178" y="133"/>
                  </a:moveTo>
                  <a:cubicBezTo>
                    <a:pt x="1199" y="137"/>
                    <a:pt x="1248" y="183"/>
                    <a:pt x="1281" y="247"/>
                  </a:cubicBezTo>
                  <a:cubicBezTo>
                    <a:pt x="1290" y="261"/>
                    <a:pt x="2270" y="1626"/>
                    <a:pt x="2396" y="2043"/>
                  </a:cubicBezTo>
                  <a:cubicBezTo>
                    <a:pt x="2419" y="2124"/>
                    <a:pt x="2419" y="2183"/>
                    <a:pt x="2392" y="2224"/>
                  </a:cubicBezTo>
                  <a:cubicBezTo>
                    <a:pt x="2335" y="2309"/>
                    <a:pt x="2148" y="2329"/>
                    <a:pt x="1966" y="2348"/>
                  </a:cubicBezTo>
                  <a:cubicBezTo>
                    <a:pt x="1867" y="2359"/>
                    <a:pt x="1764" y="2369"/>
                    <a:pt x="1667" y="2392"/>
                  </a:cubicBezTo>
                  <a:cubicBezTo>
                    <a:pt x="1663" y="2392"/>
                    <a:pt x="1660" y="2393"/>
                    <a:pt x="1656" y="2393"/>
                  </a:cubicBezTo>
                  <a:cubicBezTo>
                    <a:pt x="1647" y="2393"/>
                    <a:pt x="1635" y="2390"/>
                    <a:pt x="1621" y="2378"/>
                  </a:cubicBezTo>
                  <a:cubicBezTo>
                    <a:pt x="1417" y="2223"/>
                    <a:pt x="1299" y="1201"/>
                    <a:pt x="1272" y="595"/>
                  </a:cubicBezTo>
                  <a:cubicBezTo>
                    <a:pt x="1270" y="559"/>
                    <a:pt x="1241" y="531"/>
                    <a:pt x="1205" y="531"/>
                  </a:cubicBezTo>
                  <a:lnTo>
                    <a:pt x="1203" y="531"/>
                  </a:lnTo>
                  <a:cubicBezTo>
                    <a:pt x="1167" y="532"/>
                    <a:pt x="1139" y="561"/>
                    <a:pt x="1139" y="597"/>
                  </a:cubicBezTo>
                  <a:lnTo>
                    <a:pt x="1139" y="1980"/>
                  </a:lnTo>
                  <a:cubicBezTo>
                    <a:pt x="1139" y="2040"/>
                    <a:pt x="1112" y="2088"/>
                    <a:pt x="1059" y="2126"/>
                  </a:cubicBezTo>
                  <a:cubicBezTo>
                    <a:pt x="973" y="2185"/>
                    <a:pt x="834" y="2211"/>
                    <a:pt x="685" y="2211"/>
                  </a:cubicBezTo>
                  <a:cubicBezTo>
                    <a:pt x="528" y="2211"/>
                    <a:pt x="361" y="2182"/>
                    <a:pt x="234" y="2135"/>
                  </a:cubicBezTo>
                  <a:cubicBezTo>
                    <a:pt x="228" y="2133"/>
                    <a:pt x="222" y="2129"/>
                    <a:pt x="217" y="2115"/>
                  </a:cubicBezTo>
                  <a:cubicBezTo>
                    <a:pt x="138" y="1891"/>
                    <a:pt x="718" y="920"/>
                    <a:pt x="936" y="554"/>
                  </a:cubicBezTo>
                  <a:cubicBezTo>
                    <a:pt x="1038" y="382"/>
                    <a:pt x="1085" y="305"/>
                    <a:pt x="1095" y="273"/>
                  </a:cubicBezTo>
                  <a:cubicBezTo>
                    <a:pt x="1132" y="160"/>
                    <a:pt x="1167" y="133"/>
                    <a:pt x="1178" y="133"/>
                  </a:cubicBezTo>
                  <a:close/>
                  <a:moveTo>
                    <a:pt x="1179" y="0"/>
                  </a:moveTo>
                  <a:cubicBezTo>
                    <a:pt x="1176" y="0"/>
                    <a:pt x="1172" y="0"/>
                    <a:pt x="1169" y="1"/>
                  </a:cubicBezTo>
                  <a:cubicBezTo>
                    <a:pt x="1043" y="9"/>
                    <a:pt x="988" y="176"/>
                    <a:pt x="970" y="230"/>
                  </a:cubicBezTo>
                  <a:cubicBezTo>
                    <a:pt x="960" y="254"/>
                    <a:pt x="893" y="366"/>
                    <a:pt x="822" y="487"/>
                  </a:cubicBezTo>
                  <a:cubicBezTo>
                    <a:pt x="421" y="1159"/>
                    <a:pt x="1" y="1898"/>
                    <a:pt x="92" y="2159"/>
                  </a:cubicBezTo>
                  <a:cubicBezTo>
                    <a:pt x="109" y="2207"/>
                    <a:pt x="142" y="2241"/>
                    <a:pt x="188" y="2259"/>
                  </a:cubicBezTo>
                  <a:cubicBezTo>
                    <a:pt x="328" y="2312"/>
                    <a:pt x="508" y="2344"/>
                    <a:pt x="680" y="2344"/>
                  </a:cubicBezTo>
                  <a:cubicBezTo>
                    <a:pt x="856" y="2344"/>
                    <a:pt x="1023" y="2311"/>
                    <a:pt x="1134" y="2234"/>
                  </a:cubicBezTo>
                  <a:cubicBezTo>
                    <a:pt x="1224" y="2172"/>
                    <a:pt x="1272" y="2084"/>
                    <a:pt x="1272" y="1980"/>
                  </a:cubicBezTo>
                  <a:lnTo>
                    <a:pt x="1272" y="1810"/>
                  </a:lnTo>
                  <a:cubicBezTo>
                    <a:pt x="1332" y="2118"/>
                    <a:pt x="1418" y="2391"/>
                    <a:pt x="1540" y="2484"/>
                  </a:cubicBezTo>
                  <a:cubicBezTo>
                    <a:pt x="1576" y="2511"/>
                    <a:pt x="1615" y="2525"/>
                    <a:pt x="1656" y="2525"/>
                  </a:cubicBezTo>
                  <a:cubicBezTo>
                    <a:pt x="1669" y="2525"/>
                    <a:pt x="1682" y="2524"/>
                    <a:pt x="1695" y="2521"/>
                  </a:cubicBezTo>
                  <a:cubicBezTo>
                    <a:pt x="1785" y="2501"/>
                    <a:pt x="1884" y="2490"/>
                    <a:pt x="1981" y="2480"/>
                  </a:cubicBezTo>
                  <a:cubicBezTo>
                    <a:pt x="2203" y="2457"/>
                    <a:pt x="2412" y="2434"/>
                    <a:pt x="2503" y="2297"/>
                  </a:cubicBezTo>
                  <a:cubicBezTo>
                    <a:pt x="2553" y="2223"/>
                    <a:pt x="2559" y="2127"/>
                    <a:pt x="2522" y="2005"/>
                  </a:cubicBezTo>
                  <a:cubicBezTo>
                    <a:pt x="2391" y="1567"/>
                    <a:pt x="1430" y="227"/>
                    <a:pt x="1395" y="178"/>
                  </a:cubicBezTo>
                  <a:cubicBezTo>
                    <a:pt x="1380" y="148"/>
                    <a:pt x="1298" y="0"/>
                    <a:pt x="11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1" name="Google Shape;2201;g332bf0ce26c_1_715"/>
            <p:cNvSpPr/>
            <p:nvPr/>
          </p:nvSpPr>
          <p:spPr>
            <a:xfrm>
              <a:off x="1289194" y="3743193"/>
              <a:ext cx="64645" cy="109583"/>
            </a:xfrm>
            <a:custGeom>
              <a:rect b="b" l="l" r="r" t="t"/>
              <a:pathLst>
                <a:path extrusionOk="0" h="2163" w="1276">
                  <a:moveTo>
                    <a:pt x="434" y="858"/>
                  </a:moveTo>
                  <a:lnTo>
                    <a:pt x="434" y="858"/>
                  </a:lnTo>
                  <a:cubicBezTo>
                    <a:pt x="761" y="1345"/>
                    <a:pt x="1033" y="1799"/>
                    <a:pt x="1038" y="1905"/>
                  </a:cubicBezTo>
                  <a:cubicBezTo>
                    <a:pt x="949" y="2021"/>
                    <a:pt x="908" y="2029"/>
                    <a:pt x="895" y="2029"/>
                  </a:cubicBezTo>
                  <a:cubicBezTo>
                    <a:pt x="879" y="2028"/>
                    <a:pt x="859" y="2005"/>
                    <a:pt x="841" y="1970"/>
                  </a:cubicBezTo>
                  <a:cubicBezTo>
                    <a:pt x="785" y="1855"/>
                    <a:pt x="581" y="1280"/>
                    <a:pt x="434" y="858"/>
                  </a:cubicBezTo>
                  <a:close/>
                  <a:moveTo>
                    <a:pt x="0" y="1"/>
                  </a:moveTo>
                  <a:lnTo>
                    <a:pt x="149" y="439"/>
                  </a:lnTo>
                  <a:cubicBezTo>
                    <a:pt x="169" y="496"/>
                    <a:pt x="626" y="1837"/>
                    <a:pt x="722" y="2029"/>
                  </a:cubicBezTo>
                  <a:cubicBezTo>
                    <a:pt x="763" y="2112"/>
                    <a:pt x="818" y="2155"/>
                    <a:pt x="883" y="2161"/>
                  </a:cubicBezTo>
                  <a:cubicBezTo>
                    <a:pt x="888" y="2161"/>
                    <a:pt x="891" y="2163"/>
                    <a:pt x="896" y="2163"/>
                  </a:cubicBezTo>
                  <a:cubicBezTo>
                    <a:pt x="998" y="2163"/>
                    <a:pt x="1085" y="2063"/>
                    <a:pt x="1151" y="1976"/>
                  </a:cubicBezTo>
                  <a:cubicBezTo>
                    <a:pt x="1182" y="1934"/>
                    <a:pt x="1276" y="1810"/>
                    <a:pt x="266" y="378"/>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g332bf0ce26c_1_715"/>
            <p:cNvSpPr/>
            <p:nvPr/>
          </p:nvSpPr>
          <p:spPr>
            <a:xfrm>
              <a:off x="1257175" y="3733668"/>
              <a:ext cx="48079" cy="109634"/>
            </a:xfrm>
            <a:custGeom>
              <a:rect b="b" l="l" r="r" t="t"/>
              <a:pathLst>
                <a:path extrusionOk="0" h="2164" w="949">
                  <a:moveTo>
                    <a:pt x="671" y="914"/>
                  </a:moveTo>
                  <a:lnTo>
                    <a:pt x="671" y="914"/>
                  </a:lnTo>
                  <a:cubicBezTo>
                    <a:pt x="611" y="1286"/>
                    <a:pt x="532" y="1758"/>
                    <a:pt x="495" y="1884"/>
                  </a:cubicBezTo>
                  <a:cubicBezTo>
                    <a:pt x="476" y="1953"/>
                    <a:pt x="437" y="1998"/>
                    <a:pt x="381" y="2018"/>
                  </a:cubicBezTo>
                  <a:cubicBezTo>
                    <a:pt x="358" y="2027"/>
                    <a:pt x="334" y="2030"/>
                    <a:pt x="311" y="2030"/>
                  </a:cubicBezTo>
                  <a:cubicBezTo>
                    <a:pt x="284" y="2030"/>
                    <a:pt x="259" y="2025"/>
                    <a:pt x="238" y="2017"/>
                  </a:cubicBezTo>
                  <a:cubicBezTo>
                    <a:pt x="252" y="1894"/>
                    <a:pt x="443" y="1424"/>
                    <a:pt x="671" y="914"/>
                  </a:cubicBezTo>
                  <a:close/>
                  <a:moveTo>
                    <a:pt x="948" y="1"/>
                  </a:moveTo>
                  <a:lnTo>
                    <a:pt x="753" y="418"/>
                  </a:lnTo>
                  <a:cubicBezTo>
                    <a:pt x="0" y="2020"/>
                    <a:pt x="89" y="2081"/>
                    <a:pt x="142" y="2116"/>
                  </a:cubicBezTo>
                  <a:cubicBezTo>
                    <a:pt x="184" y="2143"/>
                    <a:pt x="245" y="2164"/>
                    <a:pt x="314" y="2164"/>
                  </a:cubicBezTo>
                  <a:cubicBezTo>
                    <a:pt x="351" y="2164"/>
                    <a:pt x="389" y="2158"/>
                    <a:pt x="428" y="2143"/>
                  </a:cubicBezTo>
                  <a:cubicBezTo>
                    <a:pt x="523" y="2108"/>
                    <a:pt x="592" y="2029"/>
                    <a:pt x="624" y="1921"/>
                  </a:cubicBezTo>
                  <a:cubicBezTo>
                    <a:pt x="687" y="1697"/>
                    <a:pt x="870" y="507"/>
                    <a:pt x="878" y="458"/>
                  </a:cubicBezTo>
                  <a:lnTo>
                    <a:pt x="94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g332bf0ce26c_1_715"/>
            <p:cNvSpPr/>
            <p:nvPr/>
          </p:nvSpPr>
          <p:spPr>
            <a:xfrm>
              <a:off x="1444373" y="3976746"/>
              <a:ext cx="12210" cy="37845"/>
            </a:xfrm>
            <a:custGeom>
              <a:rect b="b" l="l" r="r" t="t"/>
              <a:pathLst>
                <a:path extrusionOk="0" h="747" w="241">
                  <a:moveTo>
                    <a:pt x="70" y="1"/>
                  </a:moveTo>
                  <a:cubicBezTo>
                    <a:pt x="67" y="1"/>
                    <a:pt x="64" y="1"/>
                    <a:pt x="61" y="2"/>
                  </a:cubicBezTo>
                  <a:cubicBezTo>
                    <a:pt x="25" y="9"/>
                    <a:pt x="0" y="43"/>
                    <a:pt x="7" y="80"/>
                  </a:cubicBezTo>
                  <a:cubicBezTo>
                    <a:pt x="49" y="307"/>
                    <a:pt x="81" y="513"/>
                    <a:pt x="104" y="689"/>
                  </a:cubicBezTo>
                  <a:cubicBezTo>
                    <a:pt x="109" y="722"/>
                    <a:pt x="138" y="747"/>
                    <a:pt x="171" y="747"/>
                  </a:cubicBezTo>
                  <a:cubicBezTo>
                    <a:pt x="173" y="747"/>
                    <a:pt x="177" y="747"/>
                    <a:pt x="179" y="746"/>
                  </a:cubicBezTo>
                  <a:cubicBezTo>
                    <a:pt x="216" y="741"/>
                    <a:pt x="241" y="708"/>
                    <a:pt x="236" y="671"/>
                  </a:cubicBezTo>
                  <a:cubicBezTo>
                    <a:pt x="212" y="493"/>
                    <a:pt x="179" y="286"/>
                    <a:pt x="138" y="56"/>
                  </a:cubicBezTo>
                  <a:cubicBezTo>
                    <a:pt x="132" y="23"/>
                    <a:pt x="102" y="1"/>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g332bf0ce26c_1_715"/>
            <p:cNvSpPr/>
            <p:nvPr/>
          </p:nvSpPr>
          <p:spPr>
            <a:xfrm>
              <a:off x="1392292" y="3760317"/>
              <a:ext cx="52385" cy="187249"/>
            </a:xfrm>
            <a:custGeom>
              <a:rect b="b" l="l" r="r" t="t"/>
              <a:pathLst>
                <a:path extrusionOk="0" h="3696" w="1034">
                  <a:moveTo>
                    <a:pt x="74" y="0"/>
                  </a:moveTo>
                  <a:cubicBezTo>
                    <a:pt x="68" y="0"/>
                    <a:pt x="62" y="1"/>
                    <a:pt x="56" y="3"/>
                  </a:cubicBezTo>
                  <a:cubicBezTo>
                    <a:pt x="22" y="13"/>
                    <a:pt x="0" y="50"/>
                    <a:pt x="11" y="85"/>
                  </a:cubicBezTo>
                  <a:cubicBezTo>
                    <a:pt x="16" y="104"/>
                    <a:pt x="553" y="2028"/>
                    <a:pt x="895" y="3643"/>
                  </a:cubicBezTo>
                  <a:cubicBezTo>
                    <a:pt x="902" y="3674"/>
                    <a:pt x="929" y="3695"/>
                    <a:pt x="960" y="3695"/>
                  </a:cubicBezTo>
                  <a:cubicBezTo>
                    <a:pt x="964" y="3695"/>
                    <a:pt x="969" y="3695"/>
                    <a:pt x="974" y="3694"/>
                  </a:cubicBezTo>
                  <a:cubicBezTo>
                    <a:pt x="1009" y="3687"/>
                    <a:pt x="1033" y="3651"/>
                    <a:pt x="1025" y="3615"/>
                  </a:cubicBezTo>
                  <a:cubicBezTo>
                    <a:pt x="682" y="1996"/>
                    <a:pt x="143" y="69"/>
                    <a:pt x="139" y="49"/>
                  </a:cubicBezTo>
                  <a:cubicBezTo>
                    <a:pt x="130" y="19"/>
                    <a:pt x="103" y="0"/>
                    <a:pt x="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5" name="Google Shape;2205;g332bf0ce26c_1_715"/>
            <p:cNvSpPr/>
            <p:nvPr/>
          </p:nvSpPr>
          <p:spPr>
            <a:xfrm>
              <a:off x="1372736" y="3760317"/>
              <a:ext cx="33640" cy="162272"/>
            </a:xfrm>
            <a:custGeom>
              <a:rect b="b" l="l" r="r" t="t"/>
              <a:pathLst>
                <a:path extrusionOk="0" h="3203" w="664">
                  <a:moveTo>
                    <a:pt x="71" y="1"/>
                  </a:moveTo>
                  <a:cubicBezTo>
                    <a:pt x="68" y="1"/>
                    <a:pt x="65" y="1"/>
                    <a:pt x="62" y="1"/>
                  </a:cubicBezTo>
                  <a:cubicBezTo>
                    <a:pt x="25" y="6"/>
                    <a:pt x="1" y="40"/>
                    <a:pt x="5" y="76"/>
                  </a:cubicBezTo>
                  <a:cubicBezTo>
                    <a:pt x="19" y="175"/>
                    <a:pt x="354" y="2508"/>
                    <a:pt x="526" y="3153"/>
                  </a:cubicBezTo>
                  <a:cubicBezTo>
                    <a:pt x="534" y="3183"/>
                    <a:pt x="560" y="3203"/>
                    <a:pt x="590" y="3203"/>
                  </a:cubicBezTo>
                  <a:cubicBezTo>
                    <a:pt x="596" y="3203"/>
                    <a:pt x="602" y="3202"/>
                    <a:pt x="607" y="3200"/>
                  </a:cubicBezTo>
                  <a:cubicBezTo>
                    <a:pt x="643" y="3191"/>
                    <a:pt x="663" y="3154"/>
                    <a:pt x="654" y="3119"/>
                  </a:cubicBezTo>
                  <a:cubicBezTo>
                    <a:pt x="484" y="2482"/>
                    <a:pt x="140" y="82"/>
                    <a:pt x="137" y="58"/>
                  </a:cubicBezTo>
                  <a:cubicBezTo>
                    <a:pt x="132" y="24"/>
                    <a:pt x="103" y="1"/>
                    <a:pt x="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6" name="Google Shape;2206;g332bf0ce26c_1_715"/>
            <p:cNvSpPr/>
            <p:nvPr/>
          </p:nvSpPr>
          <p:spPr>
            <a:xfrm>
              <a:off x="1131836" y="3930137"/>
              <a:ext cx="9727" cy="29688"/>
            </a:xfrm>
            <a:custGeom>
              <a:rect b="b" l="l" r="r" t="t"/>
              <a:pathLst>
                <a:path extrusionOk="0" h="586" w="192">
                  <a:moveTo>
                    <a:pt x="120" y="1"/>
                  </a:moveTo>
                  <a:cubicBezTo>
                    <a:pt x="87" y="1"/>
                    <a:pt x="58" y="26"/>
                    <a:pt x="55" y="60"/>
                  </a:cubicBezTo>
                  <a:cubicBezTo>
                    <a:pt x="37" y="227"/>
                    <a:pt x="19" y="380"/>
                    <a:pt x="4" y="512"/>
                  </a:cubicBezTo>
                  <a:cubicBezTo>
                    <a:pt x="1" y="548"/>
                    <a:pt x="27" y="581"/>
                    <a:pt x="63" y="586"/>
                  </a:cubicBezTo>
                  <a:lnTo>
                    <a:pt x="70" y="586"/>
                  </a:lnTo>
                  <a:cubicBezTo>
                    <a:pt x="103" y="586"/>
                    <a:pt x="133" y="561"/>
                    <a:pt x="137" y="528"/>
                  </a:cubicBezTo>
                  <a:cubicBezTo>
                    <a:pt x="152" y="395"/>
                    <a:pt x="169" y="242"/>
                    <a:pt x="186" y="74"/>
                  </a:cubicBezTo>
                  <a:cubicBezTo>
                    <a:pt x="191" y="38"/>
                    <a:pt x="164" y="5"/>
                    <a:pt x="128" y="1"/>
                  </a:cubicBezTo>
                  <a:cubicBezTo>
                    <a:pt x="126" y="1"/>
                    <a:pt x="123"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g332bf0ce26c_1_715"/>
            <p:cNvSpPr/>
            <p:nvPr/>
          </p:nvSpPr>
          <p:spPr>
            <a:xfrm>
              <a:off x="1137915" y="3760317"/>
              <a:ext cx="20772" cy="143628"/>
            </a:xfrm>
            <a:custGeom>
              <a:rect b="b" l="l" r="r" t="t"/>
              <a:pathLst>
                <a:path extrusionOk="0" h="2835" w="410">
                  <a:moveTo>
                    <a:pt x="344" y="0"/>
                  </a:moveTo>
                  <a:cubicBezTo>
                    <a:pt x="309" y="0"/>
                    <a:pt x="277" y="25"/>
                    <a:pt x="273" y="60"/>
                  </a:cubicBezTo>
                  <a:cubicBezTo>
                    <a:pt x="272" y="75"/>
                    <a:pt x="129" y="1554"/>
                    <a:pt x="4" y="2762"/>
                  </a:cubicBezTo>
                  <a:cubicBezTo>
                    <a:pt x="0" y="2798"/>
                    <a:pt x="26" y="2830"/>
                    <a:pt x="63" y="2834"/>
                  </a:cubicBezTo>
                  <a:cubicBezTo>
                    <a:pt x="65" y="2835"/>
                    <a:pt x="68" y="2835"/>
                    <a:pt x="70" y="2835"/>
                  </a:cubicBezTo>
                  <a:cubicBezTo>
                    <a:pt x="103" y="2835"/>
                    <a:pt x="133" y="2809"/>
                    <a:pt x="136" y="2775"/>
                  </a:cubicBezTo>
                  <a:cubicBezTo>
                    <a:pt x="262" y="1567"/>
                    <a:pt x="405" y="88"/>
                    <a:pt x="406" y="74"/>
                  </a:cubicBezTo>
                  <a:cubicBezTo>
                    <a:pt x="409" y="37"/>
                    <a:pt x="383" y="5"/>
                    <a:pt x="347" y="0"/>
                  </a:cubicBezTo>
                  <a:cubicBezTo>
                    <a:pt x="346" y="0"/>
                    <a:pt x="345" y="0"/>
                    <a:pt x="3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g332bf0ce26c_1_715"/>
            <p:cNvSpPr/>
            <p:nvPr/>
          </p:nvSpPr>
          <p:spPr>
            <a:xfrm>
              <a:off x="1125300" y="3764674"/>
              <a:ext cx="15807" cy="111964"/>
            </a:xfrm>
            <a:custGeom>
              <a:rect b="b" l="l" r="r" t="t"/>
              <a:pathLst>
                <a:path extrusionOk="0" h="2210" w="312">
                  <a:moveTo>
                    <a:pt x="244" y="0"/>
                  </a:moveTo>
                  <a:cubicBezTo>
                    <a:pt x="209" y="0"/>
                    <a:pt x="180" y="27"/>
                    <a:pt x="177" y="62"/>
                  </a:cubicBezTo>
                  <a:lnTo>
                    <a:pt x="4" y="2137"/>
                  </a:lnTo>
                  <a:cubicBezTo>
                    <a:pt x="1" y="2174"/>
                    <a:pt x="28" y="2206"/>
                    <a:pt x="64" y="2208"/>
                  </a:cubicBezTo>
                  <a:cubicBezTo>
                    <a:pt x="67" y="2208"/>
                    <a:pt x="68" y="2209"/>
                    <a:pt x="70" y="2209"/>
                  </a:cubicBezTo>
                  <a:cubicBezTo>
                    <a:pt x="105" y="2209"/>
                    <a:pt x="133" y="2183"/>
                    <a:pt x="137" y="2148"/>
                  </a:cubicBezTo>
                  <a:lnTo>
                    <a:pt x="309" y="73"/>
                  </a:lnTo>
                  <a:cubicBezTo>
                    <a:pt x="312" y="36"/>
                    <a:pt x="285" y="4"/>
                    <a:pt x="249" y="1"/>
                  </a:cubicBezTo>
                  <a:cubicBezTo>
                    <a:pt x="248" y="0"/>
                    <a:pt x="246" y="0"/>
                    <a:pt x="2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9" name="Google Shape;2209;g332bf0ce26c_1_715"/>
            <p:cNvSpPr/>
            <p:nvPr/>
          </p:nvSpPr>
          <p:spPr>
            <a:xfrm>
              <a:off x="1274755" y="2870027"/>
              <a:ext cx="97981" cy="100717"/>
            </a:xfrm>
            <a:custGeom>
              <a:rect b="b" l="l" r="r" t="t"/>
              <a:pathLst>
                <a:path extrusionOk="0" h="1988" w="1934">
                  <a:moveTo>
                    <a:pt x="322" y="0"/>
                  </a:moveTo>
                  <a:lnTo>
                    <a:pt x="0" y="994"/>
                  </a:lnTo>
                  <a:cubicBezTo>
                    <a:pt x="0" y="994"/>
                    <a:pt x="644" y="1988"/>
                    <a:pt x="725" y="1988"/>
                  </a:cubicBezTo>
                  <a:cubicBezTo>
                    <a:pt x="806" y="1988"/>
                    <a:pt x="1182" y="1826"/>
                    <a:pt x="1557" y="994"/>
                  </a:cubicBezTo>
                  <a:cubicBezTo>
                    <a:pt x="1933" y="161"/>
                    <a:pt x="322"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0" name="Google Shape;2210;g332bf0ce26c_1_715"/>
            <p:cNvSpPr/>
            <p:nvPr/>
          </p:nvSpPr>
          <p:spPr>
            <a:xfrm>
              <a:off x="1271209" y="2866633"/>
              <a:ext cx="89875" cy="107506"/>
            </a:xfrm>
            <a:custGeom>
              <a:rect b="b" l="l" r="r" t="t"/>
              <a:pathLst>
                <a:path extrusionOk="0" h="2122" w="1774">
                  <a:moveTo>
                    <a:pt x="438" y="139"/>
                  </a:moveTo>
                  <a:cubicBezTo>
                    <a:pt x="642" y="167"/>
                    <a:pt x="1367" y="288"/>
                    <a:pt x="1568" y="636"/>
                  </a:cubicBezTo>
                  <a:cubicBezTo>
                    <a:pt x="1635" y="753"/>
                    <a:pt x="1635" y="882"/>
                    <a:pt x="1567" y="1034"/>
                  </a:cubicBezTo>
                  <a:cubicBezTo>
                    <a:pt x="1234" y="1771"/>
                    <a:pt x="901" y="1966"/>
                    <a:pt x="808" y="1986"/>
                  </a:cubicBezTo>
                  <a:cubicBezTo>
                    <a:pt x="726" y="1914"/>
                    <a:pt x="414" y="1469"/>
                    <a:pt x="142" y="1052"/>
                  </a:cubicBezTo>
                  <a:lnTo>
                    <a:pt x="438" y="139"/>
                  </a:lnTo>
                  <a:close/>
                  <a:moveTo>
                    <a:pt x="392" y="1"/>
                  </a:moveTo>
                  <a:cubicBezTo>
                    <a:pt x="364" y="1"/>
                    <a:pt x="338" y="19"/>
                    <a:pt x="329" y="46"/>
                  </a:cubicBezTo>
                  <a:lnTo>
                    <a:pt x="6" y="1040"/>
                  </a:lnTo>
                  <a:cubicBezTo>
                    <a:pt x="0" y="1060"/>
                    <a:pt x="3" y="1080"/>
                    <a:pt x="15" y="1097"/>
                  </a:cubicBezTo>
                  <a:cubicBezTo>
                    <a:pt x="678" y="2121"/>
                    <a:pt x="754" y="2121"/>
                    <a:pt x="795" y="2121"/>
                  </a:cubicBezTo>
                  <a:cubicBezTo>
                    <a:pt x="914" y="2121"/>
                    <a:pt x="1305" y="1935"/>
                    <a:pt x="1689" y="1088"/>
                  </a:cubicBezTo>
                  <a:cubicBezTo>
                    <a:pt x="1774" y="899"/>
                    <a:pt x="1773" y="724"/>
                    <a:pt x="1683" y="570"/>
                  </a:cubicBezTo>
                  <a:cubicBezTo>
                    <a:pt x="1417" y="107"/>
                    <a:pt x="440" y="5"/>
                    <a:pt x="399" y="1"/>
                  </a:cubicBezTo>
                  <a:cubicBezTo>
                    <a:pt x="397" y="1"/>
                    <a:pt x="394" y="1"/>
                    <a:pt x="3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g332bf0ce26c_1_715"/>
            <p:cNvSpPr/>
            <p:nvPr/>
          </p:nvSpPr>
          <p:spPr>
            <a:xfrm>
              <a:off x="911403" y="2895916"/>
              <a:ext cx="640982" cy="861414"/>
            </a:xfrm>
            <a:custGeom>
              <a:rect b="b" l="l" r="r" t="t"/>
              <a:pathLst>
                <a:path extrusionOk="0" h="17003" w="12652">
                  <a:moveTo>
                    <a:pt x="6071" y="1"/>
                  </a:moveTo>
                  <a:cubicBezTo>
                    <a:pt x="5331" y="1"/>
                    <a:pt x="4996" y="348"/>
                    <a:pt x="4996" y="348"/>
                  </a:cubicBezTo>
                  <a:cubicBezTo>
                    <a:pt x="4996" y="348"/>
                    <a:pt x="3438" y="1771"/>
                    <a:pt x="3895" y="3142"/>
                  </a:cubicBezTo>
                  <a:cubicBezTo>
                    <a:pt x="4352" y="4512"/>
                    <a:pt x="5130" y="4780"/>
                    <a:pt x="5130" y="4780"/>
                  </a:cubicBezTo>
                  <a:cubicBezTo>
                    <a:pt x="5130" y="4780"/>
                    <a:pt x="5399" y="6687"/>
                    <a:pt x="5077" y="7091"/>
                  </a:cubicBezTo>
                  <a:cubicBezTo>
                    <a:pt x="4754" y="7493"/>
                    <a:pt x="3760" y="7252"/>
                    <a:pt x="2927" y="7440"/>
                  </a:cubicBezTo>
                  <a:cubicBezTo>
                    <a:pt x="2095" y="7628"/>
                    <a:pt x="0" y="9723"/>
                    <a:pt x="0" y="9723"/>
                  </a:cubicBezTo>
                  <a:lnTo>
                    <a:pt x="1423" y="12195"/>
                  </a:lnTo>
                  <a:lnTo>
                    <a:pt x="2444" y="11389"/>
                  </a:lnTo>
                  <a:cubicBezTo>
                    <a:pt x="2444" y="11389"/>
                    <a:pt x="2793" y="12007"/>
                    <a:pt x="3009" y="12677"/>
                  </a:cubicBezTo>
                  <a:cubicBezTo>
                    <a:pt x="3223" y="13350"/>
                    <a:pt x="3142" y="17003"/>
                    <a:pt x="3142" y="17003"/>
                  </a:cubicBezTo>
                  <a:lnTo>
                    <a:pt x="11201" y="16815"/>
                  </a:lnTo>
                  <a:lnTo>
                    <a:pt x="10369" y="11684"/>
                  </a:lnTo>
                  <a:lnTo>
                    <a:pt x="10369" y="11684"/>
                  </a:lnTo>
                  <a:lnTo>
                    <a:pt x="11551" y="12302"/>
                  </a:lnTo>
                  <a:lnTo>
                    <a:pt x="12651" y="9294"/>
                  </a:lnTo>
                  <a:cubicBezTo>
                    <a:pt x="12651" y="9294"/>
                    <a:pt x="10583" y="7736"/>
                    <a:pt x="9965" y="7413"/>
                  </a:cubicBezTo>
                  <a:cubicBezTo>
                    <a:pt x="9734" y="7292"/>
                    <a:pt x="9525" y="7254"/>
                    <a:pt x="9343" y="7254"/>
                  </a:cubicBezTo>
                  <a:cubicBezTo>
                    <a:pt x="9040" y="7254"/>
                    <a:pt x="8811" y="7359"/>
                    <a:pt x="8676" y="7359"/>
                  </a:cubicBezTo>
                  <a:cubicBezTo>
                    <a:pt x="8461" y="7359"/>
                    <a:pt x="7897" y="7091"/>
                    <a:pt x="7709" y="6554"/>
                  </a:cubicBezTo>
                  <a:cubicBezTo>
                    <a:pt x="7521" y="6017"/>
                    <a:pt x="7735" y="5156"/>
                    <a:pt x="7735" y="5156"/>
                  </a:cubicBezTo>
                  <a:cubicBezTo>
                    <a:pt x="7735" y="5156"/>
                    <a:pt x="8011" y="5194"/>
                    <a:pt x="8295" y="5194"/>
                  </a:cubicBezTo>
                  <a:cubicBezTo>
                    <a:pt x="8551" y="5194"/>
                    <a:pt x="8814" y="5164"/>
                    <a:pt x="8891" y="5049"/>
                  </a:cubicBezTo>
                  <a:cubicBezTo>
                    <a:pt x="9052" y="4807"/>
                    <a:pt x="8917" y="2981"/>
                    <a:pt x="8917" y="2981"/>
                  </a:cubicBezTo>
                  <a:lnTo>
                    <a:pt x="9079" y="2712"/>
                  </a:lnTo>
                  <a:cubicBezTo>
                    <a:pt x="9235" y="2452"/>
                    <a:pt x="9063" y="2066"/>
                    <a:pt x="8930" y="2066"/>
                  </a:cubicBezTo>
                  <a:cubicBezTo>
                    <a:pt x="8926" y="2066"/>
                    <a:pt x="8921" y="2066"/>
                    <a:pt x="8917" y="2067"/>
                  </a:cubicBezTo>
                  <a:cubicBezTo>
                    <a:pt x="8909" y="2069"/>
                    <a:pt x="8900" y="2070"/>
                    <a:pt x="8889" y="2070"/>
                  </a:cubicBezTo>
                  <a:cubicBezTo>
                    <a:pt x="8726" y="2070"/>
                    <a:pt x="8288" y="1867"/>
                    <a:pt x="8112" y="1262"/>
                  </a:cubicBezTo>
                  <a:cubicBezTo>
                    <a:pt x="7923" y="617"/>
                    <a:pt x="7306" y="268"/>
                    <a:pt x="7306" y="268"/>
                  </a:cubicBezTo>
                  <a:cubicBezTo>
                    <a:pt x="6810" y="69"/>
                    <a:pt x="6401" y="1"/>
                    <a:pt x="60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g332bf0ce26c_1_715"/>
            <p:cNvSpPr/>
            <p:nvPr/>
          </p:nvSpPr>
          <p:spPr>
            <a:xfrm>
              <a:off x="907654" y="2892471"/>
              <a:ext cx="648429" cy="868254"/>
            </a:xfrm>
            <a:custGeom>
              <a:rect b="b" l="l" r="r" t="t"/>
              <a:pathLst>
                <a:path extrusionOk="0" h="17138" w="12799">
                  <a:moveTo>
                    <a:pt x="6150" y="137"/>
                  </a:moveTo>
                  <a:cubicBezTo>
                    <a:pt x="6470" y="137"/>
                    <a:pt x="6868" y="204"/>
                    <a:pt x="7350" y="396"/>
                  </a:cubicBezTo>
                  <a:cubicBezTo>
                    <a:pt x="7400" y="424"/>
                    <a:pt x="7951" y="763"/>
                    <a:pt x="8122" y="1348"/>
                  </a:cubicBezTo>
                  <a:cubicBezTo>
                    <a:pt x="8308" y="1985"/>
                    <a:pt x="8766" y="2204"/>
                    <a:pt x="8965" y="2204"/>
                  </a:cubicBezTo>
                  <a:cubicBezTo>
                    <a:pt x="8980" y="2204"/>
                    <a:pt x="8993" y="2203"/>
                    <a:pt x="9004" y="2200"/>
                  </a:cubicBezTo>
                  <a:cubicBezTo>
                    <a:pt x="9005" y="2200"/>
                    <a:pt x="9005" y="2200"/>
                    <a:pt x="9006" y="2200"/>
                  </a:cubicBezTo>
                  <a:cubicBezTo>
                    <a:pt x="9014" y="2200"/>
                    <a:pt x="9043" y="2219"/>
                    <a:pt x="9075" y="2270"/>
                  </a:cubicBezTo>
                  <a:cubicBezTo>
                    <a:pt x="9151" y="2392"/>
                    <a:pt x="9183" y="2600"/>
                    <a:pt x="9095" y="2746"/>
                  </a:cubicBezTo>
                  <a:lnTo>
                    <a:pt x="8934" y="3014"/>
                  </a:lnTo>
                  <a:cubicBezTo>
                    <a:pt x="8927" y="3026"/>
                    <a:pt x="8924" y="3039"/>
                    <a:pt x="8925" y="3053"/>
                  </a:cubicBezTo>
                  <a:cubicBezTo>
                    <a:pt x="8977" y="3751"/>
                    <a:pt x="9017" y="4918"/>
                    <a:pt x="8910" y="5080"/>
                  </a:cubicBezTo>
                  <a:cubicBezTo>
                    <a:pt x="8853" y="5165"/>
                    <a:pt x="8619" y="5196"/>
                    <a:pt x="8356" y="5196"/>
                  </a:cubicBezTo>
                  <a:cubicBezTo>
                    <a:pt x="8175" y="5196"/>
                    <a:pt x="7980" y="5181"/>
                    <a:pt x="7819" y="5159"/>
                  </a:cubicBezTo>
                  <a:cubicBezTo>
                    <a:pt x="7815" y="5159"/>
                    <a:pt x="7812" y="5158"/>
                    <a:pt x="7808" y="5158"/>
                  </a:cubicBezTo>
                  <a:cubicBezTo>
                    <a:pt x="7779" y="5158"/>
                    <a:pt x="7753" y="5179"/>
                    <a:pt x="7745" y="5209"/>
                  </a:cubicBezTo>
                  <a:cubicBezTo>
                    <a:pt x="7736" y="5244"/>
                    <a:pt x="7528" y="6094"/>
                    <a:pt x="7721" y="6643"/>
                  </a:cubicBezTo>
                  <a:cubicBezTo>
                    <a:pt x="7916" y="7201"/>
                    <a:pt x="8494" y="7494"/>
                    <a:pt x="8750" y="7494"/>
                  </a:cubicBezTo>
                  <a:cubicBezTo>
                    <a:pt x="8811" y="7494"/>
                    <a:pt x="8885" y="7476"/>
                    <a:pt x="8970" y="7455"/>
                  </a:cubicBezTo>
                  <a:cubicBezTo>
                    <a:pt x="9089" y="7426"/>
                    <a:pt x="9239" y="7390"/>
                    <a:pt x="9415" y="7390"/>
                  </a:cubicBezTo>
                  <a:cubicBezTo>
                    <a:pt x="9589" y="7390"/>
                    <a:pt x="9789" y="7425"/>
                    <a:pt x="10009" y="7540"/>
                  </a:cubicBezTo>
                  <a:cubicBezTo>
                    <a:pt x="10567" y="7832"/>
                    <a:pt x="12357" y="9169"/>
                    <a:pt x="12646" y="9385"/>
                  </a:cubicBezTo>
                  <a:lnTo>
                    <a:pt x="11588" y="12276"/>
                  </a:lnTo>
                  <a:lnTo>
                    <a:pt x="10472" y="11694"/>
                  </a:lnTo>
                  <a:cubicBezTo>
                    <a:pt x="10463" y="11689"/>
                    <a:pt x="10453" y="11686"/>
                    <a:pt x="10443" y="11686"/>
                  </a:cubicBezTo>
                  <a:cubicBezTo>
                    <a:pt x="10429" y="11686"/>
                    <a:pt x="10415" y="11690"/>
                    <a:pt x="10404" y="11698"/>
                  </a:cubicBezTo>
                  <a:cubicBezTo>
                    <a:pt x="10383" y="11713"/>
                    <a:pt x="10373" y="11737"/>
                    <a:pt x="10377" y="11764"/>
                  </a:cubicBezTo>
                  <a:lnTo>
                    <a:pt x="11197" y="16819"/>
                  </a:lnTo>
                  <a:lnTo>
                    <a:pt x="3284" y="17002"/>
                  </a:lnTo>
                  <a:cubicBezTo>
                    <a:pt x="3295" y="16479"/>
                    <a:pt x="3347" y="13357"/>
                    <a:pt x="3145" y="12725"/>
                  </a:cubicBezTo>
                  <a:cubicBezTo>
                    <a:pt x="2931" y="12056"/>
                    <a:pt x="2579" y="11430"/>
                    <a:pt x="2575" y="11424"/>
                  </a:cubicBezTo>
                  <a:cubicBezTo>
                    <a:pt x="2566" y="11407"/>
                    <a:pt x="2550" y="11396"/>
                    <a:pt x="2530" y="11392"/>
                  </a:cubicBezTo>
                  <a:cubicBezTo>
                    <a:pt x="2527" y="11391"/>
                    <a:pt x="2522" y="11391"/>
                    <a:pt x="2518" y="11391"/>
                  </a:cubicBezTo>
                  <a:cubicBezTo>
                    <a:pt x="2503" y="11391"/>
                    <a:pt x="2489" y="11396"/>
                    <a:pt x="2477" y="11405"/>
                  </a:cubicBezTo>
                  <a:lnTo>
                    <a:pt x="1516" y="12163"/>
                  </a:lnTo>
                  <a:lnTo>
                    <a:pt x="157" y="9802"/>
                  </a:lnTo>
                  <a:cubicBezTo>
                    <a:pt x="437" y="9526"/>
                    <a:pt x="2270" y="7741"/>
                    <a:pt x="3015" y="7573"/>
                  </a:cubicBezTo>
                  <a:cubicBezTo>
                    <a:pt x="3339" y="7500"/>
                    <a:pt x="3685" y="7492"/>
                    <a:pt x="4019" y="7487"/>
                  </a:cubicBezTo>
                  <a:cubicBezTo>
                    <a:pt x="4539" y="7476"/>
                    <a:pt x="4989" y="7468"/>
                    <a:pt x="5202" y="7200"/>
                  </a:cubicBezTo>
                  <a:cubicBezTo>
                    <a:pt x="5533" y="6787"/>
                    <a:pt x="5298" y="5037"/>
                    <a:pt x="5269" y="4840"/>
                  </a:cubicBezTo>
                  <a:cubicBezTo>
                    <a:pt x="5267" y="4815"/>
                    <a:pt x="5249" y="4794"/>
                    <a:pt x="5225" y="4785"/>
                  </a:cubicBezTo>
                  <a:cubicBezTo>
                    <a:pt x="5218" y="4783"/>
                    <a:pt x="4471" y="4506"/>
                    <a:pt x="4032" y="3189"/>
                  </a:cubicBezTo>
                  <a:cubicBezTo>
                    <a:pt x="3594" y="1876"/>
                    <a:pt x="5099" y="479"/>
                    <a:pt x="5118" y="462"/>
                  </a:cubicBezTo>
                  <a:cubicBezTo>
                    <a:pt x="5122" y="457"/>
                    <a:pt x="5447" y="137"/>
                    <a:pt x="6150" y="137"/>
                  </a:cubicBezTo>
                  <a:close/>
                  <a:moveTo>
                    <a:pt x="6140" y="0"/>
                  </a:moveTo>
                  <a:cubicBezTo>
                    <a:pt x="5391" y="0"/>
                    <a:pt x="5043" y="348"/>
                    <a:pt x="5025" y="368"/>
                  </a:cubicBezTo>
                  <a:cubicBezTo>
                    <a:pt x="4960" y="427"/>
                    <a:pt x="3441" y="1836"/>
                    <a:pt x="3906" y="3231"/>
                  </a:cubicBezTo>
                  <a:cubicBezTo>
                    <a:pt x="4314" y="4458"/>
                    <a:pt x="4976" y="4821"/>
                    <a:pt x="5144" y="4895"/>
                  </a:cubicBezTo>
                  <a:cubicBezTo>
                    <a:pt x="5218" y="5446"/>
                    <a:pt x="5342" y="6812"/>
                    <a:pt x="5099" y="7117"/>
                  </a:cubicBezTo>
                  <a:cubicBezTo>
                    <a:pt x="4924" y="7336"/>
                    <a:pt x="4504" y="7343"/>
                    <a:pt x="4016" y="7354"/>
                  </a:cubicBezTo>
                  <a:cubicBezTo>
                    <a:pt x="3692" y="7360"/>
                    <a:pt x="3324" y="7367"/>
                    <a:pt x="2987" y="7443"/>
                  </a:cubicBezTo>
                  <a:cubicBezTo>
                    <a:pt x="2146" y="7633"/>
                    <a:pt x="113" y="9658"/>
                    <a:pt x="27" y="9744"/>
                  </a:cubicBezTo>
                  <a:cubicBezTo>
                    <a:pt x="5" y="9765"/>
                    <a:pt x="1" y="9798"/>
                    <a:pt x="16" y="9824"/>
                  </a:cubicBezTo>
                  <a:lnTo>
                    <a:pt x="1439" y="12296"/>
                  </a:lnTo>
                  <a:cubicBezTo>
                    <a:pt x="1449" y="12312"/>
                    <a:pt x="1465" y="12324"/>
                    <a:pt x="1484" y="12328"/>
                  </a:cubicBezTo>
                  <a:cubicBezTo>
                    <a:pt x="1488" y="12329"/>
                    <a:pt x="1493" y="12329"/>
                    <a:pt x="1497" y="12329"/>
                  </a:cubicBezTo>
                  <a:cubicBezTo>
                    <a:pt x="1512" y="12329"/>
                    <a:pt x="1527" y="12324"/>
                    <a:pt x="1539" y="12315"/>
                  </a:cubicBezTo>
                  <a:lnTo>
                    <a:pt x="2497" y="11558"/>
                  </a:lnTo>
                  <a:cubicBezTo>
                    <a:pt x="2593" y="11735"/>
                    <a:pt x="2850" y="12237"/>
                    <a:pt x="3019" y="12767"/>
                  </a:cubicBezTo>
                  <a:cubicBezTo>
                    <a:pt x="3228" y="13420"/>
                    <a:pt x="3150" y="17033"/>
                    <a:pt x="3150" y="17070"/>
                  </a:cubicBezTo>
                  <a:cubicBezTo>
                    <a:pt x="3149" y="17088"/>
                    <a:pt x="3156" y="17105"/>
                    <a:pt x="3169" y="17118"/>
                  </a:cubicBezTo>
                  <a:cubicBezTo>
                    <a:pt x="3182" y="17130"/>
                    <a:pt x="3199" y="17137"/>
                    <a:pt x="3216" y="17137"/>
                  </a:cubicBezTo>
                  <a:lnTo>
                    <a:pt x="3218" y="17137"/>
                  </a:lnTo>
                  <a:lnTo>
                    <a:pt x="11277" y="16949"/>
                  </a:lnTo>
                  <a:cubicBezTo>
                    <a:pt x="11296" y="16949"/>
                    <a:pt x="11314" y="16940"/>
                    <a:pt x="11327" y="16925"/>
                  </a:cubicBezTo>
                  <a:cubicBezTo>
                    <a:pt x="11339" y="16910"/>
                    <a:pt x="11343" y="16891"/>
                    <a:pt x="11341" y="16872"/>
                  </a:cubicBezTo>
                  <a:lnTo>
                    <a:pt x="10529" y="11872"/>
                  </a:lnTo>
                  <a:lnTo>
                    <a:pt x="11594" y="12428"/>
                  </a:lnTo>
                  <a:cubicBezTo>
                    <a:pt x="11604" y="12434"/>
                    <a:pt x="11614" y="12437"/>
                    <a:pt x="11625" y="12437"/>
                  </a:cubicBezTo>
                  <a:cubicBezTo>
                    <a:pt x="11633" y="12437"/>
                    <a:pt x="11641" y="12435"/>
                    <a:pt x="11649" y="12432"/>
                  </a:cubicBezTo>
                  <a:cubicBezTo>
                    <a:pt x="11666" y="12425"/>
                    <a:pt x="11680" y="12411"/>
                    <a:pt x="11686" y="12393"/>
                  </a:cubicBezTo>
                  <a:lnTo>
                    <a:pt x="12788" y="9384"/>
                  </a:lnTo>
                  <a:cubicBezTo>
                    <a:pt x="12799" y="9357"/>
                    <a:pt x="12789" y="9326"/>
                    <a:pt x="12765" y="9309"/>
                  </a:cubicBezTo>
                  <a:cubicBezTo>
                    <a:pt x="12681" y="9245"/>
                    <a:pt x="10685" y="7743"/>
                    <a:pt x="10070" y="7423"/>
                  </a:cubicBezTo>
                  <a:cubicBezTo>
                    <a:pt x="9827" y="7295"/>
                    <a:pt x="9607" y="7255"/>
                    <a:pt x="9417" y="7255"/>
                  </a:cubicBezTo>
                  <a:cubicBezTo>
                    <a:pt x="9228" y="7255"/>
                    <a:pt x="9067" y="7294"/>
                    <a:pt x="8939" y="7326"/>
                  </a:cubicBezTo>
                  <a:cubicBezTo>
                    <a:pt x="8862" y="7345"/>
                    <a:pt x="8796" y="7361"/>
                    <a:pt x="8750" y="7361"/>
                  </a:cubicBezTo>
                  <a:cubicBezTo>
                    <a:pt x="8559" y="7361"/>
                    <a:pt x="8021" y="7102"/>
                    <a:pt x="7846" y="6599"/>
                  </a:cubicBezTo>
                  <a:cubicBezTo>
                    <a:pt x="7693" y="6165"/>
                    <a:pt x="7819" y="5497"/>
                    <a:pt x="7861" y="5298"/>
                  </a:cubicBezTo>
                  <a:cubicBezTo>
                    <a:pt x="7970" y="5311"/>
                    <a:pt x="8162" y="5329"/>
                    <a:pt x="8361" y="5329"/>
                  </a:cubicBezTo>
                  <a:cubicBezTo>
                    <a:pt x="8638" y="5329"/>
                    <a:pt x="8927" y="5293"/>
                    <a:pt x="9021" y="5153"/>
                  </a:cubicBezTo>
                  <a:cubicBezTo>
                    <a:pt x="9184" y="4908"/>
                    <a:pt x="9079" y="3333"/>
                    <a:pt x="9060" y="3065"/>
                  </a:cubicBezTo>
                  <a:lnTo>
                    <a:pt x="9210" y="2814"/>
                  </a:lnTo>
                  <a:cubicBezTo>
                    <a:pt x="9333" y="2608"/>
                    <a:pt x="9283" y="2333"/>
                    <a:pt x="9173" y="2177"/>
                  </a:cubicBezTo>
                  <a:cubicBezTo>
                    <a:pt x="9123" y="2106"/>
                    <a:pt x="9065" y="2067"/>
                    <a:pt x="9007" y="2067"/>
                  </a:cubicBezTo>
                  <a:cubicBezTo>
                    <a:pt x="8998" y="2067"/>
                    <a:pt x="8989" y="2068"/>
                    <a:pt x="8979" y="2070"/>
                  </a:cubicBezTo>
                  <a:cubicBezTo>
                    <a:pt x="8975" y="2071"/>
                    <a:pt x="8971" y="2071"/>
                    <a:pt x="8965" y="2071"/>
                  </a:cubicBezTo>
                  <a:cubicBezTo>
                    <a:pt x="8852" y="2071"/>
                    <a:pt x="8425" y="1914"/>
                    <a:pt x="8249" y="1311"/>
                  </a:cubicBezTo>
                  <a:cubicBezTo>
                    <a:pt x="8057" y="648"/>
                    <a:pt x="7439" y="292"/>
                    <a:pt x="7413" y="278"/>
                  </a:cubicBezTo>
                  <a:cubicBezTo>
                    <a:pt x="7411" y="277"/>
                    <a:pt x="7407" y="275"/>
                    <a:pt x="7405" y="274"/>
                  </a:cubicBezTo>
                  <a:cubicBezTo>
                    <a:pt x="6897" y="71"/>
                    <a:pt x="6478" y="0"/>
                    <a:pt x="61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3" name="Google Shape;2213;g332bf0ce26c_1_715"/>
            <p:cNvSpPr/>
            <p:nvPr/>
          </p:nvSpPr>
          <p:spPr>
            <a:xfrm>
              <a:off x="1266548" y="3150899"/>
              <a:ext cx="36781" cy="34045"/>
            </a:xfrm>
            <a:custGeom>
              <a:rect b="b" l="l" r="r" t="t"/>
              <a:pathLst>
                <a:path extrusionOk="0" h="672" w="726">
                  <a:moveTo>
                    <a:pt x="0" y="0"/>
                  </a:moveTo>
                  <a:lnTo>
                    <a:pt x="583" y="671"/>
                  </a:lnTo>
                  <a:lnTo>
                    <a:pt x="725" y="123"/>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g332bf0ce26c_1_715"/>
            <p:cNvSpPr/>
            <p:nvPr/>
          </p:nvSpPr>
          <p:spPr>
            <a:xfrm>
              <a:off x="1262849" y="3147555"/>
              <a:ext cx="44026" cy="40733"/>
            </a:xfrm>
            <a:custGeom>
              <a:rect b="b" l="l" r="r" t="t"/>
              <a:pathLst>
                <a:path extrusionOk="0" h="804" w="869">
                  <a:moveTo>
                    <a:pt x="245" y="163"/>
                  </a:moveTo>
                  <a:lnTo>
                    <a:pt x="717" y="243"/>
                  </a:lnTo>
                  <a:lnTo>
                    <a:pt x="623" y="599"/>
                  </a:lnTo>
                  <a:lnTo>
                    <a:pt x="245" y="163"/>
                  </a:lnTo>
                  <a:close/>
                  <a:moveTo>
                    <a:pt x="72" y="0"/>
                  </a:moveTo>
                  <a:cubicBezTo>
                    <a:pt x="48" y="0"/>
                    <a:pt x="26" y="13"/>
                    <a:pt x="15" y="34"/>
                  </a:cubicBezTo>
                  <a:cubicBezTo>
                    <a:pt x="1" y="59"/>
                    <a:pt x="4" y="89"/>
                    <a:pt x="22" y="110"/>
                  </a:cubicBezTo>
                  <a:lnTo>
                    <a:pt x="605" y="781"/>
                  </a:lnTo>
                  <a:cubicBezTo>
                    <a:pt x="618" y="795"/>
                    <a:pt x="636" y="803"/>
                    <a:pt x="656" y="803"/>
                  </a:cubicBezTo>
                  <a:cubicBezTo>
                    <a:pt x="661" y="803"/>
                    <a:pt x="666" y="803"/>
                    <a:pt x="671" y="802"/>
                  </a:cubicBezTo>
                  <a:cubicBezTo>
                    <a:pt x="695" y="796"/>
                    <a:pt x="714" y="779"/>
                    <a:pt x="720" y="754"/>
                  </a:cubicBezTo>
                  <a:lnTo>
                    <a:pt x="863" y="206"/>
                  </a:lnTo>
                  <a:cubicBezTo>
                    <a:pt x="868" y="188"/>
                    <a:pt x="865" y="169"/>
                    <a:pt x="855" y="154"/>
                  </a:cubicBezTo>
                  <a:cubicBezTo>
                    <a:pt x="844" y="139"/>
                    <a:pt x="828" y="128"/>
                    <a:pt x="810" y="124"/>
                  </a:cubicBezTo>
                  <a:lnTo>
                    <a:pt x="84" y="1"/>
                  </a:lnTo>
                  <a:cubicBezTo>
                    <a:pt x="80" y="1"/>
                    <a:pt x="76"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g332bf0ce26c_1_715"/>
            <p:cNvSpPr/>
            <p:nvPr/>
          </p:nvSpPr>
          <p:spPr>
            <a:xfrm>
              <a:off x="1279315" y="2950580"/>
              <a:ext cx="36578" cy="39314"/>
            </a:xfrm>
            <a:custGeom>
              <a:rect b="b" l="l" r="r" t="t"/>
              <a:pathLst>
                <a:path extrusionOk="0" h="776" w="722">
                  <a:moveTo>
                    <a:pt x="589" y="0"/>
                  </a:moveTo>
                  <a:cubicBezTo>
                    <a:pt x="123" y="0"/>
                    <a:pt x="0" y="420"/>
                    <a:pt x="0" y="643"/>
                  </a:cubicBezTo>
                  <a:cubicBezTo>
                    <a:pt x="0" y="716"/>
                    <a:pt x="59" y="775"/>
                    <a:pt x="133" y="775"/>
                  </a:cubicBezTo>
                  <a:cubicBezTo>
                    <a:pt x="206" y="775"/>
                    <a:pt x="265" y="716"/>
                    <a:pt x="266" y="644"/>
                  </a:cubicBezTo>
                  <a:cubicBezTo>
                    <a:pt x="266" y="580"/>
                    <a:pt x="285" y="265"/>
                    <a:pt x="589" y="265"/>
                  </a:cubicBezTo>
                  <a:cubicBezTo>
                    <a:pt x="663" y="265"/>
                    <a:pt x="722" y="206"/>
                    <a:pt x="722" y="133"/>
                  </a:cubicBezTo>
                  <a:cubicBezTo>
                    <a:pt x="722" y="59"/>
                    <a:pt x="663" y="0"/>
                    <a:pt x="5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g332bf0ce26c_1_715"/>
            <p:cNvSpPr/>
            <p:nvPr/>
          </p:nvSpPr>
          <p:spPr>
            <a:xfrm>
              <a:off x="1295223" y="3053729"/>
              <a:ext cx="51676" cy="47673"/>
            </a:xfrm>
            <a:custGeom>
              <a:rect b="b" l="l" r="r" t="t"/>
              <a:pathLst>
                <a:path extrusionOk="0" h="941" w="1020">
                  <a:moveTo>
                    <a:pt x="79" y="0"/>
                  </a:moveTo>
                  <a:cubicBezTo>
                    <a:pt x="79" y="1"/>
                    <a:pt x="1" y="940"/>
                    <a:pt x="333" y="940"/>
                  </a:cubicBezTo>
                  <a:cubicBezTo>
                    <a:pt x="338" y="940"/>
                    <a:pt x="343" y="940"/>
                    <a:pt x="347" y="940"/>
                  </a:cubicBezTo>
                  <a:cubicBezTo>
                    <a:pt x="698" y="914"/>
                    <a:pt x="1019" y="457"/>
                    <a:pt x="1019" y="457"/>
                  </a:cubicBezTo>
                  <a:lnTo>
                    <a:pt x="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g332bf0ce26c_1_715"/>
            <p:cNvSpPr/>
            <p:nvPr/>
          </p:nvSpPr>
          <p:spPr>
            <a:xfrm>
              <a:off x="1293095" y="3050334"/>
              <a:ext cx="57299" cy="54462"/>
            </a:xfrm>
            <a:custGeom>
              <a:rect b="b" l="l" r="r" t="t"/>
              <a:pathLst>
                <a:path extrusionOk="0" h="1075" w="1131">
                  <a:moveTo>
                    <a:pt x="181" y="170"/>
                  </a:moveTo>
                  <a:lnTo>
                    <a:pt x="958" y="548"/>
                  </a:lnTo>
                  <a:cubicBezTo>
                    <a:pt x="860" y="669"/>
                    <a:pt x="625" y="923"/>
                    <a:pt x="385" y="942"/>
                  </a:cubicBezTo>
                  <a:cubicBezTo>
                    <a:pt x="354" y="942"/>
                    <a:pt x="329" y="934"/>
                    <a:pt x="305" y="910"/>
                  </a:cubicBezTo>
                  <a:cubicBezTo>
                    <a:pt x="184" y="788"/>
                    <a:pt x="173" y="396"/>
                    <a:pt x="181" y="170"/>
                  </a:cubicBezTo>
                  <a:close/>
                  <a:moveTo>
                    <a:pt x="122" y="1"/>
                  </a:moveTo>
                  <a:cubicBezTo>
                    <a:pt x="110" y="1"/>
                    <a:pt x="99" y="4"/>
                    <a:pt x="88" y="10"/>
                  </a:cubicBezTo>
                  <a:cubicBezTo>
                    <a:pt x="69" y="20"/>
                    <a:pt x="57" y="40"/>
                    <a:pt x="55" y="62"/>
                  </a:cubicBezTo>
                  <a:cubicBezTo>
                    <a:pt x="49" y="136"/>
                    <a:pt x="0" y="793"/>
                    <a:pt x="211" y="1003"/>
                  </a:cubicBezTo>
                  <a:cubicBezTo>
                    <a:pt x="257" y="1051"/>
                    <a:pt x="314" y="1074"/>
                    <a:pt x="376" y="1074"/>
                  </a:cubicBezTo>
                  <a:cubicBezTo>
                    <a:pt x="382" y="1074"/>
                    <a:pt x="388" y="1074"/>
                    <a:pt x="395" y="1073"/>
                  </a:cubicBezTo>
                  <a:cubicBezTo>
                    <a:pt x="770" y="1045"/>
                    <a:pt x="1102" y="582"/>
                    <a:pt x="1116" y="562"/>
                  </a:cubicBezTo>
                  <a:cubicBezTo>
                    <a:pt x="1126" y="547"/>
                    <a:pt x="1130" y="527"/>
                    <a:pt x="1125" y="508"/>
                  </a:cubicBezTo>
                  <a:cubicBezTo>
                    <a:pt x="1121" y="489"/>
                    <a:pt x="1108" y="472"/>
                    <a:pt x="1090" y="464"/>
                  </a:cubicBezTo>
                  <a:lnTo>
                    <a:pt x="150" y="7"/>
                  </a:lnTo>
                  <a:cubicBezTo>
                    <a:pt x="141" y="3"/>
                    <a:pt x="132" y="1"/>
                    <a:pt x="1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g332bf0ce26c_1_715"/>
            <p:cNvSpPr/>
            <p:nvPr/>
          </p:nvSpPr>
          <p:spPr>
            <a:xfrm>
              <a:off x="1296489" y="2996835"/>
              <a:ext cx="35666" cy="14996"/>
            </a:xfrm>
            <a:custGeom>
              <a:rect b="b" l="l" r="r" t="t"/>
              <a:pathLst>
                <a:path extrusionOk="0" h="296" w="704">
                  <a:moveTo>
                    <a:pt x="400" y="1"/>
                  </a:moveTo>
                  <a:cubicBezTo>
                    <a:pt x="197" y="1"/>
                    <a:pt x="33" y="176"/>
                    <a:pt x="25" y="184"/>
                  </a:cubicBezTo>
                  <a:cubicBezTo>
                    <a:pt x="1" y="210"/>
                    <a:pt x="2" y="253"/>
                    <a:pt x="29" y="278"/>
                  </a:cubicBezTo>
                  <a:cubicBezTo>
                    <a:pt x="42" y="289"/>
                    <a:pt x="57" y="295"/>
                    <a:pt x="74" y="295"/>
                  </a:cubicBezTo>
                  <a:cubicBezTo>
                    <a:pt x="92" y="295"/>
                    <a:pt x="109" y="288"/>
                    <a:pt x="122" y="274"/>
                  </a:cubicBezTo>
                  <a:cubicBezTo>
                    <a:pt x="124" y="272"/>
                    <a:pt x="256" y="133"/>
                    <a:pt x="400" y="133"/>
                  </a:cubicBezTo>
                  <a:cubicBezTo>
                    <a:pt x="467" y="133"/>
                    <a:pt x="525" y="163"/>
                    <a:pt x="580" y="223"/>
                  </a:cubicBezTo>
                  <a:cubicBezTo>
                    <a:pt x="593" y="237"/>
                    <a:pt x="611" y="244"/>
                    <a:pt x="628" y="244"/>
                  </a:cubicBezTo>
                  <a:cubicBezTo>
                    <a:pt x="645" y="244"/>
                    <a:pt x="661" y="239"/>
                    <a:pt x="674" y="227"/>
                  </a:cubicBezTo>
                  <a:cubicBezTo>
                    <a:pt x="701" y="203"/>
                    <a:pt x="703" y="160"/>
                    <a:pt x="679" y="133"/>
                  </a:cubicBezTo>
                  <a:cubicBezTo>
                    <a:pt x="598" y="46"/>
                    <a:pt x="505" y="1"/>
                    <a:pt x="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g332bf0ce26c_1_715"/>
            <p:cNvSpPr/>
            <p:nvPr/>
          </p:nvSpPr>
          <p:spPr>
            <a:xfrm>
              <a:off x="1298668" y="3053729"/>
              <a:ext cx="48231" cy="29486"/>
            </a:xfrm>
            <a:custGeom>
              <a:rect b="b" l="l" r="r" t="t"/>
              <a:pathLst>
                <a:path extrusionOk="0" h="582" w="952">
                  <a:moveTo>
                    <a:pt x="11" y="0"/>
                  </a:moveTo>
                  <a:cubicBezTo>
                    <a:pt x="11" y="0"/>
                    <a:pt x="0" y="138"/>
                    <a:pt x="4" y="307"/>
                  </a:cubicBezTo>
                  <a:lnTo>
                    <a:pt x="850" y="581"/>
                  </a:lnTo>
                  <a:cubicBezTo>
                    <a:pt x="914" y="510"/>
                    <a:pt x="951" y="457"/>
                    <a:pt x="951" y="457"/>
                  </a:cubicBez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g332bf0ce26c_1_715"/>
            <p:cNvSpPr/>
            <p:nvPr/>
          </p:nvSpPr>
          <p:spPr>
            <a:xfrm>
              <a:off x="1295223" y="3050334"/>
              <a:ext cx="55171" cy="36224"/>
            </a:xfrm>
            <a:custGeom>
              <a:rect b="b" l="l" r="r" t="t"/>
              <a:pathLst>
                <a:path extrusionOk="0" h="715" w="1089">
                  <a:moveTo>
                    <a:pt x="140" y="170"/>
                  </a:moveTo>
                  <a:lnTo>
                    <a:pt x="916" y="548"/>
                  </a:lnTo>
                  <a:cubicBezTo>
                    <a:pt x="911" y="555"/>
                    <a:pt x="903" y="563"/>
                    <a:pt x="896" y="572"/>
                  </a:cubicBezTo>
                  <a:lnTo>
                    <a:pt x="138" y="325"/>
                  </a:lnTo>
                  <a:cubicBezTo>
                    <a:pt x="137" y="266"/>
                    <a:pt x="138" y="213"/>
                    <a:pt x="140" y="170"/>
                  </a:cubicBezTo>
                  <a:close/>
                  <a:moveTo>
                    <a:pt x="78" y="0"/>
                  </a:moveTo>
                  <a:cubicBezTo>
                    <a:pt x="67" y="0"/>
                    <a:pt x="56" y="3"/>
                    <a:pt x="46" y="10"/>
                  </a:cubicBezTo>
                  <a:cubicBezTo>
                    <a:pt x="27" y="20"/>
                    <a:pt x="15" y="40"/>
                    <a:pt x="13" y="62"/>
                  </a:cubicBezTo>
                  <a:cubicBezTo>
                    <a:pt x="13" y="67"/>
                    <a:pt x="1" y="205"/>
                    <a:pt x="5" y="375"/>
                  </a:cubicBezTo>
                  <a:cubicBezTo>
                    <a:pt x="7" y="404"/>
                    <a:pt x="24" y="428"/>
                    <a:pt x="52" y="437"/>
                  </a:cubicBezTo>
                  <a:lnTo>
                    <a:pt x="898" y="712"/>
                  </a:lnTo>
                  <a:cubicBezTo>
                    <a:pt x="903" y="715"/>
                    <a:pt x="911" y="715"/>
                    <a:pt x="918" y="715"/>
                  </a:cubicBezTo>
                  <a:cubicBezTo>
                    <a:pt x="937" y="715"/>
                    <a:pt x="954" y="708"/>
                    <a:pt x="967" y="693"/>
                  </a:cubicBezTo>
                  <a:cubicBezTo>
                    <a:pt x="1032" y="620"/>
                    <a:pt x="1071" y="564"/>
                    <a:pt x="1074" y="562"/>
                  </a:cubicBezTo>
                  <a:cubicBezTo>
                    <a:pt x="1084" y="547"/>
                    <a:pt x="1088" y="527"/>
                    <a:pt x="1083" y="508"/>
                  </a:cubicBezTo>
                  <a:cubicBezTo>
                    <a:pt x="1079" y="489"/>
                    <a:pt x="1066" y="472"/>
                    <a:pt x="1048" y="464"/>
                  </a:cubicBezTo>
                  <a:lnTo>
                    <a:pt x="108" y="7"/>
                  </a:lnTo>
                  <a:cubicBezTo>
                    <a:pt x="99" y="3"/>
                    <a:pt x="89" y="0"/>
                    <a:pt x="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g332bf0ce26c_1_715"/>
            <p:cNvSpPr/>
            <p:nvPr/>
          </p:nvSpPr>
          <p:spPr>
            <a:xfrm>
              <a:off x="801111" y="2912989"/>
              <a:ext cx="269525" cy="339641"/>
            </a:xfrm>
            <a:custGeom>
              <a:rect b="b" l="l" r="r" t="t"/>
              <a:pathLst>
                <a:path extrusionOk="0" h="6704" w="5320">
                  <a:moveTo>
                    <a:pt x="3273" y="1"/>
                  </a:moveTo>
                  <a:cubicBezTo>
                    <a:pt x="3230" y="1"/>
                    <a:pt x="3187" y="4"/>
                    <a:pt x="3144" y="11"/>
                  </a:cubicBezTo>
                  <a:cubicBezTo>
                    <a:pt x="2311" y="146"/>
                    <a:pt x="1666" y="1059"/>
                    <a:pt x="1935" y="2348"/>
                  </a:cubicBezTo>
                  <a:cubicBezTo>
                    <a:pt x="1935" y="2348"/>
                    <a:pt x="2069" y="2698"/>
                    <a:pt x="2176" y="2993"/>
                  </a:cubicBezTo>
                  <a:cubicBezTo>
                    <a:pt x="2176" y="2993"/>
                    <a:pt x="1935" y="2919"/>
                    <a:pt x="1622" y="2919"/>
                  </a:cubicBezTo>
                  <a:cubicBezTo>
                    <a:pt x="1282" y="2919"/>
                    <a:pt x="858" y="3006"/>
                    <a:pt x="564" y="3369"/>
                  </a:cubicBezTo>
                  <a:cubicBezTo>
                    <a:pt x="0" y="4068"/>
                    <a:pt x="431" y="4793"/>
                    <a:pt x="1076" y="5142"/>
                  </a:cubicBezTo>
                  <a:cubicBezTo>
                    <a:pt x="1632" y="5444"/>
                    <a:pt x="1989" y="5465"/>
                    <a:pt x="2075" y="5465"/>
                  </a:cubicBezTo>
                  <a:cubicBezTo>
                    <a:pt x="2089" y="5465"/>
                    <a:pt x="2095" y="5464"/>
                    <a:pt x="2095" y="5464"/>
                  </a:cubicBezTo>
                  <a:lnTo>
                    <a:pt x="2095" y="5464"/>
                  </a:lnTo>
                  <a:cubicBezTo>
                    <a:pt x="2095" y="5464"/>
                    <a:pt x="672" y="5894"/>
                    <a:pt x="1182" y="6432"/>
                  </a:cubicBezTo>
                  <a:cubicBezTo>
                    <a:pt x="1366" y="6625"/>
                    <a:pt x="1685" y="6704"/>
                    <a:pt x="2004" y="6704"/>
                  </a:cubicBezTo>
                  <a:cubicBezTo>
                    <a:pt x="2571" y="6704"/>
                    <a:pt x="3135" y="6455"/>
                    <a:pt x="2928" y="6163"/>
                  </a:cubicBezTo>
                  <a:cubicBezTo>
                    <a:pt x="2667" y="5793"/>
                    <a:pt x="2459" y="5758"/>
                    <a:pt x="2389" y="5758"/>
                  </a:cubicBezTo>
                  <a:cubicBezTo>
                    <a:pt x="2373" y="5758"/>
                    <a:pt x="2364" y="5760"/>
                    <a:pt x="2364" y="5760"/>
                  </a:cubicBezTo>
                  <a:cubicBezTo>
                    <a:pt x="2364" y="5760"/>
                    <a:pt x="3654" y="5276"/>
                    <a:pt x="3520" y="4927"/>
                  </a:cubicBezTo>
                  <a:cubicBezTo>
                    <a:pt x="3385" y="4578"/>
                    <a:pt x="2740" y="4310"/>
                    <a:pt x="2740" y="4309"/>
                  </a:cubicBezTo>
                  <a:lnTo>
                    <a:pt x="2740" y="4309"/>
                  </a:lnTo>
                  <a:cubicBezTo>
                    <a:pt x="2740" y="4310"/>
                    <a:pt x="3314" y="4509"/>
                    <a:pt x="3891" y="4509"/>
                  </a:cubicBezTo>
                  <a:cubicBezTo>
                    <a:pt x="4162" y="4509"/>
                    <a:pt x="4433" y="4465"/>
                    <a:pt x="4647" y="4337"/>
                  </a:cubicBezTo>
                  <a:cubicBezTo>
                    <a:pt x="5319" y="3933"/>
                    <a:pt x="4728" y="2214"/>
                    <a:pt x="4728" y="2214"/>
                  </a:cubicBezTo>
                  <a:lnTo>
                    <a:pt x="4567" y="1085"/>
                  </a:lnTo>
                  <a:cubicBezTo>
                    <a:pt x="4567" y="1085"/>
                    <a:pt x="4037" y="1"/>
                    <a:pt x="32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2" name="Google Shape;2222;g332bf0ce26c_1_715"/>
            <p:cNvSpPr/>
            <p:nvPr/>
          </p:nvSpPr>
          <p:spPr>
            <a:xfrm>
              <a:off x="810939" y="2909645"/>
              <a:ext cx="263344" cy="346380"/>
            </a:xfrm>
            <a:custGeom>
              <a:rect b="b" l="l" r="r" t="t"/>
              <a:pathLst>
                <a:path extrusionOk="0" h="6837" w="5198">
                  <a:moveTo>
                    <a:pt x="3076" y="133"/>
                  </a:moveTo>
                  <a:cubicBezTo>
                    <a:pt x="3755" y="133"/>
                    <a:pt x="4256" y="1070"/>
                    <a:pt x="4309" y="1172"/>
                  </a:cubicBezTo>
                  <a:lnTo>
                    <a:pt x="4472" y="2301"/>
                  </a:lnTo>
                  <a:cubicBezTo>
                    <a:pt x="4477" y="2318"/>
                    <a:pt x="5038" y="3974"/>
                    <a:pt x="4420" y="4345"/>
                  </a:cubicBezTo>
                  <a:cubicBezTo>
                    <a:pt x="4218" y="4466"/>
                    <a:pt x="3959" y="4507"/>
                    <a:pt x="3699" y="4507"/>
                  </a:cubicBezTo>
                  <a:cubicBezTo>
                    <a:pt x="3140" y="4507"/>
                    <a:pt x="2577" y="4315"/>
                    <a:pt x="2569" y="4313"/>
                  </a:cubicBezTo>
                  <a:cubicBezTo>
                    <a:pt x="2561" y="4310"/>
                    <a:pt x="2554" y="4309"/>
                    <a:pt x="2547" y="4309"/>
                  </a:cubicBezTo>
                  <a:cubicBezTo>
                    <a:pt x="2520" y="4309"/>
                    <a:pt x="2495" y="4326"/>
                    <a:pt x="2485" y="4352"/>
                  </a:cubicBezTo>
                  <a:cubicBezTo>
                    <a:pt x="2472" y="4385"/>
                    <a:pt x="2488" y="4423"/>
                    <a:pt x="2521" y="4437"/>
                  </a:cubicBezTo>
                  <a:cubicBezTo>
                    <a:pt x="2527" y="4439"/>
                    <a:pt x="3141" y="4698"/>
                    <a:pt x="3263" y="5017"/>
                  </a:cubicBezTo>
                  <a:cubicBezTo>
                    <a:pt x="3269" y="5032"/>
                    <a:pt x="3275" y="5056"/>
                    <a:pt x="3257" y="5096"/>
                  </a:cubicBezTo>
                  <a:cubicBezTo>
                    <a:pt x="3145" y="5344"/>
                    <a:pt x="2418" y="5662"/>
                    <a:pt x="2148" y="5763"/>
                  </a:cubicBezTo>
                  <a:cubicBezTo>
                    <a:pt x="2114" y="5776"/>
                    <a:pt x="2097" y="5812"/>
                    <a:pt x="2107" y="5845"/>
                  </a:cubicBezTo>
                  <a:cubicBezTo>
                    <a:pt x="2115" y="5874"/>
                    <a:pt x="2142" y="5892"/>
                    <a:pt x="2172" y="5892"/>
                  </a:cubicBezTo>
                  <a:cubicBezTo>
                    <a:pt x="2176" y="5892"/>
                    <a:pt x="2181" y="5892"/>
                    <a:pt x="2185" y="5891"/>
                  </a:cubicBezTo>
                  <a:cubicBezTo>
                    <a:pt x="2186" y="5891"/>
                    <a:pt x="2189" y="5890"/>
                    <a:pt x="2195" y="5890"/>
                  </a:cubicBezTo>
                  <a:cubicBezTo>
                    <a:pt x="2241" y="5890"/>
                    <a:pt x="2433" y="5916"/>
                    <a:pt x="2680" y="6267"/>
                  </a:cubicBezTo>
                  <a:cubicBezTo>
                    <a:pt x="2714" y="6315"/>
                    <a:pt x="2746" y="6390"/>
                    <a:pt x="2629" y="6486"/>
                  </a:cubicBezTo>
                  <a:cubicBezTo>
                    <a:pt x="2470" y="6617"/>
                    <a:pt x="2141" y="6701"/>
                    <a:pt x="1813" y="6701"/>
                  </a:cubicBezTo>
                  <a:cubicBezTo>
                    <a:pt x="1508" y="6701"/>
                    <a:pt x="1204" y="6628"/>
                    <a:pt x="1037" y="6452"/>
                  </a:cubicBezTo>
                  <a:cubicBezTo>
                    <a:pt x="958" y="6369"/>
                    <a:pt x="930" y="6289"/>
                    <a:pt x="951" y="6208"/>
                  </a:cubicBezTo>
                  <a:cubicBezTo>
                    <a:pt x="1027" y="5922"/>
                    <a:pt x="1677" y="5667"/>
                    <a:pt x="1922" y="5594"/>
                  </a:cubicBezTo>
                  <a:cubicBezTo>
                    <a:pt x="1953" y="5585"/>
                    <a:pt x="1974" y="5551"/>
                    <a:pt x="1968" y="5518"/>
                  </a:cubicBezTo>
                  <a:cubicBezTo>
                    <a:pt x="1962" y="5486"/>
                    <a:pt x="1933" y="5464"/>
                    <a:pt x="1901" y="5464"/>
                  </a:cubicBezTo>
                  <a:lnTo>
                    <a:pt x="1898" y="5464"/>
                  </a:lnTo>
                  <a:cubicBezTo>
                    <a:pt x="1897" y="5464"/>
                    <a:pt x="1893" y="5464"/>
                    <a:pt x="1885" y="5464"/>
                  </a:cubicBezTo>
                  <a:cubicBezTo>
                    <a:pt x="1816" y="5464"/>
                    <a:pt x="1466" y="5449"/>
                    <a:pt x="914" y="5149"/>
                  </a:cubicBezTo>
                  <a:cubicBezTo>
                    <a:pt x="529" y="4941"/>
                    <a:pt x="260" y="4617"/>
                    <a:pt x="193" y="4282"/>
                  </a:cubicBezTo>
                  <a:cubicBezTo>
                    <a:pt x="137" y="4005"/>
                    <a:pt x="214" y="3734"/>
                    <a:pt x="423" y="3476"/>
                  </a:cubicBezTo>
                  <a:cubicBezTo>
                    <a:pt x="699" y="3134"/>
                    <a:pt x="1104" y="3052"/>
                    <a:pt x="1430" y="3052"/>
                  </a:cubicBezTo>
                  <a:cubicBezTo>
                    <a:pt x="1728" y="3052"/>
                    <a:pt x="1958" y="3121"/>
                    <a:pt x="1963" y="3123"/>
                  </a:cubicBezTo>
                  <a:cubicBezTo>
                    <a:pt x="1969" y="3124"/>
                    <a:pt x="1976" y="3125"/>
                    <a:pt x="1982" y="3125"/>
                  </a:cubicBezTo>
                  <a:cubicBezTo>
                    <a:pt x="2001" y="3125"/>
                    <a:pt x="2018" y="3118"/>
                    <a:pt x="2030" y="3105"/>
                  </a:cubicBezTo>
                  <a:cubicBezTo>
                    <a:pt x="2048" y="3086"/>
                    <a:pt x="2054" y="3060"/>
                    <a:pt x="2045" y="3036"/>
                  </a:cubicBezTo>
                  <a:cubicBezTo>
                    <a:pt x="1939" y="2744"/>
                    <a:pt x="1807" y="2401"/>
                    <a:pt x="1806" y="2401"/>
                  </a:cubicBezTo>
                  <a:cubicBezTo>
                    <a:pt x="1672" y="1758"/>
                    <a:pt x="1763" y="1166"/>
                    <a:pt x="2062" y="730"/>
                  </a:cubicBezTo>
                  <a:cubicBezTo>
                    <a:pt x="2284" y="410"/>
                    <a:pt x="2602" y="200"/>
                    <a:pt x="2960" y="142"/>
                  </a:cubicBezTo>
                  <a:cubicBezTo>
                    <a:pt x="3000" y="136"/>
                    <a:pt x="3038" y="133"/>
                    <a:pt x="3076" y="133"/>
                  </a:cubicBezTo>
                  <a:close/>
                  <a:moveTo>
                    <a:pt x="3082" y="0"/>
                  </a:moveTo>
                  <a:cubicBezTo>
                    <a:pt x="3035" y="0"/>
                    <a:pt x="2988" y="4"/>
                    <a:pt x="2939" y="12"/>
                  </a:cubicBezTo>
                  <a:cubicBezTo>
                    <a:pt x="2545" y="75"/>
                    <a:pt x="2195" y="303"/>
                    <a:pt x="1952" y="655"/>
                  </a:cubicBezTo>
                  <a:cubicBezTo>
                    <a:pt x="1633" y="1120"/>
                    <a:pt x="1535" y="1750"/>
                    <a:pt x="1679" y="2439"/>
                  </a:cubicBezTo>
                  <a:cubicBezTo>
                    <a:pt x="1679" y="2439"/>
                    <a:pt x="1781" y="2701"/>
                    <a:pt x="1877" y="2964"/>
                  </a:cubicBezTo>
                  <a:cubicBezTo>
                    <a:pt x="1772" y="2942"/>
                    <a:pt x="1611" y="2916"/>
                    <a:pt x="1425" y="2916"/>
                  </a:cubicBezTo>
                  <a:cubicBezTo>
                    <a:pt x="1072" y="2916"/>
                    <a:pt x="630" y="3009"/>
                    <a:pt x="320" y="3393"/>
                  </a:cubicBezTo>
                  <a:cubicBezTo>
                    <a:pt x="89" y="3679"/>
                    <a:pt x="0" y="3994"/>
                    <a:pt x="62" y="4308"/>
                  </a:cubicBezTo>
                  <a:cubicBezTo>
                    <a:pt x="137" y="4682"/>
                    <a:pt x="431" y="5039"/>
                    <a:pt x="850" y="5266"/>
                  </a:cubicBezTo>
                  <a:cubicBezTo>
                    <a:pt x="1173" y="5441"/>
                    <a:pt x="1431" y="5524"/>
                    <a:pt x="1610" y="5563"/>
                  </a:cubicBezTo>
                  <a:cubicBezTo>
                    <a:pt x="1319" y="5680"/>
                    <a:pt x="897" y="5895"/>
                    <a:pt x="824" y="6174"/>
                  </a:cubicBezTo>
                  <a:cubicBezTo>
                    <a:pt x="789" y="6302"/>
                    <a:pt x="830" y="6426"/>
                    <a:pt x="941" y="6543"/>
                  </a:cubicBezTo>
                  <a:cubicBezTo>
                    <a:pt x="1137" y="6750"/>
                    <a:pt x="1477" y="6836"/>
                    <a:pt x="1815" y="6836"/>
                  </a:cubicBezTo>
                  <a:cubicBezTo>
                    <a:pt x="2174" y="6836"/>
                    <a:pt x="2530" y="6739"/>
                    <a:pt x="2713" y="6589"/>
                  </a:cubicBezTo>
                  <a:cubicBezTo>
                    <a:pt x="2856" y="6471"/>
                    <a:pt x="2885" y="6325"/>
                    <a:pt x="2789" y="6190"/>
                  </a:cubicBezTo>
                  <a:cubicBezTo>
                    <a:pt x="2636" y="5974"/>
                    <a:pt x="2498" y="5864"/>
                    <a:pt x="2390" y="5809"/>
                  </a:cubicBezTo>
                  <a:cubicBezTo>
                    <a:pt x="2699" y="5678"/>
                    <a:pt x="3261" y="5411"/>
                    <a:pt x="3378" y="5150"/>
                  </a:cubicBezTo>
                  <a:cubicBezTo>
                    <a:pt x="3406" y="5087"/>
                    <a:pt x="3410" y="5026"/>
                    <a:pt x="3387" y="4969"/>
                  </a:cubicBezTo>
                  <a:cubicBezTo>
                    <a:pt x="3328" y="4816"/>
                    <a:pt x="3184" y="4680"/>
                    <a:pt x="3032" y="4571"/>
                  </a:cubicBezTo>
                  <a:lnTo>
                    <a:pt x="3032" y="4571"/>
                  </a:lnTo>
                  <a:cubicBezTo>
                    <a:pt x="3228" y="4609"/>
                    <a:pt x="3460" y="4641"/>
                    <a:pt x="3694" y="4641"/>
                  </a:cubicBezTo>
                  <a:cubicBezTo>
                    <a:pt x="3976" y="4641"/>
                    <a:pt x="4260" y="4595"/>
                    <a:pt x="4488" y="4458"/>
                  </a:cubicBezTo>
                  <a:cubicBezTo>
                    <a:pt x="5198" y="4034"/>
                    <a:pt x="4623" y="2331"/>
                    <a:pt x="4600" y="2271"/>
                  </a:cubicBezTo>
                  <a:lnTo>
                    <a:pt x="4439" y="1142"/>
                  </a:lnTo>
                  <a:cubicBezTo>
                    <a:pt x="4438" y="1136"/>
                    <a:pt x="4436" y="1129"/>
                    <a:pt x="4433" y="1123"/>
                  </a:cubicBezTo>
                  <a:cubicBezTo>
                    <a:pt x="4410" y="1074"/>
                    <a:pt x="3876" y="0"/>
                    <a:pt x="30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g332bf0ce26c_1_715"/>
            <p:cNvSpPr/>
            <p:nvPr/>
          </p:nvSpPr>
          <p:spPr>
            <a:xfrm>
              <a:off x="1012070" y="2830511"/>
              <a:ext cx="304836" cy="427541"/>
            </a:xfrm>
            <a:custGeom>
              <a:rect b="b" l="l" r="r" t="t"/>
              <a:pathLst>
                <a:path extrusionOk="0" h="8439" w="6017">
                  <a:moveTo>
                    <a:pt x="5538" y="1"/>
                  </a:moveTo>
                  <a:cubicBezTo>
                    <a:pt x="5333" y="1"/>
                    <a:pt x="5025" y="85"/>
                    <a:pt x="4674" y="161"/>
                  </a:cubicBezTo>
                  <a:cubicBezTo>
                    <a:pt x="4056" y="296"/>
                    <a:pt x="3170" y="269"/>
                    <a:pt x="2525" y="538"/>
                  </a:cubicBezTo>
                  <a:cubicBezTo>
                    <a:pt x="1881" y="806"/>
                    <a:pt x="806" y="1237"/>
                    <a:pt x="403" y="2713"/>
                  </a:cubicBezTo>
                  <a:cubicBezTo>
                    <a:pt x="1" y="4191"/>
                    <a:pt x="940" y="5481"/>
                    <a:pt x="1585" y="5857"/>
                  </a:cubicBezTo>
                  <a:cubicBezTo>
                    <a:pt x="2230" y="6233"/>
                    <a:pt x="3600" y="6367"/>
                    <a:pt x="3600" y="6367"/>
                  </a:cubicBezTo>
                  <a:cubicBezTo>
                    <a:pt x="3600" y="6367"/>
                    <a:pt x="3707" y="7227"/>
                    <a:pt x="3707" y="7710"/>
                  </a:cubicBezTo>
                  <a:cubicBezTo>
                    <a:pt x="3707" y="8194"/>
                    <a:pt x="3841" y="8409"/>
                    <a:pt x="4191" y="8435"/>
                  </a:cubicBezTo>
                  <a:cubicBezTo>
                    <a:pt x="4224" y="8438"/>
                    <a:pt x="4257" y="8439"/>
                    <a:pt x="4291" y="8439"/>
                  </a:cubicBezTo>
                  <a:cubicBezTo>
                    <a:pt x="4624" y="8439"/>
                    <a:pt x="5003" y="8307"/>
                    <a:pt x="4809" y="7845"/>
                  </a:cubicBezTo>
                  <a:cubicBezTo>
                    <a:pt x="4594" y="7335"/>
                    <a:pt x="4245" y="5803"/>
                    <a:pt x="4352" y="4567"/>
                  </a:cubicBezTo>
                  <a:cubicBezTo>
                    <a:pt x="4460" y="3331"/>
                    <a:pt x="5266" y="2231"/>
                    <a:pt x="5642" y="1586"/>
                  </a:cubicBezTo>
                  <a:cubicBezTo>
                    <a:pt x="6017" y="941"/>
                    <a:pt x="5803" y="189"/>
                    <a:pt x="5803" y="189"/>
                  </a:cubicBezTo>
                  <a:cubicBezTo>
                    <a:pt x="5791" y="50"/>
                    <a:pt x="5694" y="1"/>
                    <a:pt x="55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g332bf0ce26c_1_715"/>
            <p:cNvSpPr/>
            <p:nvPr/>
          </p:nvSpPr>
          <p:spPr>
            <a:xfrm>
              <a:off x="1008067" y="2827116"/>
              <a:ext cx="311574" cy="434279"/>
            </a:xfrm>
            <a:custGeom>
              <a:rect b="b" l="l" r="r" t="t"/>
              <a:pathLst>
                <a:path extrusionOk="0" h="8572" w="6150">
                  <a:moveTo>
                    <a:pt x="5619" y="134"/>
                  </a:moveTo>
                  <a:cubicBezTo>
                    <a:pt x="5687" y="134"/>
                    <a:pt x="5739" y="144"/>
                    <a:pt x="5772" y="168"/>
                  </a:cubicBezTo>
                  <a:cubicBezTo>
                    <a:pt x="5788" y="180"/>
                    <a:pt x="5811" y="202"/>
                    <a:pt x="5815" y="262"/>
                  </a:cubicBezTo>
                  <a:cubicBezTo>
                    <a:pt x="5815" y="265"/>
                    <a:pt x="5817" y="270"/>
                    <a:pt x="5818" y="273"/>
                  </a:cubicBezTo>
                  <a:cubicBezTo>
                    <a:pt x="5820" y="281"/>
                    <a:pt x="6020" y="1007"/>
                    <a:pt x="5663" y="1619"/>
                  </a:cubicBezTo>
                  <a:cubicBezTo>
                    <a:pt x="5604" y="1720"/>
                    <a:pt x="5534" y="1834"/>
                    <a:pt x="5457" y="1957"/>
                  </a:cubicBezTo>
                  <a:cubicBezTo>
                    <a:pt x="5059" y="2601"/>
                    <a:pt x="4457" y="3573"/>
                    <a:pt x="4365" y="4628"/>
                  </a:cubicBezTo>
                  <a:cubicBezTo>
                    <a:pt x="4254" y="5909"/>
                    <a:pt x="4617" y="7440"/>
                    <a:pt x="4826" y="7938"/>
                  </a:cubicBezTo>
                  <a:cubicBezTo>
                    <a:pt x="4888" y="8084"/>
                    <a:pt x="4890" y="8200"/>
                    <a:pt x="4831" y="8282"/>
                  </a:cubicBezTo>
                  <a:cubicBezTo>
                    <a:pt x="4748" y="8398"/>
                    <a:pt x="4553" y="8440"/>
                    <a:pt x="4372" y="8440"/>
                  </a:cubicBezTo>
                  <a:cubicBezTo>
                    <a:pt x="4339" y="8440"/>
                    <a:pt x="4306" y="8438"/>
                    <a:pt x="4275" y="8436"/>
                  </a:cubicBezTo>
                  <a:cubicBezTo>
                    <a:pt x="4015" y="8416"/>
                    <a:pt x="3853" y="8299"/>
                    <a:pt x="3853" y="7777"/>
                  </a:cubicBezTo>
                  <a:cubicBezTo>
                    <a:pt x="3853" y="7295"/>
                    <a:pt x="3750" y="6461"/>
                    <a:pt x="3745" y="6426"/>
                  </a:cubicBezTo>
                  <a:cubicBezTo>
                    <a:pt x="3741" y="6395"/>
                    <a:pt x="3717" y="6371"/>
                    <a:pt x="3686" y="6368"/>
                  </a:cubicBezTo>
                  <a:cubicBezTo>
                    <a:pt x="3672" y="6366"/>
                    <a:pt x="2322" y="6230"/>
                    <a:pt x="1697" y="5866"/>
                  </a:cubicBezTo>
                  <a:cubicBezTo>
                    <a:pt x="1100" y="5517"/>
                    <a:pt x="148" y="4259"/>
                    <a:pt x="546" y="2798"/>
                  </a:cubicBezTo>
                  <a:cubicBezTo>
                    <a:pt x="935" y="1371"/>
                    <a:pt x="1980" y="937"/>
                    <a:pt x="2604" y="677"/>
                  </a:cubicBezTo>
                  <a:lnTo>
                    <a:pt x="2629" y="666"/>
                  </a:lnTo>
                  <a:cubicBezTo>
                    <a:pt x="3027" y="501"/>
                    <a:pt x="3515" y="451"/>
                    <a:pt x="3988" y="401"/>
                  </a:cubicBezTo>
                  <a:cubicBezTo>
                    <a:pt x="4269" y="372"/>
                    <a:pt x="4534" y="344"/>
                    <a:pt x="4767" y="294"/>
                  </a:cubicBezTo>
                  <a:cubicBezTo>
                    <a:pt x="4849" y="276"/>
                    <a:pt x="4928" y="258"/>
                    <a:pt x="5005" y="240"/>
                  </a:cubicBezTo>
                  <a:cubicBezTo>
                    <a:pt x="5240" y="186"/>
                    <a:pt x="5468" y="134"/>
                    <a:pt x="5619" y="134"/>
                  </a:cubicBezTo>
                  <a:close/>
                  <a:moveTo>
                    <a:pt x="5618" y="1"/>
                  </a:moveTo>
                  <a:cubicBezTo>
                    <a:pt x="5454" y="1"/>
                    <a:pt x="5238" y="51"/>
                    <a:pt x="4975" y="110"/>
                  </a:cubicBezTo>
                  <a:cubicBezTo>
                    <a:pt x="4900" y="128"/>
                    <a:pt x="4820" y="147"/>
                    <a:pt x="4739" y="165"/>
                  </a:cubicBezTo>
                  <a:cubicBezTo>
                    <a:pt x="4514" y="213"/>
                    <a:pt x="4251" y="240"/>
                    <a:pt x="3975" y="269"/>
                  </a:cubicBezTo>
                  <a:cubicBezTo>
                    <a:pt x="3492" y="320"/>
                    <a:pt x="2994" y="370"/>
                    <a:pt x="2578" y="543"/>
                  </a:cubicBezTo>
                  <a:lnTo>
                    <a:pt x="2554" y="554"/>
                  </a:lnTo>
                  <a:cubicBezTo>
                    <a:pt x="1906" y="824"/>
                    <a:pt x="824" y="1274"/>
                    <a:pt x="418" y="2764"/>
                  </a:cubicBezTo>
                  <a:cubicBezTo>
                    <a:pt x="0" y="4294"/>
                    <a:pt x="1001" y="5614"/>
                    <a:pt x="1631" y="5981"/>
                  </a:cubicBezTo>
                  <a:cubicBezTo>
                    <a:pt x="2215" y="6323"/>
                    <a:pt x="3356" y="6466"/>
                    <a:pt x="3620" y="6494"/>
                  </a:cubicBezTo>
                  <a:cubicBezTo>
                    <a:pt x="3642" y="6688"/>
                    <a:pt x="3720" y="7371"/>
                    <a:pt x="3720" y="7777"/>
                  </a:cubicBezTo>
                  <a:cubicBezTo>
                    <a:pt x="3720" y="8302"/>
                    <a:pt x="3882" y="8540"/>
                    <a:pt x="4264" y="8568"/>
                  </a:cubicBezTo>
                  <a:cubicBezTo>
                    <a:pt x="4288" y="8571"/>
                    <a:pt x="4324" y="8572"/>
                    <a:pt x="4365" y="8572"/>
                  </a:cubicBezTo>
                  <a:cubicBezTo>
                    <a:pt x="4531" y="8572"/>
                    <a:pt x="4807" y="8542"/>
                    <a:pt x="4939" y="8360"/>
                  </a:cubicBezTo>
                  <a:cubicBezTo>
                    <a:pt x="5026" y="8238"/>
                    <a:pt x="5030" y="8078"/>
                    <a:pt x="4948" y="7886"/>
                  </a:cubicBezTo>
                  <a:cubicBezTo>
                    <a:pt x="4731" y="7367"/>
                    <a:pt x="4392" y="5839"/>
                    <a:pt x="4496" y="4640"/>
                  </a:cubicBezTo>
                  <a:cubicBezTo>
                    <a:pt x="4586" y="3616"/>
                    <a:pt x="5155" y="2698"/>
                    <a:pt x="5571" y="2027"/>
                  </a:cubicBezTo>
                  <a:cubicBezTo>
                    <a:pt x="5647" y="1903"/>
                    <a:pt x="5717" y="1789"/>
                    <a:pt x="5778" y="1686"/>
                  </a:cubicBezTo>
                  <a:cubicBezTo>
                    <a:pt x="6149" y="1048"/>
                    <a:pt x="5968" y="323"/>
                    <a:pt x="5947" y="244"/>
                  </a:cubicBezTo>
                  <a:cubicBezTo>
                    <a:pt x="5939" y="163"/>
                    <a:pt x="5907" y="102"/>
                    <a:pt x="5850" y="60"/>
                  </a:cubicBezTo>
                  <a:cubicBezTo>
                    <a:pt x="5792" y="18"/>
                    <a:pt x="5714" y="1"/>
                    <a:pt x="56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g332bf0ce26c_1_715"/>
            <p:cNvSpPr/>
            <p:nvPr/>
          </p:nvSpPr>
          <p:spPr>
            <a:xfrm>
              <a:off x="1582885" y="3104746"/>
              <a:ext cx="24673" cy="8207"/>
            </a:xfrm>
            <a:custGeom>
              <a:rect b="b" l="l" r="r" t="t"/>
              <a:pathLst>
                <a:path extrusionOk="0" h="162" w="487">
                  <a:moveTo>
                    <a:pt x="422" y="1"/>
                  </a:moveTo>
                  <a:cubicBezTo>
                    <a:pt x="419" y="1"/>
                    <a:pt x="416" y="1"/>
                    <a:pt x="413" y="2"/>
                  </a:cubicBezTo>
                  <a:lnTo>
                    <a:pt x="64" y="29"/>
                  </a:lnTo>
                  <a:cubicBezTo>
                    <a:pt x="28" y="31"/>
                    <a:pt x="1" y="63"/>
                    <a:pt x="3" y="100"/>
                  </a:cubicBezTo>
                  <a:cubicBezTo>
                    <a:pt x="5" y="134"/>
                    <a:pt x="35" y="161"/>
                    <a:pt x="69" y="161"/>
                  </a:cubicBezTo>
                  <a:cubicBezTo>
                    <a:pt x="70" y="161"/>
                    <a:pt x="73" y="161"/>
                    <a:pt x="74" y="160"/>
                  </a:cubicBezTo>
                  <a:lnTo>
                    <a:pt x="423" y="134"/>
                  </a:lnTo>
                  <a:cubicBezTo>
                    <a:pt x="460" y="130"/>
                    <a:pt x="487" y="99"/>
                    <a:pt x="484" y="62"/>
                  </a:cubicBezTo>
                  <a:cubicBezTo>
                    <a:pt x="482" y="28"/>
                    <a:pt x="452" y="1"/>
                    <a:pt x="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g332bf0ce26c_1_715"/>
            <p:cNvSpPr/>
            <p:nvPr/>
          </p:nvSpPr>
          <p:spPr>
            <a:xfrm>
              <a:off x="1462764" y="2796769"/>
              <a:ext cx="467666" cy="335588"/>
            </a:xfrm>
            <a:custGeom>
              <a:rect b="b" l="l" r="r" t="t"/>
              <a:pathLst>
                <a:path extrusionOk="0" h="6624" w="9231">
                  <a:moveTo>
                    <a:pt x="8013" y="0"/>
                  </a:moveTo>
                  <a:lnTo>
                    <a:pt x="1" y="3857"/>
                  </a:lnTo>
                  <a:lnTo>
                    <a:pt x="277" y="5371"/>
                  </a:lnTo>
                  <a:lnTo>
                    <a:pt x="9230" y="6624"/>
                  </a:lnTo>
                  <a:lnTo>
                    <a:pt x="80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g332bf0ce26c_1_715"/>
            <p:cNvSpPr/>
            <p:nvPr/>
          </p:nvSpPr>
          <p:spPr>
            <a:xfrm>
              <a:off x="1459167" y="2793375"/>
              <a:ext cx="474708" cy="342327"/>
            </a:xfrm>
            <a:custGeom>
              <a:rect b="b" l="l" r="r" t="t"/>
              <a:pathLst>
                <a:path extrusionOk="0" h="6757" w="9370">
                  <a:moveTo>
                    <a:pt x="8034" y="164"/>
                  </a:moveTo>
                  <a:lnTo>
                    <a:pt x="9218" y="6611"/>
                  </a:lnTo>
                  <a:lnTo>
                    <a:pt x="9218" y="6611"/>
                  </a:lnTo>
                  <a:lnTo>
                    <a:pt x="405" y="5378"/>
                  </a:lnTo>
                  <a:lnTo>
                    <a:pt x="146" y="3962"/>
                  </a:lnTo>
                  <a:lnTo>
                    <a:pt x="8034" y="164"/>
                  </a:lnTo>
                  <a:close/>
                  <a:moveTo>
                    <a:pt x="8083" y="1"/>
                  </a:moveTo>
                  <a:cubicBezTo>
                    <a:pt x="8074" y="1"/>
                    <a:pt x="8064" y="3"/>
                    <a:pt x="8055" y="7"/>
                  </a:cubicBezTo>
                  <a:lnTo>
                    <a:pt x="42" y="3865"/>
                  </a:lnTo>
                  <a:cubicBezTo>
                    <a:pt x="16" y="3878"/>
                    <a:pt x="1" y="3907"/>
                    <a:pt x="5" y="3936"/>
                  </a:cubicBezTo>
                  <a:lnTo>
                    <a:pt x="282" y="5449"/>
                  </a:lnTo>
                  <a:cubicBezTo>
                    <a:pt x="288" y="5478"/>
                    <a:pt x="311" y="5499"/>
                    <a:pt x="339" y="5504"/>
                  </a:cubicBezTo>
                  <a:lnTo>
                    <a:pt x="9292" y="6756"/>
                  </a:lnTo>
                  <a:cubicBezTo>
                    <a:pt x="9294" y="6756"/>
                    <a:pt x="9298" y="6757"/>
                    <a:pt x="9301" y="6757"/>
                  </a:cubicBezTo>
                  <a:cubicBezTo>
                    <a:pt x="9319" y="6757"/>
                    <a:pt x="9335" y="6750"/>
                    <a:pt x="9348" y="6736"/>
                  </a:cubicBezTo>
                  <a:cubicBezTo>
                    <a:pt x="9364" y="6720"/>
                    <a:pt x="9370" y="6699"/>
                    <a:pt x="9366" y="6678"/>
                  </a:cubicBezTo>
                  <a:lnTo>
                    <a:pt x="8150" y="54"/>
                  </a:lnTo>
                  <a:cubicBezTo>
                    <a:pt x="8145" y="34"/>
                    <a:pt x="8132" y="17"/>
                    <a:pt x="8114" y="8"/>
                  </a:cubicBezTo>
                  <a:cubicBezTo>
                    <a:pt x="8104" y="3"/>
                    <a:pt x="8094" y="1"/>
                    <a:pt x="80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8" name="Google Shape;2228;g332bf0ce26c_1_715"/>
            <p:cNvSpPr/>
            <p:nvPr/>
          </p:nvSpPr>
          <p:spPr>
            <a:xfrm>
              <a:off x="1395180" y="2992478"/>
              <a:ext cx="81415" cy="88609"/>
            </a:xfrm>
            <a:custGeom>
              <a:rect b="b" l="l" r="r" t="t"/>
              <a:pathLst>
                <a:path extrusionOk="0" h="1749" w="1607">
                  <a:moveTo>
                    <a:pt x="1331" y="0"/>
                  </a:moveTo>
                  <a:lnTo>
                    <a:pt x="0" y="243"/>
                  </a:lnTo>
                  <a:lnTo>
                    <a:pt x="276" y="1749"/>
                  </a:lnTo>
                  <a:lnTo>
                    <a:pt x="1607" y="1506"/>
                  </a:lnTo>
                  <a:lnTo>
                    <a:pt x="133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g332bf0ce26c_1_715"/>
            <p:cNvSpPr/>
            <p:nvPr/>
          </p:nvSpPr>
          <p:spPr>
            <a:xfrm>
              <a:off x="1391684" y="2988830"/>
              <a:ext cx="88710" cy="95397"/>
            </a:xfrm>
            <a:custGeom>
              <a:rect b="b" l="l" r="r" t="t"/>
              <a:pathLst>
                <a:path extrusionOk="0" h="1883" w="1751">
                  <a:moveTo>
                    <a:pt x="1350" y="145"/>
                  </a:moveTo>
                  <a:lnTo>
                    <a:pt x="1601" y="1519"/>
                  </a:lnTo>
                  <a:lnTo>
                    <a:pt x="401" y="1739"/>
                  </a:lnTo>
                  <a:lnTo>
                    <a:pt x="149" y="363"/>
                  </a:lnTo>
                  <a:lnTo>
                    <a:pt x="1350" y="145"/>
                  </a:lnTo>
                  <a:close/>
                  <a:moveTo>
                    <a:pt x="1403" y="1"/>
                  </a:moveTo>
                  <a:cubicBezTo>
                    <a:pt x="1399" y="1"/>
                    <a:pt x="1396" y="1"/>
                    <a:pt x="1392" y="1"/>
                  </a:cubicBezTo>
                  <a:lnTo>
                    <a:pt x="61" y="245"/>
                  </a:lnTo>
                  <a:cubicBezTo>
                    <a:pt x="25" y="251"/>
                    <a:pt x="0" y="286"/>
                    <a:pt x="7" y="322"/>
                  </a:cubicBezTo>
                  <a:lnTo>
                    <a:pt x="283" y="1828"/>
                  </a:lnTo>
                  <a:cubicBezTo>
                    <a:pt x="286" y="1846"/>
                    <a:pt x="296" y="1860"/>
                    <a:pt x="310" y="1871"/>
                  </a:cubicBezTo>
                  <a:cubicBezTo>
                    <a:pt x="321" y="1878"/>
                    <a:pt x="335" y="1883"/>
                    <a:pt x="348" y="1883"/>
                  </a:cubicBezTo>
                  <a:cubicBezTo>
                    <a:pt x="352" y="1883"/>
                    <a:pt x="357" y="1883"/>
                    <a:pt x="360" y="1881"/>
                  </a:cubicBezTo>
                  <a:lnTo>
                    <a:pt x="1691" y="1638"/>
                  </a:lnTo>
                  <a:cubicBezTo>
                    <a:pt x="1727" y="1632"/>
                    <a:pt x="1750" y="1596"/>
                    <a:pt x="1744" y="1561"/>
                  </a:cubicBezTo>
                  <a:lnTo>
                    <a:pt x="1469" y="55"/>
                  </a:lnTo>
                  <a:cubicBezTo>
                    <a:pt x="1465" y="37"/>
                    <a:pt x="1456" y="23"/>
                    <a:pt x="1441" y="12"/>
                  </a:cubicBezTo>
                  <a:cubicBezTo>
                    <a:pt x="1431" y="4"/>
                    <a:pt x="1417" y="1"/>
                    <a:pt x="14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g332bf0ce26c_1_715"/>
            <p:cNvSpPr/>
            <p:nvPr/>
          </p:nvSpPr>
          <p:spPr>
            <a:xfrm>
              <a:off x="911302" y="3263420"/>
              <a:ext cx="641083" cy="493909"/>
            </a:xfrm>
            <a:custGeom>
              <a:rect b="b" l="l" r="r" t="t"/>
              <a:pathLst>
                <a:path extrusionOk="0" h="9749" w="12654">
                  <a:moveTo>
                    <a:pt x="9344" y="0"/>
                  </a:moveTo>
                  <a:cubicBezTo>
                    <a:pt x="9048" y="0"/>
                    <a:pt x="8823" y="100"/>
                    <a:pt x="8687" y="104"/>
                  </a:cubicBezTo>
                  <a:cubicBezTo>
                    <a:pt x="8352" y="586"/>
                    <a:pt x="7575" y="1395"/>
                    <a:pt x="6148" y="1395"/>
                  </a:cubicBezTo>
                  <a:cubicBezTo>
                    <a:pt x="6132" y="1395"/>
                    <a:pt x="6115" y="1395"/>
                    <a:pt x="6099" y="1395"/>
                  </a:cubicBezTo>
                  <a:cubicBezTo>
                    <a:pt x="4332" y="1371"/>
                    <a:pt x="3840" y="389"/>
                    <a:pt x="3734" y="103"/>
                  </a:cubicBezTo>
                  <a:cubicBezTo>
                    <a:pt x="3466" y="110"/>
                    <a:pt x="3191" y="127"/>
                    <a:pt x="2929" y="186"/>
                  </a:cubicBezTo>
                  <a:cubicBezTo>
                    <a:pt x="2096" y="374"/>
                    <a:pt x="1" y="2469"/>
                    <a:pt x="1" y="2469"/>
                  </a:cubicBezTo>
                  <a:lnTo>
                    <a:pt x="1425" y="4941"/>
                  </a:lnTo>
                  <a:lnTo>
                    <a:pt x="2446" y="4135"/>
                  </a:lnTo>
                  <a:cubicBezTo>
                    <a:pt x="2446" y="4135"/>
                    <a:pt x="2795" y="4753"/>
                    <a:pt x="3010" y="5425"/>
                  </a:cubicBezTo>
                  <a:cubicBezTo>
                    <a:pt x="3225" y="6096"/>
                    <a:pt x="3144" y="9749"/>
                    <a:pt x="3144" y="9749"/>
                  </a:cubicBezTo>
                  <a:lnTo>
                    <a:pt x="11203" y="9561"/>
                  </a:lnTo>
                  <a:lnTo>
                    <a:pt x="10370" y="4430"/>
                  </a:lnTo>
                  <a:lnTo>
                    <a:pt x="10370" y="4430"/>
                  </a:lnTo>
                  <a:lnTo>
                    <a:pt x="11552" y="5048"/>
                  </a:lnTo>
                  <a:lnTo>
                    <a:pt x="12653" y="2040"/>
                  </a:lnTo>
                  <a:cubicBezTo>
                    <a:pt x="12653" y="2040"/>
                    <a:pt x="10585" y="482"/>
                    <a:pt x="9967" y="159"/>
                  </a:cubicBezTo>
                  <a:cubicBezTo>
                    <a:pt x="9735" y="38"/>
                    <a:pt x="9526" y="0"/>
                    <a:pt x="93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1" name="Google Shape;2231;g332bf0ce26c_1_715"/>
            <p:cNvSpPr/>
            <p:nvPr/>
          </p:nvSpPr>
          <p:spPr>
            <a:xfrm>
              <a:off x="907654" y="3260026"/>
              <a:ext cx="648429" cy="500697"/>
            </a:xfrm>
            <a:custGeom>
              <a:rect b="b" l="l" r="r" t="t"/>
              <a:pathLst>
                <a:path extrusionOk="0" h="9883" w="12799">
                  <a:moveTo>
                    <a:pt x="9415" y="134"/>
                  </a:moveTo>
                  <a:cubicBezTo>
                    <a:pt x="9589" y="134"/>
                    <a:pt x="9789" y="170"/>
                    <a:pt x="10009" y="285"/>
                  </a:cubicBezTo>
                  <a:cubicBezTo>
                    <a:pt x="10567" y="577"/>
                    <a:pt x="12357" y="1914"/>
                    <a:pt x="12646" y="2130"/>
                  </a:cubicBezTo>
                  <a:lnTo>
                    <a:pt x="11588" y="5021"/>
                  </a:lnTo>
                  <a:lnTo>
                    <a:pt x="10472" y="4439"/>
                  </a:lnTo>
                  <a:cubicBezTo>
                    <a:pt x="10463" y="4434"/>
                    <a:pt x="10453" y="4431"/>
                    <a:pt x="10443" y="4431"/>
                  </a:cubicBezTo>
                  <a:cubicBezTo>
                    <a:pt x="10429" y="4431"/>
                    <a:pt x="10415" y="4435"/>
                    <a:pt x="10404" y="4443"/>
                  </a:cubicBezTo>
                  <a:cubicBezTo>
                    <a:pt x="10383" y="4458"/>
                    <a:pt x="10373" y="4482"/>
                    <a:pt x="10377" y="4509"/>
                  </a:cubicBezTo>
                  <a:lnTo>
                    <a:pt x="11197" y="9564"/>
                  </a:lnTo>
                  <a:lnTo>
                    <a:pt x="3284" y="9747"/>
                  </a:lnTo>
                  <a:cubicBezTo>
                    <a:pt x="3295" y="9224"/>
                    <a:pt x="3347" y="6102"/>
                    <a:pt x="3145" y="5470"/>
                  </a:cubicBezTo>
                  <a:cubicBezTo>
                    <a:pt x="2931" y="4801"/>
                    <a:pt x="2579" y="4175"/>
                    <a:pt x="2575" y="4169"/>
                  </a:cubicBezTo>
                  <a:cubicBezTo>
                    <a:pt x="2566" y="4152"/>
                    <a:pt x="2550" y="4141"/>
                    <a:pt x="2530" y="4137"/>
                  </a:cubicBezTo>
                  <a:cubicBezTo>
                    <a:pt x="2527" y="4136"/>
                    <a:pt x="2522" y="4136"/>
                    <a:pt x="2518" y="4136"/>
                  </a:cubicBezTo>
                  <a:cubicBezTo>
                    <a:pt x="2503" y="4136"/>
                    <a:pt x="2489" y="4141"/>
                    <a:pt x="2477" y="4150"/>
                  </a:cubicBezTo>
                  <a:lnTo>
                    <a:pt x="1516" y="4908"/>
                  </a:lnTo>
                  <a:lnTo>
                    <a:pt x="157" y="2547"/>
                  </a:lnTo>
                  <a:cubicBezTo>
                    <a:pt x="437" y="2271"/>
                    <a:pt x="2270" y="486"/>
                    <a:pt x="3015" y="318"/>
                  </a:cubicBezTo>
                  <a:cubicBezTo>
                    <a:pt x="3263" y="262"/>
                    <a:pt x="3528" y="246"/>
                    <a:pt x="3761" y="237"/>
                  </a:cubicBezTo>
                  <a:cubicBezTo>
                    <a:pt x="3905" y="588"/>
                    <a:pt x="4449" y="1506"/>
                    <a:pt x="6169" y="1528"/>
                  </a:cubicBezTo>
                  <a:cubicBezTo>
                    <a:pt x="6187" y="1528"/>
                    <a:pt x="6205" y="1529"/>
                    <a:pt x="6223" y="1529"/>
                  </a:cubicBezTo>
                  <a:cubicBezTo>
                    <a:pt x="7650" y="1529"/>
                    <a:pt x="8441" y="733"/>
                    <a:pt x="8796" y="235"/>
                  </a:cubicBezTo>
                  <a:cubicBezTo>
                    <a:pt x="8847" y="230"/>
                    <a:pt x="8905" y="216"/>
                    <a:pt x="8971" y="200"/>
                  </a:cubicBezTo>
                  <a:cubicBezTo>
                    <a:pt x="9090" y="170"/>
                    <a:pt x="9240" y="134"/>
                    <a:pt x="9415" y="134"/>
                  </a:cubicBezTo>
                  <a:close/>
                  <a:moveTo>
                    <a:pt x="9417" y="0"/>
                  </a:moveTo>
                  <a:cubicBezTo>
                    <a:pt x="9228" y="0"/>
                    <a:pt x="9067" y="39"/>
                    <a:pt x="8939" y="71"/>
                  </a:cubicBezTo>
                  <a:cubicBezTo>
                    <a:pt x="8866" y="88"/>
                    <a:pt x="8803" y="104"/>
                    <a:pt x="8757" y="105"/>
                  </a:cubicBezTo>
                  <a:cubicBezTo>
                    <a:pt x="8737" y="106"/>
                    <a:pt x="8717" y="117"/>
                    <a:pt x="8705" y="133"/>
                  </a:cubicBezTo>
                  <a:cubicBezTo>
                    <a:pt x="8375" y="608"/>
                    <a:pt x="7615" y="1396"/>
                    <a:pt x="6220" y="1396"/>
                  </a:cubicBezTo>
                  <a:lnTo>
                    <a:pt x="6172" y="1396"/>
                  </a:lnTo>
                  <a:cubicBezTo>
                    <a:pt x="4456" y="1373"/>
                    <a:pt x="3975" y="434"/>
                    <a:pt x="3868" y="146"/>
                  </a:cubicBezTo>
                  <a:cubicBezTo>
                    <a:pt x="3859" y="120"/>
                    <a:pt x="3832" y="105"/>
                    <a:pt x="3804" y="103"/>
                  </a:cubicBezTo>
                  <a:cubicBezTo>
                    <a:pt x="3555" y="111"/>
                    <a:pt x="3261" y="126"/>
                    <a:pt x="2987" y="188"/>
                  </a:cubicBezTo>
                  <a:cubicBezTo>
                    <a:pt x="2146" y="378"/>
                    <a:pt x="113" y="2403"/>
                    <a:pt x="27" y="2489"/>
                  </a:cubicBezTo>
                  <a:cubicBezTo>
                    <a:pt x="5" y="2510"/>
                    <a:pt x="1" y="2543"/>
                    <a:pt x="16" y="2569"/>
                  </a:cubicBezTo>
                  <a:lnTo>
                    <a:pt x="1439" y="5041"/>
                  </a:lnTo>
                  <a:cubicBezTo>
                    <a:pt x="1449" y="5057"/>
                    <a:pt x="1465" y="5069"/>
                    <a:pt x="1484" y="5073"/>
                  </a:cubicBezTo>
                  <a:cubicBezTo>
                    <a:pt x="1488" y="5074"/>
                    <a:pt x="1493" y="5074"/>
                    <a:pt x="1497" y="5074"/>
                  </a:cubicBezTo>
                  <a:cubicBezTo>
                    <a:pt x="1512" y="5074"/>
                    <a:pt x="1527" y="5069"/>
                    <a:pt x="1539" y="5060"/>
                  </a:cubicBezTo>
                  <a:lnTo>
                    <a:pt x="2497" y="4303"/>
                  </a:lnTo>
                  <a:cubicBezTo>
                    <a:pt x="2593" y="4480"/>
                    <a:pt x="2850" y="4982"/>
                    <a:pt x="3019" y="5512"/>
                  </a:cubicBezTo>
                  <a:cubicBezTo>
                    <a:pt x="3228" y="6165"/>
                    <a:pt x="3150" y="9778"/>
                    <a:pt x="3150" y="9815"/>
                  </a:cubicBezTo>
                  <a:cubicBezTo>
                    <a:pt x="3149" y="9833"/>
                    <a:pt x="3156" y="9850"/>
                    <a:pt x="3169" y="9863"/>
                  </a:cubicBezTo>
                  <a:cubicBezTo>
                    <a:pt x="3182" y="9875"/>
                    <a:pt x="3199" y="9882"/>
                    <a:pt x="3216" y="9882"/>
                  </a:cubicBezTo>
                  <a:lnTo>
                    <a:pt x="3218" y="9882"/>
                  </a:lnTo>
                  <a:lnTo>
                    <a:pt x="11277" y="9694"/>
                  </a:lnTo>
                  <a:cubicBezTo>
                    <a:pt x="11296" y="9694"/>
                    <a:pt x="11314" y="9685"/>
                    <a:pt x="11327" y="9670"/>
                  </a:cubicBezTo>
                  <a:cubicBezTo>
                    <a:pt x="11339" y="9655"/>
                    <a:pt x="11343" y="9636"/>
                    <a:pt x="11341" y="9617"/>
                  </a:cubicBezTo>
                  <a:lnTo>
                    <a:pt x="10529" y="4617"/>
                  </a:lnTo>
                  <a:lnTo>
                    <a:pt x="11594" y="5173"/>
                  </a:lnTo>
                  <a:cubicBezTo>
                    <a:pt x="11604" y="5179"/>
                    <a:pt x="11614" y="5182"/>
                    <a:pt x="11625" y="5182"/>
                  </a:cubicBezTo>
                  <a:cubicBezTo>
                    <a:pt x="11633" y="5182"/>
                    <a:pt x="11641" y="5180"/>
                    <a:pt x="11649" y="5177"/>
                  </a:cubicBezTo>
                  <a:cubicBezTo>
                    <a:pt x="11666" y="5170"/>
                    <a:pt x="11680" y="5156"/>
                    <a:pt x="11688" y="5138"/>
                  </a:cubicBezTo>
                  <a:lnTo>
                    <a:pt x="12788" y="2129"/>
                  </a:lnTo>
                  <a:cubicBezTo>
                    <a:pt x="12799" y="2102"/>
                    <a:pt x="12789" y="2071"/>
                    <a:pt x="12765" y="2054"/>
                  </a:cubicBezTo>
                  <a:cubicBezTo>
                    <a:pt x="12681" y="1990"/>
                    <a:pt x="10687" y="488"/>
                    <a:pt x="10070" y="168"/>
                  </a:cubicBezTo>
                  <a:cubicBezTo>
                    <a:pt x="9826" y="40"/>
                    <a:pt x="9607" y="0"/>
                    <a:pt x="94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5" name="Shape 2235"/>
        <p:cNvGrpSpPr/>
        <p:nvPr/>
      </p:nvGrpSpPr>
      <p:grpSpPr>
        <a:xfrm>
          <a:off x="0" y="0"/>
          <a:ext cx="0" cy="0"/>
          <a:chOff x="0" y="0"/>
          <a:chExt cx="0" cy="0"/>
        </a:xfrm>
      </p:grpSpPr>
      <p:sp>
        <p:nvSpPr>
          <p:cNvPr id="2236" name="Google Shape;2236;g332bf0ce26c_1_8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&amp; Citations</a:t>
            </a:r>
            <a:endParaRPr/>
          </a:p>
        </p:txBody>
      </p:sp>
      <p:sp>
        <p:nvSpPr>
          <p:cNvPr id="2237" name="Google Shape;2237;g332bf0ce26c_1_841"/>
          <p:cNvSpPr txBox="1"/>
          <p:nvPr>
            <p:ph idx="1" type="body"/>
          </p:nvPr>
        </p:nvSpPr>
        <p:spPr>
          <a:xfrm>
            <a:off x="311700" y="1168875"/>
            <a:ext cx="8520600" cy="3488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rgbClr val="000000"/>
                </a:solidFill>
                <a:latin typeface="Inconsolata"/>
                <a:ea typeface="Inconsolata"/>
                <a:cs typeface="Inconsolata"/>
                <a:sym typeface="Inconsolata"/>
              </a:rPr>
              <a:t>Key Takeaways</a:t>
            </a:r>
            <a:endParaRPr b="1">
              <a:solidFill>
                <a:srgbClr val="000000"/>
              </a:solidFill>
              <a:latin typeface="Inconsolata"/>
              <a:ea typeface="Inconsolata"/>
              <a:cs typeface="Inconsolata"/>
              <a:sym typeface="Inconsolata"/>
            </a:endParaRPr>
          </a:p>
          <a:p>
            <a:pPr indent="-298450" lvl="0" marL="457200" rtl="0" algn="l">
              <a:lnSpc>
                <a:spcPct val="115000"/>
              </a:lnSpc>
              <a:spcBef>
                <a:spcPts val="120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Feedback Drives Growth</a:t>
            </a:r>
            <a:r>
              <a:rPr b="1" lang="en">
                <a:solidFill>
                  <a:srgbClr val="000000"/>
                </a:solidFill>
                <a:latin typeface="Inconsolata"/>
                <a:ea typeface="Inconsolata"/>
                <a:cs typeface="Inconsolata"/>
                <a:sym typeface="Inconsolata"/>
              </a:rPr>
              <a:t>:</a:t>
            </a:r>
            <a:r>
              <a:rPr lang="en">
                <a:solidFill>
                  <a:srgbClr val="000000"/>
                </a:solidFill>
              </a:rPr>
              <a:t> Constructive feedback helps individuals identify areas of strength and weakness.</a:t>
            </a: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Clear Delivery Maximizes Impact</a:t>
            </a:r>
            <a:r>
              <a:rPr b="1" lang="en">
                <a:solidFill>
                  <a:srgbClr val="000000"/>
                </a:solidFill>
                <a:latin typeface="Inconsolata"/>
                <a:ea typeface="Inconsolata"/>
                <a:cs typeface="Inconsolata"/>
                <a:sym typeface="Inconsolata"/>
              </a:rPr>
              <a:t>:</a:t>
            </a:r>
            <a:r>
              <a:rPr lang="en">
                <a:solidFill>
                  <a:srgbClr val="000000"/>
                </a:solidFill>
              </a:rPr>
              <a:t> Effective feedback must be specific and easy to understand.</a:t>
            </a:r>
            <a:endParaRPr>
              <a:solidFill>
                <a:srgbClr val="000000"/>
              </a:solidFill>
            </a:endParaRPr>
          </a:p>
          <a:p>
            <a:pPr indent="-298450" lvl="0" marL="457200" rtl="0" algn="l">
              <a:lnSpc>
                <a:spcPct val="115000"/>
              </a:lnSpc>
              <a:spcBef>
                <a:spcPts val="0"/>
              </a:spcBef>
              <a:spcAft>
                <a:spcPts val="0"/>
              </a:spcAft>
              <a:buClr>
                <a:srgbClr val="000000"/>
              </a:buClr>
              <a:buSzPts val="1100"/>
              <a:buFont typeface="Arial"/>
              <a:buChar char="-"/>
            </a:pPr>
            <a:r>
              <a:rPr b="1" lang="en">
                <a:solidFill>
                  <a:srgbClr val="000000"/>
                </a:solidFill>
                <a:latin typeface="Inconsolata"/>
                <a:ea typeface="Inconsolata"/>
                <a:cs typeface="Inconsolata"/>
                <a:sym typeface="Inconsolata"/>
              </a:rPr>
              <a:t>Continuous Improvement Through Reflection</a:t>
            </a:r>
            <a:r>
              <a:rPr b="1" lang="en">
                <a:solidFill>
                  <a:srgbClr val="000000"/>
                </a:solidFill>
                <a:latin typeface="Inconsolata"/>
                <a:ea typeface="Inconsolata"/>
                <a:cs typeface="Inconsolata"/>
                <a:sym typeface="Inconsolata"/>
              </a:rPr>
              <a:t>:</a:t>
            </a:r>
            <a:r>
              <a:rPr lang="en">
                <a:solidFill>
                  <a:srgbClr val="000000"/>
                </a:solidFill>
              </a:rPr>
              <a:t> Feedback fosters deeper understanding by pinpointing gaps in knowledge.</a:t>
            </a:r>
            <a:endParaRPr>
              <a:solidFill>
                <a:srgbClr val="000000"/>
              </a:solidFill>
            </a:endParaRPr>
          </a:p>
          <a:p>
            <a:pPr indent="0" lvl="0" marL="0" rtl="0" algn="l">
              <a:lnSpc>
                <a:spcPct val="115000"/>
              </a:lnSpc>
              <a:spcBef>
                <a:spcPts val="1200"/>
              </a:spcBef>
              <a:spcAft>
                <a:spcPts val="0"/>
              </a:spcAft>
              <a:buNone/>
            </a:pPr>
            <a:r>
              <a:rPr b="1" lang="en">
                <a:solidFill>
                  <a:srgbClr val="000000"/>
                </a:solidFill>
                <a:latin typeface="Inconsolata"/>
                <a:ea typeface="Inconsolata"/>
                <a:cs typeface="Inconsolata"/>
                <a:sym typeface="Inconsolata"/>
              </a:rPr>
              <a:t>Select References</a:t>
            </a:r>
            <a:endParaRPr b="1">
              <a:solidFill>
                <a:srgbClr val="000000"/>
              </a:solidFill>
              <a:latin typeface="Inconsolata"/>
              <a:ea typeface="Inconsolata"/>
              <a:cs typeface="Inconsolata"/>
              <a:sym typeface="Inconsolata"/>
            </a:endParaRPr>
          </a:p>
          <a:p>
            <a:pPr indent="-298450" lvl="0" marL="457200" rtl="0" algn="l">
              <a:lnSpc>
                <a:spcPct val="115000"/>
              </a:lnSpc>
              <a:spcBef>
                <a:spcPts val="1200"/>
              </a:spcBef>
              <a:spcAft>
                <a:spcPts val="0"/>
              </a:spcAft>
              <a:buClr>
                <a:srgbClr val="000000"/>
              </a:buClr>
              <a:buSzPts val="1100"/>
              <a:buFont typeface="Arial"/>
              <a:buChar char="-"/>
            </a:pPr>
            <a:r>
              <a:rPr lang="en">
                <a:solidFill>
                  <a:srgbClr val="000000"/>
                </a:solidFill>
              </a:rPr>
              <a:t>Hattie, J., &amp; Timperley, H. (2007). The Power of Feedback. Review of Educational Research.</a:t>
            </a:r>
            <a:endParaRPr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t/>
            </a:r>
            <a:endParaRPr b="1">
              <a:solidFill>
                <a:srgbClr val="000000"/>
              </a:solidFill>
              <a:latin typeface="Inconsolata"/>
              <a:ea typeface="Inconsolata"/>
              <a:cs typeface="Inconsolata"/>
              <a:sym typeface="Inconsolata"/>
            </a:endParaRPr>
          </a:p>
        </p:txBody>
      </p:sp>
      <p:grpSp>
        <p:nvGrpSpPr>
          <p:cNvPr id="2238" name="Google Shape;2238;g332bf0ce26c_1_841"/>
          <p:cNvGrpSpPr/>
          <p:nvPr/>
        </p:nvGrpSpPr>
        <p:grpSpPr>
          <a:xfrm>
            <a:off x="8283592" y="4346805"/>
            <a:ext cx="367165" cy="368901"/>
            <a:chOff x="-60254550" y="1938025"/>
            <a:chExt cx="317425" cy="318925"/>
          </a:xfrm>
        </p:grpSpPr>
        <p:sp>
          <p:nvSpPr>
            <p:cNvPr id="2239" name="Google Shape;2239;g332bf0ce26c_1_841"/>
            <p:cNvSpPr/>
            <p:nvPr/>
          </p:nvSpPr>
          <p:spPr>
            <a:xfrm>
              <a:off x="-60254550" y="2049000"/>
              <a:ext cx="317425" cy="207950"/>
            </a:xfrm>
            <a:custGeom>
              <a:rect b="b" l="l" r="r" t="t"/>
              <a:pathLst>
                <a:path extrusionOk="0" h="8318" w="12697">
                  <a:moveTo>
                    <a:pt x="10428" y="1639"/>
                  </a:moveTo>
                  <a:cubicBezTo>
                    <a:pt x="11184" y="1639"/>
                    <a:pt x="11814" y="2269"/>
                    <a:pt x="11814" y="3025"/>
                  </a:cubicBezTo>
                  <a:cubicBezTo>
                    <a:pt x="11814" y="3781"/>
                    <a:pt x="11184" y="4411"/>
                    <a:pt x="10428" y="4411"/>
                  </a:cubicBezTo>
                  <a:lnTo>
                    <a:pt x="9767" y="4411"/>
                  </a:lnTo>
                  <a:cubicBezTo>
                    <a:pt x="9861" y="4033"/>
                    <a:pt x="9893" y="3686"/>
                    <a:pt x="9893" y="3308"/>
                  </a:cubicBezTo>
                  <a:lnTo>
                    <a:pt x="9893" y="1639"/>
                  </a:lnTo>
                  <a:close/>
                  <a:moveTo>
                    <a:pt x="9073" y="819"/>
                  </a:moveTo>
                  <a:lnTo>
                    <a:pt x="9073" y="3308"/>
                  </a:lnTo>
                  <a:cubicBezTo>
                    <a:pt x="9073" y="5577"/>
                    <a:pt x="7215" y="7435"/>
                    <a:pt x="4915" y="7435"/>
                  </a:cubicBezTo>
                  <a:cubicBezTo>
                    <a:pt x="2646" y="7435"/>
                    <a:pt x="788" y="5577"/>
                    <a:pt x="788" y="3308"/>
                  </a:cubicBezTo>
                  <a:lnTo>
                    <a:pt x="788" y="819"/>
                  </a:lnTo>
                  <a:close/>
                  <a:moveTo>
                    <a:pt x="410" y="0"/>
                  </a:moveTo>
                  <a:cubicBezTo>
                    <a:pt x="158" y="0"/>
                    <a:pt x="0" y="189"/>
                    <a:pt x="0" y="441"/>
                  </a:cubicBezTo>
                  <a:lnTo>
                    <a:pt x="0" y="3308"/>
                  </a:lnTo>
                  <a:cubicBezTo>
                    <a:pt x="0" y="5041"/>
                    <a:pt x="882" y="6522"/>
                    <a:pt x="2205" y="7435"/>
                  </a:cubicBezTo>
                  <a:lnTo>
                    <a:pt x="410" y="7435"/>
                  </a:lnTo>
                  <a:cubicBezTo>
                    <a:pt x="158" y="7435"/>
                    <a:pt x="0" y="7624"/>
                    <a:pt x="0" y="7877"/>
                  </a:cubicBezTo>
                  <a:cubicBezTo>
                    <a:pt x="0" y="8097"/>
                    <a:pt x="189" y="8318"/>
                    <a:pt x="410" y="8318"/>
                  </a:cubicBezTo>
                  <a:lnTo>
                    <a:pt x="9483" y="8318"/>
                  </a:lnTo>
                  <a:cubicBezTo>
                    <a:pt x="9735" y="8318"/>
                    <a:pt x="9893" y="8097"/>
                    <a:pt x="9893" y="7877"/>
                  </a:cubicBezTo>
                  <a:cubicBezTo>
                    <a:pt x="9893" y="7624"/>
                    <a:pt x="9704" y="7435"/>
                    <a:pt x="9483" y="7435"/>
                  </a:cubicBezTo>
                  <a:lnTo>
                    <a:pt x="7687" y="7435"/>
                  </a:lnTo>
                  <a:cubicBezTo>
                    <a:pt x="8506" y="6900"/>
                    <a:pt x="9137" y="6144"/>
                    <a:pt x="9546" y="5230"/>
                  </a:cubicBezTo>
                  <a:lnTo>
                    <a:pt x="10491" y="5230"/>
                  </a:lnTo>
                  <a:cubicBezTo>
                    <a:pt x="11688" y="5230"/>
                    <a:pt x="12697" y="4253"/>
                    <a:pt x="12697" y="3025"/>
                  </a:cubicBezTo>
                  <a:cubicBezTo>
                    <a:pt x="12697" y="1796"/>
                    <a:pt x="11657" y="819"/>
                    <a:pt x="10428" y="819"/>
                  </a:cubicBezTo>
                  <a:lnTo>
                    <a:pt x="9893" y="819"/>
                  </a:lnTo>
                  <a:lnTo>
                    <a:pt x="9893" y="441"/>
                  </a:lnTo>
                  <a:cubicBezTo>
                    <a:pt x="9893" y="189"/>
                    <a:pt x="9704" y="0"/>
                    <a:pt x="94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0" name="Google Shape;2240;g332bf0ce26c_1_841"/>
            <p:cNvSpPr/>
            <p:nvPr/>
          </p:nvSpPr>
          <p:spPr>
            <a:xfrm>
              <a:off x="-60219125" y="1938025"/>
              <a:ext cx="51225" cy="103625"/>
            </a:xfrm>
            <a:custGeom>
              <a:rect b="b" l="l" r="r" t="t"/>
              <a:pathLst>
                <a:path extrusionOk="0" h="4145" w="2049">
                  <a:moveTo>
                    <a:pt x="1068" y="0"/>
                  </a:moveTo>
                  <a:cubicBezTo>
                    <a:pt x="947" y="0"/>
                    <a:pt x="819" y="61"/>
                    <a:pt x="725" y="155"/>
                  </a:cubicBezTo>
                  <a:cubicBezTo>
                    <a:pt x="568" y="312"/>
                    <a:pt x="568" y="564"/>
                    <a:pt x="757" y="722"/>
                  </a:cubicBezTo>
                  <a:cubicBezTo>
                    <a:pt x="1103" y="1100"/>
                    <a:pt x="1103" y="1446"/>
                    <a:pt x="757" y="1761"/>
                  </a:cubicBezTo>
                  <a:cubicBezTo>
                    <a:pt x="32" y="2392"/>
                    <a:pt x="1" y="3368"/>
                    <a:pt x="757" y="4030"/>
                  </a:cubicBezTo>
                  <a:cubicBezTo>
                    <a:pt x="832" y="4105"/>
                    <a:pt x="936" y="4144"/>
                    <a:pt x="1041" y="4144"/>
                  </a:cubicBezTo>
                  <a:cubicBezTo>
                    <a:pt x="1156" y="4144"/>
                    <a:pt x="1273" y="4097"/>
                    <a:pt x="1356" y="3998"/>
                  </a:cubicBezTo>
                  <a:cubicBezTo>
                    <a:pt x="1513" y="3841"/>
                    <a:pt x="1513" y="3557"/>
                    <a:pt x="1292" y="3400"/>
                  </a:cubicBezTo>
                  <a:cubicBezTo>
                    <a:pt x="946" y="3085"/>
                    <a:pt x="946" y="2707"/>
                    <a:pt x="1292" y="2392"/>
                  </a:cubicBezTo>
                  <a:cubicBezTo>
                    <a:pt x="2017" y="1761"/>
                    <a:pt x="2049" y="785"/>
                    <a:pt x="1292" y="92"/>
                  </a:cubicBezTo>
                  <a:cubicBezTo>
                    <a:pt x="1229" y="28"/>
                    <a:pt x="1150" y="0"/>
                    <a:pt x="10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1" name="Google Shape;2241;g332bf0ce26c_1_841"/>
            <p:cNvSpPr/>
            <p:nvPr/>
          </p:nvSpPr>
          <p:spPr>
            <a:xfrm>
              <a:off x="-60156900" y="1938025"/>
              <a:ext cx="51225" cy="103625"/>
            </a:xfrm>
            <a:custGeom>
              <a:rect b="b" l="l" r="r" t="t"/>
              <a:pathLst>
                <a:path extrusionOk="0" h="4145" w="2049">
                  <a:moveTo>
                    <a:pt x="1057" y="0"/>
                  </a:moveTo>
                  <a:cubicBezTo>
                    <a:pt x="926" y="0"/>
                    <a:pt x="788" y="61"/>
                    <a:pt x="694" y="155"/>
                  </a:cubicBezTo>
                  <a:cubicBezTo>
                    <a:pt x="536" y="312"/>
                    <a:pt x="536" y="564"/>
                    <a:pt x="757" y="722"/>
                  </a:cubicBezTo>
                  <a:cubicBezTo>
                    <a:pt x="1103" y="1100"/>
                    <a:pt x="1103" y="1446"/>
                    <a:pt x="757" y="1761"/>
                  </a:cubicBezTo>
                  <a:cubicBezTo>
                    <a:pt x="32" y="2392"/>
                    <a:pt x="1" y="3368"/>
                    <a:pt x="757" y="4030"/>
                  </a:cubicBezTo>
                  <a:cubicBezTo>
                    <a:pt x="832" y="4105"/>
                    <a:pt x="929" y="4144"/>
                    <a:pt x="1026" y="4144"/>
                  </a:cubicBezTo>
                  <a:cubicBezTo>
                    <a:pt x="1133" y="4144"/>
                    <a:pt x="1242" y="4097"/>
                    <a:pt x="1324" y="3998"/>
                  </a:cubicBezTo>
                  <a:cubicBezTo>
                    <a:pt x="1859" y="3463"/>
                    <a:pt x="473" y="3179"/>
                    <a:pt x="1292" y="2392"/>
                  </a:cubicBezTo>
                  <a:cubicBezTo>
                    <a:pt x="2017" y="1761"/>
                    <a:pt x="2049" y="785"/>
                    <a:pt x="1292" y="92"/>
                  </a:cubicBezTo>
                  <a:cubicBezTo>
                    <a:pt x="1229" y="28"/>
                    <a:pt x="1145" y="0"/>
                    <a:pt x="105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g332bf0ce26c_1_841"/>
            <p:cNvSpPr/>
            <p:nvPr/>
          </p:nvSpPr>
          <p:spPr>
            <a:xfrm>
              <a:off x="-60094675" y="1938025"/>
              <a:ext cx="51225" cy="103625"/>
            </a:xfrm>
            <a:custGeom>
              <a:rect b="b" l="l" r="r" t="t"/>
              <a:pathLst>
                <a:path extrusionOk="0" h="4145" w="2049">
                  <a:moveTo>
                    <a:pt x="1056" y="0"/>
                  </a:moveTo>
                  <a:cubicBezTo>
                    <a:pt x="926" y="0"/>
                    <a:pt x="788" y="61"/>
                    <a:pt x="694" y="155"/>
                  </a:cubicBezTo>
                  <a:cubicBezTo>
                    <a:pt x="536" y="312"/>
                    <a:pt x="536" y="564"/>
                    <a:pt x="725" y="722"/>
                  </a:cubicBezTo>
                  <a:cubicBezTo>
                    <a:pt x="1103" y="1100"/>
                    <a:pt x="1103" y="1446"/>
                    <a:pt x="725" y="1761"/>
                  </a:cubicBezTo>
                  <a:cubicBezTo>
                    <a:pt x="32" y="2392"/>
                    <a:pt x="1" y="3368"/>
                    <a:pt x="725" y="4030"/>
                  </a:cubicBezTo>
                  <a:cubicBezTo>
                    <a:pt x="800" y="4105"/>
                    <a:pt x="904" y="4144"/>
                    <a:pt x="1009" y="4144"/>
                  </a:cubicBezTo>
                  <a:cubicBezTo>
                    <a:pt x="1125" y="4144"/>
                    <a:pt x="1241" y="4097"/>
                    <a:pt x="1324" y="3998"/>
                  </a:cubicBezTo>
                  <a:cubicBezTo>
                    <a:pt x="1481" y="3841"/>
                    <a:pt x="1481" y="3557"/>
                    <a:pt x="1292" y="3400"/>
                  </a:cubicBezTo>
                  <a:cubicBezTo>
                    <a:pt x="946" y="3085"/>
                    <a:pt x="946" y="2707"/>
                    <a:pt x="1292" y="2392"/>
                  </a:cubicBezTo>
                  <a:cubicBezTo>
                    <a:pt x="1985" y="1761"/>
                    <a:pt x="2048" y="785"/>
                    <a:pt x="1292" y="92"/>
                  </a:cubicBezTo>
                  <a:cubicBezTo>
                    <a:pt x="1229" y="28"/>
                    <a:pt x="1145" y="0"/>
                    <a:pt x="10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6" name="Shape 2246"/>
        <p:cNvGrpSpPr/>
        <p:nvPr/>
      </p:nvGrpSpPr>
      <p:grpSpPr>
        <a:xfrm>
          <a:off x="0" y="0"/>
          <a:ext cx="0" cy="0"/>
          <a:chOff x="0" y="0"/>
          <a:chExt cx="0" cy="0"/>
        </a:xfrm>
      </p:grpSpPr>
      <p:sp>
        <p:nvSpPr>
          <p:cNvPr id="2247" name="Google Shape;2247;p13"/>
          <p:cNvSpPr/>
          <p:nvPr/>
        </p:nvSpPr>
        <p:spPr>
          <a:xfrm>
            <a:off x="713225" y="539500"/>
            <a:ext cx="6541800" cy="1649100"/>
          </a:xfrm>
          <a:prstGeom prst="wedgeRectCallout">
            <a:avLst>
              <a:gd fmla="val 57223" name="adj1"/>
              <a:gd fmla="val 47917" name="adj2"/>
            </a:avLst>
          </a:prstGeom>
          <a:solidFill>
            <a:schemeClr val="accent2"/>
          </a:solidFill>
          <a:ln cap="flat" cmpd="sng" w="9525">
            <a:solidFill>
              <a:schemeClr val="dk1"/>
            </a:solidFill>
            <a:prstDash val="solid"/>
            <a:round/>
            <a:headEnd len="sm" w="sm" type="none"/>
            <a:tailEnd len="sm" w="sm" type="none"/>
          </a:ln>
          <a:effectLst>
            <a:outerShdw rotWithShape="0" algn="bl" dir="2760000" dist="28575">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consolata"/>
              <a:ea typeface="Inconsolata"/>
              <a:cs typeface="Inconsolata"/>
              <a:sym typeface="Inconsolata"/>
            </a:endParaRPr>
          </a:p>
        </p:txBody>
      </p:sp>
      <p:sp>
        <p:nvSpPr>
          <p:cNvPr id="2248" name="Google Shape;2248;p13"/>
          <p:cNvSpPr txBox="1"/>
          <p:nvPr>
            <p:ph type="title"/>
          </p:nvPr>
        </p:nvSpPr>
        <p:spPr>
          <a:xfrm>
            <a:off x="849275" y="654700"/>
            <a:ext cx="6295200" cy="14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Thank you!</a:t>
            </a:r>
            <a:endParaRPr/>
          </a:p>
        </p:txBody>
      </p:sp>
      <p:sp>
        <p:nvSpPr>
          <p:cNvPr id="2249" name="Google Shape;2249;p13"/>
          <p:cNvSpPr txBox="1"/>
          <p:nvPr/>
        </p:nvSpPr>
        <p:spPr>
          <a:xfrm>
            <a:off x="1045769" y="4343600"/>
            <a:ext cx="4151700" cy="26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Inconsolata Medium"/>
                <a:ea typeface="Inconsolata Medium"/>
                <a:cs typeface="Inconsolata Medium"/>
                <a:sym typeface="Inconsolata Medium"/>
              </a:rPr>
              <a:t>Please keep this slide for attribution</a:t>
            </a:r>
            <a:endParaRPr b="0" i="0" sz="1200" u="none" cap="none" strike="noStrike">
              <a:solidFill>
                <a:schemeClr val="dk1"/>
              </a:solidFill>
              <a:latin typeface="Inconsolata Medium"/>
              <a:ea typeface="Inconsolata Medium"/>
              <a:cs typeface="Inconsolata Medium"/>
              <a:sym typeface="Inconsolata Medium"/>
            </a:endParaRPr>
          </a:p>
        </p:txBody>
      </p:sp>
      <p:grpSp>
        <p:nvGrpSpPr>
          <p:cNvPr id="2250" name="Google Shape;2250;p13"/>
          <p:cNvGrpSpPr/>
          <p:nvPr/>
        </p:nvGrpSpPr>
        <p:grpSpPr>
          <a:xfrm>
            <a:off x="5096321" y="2820764"/>
            <a:ext cx="2244322" cy="2322926"/>
            <a:chOff x="5377627" y="2769010"/>
            <a:chExt cx="1772906" cy="1835000"/>
          </a:xfrm>
        </p:grpSpPr>
        <p:sp>
          <p:nvSpPr>
            <p:cNvPr id="2251" name="Google Shape;2251;p13"/>
            <p:cNvSpPr/>
            <p:nvPr/>
          </p:nvSpPr>
          <p:spPr>
            <a:xfrm>
              <a:off x="5382303" y="3826557"/>
              <a:ext cx="1763554" cy="772963"/>
            </a:xfrm>
            <a:custGeom>
              <a:rect b="b" l="l" r="r" t="t"/>
              <a:pathLst>
                <a:path extrusionOk="0" h="8265" w="18857">
                  <a:moveTo>
                    <a:pt x="10242" y="1"/>
                  </a:moveTo>
                  <a:cubicBezTo>
                    <a:pt x="9355" y="1"/>
                    <a:pt x="5949" y="811"/>
                    <a:pt x="5949" y="811"/>
                  </a:cubicBezTo>
                  <a:cubicBezTo>
                    <a:pt x="5949" y="811"/>
                    <a:pt x="1013" y="3847"/>
                    <a:pt x="1013" y="4144"/>
                  </a:cubicBezTo>
                  <a:cubicBezTo>
                    <a:pt x="1013" y="4439"/>
                    <a:pt x="0" y="8264"/>
                    <a:pt x="0" y="8264"/>
                  </a:cubicBezTo>
                  <a:lnTo>
                    <a:pt x="18857" y="8264"/>
                  </a:lnTo>
                  <a:cubicBezTo>
                    <a:pt x="18857" y="8264"/>
                    <a:pt x="16660" y="3279"/>
                    <a:pt x="16241" y="2959"/>
                  </a:cubicBezTo>
                  <a:cubicBezTo>
                    <a:pt x="15821" y="2638"/>
                    <a:pt x="10835" y="194"/>
                    <a:pt x="10416" y="22"/>
                  </a:cubicBezTo>
                  <a:cubicBezTo>
                    <a:pt x="10381" y="7"/>
                    <a:pt x="10322" y="1"/>
                    <a:pt x="1024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2" name="Google Shape;2252;p13"/>
            <p:cNvSpPr/>
            <p:nvPr/>
          </p:nvSpPr>
          <p:spPr>
            <a:xfrm>
              <a:off x="5377627" y="3822255"/>
              <a:ext cx="1772906" cy="781755"/>
            </a:xfrm>
            <a:custGeom>
              <a:rect b="b" l="l" r="r" t="t"/>
              <a:pathLst>
                <a:path extrusionOk="0" h="8359" w="18957">
                  <a:moveTo>
                    <a:pt x="10292" y="93"/>
                  </a:moveTo>
                  <a:cubicBezTo>
                    <a:pt x="10363" y="93"/>
                    <a:pt x="10416" y="99"/>
                    <a:pt x="10447" y="112"/>
                  </a:cubicBezTo>
                  <a:cubicBezTo>
                    <a:pt x="10897" y="296"/>
                    <a:pt x="15849" y="2727"/>
                    <a:pt x="16261" y="3043"/>
                  </a:cubicBezTo>
                  <a:cubicBezTo>
                    <a:pt x="16581" y="3287"/>
                    <a:pt x="18066" y="6524"/>
                    <a:pt x="18833" y="8263"/>
                  </a:cubicBezTo>
                  <a:lnTo>
                    <a:pt x="113" y="8263"/>
                  </a:lnTo>
                  <a:cubicBezTo>
                    <a:pt x="246" y="7757"/>
                    <a:pt x="1110" y="4471"/>
                    <a:pt x="1110" y="4193"/>
                  </a:cubicBezTo>
                  <a:cubicBezTo>
                    <a:pt x="1171" y="3957"/>
                    <a:pt x="4150" y="2051"/>
                    <a:pt x="6017" y="902"/>
                  </a:cubicBezTo>
                  <a:cubicBezTo>
                    <a:pt x="7041" y="659"/>
                    <a:pt x="9584" y="93"/>
                    <a:pt x="10292" y="93"/>
                  </a:cubicBezTo>
                  <a:close/>
                  <a:moveTo>
                    <a:pt x="10298" y="0"/>
                  </a:moveTo>
                  <a:cubicBezTo>
                    <a:pt x="9406" y="0"/>
                    <a:pt x="6139" y="774"/>
                    <a:pt x="5987" y="811"/>
                  </a:cubicBezTo>
                  <a:cubicBezTo>
                    <a:pt x="5982" y="812"/>
                    <a:pt x="5978" y="814"/>
                    <a:pt x="5974" y="816"/>
                  </a:cubicBezTo>
                  <a:cubicBezTo>
                    <a:pt x="4810" y="1532"/>
                    <a:pt x="1014" y="3889"/>
                    <a:pt x="1014" y="4190"/>
                  </a:cubicBezTo>
                  <a:cubicBezTo>
                    <a:pt x="1014" y="4418"/>
                    <a:pt x="353" y="6978"/>
                    <a:pt x="4" y="8299"/>
                  </a:cubicBezTo>
                  <a:cubicBezTo>
                    <a:pt x="1" y="8312"/>
                    <a:pt x="4" y="8328"/>
                    <a:pt x="12" y="8340"/>
                  </a:cubicBezTo>
                  <a:cubicBezTo>
                    <a:pt x="22" y="8351"/>
                    <a:pt x="35" y="8359"/>
                    <a:pt x="50" y="8359"/>
                  </a:cubicBezTo>
                  <a:lnTo>
                    <a:pt x="18907" y="8359"/>
                  </a:lnTo>
                  <a:cubicBezTo>
                    <a:pt x="18922" y="8359"/>
                    <a:pt x="18938" y="8350"/>
                    <a:pt x="18946" y="8336"/>
                  </a:cubicBezTo>
                  <a:cubicBezTo>
                    <a:pt x="18955" y="8323"/>
                    <a:pt x="18957" y="8306"/>
                    <a:pt x="18951" y="8291"/>
                  </a:cubicBezTo>
                  <a:cubicBezTo>
                    <a:pt x="18860" y="8088"/>
                    <a:pt x="16744" y="3291"/>
                    <a:pt x="16319" y="2966"/>
                  </a:cubicBezTo>
                  <a:cubicBezTo>
                    <a:pt x="15904" y="2649"/>
                    <a:pt x="10935" y="209"/>
                    <a:pt x="10484" y="23"/>
                  </a:cubicBezTo>
                  <a:cubicBezTo>
                    <a:pt x="10446" y="7"/>
                    <a:pt x="10383" y="0"/>
                    <a:pt x="102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3" name="Google Shape;2253;p13"/>
            <p:cNvSpPr/>
            <p:nvPr/>
          </p:nvSpPr>
          <p:spPr>
            <a:xfrm>
              <a:off x="5957445" y="4387751"/>
              <a:ext cx="35849" cy="211334"/>
            </a:xfrm>
            <a:custGeom>
              <a:rect b="b" l="l" r="r" t="t"/>
              <a:pathLst>
                <a:path extrusionOk="0" h="2753" w="467">
                  <a:moveTo>
                    <a:pt x="96" y="0"/>
                  </a:moveTo>
                  <a:lnTo>
                    <a:pt x="0" y="13"/>
                  </a:lnTo>
                  <a:lnTo>
                    <a:pt x="371" y="2753"/>
                  </a:lnTo>
                  <a:lnTo>
                    <a:pt x="466" y="2740"/>
                  </a:ln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p13"/>
            <p:cNvSpPr/>
            <p:nvPr/>
          </p:nvSpPr>
          <p:spPr>
            <a:xfrm>
              <a:off x="6887366" y="4199148"/>
              <a:ext cx="119522" cy="399435"/>
            </a:xfrm>
            <a:custGeom>
              <a:rect b="b" l="l" r="r" t="t"/>
              <a:pathLst>
                <a:path extrusionOk="0" h="4271" w="1278">
                  <a:moveTo>
                    <a:pt x="93" y="0"/>
                  </a:moveTo>
                  <a:lnTo>
                    <a:pt x="1" y="25"/>
                  </a:lnTo>
                  <a:lnTo>
                    <a:pt x="1185" y="4271"/>
                  </a:lnTo>
                  <a:lnTo>
                    <a:pt x="1278" y="4245"/>
                  </a:lnTo>
                  <a:lnTo>
                    <a:pt x="93" y="0"/>
                  </a:lnTo>
                  <a:close/>
                </a:path>
              </a:pathLst>
            </a:cu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13"/>
            <p:cNvSpPr/>
            <p:nvPr/>
          </p:nvSpPr>
          <p:spPr>
            <a:xfrm>
              <a:off x="6268806" y="4190077"/>
              <a:ext cx="136543" cy="271309"/>
            </a:xfrm>
            <a:custGeom>
              <a:rect b="b" l="l" r="r" t="t"/>
              <a:pathLst>
                <a:path extrusionOk="0" h="2901" w="1460">
                  <a:moveTo>
                    <a:pt x="95" y="0"/>
                  </a:moveTo>
                  <a:lnTo>
                    <a:pt x="1" y="17"/>
                  </a:lnTo>
                  <a:cubicBezTo>
                    <a:pt x="49" y="289"/>
                    <a:pt x="473" y="2670"/>
                    <a:pt x="548" y="2819"/>
                  </a:cubicBezTo>
                  <a:cubicBezTo>
                    <a:pt x="578" y="2880"/>
                    <a:pt x="670" y="2901"/>
                    <a:pt x="787" y="2901"/>
                  </a:cubicBezTo>
                  <a:cubicBezTo>
                    <a:pt x="990" y="2901"/>
                    <a:pt x="1268" y="2835"/>
                    <a:pt x="1418" y="2795"/>
                  </a:cubicBezTo>
                  <a:lnTo>
                    <a:pt x="1459" y="2784"/>
                  </a:lnTo>
                  <a:lnTo>
                    <a:pt x="1206" y="1113"/>
                  </a:lnTo>
                  <a:lnTo>
                    <a:pt x="1112" y="1127"/>
                  </a:lnTo>
                  <a:lnTo>
                    <a:pt x="1352" y="2713"/>
                  </a:lnTo>
                  <a:cubicBezTo>
                    <a:pt x="1120" y="2772"/>
                    <a:pt x="896" y="2806"/>
                    <a:pt x="761" y="2806"/>
                  </a:cubicBezTo>
                  <a:cubicBezTo>
                    <a:pt x="690" y="2806"/>
                    <a:pt x="644" y="2796"/>
                    <a:pt x="633" y="2777"/>
                  </a:cubicBezTo>
                  <a:cubicBezTo>
                    <a:pt x="582" y="2673"/>
                    <a:pt x="283" y="1059"/>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6" name="Google Shape;2256;p13"/>
            <p:cNvSpPr/>
            <p:nvPr/>
          </p:nvSpPr>
          <p:spPr>
            <a:xfrm>
              <a:off x="5862543" y="3657001"/>
              <a:ext cx="680844" cy="557207"/>
            </a:xfrm>
            <a:custGeom>
              <a:rect b="b" l="l" r="r" t="t"/>
              <a:pathLst>
                <a:path extrusionOk="0" h="5958" w="7280">
                  <a:moveTo>
                    <a:pt x="4168" y="1"/>
                  </a:moveTo>
                  <a:cubicBezTo>
                    <a:pt x="3919" y="1"/>
                    <a:pt x="3670" y="23"/>
                    <a:pt x="3430" y="57"/>
                  </a:cubicBezTo>
                  <a:cubicBezTo>
                    <a:pt x="2393" y="205"/>
                    <a:pt x="838" y="1020"/>
                    <a:pt x="838" y="1020"/>
                  </a:cubicBezTo>
                  <a:cubicBezTo>
                    <a:pt x="838" y="1020"/>
                    <a:pt x="197" y="1588"/>
                    <a:pt x="98" y="2427"/>
                  </a:cubicBezTo>
                  <a:cubicBezTo>
                    <a:pt x="1" y="3255"/>
                    <a:pt x="480" y="5958"/>
                    <a:pt x="919" y="5958"/>
                  </a:cubicBezTo>
                  <a:cubicBezTo>
                    <a:pt x="925" y="5958"/>
                    <a:pt x="931" y="5957"/>
                    <a:pt x="936" y="5957"/>
                  </a:cubicBezTo>
                  <a:cubicBezTo>
                    <a:pt x="1381" y="5882"/>
                    <a:pt x="2048" y="4845"/>
                    <a:pt x="2442" y="4722"/>
                  </a:cubicBezTo>
                  <a:cubicBezTo>
                    <a:pt x="2838" y="4599"/>
                    <a:pt x="4985" y="4179"/>
                    <a:pt x="5231" y="4080"/>
                  </a:cubicBezTo>
                  <a:cubicBezTo>
                    <a:pt x="5273" y="4063"/>
                    <a:pt x="5332" y="4056"/>
                    <a:pt x="5401" y="4056"/>
                  </a:cubicBezTo>
                  <a:cubicBezTo>
                    <a:pt x="5739" y="4056"/>
                    <a:pt x="6334" y="4233"/>
                    <a:pt x="6540" y="4376"/>
                  </a:cubicBezTo>
                  <a:cubicBezTo>
                    <a:pt x="6694" y="4484"/>
                    <a:pt x="6905" y="4592"/>
                    <a:pt x="7054" y="4592"/>
                  </a:cubicBezTo>
                  <a:cubicBezTo>
                    <a:pt x="7144" y="4592"/>
                    <a:pt x="7212" y="4553"/>
                    <a:pt x="7230" y="4451"/>
                  </a:cubicBezTo>
                  <a:cubicBezTo>
                    <a:pt x="7280" y="4179"/>
                    <a:pt x="6811" y="2254"/>
                    <a:pt x="6243" y="1118"/>
                  </a:cubicBezTo>
                  <a:cubicBezTo>
                    <a:pt x="5807" y="246"/>
                    <a:pt x="4992" y="1"/>
                    <a:pt x="416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13"/>
            <p:cNvSpPr/>
            <p:nvPr/>
          </p:nvSpPr>
          <p:spPr>
            <a:xfrm>
              <a:off x="5858895" y="3652512"/>
              <a:ext cx="689448" cy="566185"/>
            </a:xfrm>
            <a:custGeom>
              <a:rect b="b" l="l" r="r" t="t"/>
              <a:pathLst>
                <a:path extrusionOk="0" h="6054" w="7372">
                  <a:moveTo>
                    <a:pt x="4210" y="96"/>
                  </a:moveTo>
                  <a:cubicBezTo>
                    <a:pt x="5207" y="96"/>
                    <a:pt x="5874" y="457"/>
                    <a:pt x="6240" y="1188"/>
                  </a:cubicBezTo>
                  <a:cubicBezTo>
                    <a:pt x="6810" y="2330"/>
                    <a:pt x="7268" y="4237"/>
                    <a:pt x="7222" y="4490"/>
                  </a:cubicBezTo>
                  <a:cubicBezTo>
                    <a:pt x="7211" y="4552"/>
                    <a:pt x="7180" y="4572"/>
                    <a:pt x="7158" y="4582"/>
                  </a:cubicBezTo>
                  <a:cubicBezTo>
                    <a:pt x="7140" y="4589"/>
                    <a:pt x="7118" y="4593"/>
                    <a:pt x="7093" y="4593"/>
                  </a:cubicBezTo>
                  <a:cubicBezTo>
                    <a:pt x="6963" y="4593"/>
                    <a:pt x="6760" y="4493"/>
                    <a:pt x="6606" y="4385"/>
                  </a:cubicBezTo>
                  <a:cubicBezTo>
                    <a:pt x="6397" y="4239"/>
                    <a:pt x="5792" y="4057"/>
                    <a:pt x="5439" y="4057"/>
                  </a:cubicBezTo>
                  <a:cubicBezTo>
                    <a:pt x="5363" y="4057"/>
                    <a:pt x="5299" y="4066"/>
                    <a:pt x="5253" y="4084"/>
                  </a:cubicBezTo>
                  <a:cubicBezTo>
                    <a:pt x="5128" y="4134"/>
                    <a:pt x="4475" y="4274"/>
                    <a:pt x="3843" y="4410"/>
                  </a:cubicBezTo>
                  <a:cubicBezTo>
                    <a:pt x="3234" y="4541"/>
                    <a:pt x="2659" y="4665"/>
                    <a:pt x="2468" y="4724"/>
                  </a:cubicBezTo>
                  <a:cubicBezTo>
                    <a:pt x="2272" y="4785"/>
                    <a:pt x="2030" y="5040"/>
                    <a:pt x="1773" y="5309"/>
                  </a:cubicBezTo>
                  <a:cubicBezTo>
                    <a:pt x="1487" y="5609"/>
                    <a:pt x="1191" y="5920"/>
                    <a:pt x="968" y="5957"/>
                  </a:cubicBezTo>
                  <a:cubicBezTo>
                    <a:pt x="965" y="5958"/>
                    <a:pt x="962" y="5958"/>
                    <a:pt x="959" y="5958"/>
                  </a:cubicBezTo>
                  <a:cubicBezTo>
                    <a:pt x="935" y="5958"/>
                    <a:pt x="909" y="5944"/>
                    <a:pt x="880" y="5916"/>
                  </a:cubicBezTo>
                  <a:cubicBezTo>
                    <a:pt x="486" y="5542"/>
                    <a:pt x="99" y="3203"/>
                    <a:pt x="184" y="2480"/>
                  </a:cubicBezTo>
                  <a:cubicBezTo>
                    <a:pt x="276" y="1704"/>
                    <a:pt x="850" y="1158"/>
                    <a:pt x="905" y="1107"/>
                  </a:cubicBezTo>
                  <a:cubicBezTo>
                    <a:pt x="1006" y="1055"/>
                    <a:pt x="2490" y="294"/>
                    <a:pt x="3475" y="152"/>
                  </a:cubicBezTo>
                  <a:cubicBezTo>
                    <a:pt x="3737" y="115"/>
                    <a:pt x="3982" y="96"/>
                    <a:pt x="4210" y="96"/>
                  </a:cubicBezTo>
                  <a:close/>
                  <a:moveTo>
                    <a:pt x="4212" y="1"/>
                  </a:moveTo>
                  <a:cubicBezTo>
                    <a:pt x="3979" y="1"/>
                    <a:pt x="3729" y="20"/>
                    <a:pt x="3461" y="58"/>
                  </a:cubicBezTo>
                  <a:cubicBezTo>
                    <a:pt x="2429" y="206"/>
                    <a:pt x="871" y="1017"/>
                    <a:pt x="855" y="1025"/>
                  </a:cubicBezTo>
                  <a:lnTo>
                    <a:pt x="845" y="1032"/>
                  </a:lnTo>
                  <a:cubicBezTo>
                    <a:pt x="819" y="1056"/>
                    <a:pt x="188" y="1621"/>
                    <a:pt x="89" y="2469"/>
                  </a:cubicBezTo>
                  <a:cubicBezTo>
                    <a:pt x="1" y="3226"/>
                    <a:pt x="396" y="5587"/>
                    <a:pt x="814" y="5986"/>
                  </a:cubicBezTo>
                  <a:cubicBezTo>
                    <a:pt x="861" y="6031"/>
                    <a:pt x="909" y="6054"/>
                    <a:pt x="958" y="6054"/>
                  </a:cubicBezTo>
                  <a:cubicBezTo>
                    <a:pt x="966" y="6054"/>
                    <a:pt x="975" y="6053"/>
                    <a:pt x="984" y="6051"/>
                  </a:cubicBezTo>
                  <a:cubicBezTo>
                    <a:pt x="1238" y="6009"/>
                    <a:pt x="1545" y="5687"/>
                    <a:pt x="1842" y="5375"/>
                  </a:cubicBezTo>
                  <a:cubicBezTo>
                    <a:pt x="2079" y="5126"/>
                    <a:pt x="2325" y="4869"/>
                    <a:pt x="2496" y="4816"/>
                  </a:cubicBezTo>
                  <a:cubicBezTo>
                    <a:pt x="2683" y="4757"/>
                    <a:pt x="3283" y="4628"/>
                    <a:pt x="3862" y="4503"/>
                  </a:cubicBezTo>
                  <a:cubicBezTo>
                    <a:pt x="4527" y="4360"/>
                    <a:pt x="5155" y="4226"/>
                    <a:pt x="5288" y="4172"/>
                  </a:cubicBezTo>
                  <a:cubicBezTo>
                    <a:pt x="5324" y="4158"/>
                    <a:pt x="5375" y="4152"/>
                    <a:pt x="5437" y="4152"/>
                  </a:cubicBezTo>
                  <a:cubicBezTo>
                    <a:pt x="5752" y="4152"/>
                    <a:pt x="6343" y="4318"/>
                    <a:pt x="6551" y="4463"/>
                  </a:cubicBezTo>
                  <a:cubicBezTo>
                    <a:pt x="6611" y="4506"/>
                    <a:pt x="6884" y="4688"/>
                    <a:pt x="7093" y="4688"/>
                  </a:cubicBezTo>
                  <a:cubicBezTo>
                    <a:pt x="7129" y="4688"/>
                    <a:pt x="7164" y="4683"/>
                    <a:pt x="7195" y="4670"/>
                  </a:cubicBezTo>
                  <a:cubicBezTo>
                    <a:pt x="7240" y="4651"/>
                    <a:pt x="7298" y="4607"/>
                    <a:pt x="7317" y="4507"/>
                  </a:cubicBezTo>
                  <a:cubicBezTo>
                    <a:pt x="7371" y="4206"/>
                    <a:pt x="6885" y="2267"/>
                    <a:pt x="6325" y="1145"/>
                  </a:cubicBezTo>
                  <a:cubicBezTo>
                    <a:pt x="5941" y="378"/>
                    <a:pt x="5247" y="1"/>
                    <a:pt x="42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8" name="Google Shape;2258;p13"/>
            <p:cNvSpPr/>
            <p:nvPr/>
          </p:nvSpPr>
          <p:spPr>
            <a:xfrm>
              <a:off x="5869277" y="3491561"/>
              <a:ext cx="494079" cy="700016"/>
            </a:xfrm>
            <a:custGeom>
              <a:rect b="b" l="l" r="r" t="t"/>
              <a:pathLst>
                <a:path extrusionOk="0" h="7485" w="5283">
                  <a:moveTo>
                    <a:pt x="4542" y="0"/>
                  </a:moveTo>
                  <a:cubicBezTo>
                    <a:pt x="4542" y="0"/>
                    <a:pt x="4369" y="568"/>
                    <a:pt x="3135" y="1185"/>
                  </a:cubicBezTo>
                  <a:cubicBezTo>
                    <a:pt x="2735" y="1385"/>
                    <a:pt x="2264" y="1453"/>
                    <a:pt x="1811" y="1453"/>
                  </a:cubicBezTo>
                  <a:cubicBezTo>
                    <a:pt x="868" y="1453"/>
                    <a:pt x="1" y="1160"/>
                    <a:pt x="1" y="1160"/>
                  </a:cubicBezTo>
                  <a:lnTo>
                    <a:pt x="1" y="1160"/>
                  </a:lnTo>
                  <a:cubicBezTo>
                    <a:pt x="1" y="1160"/>
                    <a:pt x="1334" y="4961"/>
                    <a:pt x="1877" y="5479"/>
                  </a:cubicBezTo>
                  <a:cubicBezTo>
                    <a:pt x="2400" y="5978"/>
                    <a:pt x="3609" y="7485"/>
                    <a:pt x="4249" y="7485"/>
                  </a:cubicBezTo>
                  <a:cubicBezTo>
                    <a:pt x="4273" y="7485"/>
                    <a:pt x="4297" y="7482"/>
                    <a:pt x="4320" y="7478"/>
                  </a:cubicBezTo>
                  <a:cubicBezTo>
                    <a:pt x="4937" y="7355"/>
                    <a:pt x="5282" y="4986"/>
                    <a:pt x="5233" y="4072"/>
                  </a:cubicBezTo>
                  <a:cubicBezTo>
                    <a:pt x="5184" y="3159"/>
                    <a:pt x="4542" y="0"/>
                    <a:pt x="454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13"/>
            <p:cNvSpPr/>
            <p:nvPr/>
          </p:nvSpPr>
          <p:spPr>
            <a:xfrm>
              <a:off x="5862075" y="3473698"/>
              <a:ext cx="505396" cy="722368"/>
            </a:xfrm>
            <a:custGeom>
              <a:rect b="b" l="l" r="r" t="t"/>
              <a:pathLst>
                <a:path extrusionOk="0" h="7724" w="5404">
                  <a:moveTo>
                    <a:pt x="4601" y="339"/>
                  </a:moveTo>
                  <a:cubicBezTo>
                    <a:pt x="4724" y="957"/>
                    <a:pt x="5220" y="3476"/>
                    <a:pt x="5263" y="4266"/>
                  </a:cubicBezTo>
                  <a:cubicBezTo>
                    <a:pt x="5317" y="5275"/>
                    <a:pt x="4938" y="7513"/>
                    <a:pt x="4387" y="7623"/>
                  </a:cubicBezTo>
                  <a:cubicBezTo>
                    <a:pt x="4367" y="7627"/>
                    <a:pt x="4346" y="7629"/>
                    <a:pt x="4324" y="7629"/>
                  </a:cubicBezTo>
                  <a:cubicBezTo>
                    <a:pt x="3856" y="7629"/>
                    <a:pt x="3013" y="6723"/>
                    <a:pt x="2447" y="6116"/>
                  </a:cubicBezTo>
                  <a:cubicBezTo>
                    <a:pt x="2266" y="5921"/>
                    <a:pt x="2109" y="5752"/>
                    <a:pt x="1987" y="5635"/>
                  </a:cubicBezTo>
                  <a:cubicBezTo>
                    <a:pt x="1504" y="5176"/>
                    <a:pt x="361" y="2005"/>
                    <a:pt x="156" y="1425"/>
                  </a:cubicBezTo>
                  <a:lnTo>
                    <a:pt x="156" y="1425"/>
                  </a:lnTo>
                  <a:cubicBezTo>
                    <a:pt x="405" y="1501"/>
                    <a:pt x="1117" y="1694"/>
                    <a:pt x="1883" y="1694"/>
                  </a:cubicBezTo>
                  <a:cubicBezTo>
                    <a:pt x="2343" y="1694"/>
                    <a:pt x="2823" y="1624"/>
                    <a:pt x="3234" y="1419"/>
                  </a:cubicBezTo>
                  <a:cubicBezTo>
                    <a:pt x="4131" y="970"/>
                    <a:pt x="4476" y="547"/>
                    <a:pt x="4601" y="339"/>
                  </a:cubicBezTo>
                  <a:close/>
                  <a:moveTo>
                    <a:pt x="4629" y="0"/>
                  </a:moveTo>
                  <a:lnTo>
                    <a:pt x="4573" y="177"/>
                  </a:lnTo>
                  <a:cubicBezTo>
                    <a:pt x="4572" y="182"/>
                    <a:pt x="4386" y="735"/>
                    <a:pt x="3191" y="1333"/>
                  </a:cubicBezTo>
                  <a:cubicBezTo>
                    <a:pt x="2801" y="1528"/>
                    <a:pt x="2338" y="1594"/>
                    <a:pt x="1892" y="1594"/>
                  </a:cubicBezTo>
                  <a:cubicBezTo>
                    <a:pt x="965" y="1594"/>
                    <a:pt x="106" y="1310"/>
                    <a:pt x="94" y="1306"/>
                  </a:cubicBezTo>
                  <a:lnTo>
                    <a:pt x="0" y="1274"/>
                  </a:lnTo>
                  <a:lnTo>
                    <a:pt x="33" y="1367"/>
                  </a:lnTo>
                  <a:cubicBezTo>
                    <a:pt x="87" y="1523"/>
                    <a:pt x="1376" y="5184"/>
                    <a:pt x="1921" y="5705"/>
                  </a:cubicBezTo>
                  <a:cubicBezTo>
                    <a:pt x="2041" y="5820"/>
                    <a:pt x="2196" y="5987"/>
                    <a:pt x="2377" y="6181"/>
                  </a:cubicBezTo>
                  <a:cubicBezTo>
                    <a:pt x="2989" y="6837"/>
                    <a:pt x="3814" y="7723"/>
                    <a:pt x="4329" y="7723"/>
                  </a:cubicBezTo>
                  <a:cubicBezTo>
                    <a:pt x="4355" y="7723"/>
                    <a:pt x="4381" y="7721"/>
                    <a:pt x="4406" y="7716"/>
                  </a:cubicBezTo>
                  <a:cubicBezTo>
                    <a:pt x="5091" y="7580"/>
                    <a:pt x="5403" y="5091"/>
                    <a:pt x="5358" y="4261"/>
                  </a:cubicBezTo>
                  <a:cubicBezTo>
                    <a:pt x="5309" y="3354"/>
                    <a:pt x="4672" y="213"/>
                    <a:pt x="4666" y="182"/>
                  </a:cubicBezTo>
                  <a:lnTo>
                    <a:pt x="46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0" name="Google Shape;2260;p13"/>
            <p:cNvSpPr/>
            <p:nvPr/>
          </p:nvSpPr>
          <p:spPr>
            <a:xfrm>
              <a:off x="5869277" y="3518963"/>
              <a:ext cx="407758" cy="333034"/>
            </a:xfrm>
            <a:custGeom>
              <a:rect b="b" l="l" r="r" t="t"/>
              <a:pathLst>
                <a:path extrusionOk="0" h="3561" w="4360">
                  <a:moveTo>
                    <a:pt x="4360" y="0"/>
                  </a:moveTo>
                  <a:cubicBezTo>
                    <a:pt x="4177" y="224"/>
                    <a:pt x="3819" y="550"/>
                    <a:pt x="3135" y="892"/>
                  </a:cubicBezTo>
                  <a:cubicBezTo>
                    <a:pt x="2735" y="1092"/>
                    <a:pt x="2264" y="1160"/>
                    <a:pt x="1811" y="1160"/>
                  </a:cubicBezTo>
                  <a:cubicBezTo>
                    <a:pt x="868" y="1160"/>
                    <a:pt x="1" y="867"/>
                    <a:pt x="1" y="867"/>
                  </a:cubicBezTo>
                  <a:lnTo>
                    <a:pt x="1" y="867"/>
                  </a:lnTo>
                  <a:cubicBezTo>
                    <a:pt x="1" y="867"/>
                    <a:pt x="513" y="2328"/>
                    <a:pt x="1031" y="3560"/>
                  </a:cubicBezTo>
                  <a:cubicBezTo>
                    <a:pt x="1545" y="3353"/>
                    <a:pt x="2431" y="2897"/>
                    <a:pt x="3062" y="2052"/>
                  </a:cubicBezTo>
                  <a:cubicBezTo>
                    <a:pt x="3801" y="1060"/>
                    <a:pt x="4216" y="285"/>
                    <a:pt x="43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13"/>
            <p:cNvSpPr/>
            <p:nvPr/>
          </p:nvSpPr>
          <p:spPr>
            <a:xfrm>
              <a:off x="5862075" y="3484734"/>
              <a:ext cx="437124" cy="373061"/>
            </a:xfrm>
            <a:custGeom>
              <a:rect b="b" l="l" r="r" t="t"/>
              <a:pathLst>
                <a:path extrusionOk="0" h="3989" w="4674">
                  <a:moveTo>
                    <a:pt x="4236" y="643"/>
                  </a:moveTo>
                  <a:lnTo>
                    <a:pt x="4236" y="643"/>
                  </a:lnTo>
                  <a:cubicBezTo>
                    <a:pt x="4024" y="1027"/>
                    <a:pt x="3653" y="1647"/>
                    <a:pt x="3100" y="2389"/>
                  </a:cubicBezTo>
                  <a:cubicBezTo>
                    <a:pt x="2488" y="3211"/>
                    <a:pt x="1624" y="3661"/>
                    <a:pt x="1135" y="3865"/>
                  </a:cubicBezTo>
                  <a:cubicBezTo>
                    <a:pt x="702" y="2831"/>
                    <a:pt x="274" y="1641"/>
                    <a:pt x="156" y="1307"/>
                  </a:cubicBezTo>
                  <a:lnTo>
                    <a:pt x="156" y="1307"/>
                  </a:lnTo>
                  <a:cubicBezTo>
                    <a:pt x="405" y="1383"/>
                    <a:pt x="1117" y="1576"/>
                    <a:pt x="1883" y="1576"/>
                  </a:cubicBezTo>
                  <a:cubicBezTo>
                    <a:pt x="2343" y="1576"/>
                    <a:pt x="2823" y="1506"/>
                    <a:pt x="3234" y="1301"/>
                  </a:cubicBezTo>
                  <a:cubicBezTo>
                    <a:pt x="3705" y="1065"/>
                    <a:pt x="4023" y="835"/>
                    <a:pt x="4236" y="643"/>
                  </a:cubicBezTo>
                  <a:close/>
                  <a:moveTo>
                    <a:pt x="4674" y="1"/>
                  </a:moveTo>
                  <a:lnTo>
                    <a:pt x="4400" y="336"/>
                  </a:lnTo>
                  <a:cubicBezTo>
                    <a:pt x="4226" y="549"/>
                    <a:pt x="3874" y="873"/>
                    <a:pt x="3191" y="1215"/>
                  </a:cubicBezTo>
                  <a:cubicBezTo>
                    <a:pt x="2801" y="1410"/>
                    <a:pt x="2338" y="1476"/>
                    <a:pt x="1892" y="1476"/>
                  </a:cubicBezTo>
                  <a:cubicBezTo>
                    <a:pt x="965" y="1476"/>
                    <a:pt x="106" y="1192"/>
                    <a:pt x="94" y="1188"/>
                  </a:cubicBezTo>
                  <a:lnTo>
                    <a:pt x="0" y="1156"/>
                  </a:lnTo>
                  <a:lnTo>
                    <a:pt x="33" y="1249"/>
                  </a:lnTo>
                  <a:cubicBezTo>
                    <a:pt x="38" y="1263"/>
                    <a:pt x="551" y="2724"/>
                    <a:pt x="1064" y="3945"/>
                  </a:cubicBezTo>
                  <a:lnTo>
                    <a:pt x="1083" y="3988"/>
                  </a:lnTo>
                  <a:lnTo>
                    <a:pt x="1126" y="3971"/>
                  </a:lnTo>
                  <a:cubicBezTo>
                    <a:pt x="1615" y="3773"/>
                    <a:pt x="2531" y="3312"/>
                    <a:pt x="3177" y="2446"/>
                  </a:cubicBezTo>
                  <a:cubicBezTo>
                    <a:pt x="3916" y="1454"/>
                    <a:pt x="4334" y="676"/>
                    <a:pt x="4480" y="387"/>
                  </a:cubicBezTo>
                  <a:lnTo>
                    <a:pt x="467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p13"/>
            <p:cNvSpPr/>
            <p:nvPr/>
          </p:nvSpPr>
          <p:spPr>
            <a:xfrm>
              <a:off x="5698597" y="3382982"/>
              <a:ext cx="140751" cy="182649"/>
            </a:xfrm>
            <a:custGeom>
              <a:rect b="b" l="l" r="r" t="t"/>
              <a:pathLst>
                <a:path extrusionOk="0" h="1953" w="1505">
                  <a:moveTo>
                    <a:pt x="641" y="1"/>
                  </a:moveTo>
                  <a:cubicBezTo>
                    <a:pt x="641" y="1"/>
                    <a:pt x="0" y="50"/>
                    <a:pt x="123" y="643"/>
                  </a:cubicBezTo>
                  <a:cubicBezTo>
                    <a:pt x="247" y="1235"/>
                    <a:pt x="1012" y="1926"/>
                    <a:pt x="1258" y="1950"/>
                  </a:cubicBezTo>
                  <a:cubicBezTo>
                    <a:pt x="1273" y="1952"/>
                    <a:pt x="1287" y="1953"/>
                    <a:pt x="1300" y="1953"/>
                  </a:cubicBezTo>
                  <a:cubicBezTo>
                    <a:pt x="1505" y="1953"/>
                    <a:pt x="1505" y="1778"/>
                    <a:pt x="1505" y="1778"/>
                  </a:cubicBezTo>
                  <a:lnTo>
                    <a:pt x="64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13"/>
            <p:cNvSpPr/>
            <p:nvPr/>
          </p:nvSpPr>
          <p:spPr>
            <a:xfrm>
              <a:off x="5702058" y="3378306"/>
              <a:ext cx="141874" cy="191815"/>
            </a:xfrm>
            <a:custGeom>
              <a:rect b="b" l="l" r="r" t="t"/>
              <a:pathLst>
                <a:path extrusionOk="0" h="2051" w="1517">
                  <a:moveTo>
                    <a:pt x="577" y="103"/>
                  </a:moveTo>
                  <a:lnTo>
                    <a:pt x="1420" y="1837"/>
                  </a:lnTo>
                  <a:cubicBezTo>
                    <a:pt x="1417" y="1855"/>
                    <a:pt x="1409" y="1892"/>
                    <a:pt x="1379" y="1920"/>
                  </a:cubicBezTo>
                  <a:cubicBezTo>
                    <a:pt x="1351" y="1943"/>
                    <a:pt x="1311" y="1955"/>
                    <a:pt x="1261" y="1955"/>
                  </a:cubicBezTo>
                  <a:cubicBezTo>
                    <a:pt x="1250" y="1955"/>
                    <a:pt x="1238" y="1954"/>
                    <a:pt x="1226" y="1953"/>
                  </a:cubicBezTo>
                  <a:cubicBezTo>
                    <a:pt x="1008" y="1931"/>
                    <a:pt x="255" y="1266"/>
                    <a:pt x="133" y="682"/>
                  </a:cubicBezTo>
                  <a:cubicBezTo>
                    <a:pt x="100" y="529"/>
                    <a:pt x="121" y="401"/>
                    <a:pt x="194" y="304"/>
                  </a:cubicBezTo>
                  <a:cubicBezTo>
                    <a:pt x="303" y="160"/>
                    <a:pt x="499" y="115"/>
                    <a:pt x="577" y="103"/>
                  </a:cubicBezTo>
                  <a:close/>
                  <a:moveTo>
                    <a:pt x="634" y="0"/>
                  </a:moveTo>
                  <a:lnTo>
                    <a:pt x="601" y="4"/>
                  </a:lnTo>
                  <a:cubicBezTo>
                    <a:pt x="587" y="5"/>
                    <a:pt x="280" y="31"/>
                    <a:pt x="118" y="246"/>
                  </a:cubicBezTo>
                  <a:cubicBezTo>
                    <a:pt x="28" y="367"/>
                    <a:pt x="1" y="520"/>
                    <a:pt x="40" y="702"/>
                  </a:cubicBezTo>
                  <a:cubicBezTo>
                    <a:pt x="163" y="1301"/>
                    <a:pt x="943" y="2021"/>
                    <a:pt x="1217" y="2049"/>
                  </a:cubicBezTo>
                  <a:cubicBezTo>
                    <a:pt x="1233" y="2050"/>
                    <a:pt x="1247" y="2051"/>
                    <a:pt x="1263" y="2051"/>
                  </a:cubicBezTo>
                  <a:cubicBezTo>
                    <a:pt x="1338" y="2051"/>
                    <a:pt x="1399" y="2031"/>
                    <a:pt x="1443" y="1990"/>
                  </a:cubicBezTo>
                  <a:cubicBezTo>
                    <a:pt x="1515" y="1925"/>
                    <a:pt x="1516" y="1831"/>
                    <a:pt x="1516" y="1828"/>
                  </a:cubicBezTo>
                  <a:lnTo>
                    <a:pt x="1516" y="1817"/>
                  </a:lnTo>
                  <a:lnTo>
                    <a:pt x="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13"/>
            <p:cNvSpPr/>
            <p:nvPr/>
          </p:nvSpPr>
          <p:spPr>
            <a:xfrm>
              <a:off x="6255245" y="3267950"/>
              <a:ext cx="98853" cy="197894"/>
            </a:xfrm>
            <a:custGeom>
              <a:rect b="b" l="l" r="r" t="t"/>
              <a:pathLst>
                <a:path extrusionOk="0" h="2116" w="1057">
                  <a:moveTo>
                    <a:pt x="363" y="1"/>
                  </a:moveTo>
                  <a:cubicBezTo>
                    <a:pt x="170" y="1"/>
                    <a:pt x="1" y="108"/>
                    <a:pt x="1" y="108"/>
                  </a:cubicBezTo>
                  <a:lnTo>
                    <a:pt x="373" y="2048"/>
                  </a:lnTo>
                  <a:cubicBezTo>
                    <a:pt x="373" y="2048"/>
                    <a:pt x="424" y="2116"/>
                    <a:pt x="510" y="2116"/>
                  </a:cubicBezTo>
                  <a:cubicBezTo>
                    <a:pt x="555" y="2116"/>
                    <a:pt x="611" y="2097"/>
                    <a:pt x="675" y="2039"/>
                  </a:cubicBezTo>
                  <a:cubicBezTo>
                    <a:pt x="857" y="1871"/>
                    <a:pt x="1057" y="859"/>
                    <a:pt x="801" y="312"/>
                  </a:cubicBezTo>
                  <a:cubicBezTo>
                    <a:pt x="687" y="68"/>
                    <a:pt x="517"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13"/>
            <p:cNvSpPr/>
            <p:nvPr/>
          </p:nvSpPr>
          <p:spPr>
            <a:xfrm>
              <a:off x="6250382" y="3263461"/>
              <a:ext cx="108018" cy="206872"/>
            </a:xfrm>
            <a:custGeom>
              <a:rect b="b" l="l" r="r" t="t"/>
              <a:pathLst>
                <a:path extrusionOk="0" h="2212" w="1155">
                  <a:moveTo>
                    <a:pt x="415" y="97"/>
                  </a:moveTo>
                  <a:cubicBezTo>
                    <a:pt x="454" y="97"/>
                    <a:pt x="494" y="101"/>
                    <a:pt x="534" y="113"/>
                  </a:cubicBezTo>
                  <a:cubicBezTo>
                    <a:pt x="650" y="147"/>
                    <a:pt x="742" y="237"/>
                    <a:pt x="809" y="379"/>
                  </a:cubicBezTo>
                  <a:cubicBezTo>
                    <a:pt x="1060" y="919"/>
                    <a:pt x="856" y="1903"/>
                    <a:pt x="694" y="2051"/>
                  </a:cubicBezTo>
                  <a:cubicBezTo>
                    <a:pt x="648" y="2094"/>
                    <a:pt x="603" y="2116"/>
                    <a:pt x="563" y="2116"/>
                  </a:cubicBezTo>
                  <a:cubicBezTo>
                    <a:pt x="559" y="2116"/>
                    <a:pt x="556" y="2115"/>
                    <a:pt x="552" y="2115"/>
                  </a:cubicBezTo>
                  <a:cubicBezTo>
                    <a:pt x="511" y="2112"/>
                    <a:pt x="482" y="2087"/>
                    <a:pt x="469" y="2074"/>
                  </a:cubicBezTo>
                  <a:lnTo>
                    <a:pt x="106" y="180"/>
                  </a:lnTo>
                  <a:cubicBezTo>
                    <a:pt x="160" y="152"/>
                    <a:pt x="282" y="97"/>
                    <a:pt x="415" y="97"/>
                  </a:cubicBezTo>
                  <a:close/>
                  <a:moveTo>
                    <a:pt x="415" y="1"/>
                  </a:moveTo>
                  <a:cubicBezTo>
                    <a:pt x="211" y="1"/>
                    <a:pt x="36" y="109"/>
                    <a:pt x="28" y="115"/>
                  </a:cubicBezTo>
                  <a:lnTo>
                    <a:pt x="0" y="133"/>
                  </a:lnTo>
                  <a:lnTo>
                    <a:pt x="378" y="2105"/>
                  </a:lnTo>
                  <a:lnTo>
                    <a:pt x="387" y="2125"/>
                  </a:lnTo>
                  <a:cubicBezTo>
                    <a:pt x="389" y="2128"/>
                    <a:pt x="445" y="2201"/>
                    <a:pt x="542" y="2211"/>
                  </a:cubicBezTo>
                  <a:cubicBezTo>
                    <a:pt x="549" y="2212"/>
                    <a:pt x="556" y="2212"/>
                    <a:pt x="562" y="2212"/>
                  </a:cubicBezTo>
                  <a:cubicBezTo>
                    <a:pt x="628" y="2212"/>
                    <a:pt x="694" y="2181"/>
                    <a:pt x="759" y="2121"/>
                  </a:cubicBezTo>
                  <a:cubicBezTo>
                    <a:pt x="962" y="1937"/>
                    <a:pt x="1155" y="893"/>
                    <a:pt x="896" y="339"/>
                  </a:cubicBezTo>
                  <a:cubicBezTo>
                    <a:pt x="817" y="170"/>
                    <a:pt x="703" y="63"/>
                    <a:pt x="560" y="21"/>
                  </a:cubicBezTo>
                  <a:cubicBezTo>
                    <a:pt x="511" y="6"/>
                    <a:pt x="462" y="1"/>
                    <a:pt x="4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13"/>
            <p:cNvSpPr/>
            <p:nvPr/>
          </p:nvSpPr>
          <p:spPr>
            <a:xfrm>
              <a:off x="5670821" y="2943335"/>
              <a:ext cx="641751" cy="772028"/>
            </a:xfrm>
            <a:custGeom>
              <a:rect b="b" l="l" r="r" t="t"/>
              <a:pathLst>
                <a:path extrusionOk="0" h="8255" w="6862">
                  <a:moveTo>
                    <a:pt x="4063" y="1"/>
                  </a:moveTo>
                  <a:cubicBezTo>
                    <a:pt x="3995" y="1"/>
                    <a:pt x="3924" y="4"/>
                    <a:pt x="3850" y="12"/>
                  </a:cubicBezTo>
                  <a:cubicBezTo>
                    <a:pt x="3691" y="30"/>
                    <a:pt x="3479" y="34"/>
                    <a:pt x="3241" y="34"/>
                  </a:cubicBezTo>
                  <a:cubicBezTo>
                    <a:pt x="3073" y="34"/>
                    <a:pt x="2893" y="32"/>
                    <a:pt x="2710" y="32"/>
                  </a:cubicBezTo>
                  <a:cubicBezTo>
                    <a:pt x="2066" y="32"/>
                    <a:pt x="1389" y="55"/>
                    <a:pt x="1111" y="260"/>
                  </a:cubicBezTo>
                  <a:cubicBezTo>
                    <a:pt x="642" y="605"/>
                    <a:pt x="518" y="1049"/>
                    <a:pt x="568" y="1593"/>
                  </a:cubicBezTo>
                  <a:cubicBezTo>
                    <a:pt x="568" y="1593"/>
                    <a:pt x="0" y="2925"/>
                    <a:pt x="148" y="3296"/>
                  </a:cubicBezTo>
                  <a:cubicBezTo>
                    <a:pt x="297" y="3665"/>
                    <a:pt x="938" y="4702"/>
                    <a:pt x="938" y="4702"/>
                  </a:cubicBezTo>
                  <a:cubicBezTo>
                    <a:pt x="938" y="4702"/>
                    <a:pt x="1703" y="6923"/>
                    <a:pt x="2197" y="7343"/>
                  </a:cubicBezTo>
                  <a:cubicBezTo>
                    <a:pt x="2640" y="7719"/>
                    <a:pt x="3519" y="8254"/>
                    <a:pt x="4389" y="8254"/>
                  </a:cubicBezTo>
                  <a:cubicBezTo>
                    <a:pt x="4490" y="8254"/>
                    <a:pt x="4590" y="8247"/>
                    <a:pt x="4690" y="8232"/>
                  </a:cubicBezTo>
                  <a:cubicBezTo>
                    <a:pt x="5652" y="8084"/>
                    <a:pt x="6812" y="7294"/>
                    <a:pt x="6836" y="6109"/>
                  </a:cubicBezTo>
                  <a:cubicBezTo>
                    <a:pt x="6862" y="4924"/>
                    <a:pt x="4985" y="235"/>
                    <a:pt x="4985" y="235"/>
                  </a:cubicBezTo>
                  <a:cubicBezTo>
                    <a:pt x="4985" y="235"/>
                    <a:pt x="4614" y="1"/>
                    <a:pt x="406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7" name="Google Shape;2267;p13"/>
            <p:cNvSpPr/>
            <p:nvPr/>
          </p:nvSpPr>
          <p:spPr>
            <a:xfrm>
              <a:off x="5666706" y="2938846"/>
              <a:ext cx="650355" cy="780913"/>
            </a:xfrm>
            <a:custGeom>
              <a:rect b="b" l="l" r="r" t="t"/>
              <a:pathLst>
                <a:path extrusionOk="0" h="8350" w="6954">
                  <a:moveTo>
                    <a:pt x="4109" y="97"/>
                  </a:moveTo>
                  <a:cubicBezTo>
                    <a:pt x="4582" y="97"/>
                    <a:pt x="4923" y="276"/>
                    <a:pt x="4992" y="315"/>
                  </a:cubicBezTo>
                  <a:cubicBezTo>
                    <a:pt x="5109" y="610"/>
                    <a:pt x="6856" y="5028"/>
                    <a:pt x="6833" y="6156"/>
                  </a:cubicBezTo>
                  <a:cubicBezTo>
                    <a:pt x="6810" y="7256"/>
                    <a:pt x="5744" y="8075"/>
                    <a:pt x="4726" y="8231"/>
                  </a:cubicBezTo>
                  <a:cubicBezTo>
                    <a:pt x="4630" y="8246"/>
                    <a:pt x="4533" y="8253"/>
                    <a:pt x="4435" y="8253"/>
                  </a:cubicBezTo>
                  <a:cubicBezTo>
                    <a:pt x="3571" y="8253"/>
                    <a:pt x="2690" y="7709"/>
                    <a:pt x="2272" y="7354"/>
                  </a:cubicBezTo>
                  <a:cubicBezTo>
                    <a:pt x="1794" y="6948"/>
                    <a:pt x="1035" y="4756"/>
                    <a:pt x="1027" y="4734"/>
                  </a:cubicBezTo>
                  <a:lnTo>
                    <a:pt x="1023" y="4725"/>
                  </a:lnTo>
                  <a:cubicBezTo>
                    <a:pt x="1017" y="4714"/>
                    <a:pt x="382" y="3688"/>
                    <a:pt x="237" y="3326"/>
                  </a:cubicBezTo>
                  <a:cubicBezTo>
                    <a:pt x="122" y="3037"/>
                    <a:pt x="501" y="2025"/>
                    <a:pt x="656" y="1659"/>
                  </a:cubicBezTo>
                  <a:lnTo>
                    <a:pt x="661" y="1648"/>
                  </a:lnTo>
                  <a:lnTo>
                    <a:pt x="660" y="1635"/>
                  </a:lnTo>
                  <a:cubicBezTo>
                    <a:pt x="607" y="1050"/>
                    <a:pt x="768" y="652"/>
                    <a:pt x="1184" y="346"/>
                  </a:cubicBezTo>
                  <a:cubicBezTo>
                    <a:pt x="1450" y="149"/>
                    <a:pt x="2132" y="127"/>
                    <a:pt x="2759" y="127"/>
                  </a:cubicBezTo>
                  <a:cubicBezTo>
                    <a:pt x="2852" y="127"/>
                    <a:pt x="2943" y="128"/>
                    <a:pt x="3033" y="128"/>
                  </a:cubicBezTo>
                  <a:cubicBezTo>
                    <a:pt x="3119" y="129"/>
                    <a:pt x="3205" y="129"/>
                    <a:pt x="3288" y="129"/>
                  </a:cubicBezTo>
                  <a:cubicBezTo>
                    <a:pt x="3525" y="129"/>
                    <a:pt x="3740" y="126"/>
                    <a:pt x="3900" y="109"/>
                  </a:cubicBezTo>
                  <a:cubicBezTo>
                    <a:pt x="3972" y="100"/>
                    <a:pt x="4042" y="97"/>
                    <a:pt x="4109" y="97"/>
                  </a:cubicBezTo>
                  <a:close/>
                  <a:moveTo>
                    <a:pt x="4110" y="1"/>
                  </a:moveTo>
                  <a:cubicBezTo>
                    <a:pt x="4039" y="1"/>
                    <a:pt x="3965" y="5"/>
                    <a:pt x="3889" y="13"/>
                  </a:cubicBezTo>
                  <a:cubicBezTo>
                    <a:pt x="3733" y="30"/>
                    <a:pt x="3521" y="34"/>
                    <a:pt x="3286" y="34"/>
                  </a:cubicBezTo>
                  <a:cubicBezTo>
                    <a:pt x="3204" y="34"/>
                    <a:pt x="3119" y="34"/>
                    <a:pt x="3033" y="33"/>
                  </a:cubicBezTo>
                  <a:cubicBezTo>
                    <a:pt x="2937" y="32"/>
                    <a:pt x="2839" y="32"/>
                    <a:pt x="2741" y="32"/>
                  </a:cubicBezTo>
                  <a:cubicBezTo>
                    <a:pt x="2086" y="32"/>
                    <a:pt x="1415" y="56"/>
                    <a:pt x="1127" y="269"/>
                  </a:cubicBezTo>
                  <a:cubicBezTo>
                    <a:pt x="690" y="591"/>
                    <a:pt x="511" y="1025"/>
                    <a:pt x="563" y="1632"/>
                  </a:cubicBezTo>
                  <a:cubicBezTo>
                    <a:pt x="505" y="1772"/>
                    <a:pt x="0" y="2991"/>
                    <a:pt x="148" y="3361"/>
                  </a:cubicBezTo>
                  <a:cubicBezTo>
                    <a:pt x="293" y="3722"/>
                    <a:pt x="887" y="4686"/>
                    <a:pt x="939" y="4771"/>
                  </a:cubicBezTo>
                  <a:cubicBezTo>
                    <a:pt x="990" y="4917"/>
                    <a:pt x="1719" y="7010"/>
                    <a:pt x="2210" y="7428"/>
                  </a:cubicBezTo>
                  <a:cubicBezTo>
                    <a:pt x="2737" y="7875"/>
                    <a:pt x="3600" y="8350"/>
                    <a:pt x="4432" y="8350"/>
                  </a:cubicBezTo>
                  <a:cubicBezTo>
                    <a:pt x="4536" y="8350"/>
                    <a:pt x="4639" y="8343"/>
                    <a:pt x="4741" y="8327"/>
                  </a:cubicBezTo>
                  <a:cubicBezTo>
                    <a:pt x="5798" y="8164"/>
                    <a:pt x="6905" y="7308"/>
                    <a:pt x="6929" y="6158"/>
                  </a:cubicBezTo>
                  <a:cubicBezTo>
                    <a:pt x="6954" y="4977"/>
                    <a:pt x="5151" y="457"/>
                    <a:pt x="5075" y="265"/>
                  </a:cubicBezTo>
                  <a:lnTo>
                    <a:pt x="5068" y="250"/>
                  </a:lnTo>
                  <a:lnTo>
                    <a:pt x="5056" y="243"/>
                  </a:lnTo>
                  <a:cubicBezTo>
                    <a:pt x="5038" y="232"/>
                    <a:pt x="4665" y="1"/>
                    <a:pt x="41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13"/>
            <p:cNvSpPr/>
            <p:nvPr/>
          </p:nvSpPr>
          <p:spPr>
            <a:xfrm>
              <a:off x="5640894" y="2773405"/>
              <a:ext cx="570113" cy="609673"/>
            </a:xfrm>
            <a:custGeom>
              <a:rect b="b" l="l" r="r" t="t"/>
              <a:pathLst>
                <a:path extrusionOk="0" h="6519" w="6096">
                  <a:moveTo>
                    <a:pt x="2994" y="1"/>
                  </a:moveTo>
                  <a:cubicBezTo>
                    <a:pt x="2915" y="1"/>
                    <a:pt x="2823" y="17"/>
                    <a:pt x="2715" y="53"/>
                  </a:cubicBezTo>
                  <a:cubicBezTo>
                    <a:pt x="1974" y="299"/>
                    <a:pt x="395" y="1188"/>
                    <a:pt x="666" y="3039"/>
                  </a:cubicBezTo>
                  <a:cubicBezTo>
                    <a:pt x="666" y="3039"/>
                    <a:pt x="0" y="4076"/>
                    <a:pt x="73" y="4594"/>
                  </a:cubicBezTo>
                  <a:cubicBezTo>
                    <a:pt x="148" y="5113"/>
                    <a:pt x="1258" y="6519"/>
                    <a:pt x="1258" y="6519"/>
                  </a:cubicBezTo>
                  <a:cubicBezTo>
                    <a:pt x="1258" y="6519"/>
                    <a:pt x="716" y="5211"/>
                    <a:pt x="864" y="4717"/>
                  </a:cubicBezTo>
                  <a:cubicBezTo>
                    <a:pt x="1012" y="4224"/>
                    <a:pt x="1258" y="4001"/>
                    <a:pt x="1209" y="3558"/>
                  </a:cubicBezTo>
                  <a:cubicBezTo>
                    <a:pt x="1160" y="3113"/>
                    <a:pt x="962" y="3113"/>
                    <a:pt x="1061" y="2866"/>
                  </a:cubicBezTo>
                  <a:cubicBezTo>
                    <a:pt x="1136" y="2678"/>
                    <a:pt x="1039" y="2446"/>
                    <a:pt x="1385" y="2446"/>
                  </a:cubicBezTo>
                  <a:cubicBezTo>
                    <a:pt x="1492" y="2446"/>
                    <a:pt x="1641" y="2468"/>
                    <a:pt x="1851" y="2521"/>
                  </a:cubicBezTo>
                  <a:cubicBezTo>
                    <a:pt x="2431" y="2666"/>
                    <a:pt x="3022" y="2801"/>
                    <a:pt x="3569" y="2801"/>
                  </a:cubicBezTo>
                  <a:cubicBezTo>
                    <a:pt x="3859" y="2801"/>
                    <a:pt x="4136" y="2763"/>
                    <a:pt x="4393" y="2669"/>
                  </a:cubicBezTo>
                  <a:cubicBezTo>
                    <a:pt x="5133" y="2397"/>
                    <a:pt x="6096" y="1608"/>
                    <a:pt x="5997" y="768"/>
                  </a:cubicBezTo>
                  <a:cubicBezTo>
                    <a:pt x="5942" y="298"/>
                    <a:pt x="5669" y="130"/>
                    <a:pt x="5357" y="130"/>
                  </a:cubicBezTo>
                  <a:cubicBezTo>
                    <a:pt x="5113" y="130"/>
                    <a:pt x="4845" y="233"/>
                    <a:pt x="4639" y="374"/>
                  </a:cubicBezTo>
                  <a:cubicBezTo>
                    <a:pt x="4284" y="617"/>
                    <a:pt x="4255" y="960"/>
                    <a:pt x="4078" y="960"/>
                  </a:cubicBezTo>
                  <a:cubicBezTo>
                    <a:pt x="4022" y="960"/>
                    <a:pt x="3951" y="925"/>
                    <a:pt x="3850" y="842"/>
                  </a:cubicBezTo>
                  <a:cubicBezTo>
                    <a:pt x="3492" y="547"/>
                    <a:pt x="3457" y="1"/>
                    <a:pt x="29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13"/>
            <p:cNvSpPr/>
            <p:nvPr/>
          </p:nvSpPr>
          <p:spPr>
            <a:xfrm>
              <a:off x="5636592" y="2769010"/>
              <a:ext cx="579372" cy="642219"/>
            </a:xfrm>
            <a:custGeom>
              <a:rect b="b" l="l" r="r" t="t"/>
              <a:pathLst>
                <a:path extrusionOk="0" h="6867" w="6195">
                  <a:moveTo>
                    <a:pt x="3039" y="96"/>
                  </a:moveTo>
                  <a:cubicBezTo>
                    <a:pt x="3298" y="96"/>
                    <a:pt x="3408" y="282"/>
                    <a:pt x="3541" y="506"/>
                  </a:cubicBezTo>
                  <a:cubicBezTo>
                    <a:pt x="3630" y="654"/>
                    <a:pt x="3721" y="807"/>
                    <a:pt x="3866" y="927"/>
                  </a:cubicBezTo>
                  <a:cubicBezTo>
                    <a:pt x="3972" y="1014"/>
                    <a:pt x="4053" y="1055"/>
                    <a:pt x="4123" y="1055"/>
                  </a:cubicBezTo>
                  <a:cubicBezTo>
                    <a:pt x="4133" y="1055"/>
                    <a:pt x="4143" y="1054"/>
                    <a:pt x="4152" y="1053"/>
                  </a:cubicBezTo>
                  <a:cubicBezTo>
                    <a:pt x="4247" y="1038"/>
                    <a:pt x="4301" y="952"/>
                    <a:pt x="4370" y="842"/>
                  </a:cubicBezTo>
                  <a:cubicBezTo>
                    <a:pt x="4445" y="725"/>
                    <a:pt x="4537" y="580"/>
                    <a:pt x="4712" y="460"/>
                  </a:cubicBezTo>
                  <a:cubicBezTo>
                    <a:pt x="4906" y="327"/>
                    <a:pt x="5166" y="224"/>
                    <a:pt x="5402" y="224"/>
                  </a:cubicBezTo>
                  <a:cubicBezTo>
                    <a:pt x="5496" y="224"/>
                    <a:pt x="5586" y="240"/>
                    <a:pt x="5666" y="277"/>
                  </a:cubicBezTo>
                  <a:cubicBezTo>
                    <a:pt x="5852" y="361"/>
                    <a:pt x="5963" y="545"/>
                    <a:pt x="5996" y="821"/>
                  </a:cubicBezTo>
                  <a:cubicBezTo>
                    <a:pt x="6093" y="1654"/>
                    <a:pt x="5114" y="2417"/>
                    <a:pt x="4422" y="2671"/>
                  </a:cubicBezTo>
                  <a:cubicBezTo>
                    <a:pt x="4171" y="2763"/>
                    <a:pt x="3901" y="2800"/>
                    <a:pt x="3615" y="2800"/>
                  </a:cubicBezTo>
                  <a:cubicBezTo>
                    <a:pt x="3085" y="2800"/>
                    <a:pt x="2504" y="2670"/>
                    <a:pt x="1909" y="2522"/>
                  </a:cubicBezTo>
                  <a:cubicBezTo>
                    <a:pt x="1706" y="2471"/>
                    <a:pt x="1550" y="2445"/>
                    <a:pt x="1432" y="2445"/>
                  </a:cubicBezTo>
                  <a:cubicBezTo>
                    <a:pt x="1334" y="2445"/>
                    <a:pt x="1262" y="2463"/>
                    <a:pt x="1211" y="2497"/>
                  </a:cubicBezTo>
                  <a:cubicBezTo>
                    <a:pt x="1122" y="2557"/>
                    <a:pt x="1108" y="2654"/>
                    <a:pt x="1095" y="2748"/>
                  </a:cubicBezTo>
                  <a:cubicBezTo>
                    <a:pt x="1088" y="2798"/>
                    <a:pt x="1081" y="2849"/>
                    <a:pt x="1063" y="2895"/>
                  </a:cubicBezTo>
                  <a:cubicBezTo>
                    <a:pt x="1002" y="3046"/>
                    <a:pt x="1041" y="3124"/>
                    <a:pt x="1091" y="3223"/>
                  </a:cubicBezTo>
                  <a:cubicBezTo>
                    <a:pt x="1133" y="3305"/>
                    <a:pt x="1186" y="3409"/>
                    <a:pt x="1208" y="3610"/>
                  </a:cubicBezTo>
                  <a:cubicBezTo>
                    <a:pt x="1237" y="3880"/>
                    <a:pt x="1153" y="4063"/>
                    <a:pt x="1046" y="4293"/>
                  </a:cubicBezTo>
                  <a:cubicBezTo>
                    <a:pt x="986" y="4423"/>
                    <a:pt x="918" y="4570"/>
                    <a:pt x="863" y="4750"/>
                  </a:cubicBezTo>
                  <a:cubicBezTo>
                    <a:pt x="756" y="5107"/>
                    <a:pt x="988" y="5850"/>
                    <a:pt x="1140" y="6273"/>
                  </a:cubicBezTo>
                  <a:cubicBezTo>
                    <a:pt x="819" y="5843"/>
                    <a:pt x="219" y="5000"/>
                    <a:pt x="167" y="4634"/>
                  </a:cubicBezTo>
                  <a:cubicBezTo>
                    <a:pt x="96" y="4140"/>
                    <a:pt x="746" y="3122"/>
                    <a:pt x="752" y="3112"/>
                  </a:cubicBezTo>
                  <a:lnTo>
                    <a:pt x="762" y="3097"/>
                  </a:lnTo>
                  <a:lnTo>
                    <a:pt x="760" y="3079"/>
                  </a:lnTo>
                  <a:cubicBezTo>
                    <a:pt x="452" y="983"/>
                    <a:pt x="2537" y="225"/>
                    <a:pt x="2775" y="145"/>
                  </a:cubicBezTo>
                  <a:cubicBezTo>
                    <a:pt x="2878" y="111"/>
                    <a:pt x="2964" y="96"/>
                    <a:pt x="3039" y="96"/>
                  </a:cubicBezTo>
                  <a:close/>
                  <a:moveTo>
                    <a:pt x="3038" y="0"/>
                  </a:moveTo>
                  <a:cubicBezTo>
                    <a:pt x="2954" y="0"/>
                    <a:pt x="2857" y="17"/>
                    <a:pt x="2745" y="55"/>
                  </a:cubicBezTo>
                  <a:cubicBezTo>
                    <a:pt x="2499" y="136"/>
                    <a:pt x="358" y="915"/>
                    <a:pt x="662" y="3076"/>
                  </a:cubicBezTo>
                  <a:cubicBezTo>
                    <a:pt x="576" y="3211"/>
                    <a:pt x="1" y="4146"/>
                    <a:pt x="72" y="4648"/>
                  </a:cubicBezTo>
                  <a:cubicBezTo>
                    <a:pt x="147" y="5172"/>
                    <a:pt x="1221" y="6537"/>
                    <a:pt x="1266" y="6596"/>
                  </a:cubicBezTo>
                  <a:lnTo>
                    <a:pt x="1482" y="6867"/>
                  </a:lnTo>
                  <a:lnTo>
                    <a:pt x="1348" y="6548"/>
                  </a:lnTo>
                  <a:cubicBezTo>
                    <a:pt x="1343" y="6534"/>
                    <a:pt x="813" y="5250"/>
                    <a:pt x="955" y="4778"/>
                  </a:cubicBezTo>
                  <a:cubicBezTo>
                    <a:pt x="1007" y="4603"/>
                    <a:pt x="1071" y="4466"/>
                    <a:pt x="1132" y="4334"/>
                  </a:cubicBezTo>
                  <a:cubicBezTo>
                    <a:pt x="1241" y="4099"/>
                    <a:pt x="1336" y="3896"/>
                    <a:pt x="1302" y="3599"/>
                  </a:cubicBezTo>
                  <a:cubicBezTo>
                    <a:pt x="1278" y="3382"/>
                    <a:pt x="1219" y="3265"/>
                    <a:pt x="1176" y="3180"/>
                  </a:cubicBezTo>
                  <a:cubicBezTo>
                    <a:pt x="1130" y="3088"/>
                    <a:pt x="1107" y="3042"/>
                    <a:pt x="1151" y="2931"/>
                  </a:cubicBezTo>
                  <a:cubicBezTo>
                    <a:pt x="1174" y="2874"/>
                    <a:pt x="1182" y="2814"/>
                    <a:pt x="1190" y="2761"/>
                  </a:cubicBezTo>
                  <a:cubicBezTo>
                    <a:pt x="1202" y="2669"/>
                    <a:pt x="1213" y="2611"/>
                    <a:pt x="1264" y="2576"/>
                  </a:cubicBezTo>
                  <a:cubicBezTo>
                    <a:pt x="1299" y="2552"/>
                    <a:pt x="1354" y="2541"/>
                    <a:pt x="1430" y="2541"/>
                  </a:cubicBezTo>
                  <a:cubicBezTo>
                    <a:pt x="1538" y="2541"/>
                    <a:pt x="1689" y="2565"/>
                    <a:pt x="1884" y="2614"/>
                  </a:cubicBezTo>
                  <a:cubicBezTo>
                    <a:pt x="2487" y="2765"/>
                    <a:pt x="3075" y="2896"/>
                    <a:pt x="3617" y="2896"/>
                  </a:cubicBezTo>
                  <a:cubicBezTo>
                    <a:pt x="3912" y="2896"/>
                    <a:pt x="4193" y="2857"/>
                    <a:pt x="4455" y="2761"/>
                  </a:cubicBezTo>
                  <a:cubicBezTo>
                    <a:pt x="5176" y="2496"/>
                    <a:pt x="6194" y="1694"/>
                    <a:pt x="6090" y="810"/>
                  </a:cubicBezTo>
                  <a:cubicBezTo>
                    <a:pt x="6045" y="422"/>
                    <a:pt x="5856" y="258"/>
                    <a:pt x="5705" y="190"/>
                  </a:cubicBezTo>
                  <a:cubicBezTo>
                    <a:pt x="5613" y="148"/>
                    <a:pt x="5511" y="130"/>
                    <a:pt x="5405" y="130"/>
                  </a:cubicBezTo>
                  <a:cubicBezTo>
                    <a:pt x="5146" y="130"/>
                    <a:pt x="4865" y="239"/>
                    <a:pt x="4659" y="381"/>
                  </a:cubicBezTo>
                  <a:cubicBezTo>
                    <a:pt x="4467" y="512"/>
                    <a:pt x="4364" y="674"/>
                    <a:pt x="4290" y="791"/>
                  </a:cubicBezTo>
                  <a:cubicBezTo>
                    <a:pt x="4231" y="884"/>
                    <a:pt x="4189" y="950"/>
                    <a:pt x="4136" y="958"/>
                  </a:cubicBezTo>
                  <a:cubicBezTo>
                    <a:pt x="4132" y="959"/>
                    <a:pt x="4128" y="959"/>
                    <a:pt x="4124" y="959"/>
                  </a:cubicBezTo>
                  <a:cubicBezTo>
                    <a:pt x="4078" y="959"/>
                    <a:pt x="4014" y="924"/>
                    <a:pt x="3926" y="852"/>
                  </a:cubicBezTo>
                  <a:cubicBezTo>
                    <a:pt x="3794" y="744"/>
                    <a:pt x="3707" y="598"/>
                    <a:pt x="3623" y="457"/>
                  </a:cubicBezTo>
                  <a:cubicBezTo>
                    <a:pt x="3490" y="232"/>
                    <a:pt x="3352" y="0"/>
                    <a:pt x="30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p13"/>
            <p:cNvSpPr/>
            <p:nvPr/>
          </p:nvSpPr>
          <p:spPr>
            <a:xfrm>
              <a:off x="6137032" y="2965219"/>
              <a:ext cx="154780" cy="334811"/>
            </a:xfrm>
            <a:custGeom>
              <a:rect b="b" l="l" r="r" t="t"/>
              <a:pathLst>
                <a:path extrusionOk="0" h="3580" w="1655">
                  <a:moveTo>
                    <a:pt x="0" y="1"/>
                  </a:moveTo>
                  <a:cubicBezTo>
                    <a:pt x="1" y="1"/>
                    <a:pt x="865" y="2494"/>
                    <a:pt x="1037" y="2839"/>
                  </a:cubicBezTo>
                  <a:cubicBezTo>
                    <a:pt x="1210" y="3184"/>
                    <a:pt x="1309" y="3580"/>
                    <a:pt x="1309" y="3580"/>
                  </a:cubicBezTo>
                  <a:cubicBezTo>
                    <a:pt x="1309" y="3580"/>
                    <a:pt x="1654" y="2469"/>
                    <a:pt x="1433" y="1729"/>
                  </a:cubicBezTo>
                  <a:cubicBezTo>
                    <a:pt x="1210" y="988"/>
                    <a:pt x="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13"/>
            <p:cNvSpPr/>
            <p:nvPr/>
          </p:nvSpPr>
          <p:spPr>
            <a:xfrm>
              <a:off x="6127680" y="2951752"/>
              <a:ext cx="168621" cy="364831"/>
            </a:xfrm>
            <a:custGeom>
              <a:rect b="b" l="l" r="r" t="t"/>
              <a:pathLst>
                <a:path extrusionOk="0" h="3901" w="1803">
                  <a:moveTo>
                    <a:pt x="204" y="296"/>
                  </a:moveTo>
                  <a:cubicBezTo>
                    <a:pt x="523" y="576"/>
                    <a:pt x="1315" y="1314"/>
                    <a:pt x="1487" y="1887"/>
                  </a:cubicBezTo>
                  <a:cubicBezTo>
                    <a:pt x="1652" y="2438"/>
                    <a:pt x="1493" y="3212"/>
                    <a:pt x="1408" y="3546"/>
                  </a:cubicBezTo>
                  <a:cubicBezTo>
                    <a:pt x="1363" y="3397"/>
                    <a:pt x="1285" y="3172"/>
                    <a:pt x="1180" y="2962"/>
                  </a:cubicBezTo>
                  <a:cubicBezTo>
                    <a:pt x="1036" y="2675"/>
                    <a:pt x="401" y="860"/>
                    <a:pt x="204" y="296"/>
                  </a:cubicBezTo>
                  <a:close/>
                  <a:moveTo>
                    <a:pt x="1" y="1"/>
                  </a:moveTo>
                  <a:lnTo>
                    <a:pt x="55" y="160"/>
                  </a:lnTo>
                  <a:cubicBezTo>
                    <a:pt x="91" y="262"/>
                    <a:pt x="922" y="2660"/>
                    <a:pt x="1095" y="3004"/>
                  </a:cubicBezTo>
                  <a:cubicBezTo>
                    <a:pt x="1263" y="3341"/>
                    <a:pt x="1362" y="3731"/>
                    <a:pt x="1363" y="3736"/>
                  </a:cubicBezTo>
                  <a:lnTo>
                    <a:pt x="1404" y="3900"/>
                  </a:lnTo>
                  <a:lnTo>
                    <a:pt x="1455" y="3738"/>
                  </a:lnTo>
                  <a:cubicBezTo>
                    <a:pt x="1469" y="3691"/>
                    <a:pt x="1802" y="2604"/>
                    <a:pt x="1578" y="1858"/>
                  </a:cubicBezTo>
                  <a:cubicBezTo>
                    <a:pt x="1354" y="1113"/>
                    <a:pt x="181" y="149"/>
                    <a:pt x="131" y="108"/>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2" name="Google Shape;2272;p13"/>
            <p:cNvSpPr/>
            <p:nvPr/>
          </p:nvSpPr>
          <p:spPr>
            <a:xfrm>
              <a:off x="6007597" y="3105221"/>
              <a:ext cx="39186" cy="124853"/>
            </a:xfrm>
            <a:custGeom>
              <a:rect b="b" l="l" r="r" t="t"/>
              <a:pathLst>
                <a:path extrusionOk="0" h="1335" w="419">
                  <a:moveTo>
                    <a:pt x="224" y="0"/>
                  </a:moveTo>
                  <a:lnTo>
                    <a:pt x="0" y="502"/>
                  </a:lnTo>
                  <a:lnTo>
                    <a:pt x="329" y="1335"/>
                  </a:lnTo>
                  <a:lnTo>
                    <a:pt x="418" y="1300"/>
                  </a:lnTo>
                  <a:lnTo>
                    <a:pt x="104" y="504"/>
                  </a:lnTo>
                  <a:lnTo>
                    <a:pt x="311" y="39"/>
                  </a:lnTo>
                  <a:lnTo>
                    <a:pt x="22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13"/>
            <p:cNvSpPr/>
            <p:nvPr/>
          </p:nvSpPr>
          <p:spPr>
            <a:xfrm>
              <a:off x="6013489" y="3288150"/>
              <a:ext cx="76501" cy="64624"/>
            </a:xfrm>
            <a:custGeom>
              <a:rect b="b" l="l" r="r" t="t"/>
              <a:pathLst>
                <a:path extrusionOk="0" h="691" w="818">
                  <a:moveTo>
                    <a:pt x="740" y="0"/>
                  </a:moveTo>
                  <a:cubicBezTo>
                    <a:pt x="737" y="5"/>
                    <a:pt x="399" y="482"/>
                    <a:pt x="0" y="599"/>
                  </a:cubicBezTo>
                  <a:lnTo>
                    <a:pt x="28" y="690"/>
                  </a:lnTo>
                  <a:cubicBezTo>
                    <a:pt x="458" y="565"/>
                    <a:pt x="803" y="76"/>
                    <a:pt x="818" y="56"/>
                  </a:cubicBezTo>
                  <a:lnTo>
                    <a:pt x="74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4" name="Google Shape;2274;p13"/>
            <p:cNvSpPr/>
            <p:nvPr/>
          </p:nvSpPr>
          <p:spPr>
            <a:xfrm>
              <a:off x="5900700" y="3297409"/>
              <a:ext cx="268597" cy="145802"/>
            </a:xfrm>
            <a:custGeom>
              <a:rect b="b" l="l" r="r" t="t"/>
              <a:pathLst>
                <a:path extrusionOk="0" h="1559" w="2872">
                  <a:moveTo>
                    <a:pt x="2776" y="1"/>
                  </a:moveTo>
                  <a:cubicBezTo>
                    <a:pt x="2776" y="6"/>
                    <a:pt x="2749" y="511"/>
                    <a:pt x="2537" y="841"/>
                  </a:cubicBezTo>
                  <a:cubicBezTo>
                    <a:pt x="2328" y="1167"/>
                    <a:pt x="1279" y="1413"/>
                    <a:pt x="942" y="1461"/>
                  </a:cubicBezTo>
                  <a:cubicBezTo>
                    <a:pt x="930" y="1463"/>
                    <a:pt x="918" y="1464"/>
                    <a:pt x="906" y="1464"/>
                  </a:cubicBezTo>
                  <a:cubicBezTo>
                    <a:pt x="639" y="1464"/>
                    <a:pt x="216" y="1085"/>
                    <a:pt x="70" y="933"/>
                  </a:cubicBezTo>
                  <a:lnTo>
                    <a:pt x="1" y="999"/>
                  </a:lnTo>
                  <a:cubicBezTo>
                    <a:pt x="24" y="1023"/>
                    <a:pt x="542" y="1559"/>
                    <a:pt x="907" y="1559"/>
                  </a:cubicBezTo>
                  <a:cubicBezTo>
                    <a:pt x="924" y="1559"/>
                    <a:pt x="940" y="1558"/>
                    <a:pt x="955" y="1556"/>
                  </a:cubicBezTo>
                  <a:cubicBezTo>
                    <a:pt x="1225" y="1517"/>
                    <a:pt x="2370" y="1278"/>
                    <a:pt x="2618" y="893"/>
                  </a:cubicBezTo>
                  <a:cubicBezTo>
                    <a:pt x="2843" y="540"/>
                    <a:pt x="2871" y="27"/>
                    <a:pt x="2872" y="5"/>
                  </a:cubicBezTo>
                  <a:lnTo>
                    <a:pt x="277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13"/>
            <p:cNvSpPr/>
            <p:nvPr/>
          </p:nvSpPr>
          <p:spPr>
            <a:xfrm>
              <a:off x="5989360" y="3403837"/>
              <a:ext cx="129342" cy="92961"/>
            </a:xfrm>
            <a:custGeom>
              <a:rect b="b" l="l" r="r" t="t"/>
              <a:pathLst>
                <a:path extrusionOk="0" h="994" w="1383">
                  <a:moveTo>
                    <a:pt x="1382" y="0"/>
                  </a:moveTo>
                  <a:lnTo>
                    <a:pt x="0" y="371"/>
                  </a:lnTo>
                  <a:cubicBezTo>
                    <a:pt x="0" y="371"/>
                    <a:pt x="690" y="993"/>
                    <a:pt x="992" y="993"/>
                  </a:cubicBezTo>
                  <a:cubicBezTo>
                    <a:pt x="1008" y="993"/>
                    <a:pt x="1023" y="991"/>
                    <a:pt x="1037" y="988"/>
                  </a:cubicBezTo>
                  <a:cubicBezTo>
                    <a:pt x="1309" y="913"/>
                    <a:pt x="1382" y="0"/>
                    <a:pt x="13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13"/>
            <p:cNvSpPr/>
            <p:nvPr/>
          </p:nvSpPr>
          <p:spPr>
            <a:xfrm>
              <a:off x="5980195" y="3397852"/>
              <a:ext cx="143464" cy="103342"/>
            </a:xfrm>
            <a:custGeom>
              <a:rect b="b" l="l" r="r" t="t"/>
              <a:pathLst>
                <a:path extrusionOk="0" h="1105" w="1534">
                  <a:moveTo>
                    <a:pt x="1427" y="128"/>
                  </a:moveTo>
                  <a:cubicBezTo>
                    <a:pt x="1391" y="469"/>
                    <a:pt x="1285" y="960"/>
                    <a:pt x="1122" y="1005"/>
                  </a:cubicBezTo>
                  <a:cubicBezTo>
                    <a:pt x="1112" y="1008"/>
                    <a:pt x="1101" y="1010"/>
                    <a:pt x="1089" y="1010"/>
                  </a:cubicBezTo>
                  <a:cubicBezTo>
                    <a:pt x="900" y="1010"/>
                    <a:pt x="475" y="698"/>
                    <a:pt x="197" y="458"/>
                  </a:cubicBezTo>
                  <a:lnTo>
                    <a:pt x="1427" y="128"/>
                  </a:lnTo>
                  <a:close/>
                  <a:moveTo>
                    <a:pt x="1534" y="0"/>
                  </a:moveTo>
                  <a:lnTo>
                    <a:pt x="1" y="410"/>
                  </a:lnTo>
                  <a:lnTo>
                    <a:pt x="67" y="470"/>
                  </a:lnTo>
                  <a:cubicBezTo>
                    <a:pt x="142" y="539"/>
                    <a:pt x="778" y="1104"/>
                    <a:pt x="1093" y="1104"/>
                  </a:cubicBezTo>
                  <a:cubicBezTo>
                    <a:pt x="1113" y="1104"/>
                    <a:pt x="1131" y="1102"/>
                    <a:pt x="1148" y="1098"/>
                  </a:cubicBezTo>
                  <a:cubicBezTo>
                    <a:pt x="1442" y="1017"/>
                    <a:pt x="1520" y="165"/>
                    <a:pt x="1528" y="68"/>
                  </a:cubicBezTo>
                  <a:lnTo>
                    <a:pt x="15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p13"/>
            <p:cNvSpPr/>
            <p:nvPr/>
          </p:nvSpPr>
          <p:spPr>
            <a:xfrm>
              <a:off x="5852442" y="3223059"/>
              <a:ext cx="64250" cy="42553"/>
            </a:xfrm>
            <a:custGeom>
              <a:rect b="b" l="l" r="r" t="t"/>
              <a:pathLst>
                <a:path extrusionOk="0" h="455" w="687">
                  <a:moveTo>
                    <a:pt x="445" y="0"/>
                  </a:moveTo>
                  <a:cubicBezTo>
                    <a:pt x="331" y="0"/>
                    <a:pt x="237" y="30"/>
                    <a:pt x="164" y="88"/>
                  </a:cubicBezTo>
                  <a:cubicBezTo>
                    <a:pt x="0" y="220"/>
                    <a:pt x="10" y="445"/>
                    <a:pt x="10" y="455"/>
                  </a:cubicBezTo>
                  <a:lnTo>
                    <a:pt x="105" y="450"/>
                  </a:lnTo>
                  <a:cubicBezTo>
                    <a:pt x="105" y="448"/>
                    <a:pt x="99" y="263"/>
                    <a:pt x="225" y="163"/>
                  </a:cubicBezTo>
                  <a:cubicBezTo>
                    <a:pt x="281" y="118"/>
                    <a:pt x="355" y="96"/>
                    <a:pt x="446" y="96"/>
                  </a:cubicBezTo>
                  <a:cubicBezTo>
                    <a:pt x="510" y="96"/>
                    <a:pt x="582" y="107"/>
                    <a:pt x="663" y="128"/>
                  </a:cubicBezTo>
                  <a:lnTo>
                    <a:pt x="687" y="36"/>
                  </a:lnTo>
                  <a:cubicBezTo>
                    <a:pt x="598" y="12"/>
                    <a:pt x="518" y="0"/>
                    <a:pt x="4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8" name="Google Shape;2278;p13"/>
            <p:cNvSpPr/>
            <p:nvPr/>
          </p:nvSpPr>
          <p:spPr>
            <a:xfrm>
              <a:off x="6066142" y="3157033"/>
              <a:ext cx="75940" cy="38905"/>
            </a:xfrm>
            <a:custGeom>
              <a:rect b="b" l="l" r="r" t="t"/>
              <a:pathLst>
                <a:path extrusionOk="0" h="416" w="812">
                  <a:moveTo>
                    <a:pt x="514" y="0"/>
                  </a:moveTo>
                  <a:cubicBezTo>
                    <a:pt x="482" y="0"/>
                    <a:pt x="450" y="4"/>
                    <a:pt x="417" y="12"/>
                  </a:cubicBezTo>
                  <a:cubicBezTo>
                    <a:pt x="159" y="73"/>
                    <a:pt x="7" y="359"/>
                    <a:pt x="1" y="372"/>
                  </a:cubicBezTo>
                  <a:lnTo>
                    <a:pt x="86" y="416"/>
                  </a:lnTo>
                  <a:cubicBezTo>
                    <a:pt x="87" y="413"/>
                    <a:pt x="224" y="155"/>
                    <a:pt x="439" y="105"/>
                  </a:cubicBezTo>
                  <a:cubicBezTo>
                    <a:pt x="464" y="99"/>
                    <a:pt x="489" y="96"/>
                    <a:pt x="514" y="96"/>
                  </a:cubicBezTo>
                  <a:cubicBezTo>
                    <a:pt x="593" y="96"/>
                    <a:pt x="674" y="126"/>
                    <a:pt x="755" y="185"/>
                  </a:cubicBezTo>
                  <a:lnTo>
                    <a:pt x="812" y="107"/>
                  </a:lnTo>
                  <a:cubicBezTo>
                    <a:pt x="713" y="36"/>
                    <a:pt x="613" y="0"/>
                    <a:pt x="5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13"/>
            <p:cNvSpPr/>
            <p:nvPr/>
          </p:nvSpPr>
          <p:spPr>
            <a:xfrm>
              <a:off x="5782861" y="3101948"/>
              <a:ext cx="142622" cy="89127"/>
            </a:xfrm>
            <a:custGeom>
              <a:rect b="b" l="l" r="r" t="t"/>
              <a:pathLst>
                <a:path extrusionOk="0" h="953" w="1525">
                  <a:moveTo>
                    <a:pt x="1104" y="0"/>
                  </a:moveTo>
                  <a:cubicBezTo>
                    <a:pt x="242" y="0"/>
                    <a:pt x="23" y="763"/>
                    <a:pt x="21" y="772"/>
                  </a:cubicBezTo>
                  <a:cubicBezTo>
                    <a:pt x="0" y="848"/>
                    <a:pt x="46" y="926"/>
                    <a:pt x="121" y="947"/>
                  </a:cubicBezTo>
                  <a:cubicBezTo>
                    <a:pt x="135" y="951"/>
                    <a:pt x="147" y="952"/>
                    <a:pt x="160" y="952"/>
                  </a:cubicBezTo>
                  <a:cubicBezTo>
                    <a:pt x="223" y="952"/>
                    <a:pt x="281" y="911"/>
                    <a:pt x="298" y="848"/>
                  </a:cubicBezTo>
                  <a:cubicBezTo>
                    <a:pt x="305" y="823"/>
                    <a:pt x="465" y="288"/>
                    <a:pt x="1111" y="288"/>
                  </a:cubicBezTo>
                  <a:cubicBezTo>
                    <a:pt x="1182" y="288"/>
                    <a:pt x="1260" y="294"/>
                    <a:pt x="1345" y="309"/>
                  </a:cubicBezTo>
                  <a:cubicBezTo>
                    <a:pt x="1353" y="310"/>
                    <a:pt x="1361" y="311"/>
                    <a:pt x="1369" y="311"/>
                  </a:cubicBezTo>
                  <a:cubicBezTo>
                    <a:pt x="1437" y="311"/>
                    <a:pt x="1498" y="262"/>
                    <a:pt x="1510" y="192"/>
                  </a:cubicBezTo>
                  <a:cubicBezTo>
                    <a:pt x="1524" y="115"/>
                    <a:pt x="1472" y="40"/>
                    <a:pt x="1394" y="27"/>
                  </a:cubicBezTo>
                  <a:cubicBezTo>
                    <a:pt x="1290" y="9"/>
                    <a:pt x="1194" y="0"/>
                    <a:pt x="110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p13"/>
            <p:cNvSpPr/>
            <p:nvPr/>
          </p:nvSpPr>
          <p:spPr>
            <a:xfrm>
              <a:off x="6038740" y="3036857"/>
              <a:ext cx="127471" cy="57329"/>
            </a:xfrm>
            <a:custGeom>
              <a:rect b="b" l="l" r="r" t="t"/>
              <a:pathLst>
                <a:path extrusionOk="0" h="613" w="1363">
                  <a:moveTo>
                    <a:pt x="668" y="0"/>
                  </a:moveTo>
                  <a:cubicBezTo>
                    <a:pt x="661" y="0"/>
                    <a:pt x="654" y="0"/>
                    <a:pt x="646" y="1"/>
                  </a:cubicBezTo>
                  <a:cubicBezTo>
                    <a:pt x="285" y="14"/>
                    <a:pt x="55" y="349"/>
                    <a:pt x="45" y="364"/>
                  </a:cubicBezTo>
                  <a:cubicBezTo>
                    <a:pt x="0" y="429"/>
                    <a:pt x="17" y="518"/>
                    <a:pt x="83" y="563"/>
                  </a:cubicBezTo>
                  <a:cubicBezTo>
                    <a:pt x="107" y="580"/>
                    <a:pt x="135" y="588"/>
                    <a:pt x="163" y="588"/>
                  </a:cubicBezTo>
                  <a:cubicBezTo>
                    <a:pt x="209" y="588"/>
                    <a:pt x="255" y="566"/>
                    <a:pt x="282" y="524"/>
                  </a:cubicBezTo>
                  <a:cubicBezTo>
                    <a:pt x="283" y="522"/>
                    <a:pt x="443" y="296"/>
                    <a:pt x="657" y="288"/>
                  </a:cubicBezTo>
                  <a:cubicBezTo>
                    <a:pt x="661" y="288"/>
                    <a:pt x="665" y="288"/>
                    <a:pt x="668" y="288"/>
                  </a:cubicBezTo>
                  <a:cubicBezTo>
                    <a:pt x="804" y="288"/>
                    <a:pt x="945" y="378"/>
                    <a:pt x="1087" y="558"/>
                  </a:cubicBezTo>
                  <a:cubicBezTo>
                    <a:pt x="1115" y="594"/>
                    <a:pt x="1157" y="613"/>
                    <a:pt x="1200" y="613"/>
                  </a:cubicBezTo>
                  <a:cubicBezTo>
                    <a:pt x="1231" y="613"/>
                    <a:pt x="1262" y="602"/>
                    <a:pt x="1290" y="581"/>
                  </a:cubicBezTo>
                  <a:cubicBezTo>
                    <a:pt x="1352" y="532"/>
                    <a:pt x="1362" y="441"/>
                    <a:pt x="1313" y="380"/>
                  </a:cubicBezTo>
                  <a:cubicBezTo>
                    <a:pt x="1112" y="127"/>
                    <a:pt x="896" y="0"/>
                    <a:pt x="6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1" name="Google Shape;2281;p13"/>
          <p:cNvGrpSpPr/>
          <p:nvPr/>
        </p:nvGrpSpPr>
        <p:grpSpPr>
          <a:xfrm>
            <a:off x="7144468" y="2770211"/>
            <a:ext cx="1906081" cy="2370282"/>
            <a:chOff x="7414555" y="2729076"/>
            <a:chExt cx="1505712" cy="1872409"/>
          </a:xfrm>
        </p:grpSpPr>
        <p:sp>
          <p:nvSpPr>
            <p:cNvPr id="2282" name="Google Shape;2282;p13"/>
            <p:cNvSpPr/>
            <p:nvPr/>
          </p:nvSpPr>
          <p:spPr>
            <a:xfrm>
              <a:off x="7432043" y="2733565"/>
              <a:ext cx="1269381" cy="1160053"/>
            </a:xfrm>
            <a:custGeom>
              <a:rect b="b" l="l" r="r" t="t"/>
              <a:pathLst>
                <a:path extrusionOk="0" h="12404" w="13573">
                  <a:moveTo>
                    <a:pt x="7355" y="0"/>
                  </a:moveTo>
                  <a:cubicBezTo>
                    <a:pt x="4876" y="0"/>
                    <a:pt x="3568" y="2351"/>
                    <a:pt x="3407" y="2836"/>
                  </a:cubicBezTo>
                  <a:cubicBezTo>
                    <a:pt x="3244" y="3327"/>
                    <a:pt x="0" y="4716"/>
                    <a:pt x="327" y="6270"/>
                  </a:cubicBezTo>
                  <a:cubicBezTo>
                    <a:pt x="502" y="7101"/>
                    <a:pt x="966" y="7191"/>
                    <a:pt x="1368" y="7191"/>
                  </a:cubicBezTo>
                  <a:cubicBezTo>
                    <a:pt x="1479" y="7191"/>
                    <a:pt x="1585" y="7184"/>
                    <a:pt x="1678" y="7184"/>
                  </a:cubicBezTo>
                  <a:cubicBezTo>
                    <a:pt x="1881" y="7184"/>
                    <a:pt x="2027" y="7216"/>
                    <a:pt x="2045" y="7415"/>
                  </a:cubicBezTo>
                  <a:cubicBezTo>
                    <a:pt x="2099" y="8041"/>
                    <a:pt x="900" y="9514"/>
                    <a:pt x="1608" y="10795"/>
                  </a:cubicBezTo>
                  <a:cubicBezTo>
                    <a:pt x="2120" y="11719"/>
                    <a:pt x="2632" y="12403"/>
                    <a:pt x="3534" y="12403"/>
                  </a:cubicBezTo>
                  <a:cubicBezTo>
                    <a:pt x="3881" y="12403"/>
                    <a:pt x="4285" y="12302"/>
                    <a:pt x="4770" y="12075"/>
                  </a:cubicBezTo>
                  <a:cubicBezTo>
                    <a:pt x="6177" y="11416"/>
                    <a:pt x="6945" y="10685"/>
                    <a:pt x="7490" y="10685"/>
                  </a:cubicBezTo>
                  <a:cubicBezTo>
                    <a:pt x="7621" y="10685"/>
                    <a:pt x="7739" y="10727"/>
                    <a:pt x="7849" y="10822"/>
                  </a:cubicBezTo>
                  <a:cubicBezTo>
                    <a:pt x="8269" y="11181"/>
                    <a:pt x="8557" y="11673"/>
                    <a:pt x="9498" y="11673"/>
                  </a:cubicBezTo>
                  <a:cubicBezTo>
                    <a:pt x="9840" y="11673"/>
                    <a:pt x="10268" y="11608"/>
                    <a:pt x="10820" y="11448"/>
                  </a:cubicBezTo>
                  <a:cubicBezTo>
                    <a:pt x="12892" y="10849"/>
                    <a:pt x="12129" y="9186"/>
                    <a:pt x="11938" y="8123"/>
                  </a:cubicBezTo>
                  <a:cubicBezTo>
                    <a:pt x="11747" y="7060"/>
                    <a:pt x="13573" y="6243"/>
                    <a:pt x="13001" y="4635"/>
                  </a:cubicBezTo>
                  <a:cubicBezTo>
                    <a:pt x="12506" y="3243"/>
                    <a:pt x="11521" y="2362"/>
                    <a:pt x="10840" y="2362"/>
                  </a:cubicBezTo>
                  <a:cubicBezTo>
                    <a:pt x="10734" y="2362"/>
                    <a:pt x="10636" y="2383"/>
                    <a:pt x="10547" y="2427"/>
                  </a:cubicBezTo>
                  <a:cubicBezTo>
                    <a:pt x="10547" y="2427"/>
                    <a:pt x="9975" y="56"/>
                    <a:pt x="7440" y="1"/>
                  </a:cubicBezTo>
                  <a:cubicBezTo>
                    <a:pt x="7412" y="1"/>
                    <a:pt x="7383" y="0"/>
                    <a:pt x="73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p13"/>
            <p:cNvSpPr/>
            <p:nvPr/>
          </p:nvSpPr>
          <p:spPr>
            <a:xfrm>
              <a:off x="7436626" y="2729076"/>
              <a:ext cx="1247029" cy="1169125"/>
            </a:xfrm>
            <a:custGeom>
              <a:rect b="b" l="l" r="r" t="t"/>
              <a:pathLst>
                <a:path extrusionOk="0" h="12501" w="13334">
                  <a:moveTo>
                    <a:pt x="7304" y="97"/>
                  </a:moveTo>
                  <a:cubicBezTo>
                    <a:pt x="7333" y="97"/>
                    <a:pt x="7361" y="97"/>
                    <a:pt x="7390" y="98"/>
                  </a:cubicBezTo>
                  <a:cubicBezTo>
                    <a:pt x="9858" y="150"/>
                    <a:pt x="10447" y="2463"/>
                    <a:pt x="10452" y="2486"/>
                  </a:cubicBezTo>
                  <a:lnTo>
                    <a:pt x="10467" y="2545"/>
                  </a:lnTo>
                  <a:lnTo>
                    <a:pt x="10520" y="2517"/>
                  </a:lnTo>
                  <a:cubicBezTo>
                    <a:pt x="10601" y="2478"/>
                    <a:pt x="10691" y="2458"/>
                    <a:pt x="10790" y="2458"/>
                  </a:cubicBezTo>
                  <a:cubicBezTo>
                    <a:pt x="10906" y="2458"/>
                    <a:pt x="11034" y="2485"/>
                    <a:pt x="11169" y="2539"/>
                  </a:cubicBezTo>
                  <a:cubicBezTo>
                    <a:pt x="11732" y="2765"/>
                    <a:pt x="12488" y="3522"/>
                    <a:pt x="12907" y="4699"/>
                  </a:cubicBezTo>
                  <a:cubicBezTo>
                    <a:pt x="13228" y="5598"/>
                    <a:pt x="12768" y="6258"/>
                    <a:pt x="12362" y="6840"/>
                  </a:cubicBezTo>
                  <a:cubicBezTo>
                    <a:pt x="12051" y="7286"/>
                    <a:pt x="11758" y="7707"/>
                    <a:pt x="11841" y="8180"/>
                  </a:cubicBezTo>
                  <a:cubicBezTo>
                    <a:pt x="11869" y="8333"/>
                    <a:pt x="11908" y="8496"/>
                    <a:pt x="11950" y="8670"/>
                  </a:cubicBezTo>
                  <a:cubicBezTo>
                    <a:pt x="12190" y="9685"/>
                    <a:pt x="12490" y="10949"/>
                    <a:pt x="10759" y="11450"/>
                  </a:cubicBezTo>
                  <a:cubicBezTo>
                    <a:pt x="10211" y="11609"/>
                    <a:pt x="9788" y="11673"/>
                    <a:pt x="9451" y="11673"/>
                  </a:cubicBezTo>
                  <a:cubicBezTo>
                    <a:pt x="8704" y="11673"/>
                    <a:pt x="8379" y="11357"/>
                    <a:pt x="8062" y="11047"/>
                  </a:cubicBezTo>
                  <a:cubicBezTo>
                    <a:pt x="7988" y="10976"/>
                    <a:pt x="7912" y="10902"/>
                    <a:pt x="7832" y="10833"/>
                  </a:cubicBezTo>
                  <a:cubicBezTo>
                    <a:pt x="7711" y="10729"/>
                    <a:pt x="7583" y="10683"/>
                    <a:pt x="7443" y="10683"/>
                  </a:cubicBezTo>
                  <a:cubicBezTo>
                    <a:pt x="7125" y="10683"/>
                    <a:pt x="6741" y="10919"/>
                    <a:pt x="6212" y="11243"/>
                  </a:cubicBezTo>
                  <a:cubicBezTo>
                    <a:pt x="5812" y="11487"/>
                    <a:pt x="5315" y="11792"/>
                    <a:pt x="4701" y="12080"/>
                  </a:cubicBezTo>
                  <a:cubicBezTo>
                    <a:pt x="4227" y="12302"/>
                    <a:pt x="3831" y="12399"/>
                    <a:pt x="3493" y="12399"/>
                  </a:cubicBezTo>
                  <a:cubicBezTo>
                    <a:pt x="2572" y="12399"/>
                    <a:pt x="2078" y="11681"/>
                    <a:pt x="1601" y="10819"/>
                  </a:cubicBezTo>
                  <a:cubicBezTo>
                    <a:pt x="1139" y="9984"/>
                    <a:pt x="1502" y="9079"/>
                    <a:pt x="1793" y="8351"/>
                  </a:cubicBezTo>
                  <a:cubicBezTo>
                    <a:pt x="1938" y="7990"/>
                    <a:pt x="2062" y="7679"/>
                    <a:pt x="2043" y="7459"/>
                  </a:cubicBezTo>
                  <a:cubicBezTo>
                    <a:pt x="2022" y="7220"/>
                    <a:pt x="1841" y="7185"/>
                    <a:pt x="1625" y="7185"/>
                  </a:cubicBezTo>
                  <a:cubicBezTo>
                    <a:pt x="1580" y="7185"/>
                    <a:pt x="1533" y="7186"/>
                    <a:pt x="1486" y="7188"/>
                  </a:cubicBezTo>
                  <a:cubicBezTo>
                    <a:pt x="1431" y="7190"/>
                    <a:pt x="1375" y="7191"/>
                    <a:pt x="1319" y="7191"/>
                  </a:cubicBezTo>
                  <a:cubicBezTo>
                    <a:pt x="924" y="7191"/>
                    <a:pt x="493" y="7105"/>
                    <a:pt x="325" y="6309"/>
                  </a:cubicBezTo>
                  <a:cubicBezTo>
                    <a:pt x="108" y="5277"/>
                    <a:pt x="1558" y="4289"/>
                    <a:pt x="2517" y="3635"/>
                  </a:cubicBezTo>
                  <a:cubicBezTo>
                    <a:pt x="2999" y="3306"/>
                    <a:pt x="3346" y="3069"/>
                    <a:pt x="3404" y="2899"/>
                  </a:cubicBezTo>
                  <a:cubicBezTo>
                    <a:pt x="3558" y="2433"/>
                    <a:pt x="4857" y="97"/>
                    <a:pt x="7304" y="97"/>
                  </a:cubicBezTo>
                  <a:close/>
                  <a:moveTo>
                    <a:pt x="7308" y="0"/>
                  </a:moveTo>
                  <a:cubicBezTo>
                    <a:pt x="4797" y="0"/>
                    <a:pt x="3471" y="2391"/>
                    <a:pt x="3312" y="2869"/>
                  </a:cubicBezTo>
                  <a:cubicBezTo>
                    <a:pt x="3266" y="3008"/>
                    <a:pt x="2894" y="3262"/>
                    <a:pt x="2464" y="3555"/>
                  </a:cubicBezTo>
                  <a:cubicBezTo>
                    <a:pt x="1482" y="4224"/>
                    <a:pt x="1" y="5234"/>
                    <a:pt x="232" y="6327"/>
                  </a:cubicBezTo>
                  <a:cubicBezTo>
                    <a:pt x="413" y="7194"/>
                    <a:pt x="900" y="7287"/>
                    <a:pt x="1315" y="7287"/>
                  </a:cubicBezTo>
                  <a:cubicBezTo>
                    <a:pt x="1375" y="7287"/>
                    <a:pt x="1433" y="7285"/>
                    <a:pt x="1489" y="7283"/>
                  </a:cubicBezTo>
                  <a:cubicBezTo>
                    <a:pt x="1539" y="7282"/>
                    <a:pt x="1584" y="7281"/>
                    <a:pt x="1626" y="7281"/>
                  </a:cubicBezTo>
                  <a:cubicBezTo>
                    <a:pt x="1828" y="7281"/>
                    <a:pt x="1934" y="7310"/>
                    <a:pt x="1947" y="7467"/>
                  </a:cubicBezTo>
                  <a:cubicBezTo>
                    <a:pt x="1965" y="7664"/>
                    <a:pt x="1844" y="7965"/>
                    <a:pt x="1705" y="8315"/>
                  </a:cubicBezTo>
                  <a:cubicBezTo>
                    <a:pt x="1422" y="9022"/>
                    <a:pt x="1034" y="9992"/>
                    <a:pt x="1517" y="10866"/>
                  </a:cubicBezTo>
                  <a:cubicBezTo>
                    <a:pt x="2011" y="11758"/>
                    <a:pt x="2522" y="12501"/>
                    <a:pt x="3478" y="12501"/>
                  </a:cubicBezTo>
                  <a:cubicBezTo>
                    <a:pt x="3832" y="12501"/>
                    <a:pt x="4245" y="12399"/>
                    <a:pt x="4742" y="12167"/>
                  </a:cubicBezTo>
                  <a:cubicBezTo>
                    <a:pt x="5360" y="11876"/>
                    <a:pt x="5860" y="11570"/>
                    <a:pt x="6262" y="11324"/>
                  </a:cubicBezTo>
                  <a:cubicBezTo>
                    <a:pt x="6777" y="11009"/>
                    <a:pt x="7147" y="10782"/>
                    <a:pt x="7441" y="10782"/>
                  </a:cubicBezTo>
                  <a:cubicBezTo>
                    <a:pt x="7562" y="10782"/>
                    <a:pt x="7670" y="10820"/>
                    <a:pt x="7770" y="10906"/>
                  </a:cubicBezTo>
                  <a:cubicBezTo>
                    <a:pt x="7847" y="10973"/>
                    <a:pt x="7919" y="11042"/>
                    <a:pt x="7995" y="11117"/>
                  </a:cubicBezTo>
                  <a:cubicBezTo>
                    <a:pt x="8327" y="11440"/>
                    <a:pt x="8667" y="11770"/>
                    <a:pt x="9444" y="11770"/>
                  </a:cubicBezTo>
                  <a:cubicBezTo>
                    <a:pt x="9791" y="11770"/>
                    <a:pt x="10225" y="11705"/>
                    <a:pt x="10785" y="11543"/>
                  </a:cubicBezTo>
                  <a:cubicBezTo>
                    <a:pt x="12604" y="11016"/>
                    <a:pt x="12279" y="9647"/>
                    <a:pt x="12042" y="8648"/>
                  </a:cubicBezTo>
                  <a:cubicBezTo>
                    <a:pt x="12001" y="8475"/>
                    <a:pt x="11963" y="8313"/>
                    <a:pt x="11936" y="8163"/>
                  </a:cubicBezTo>
                  <a:cubicBezTo>
                    <a:pt x="11858" y="7729"/>
                    <a:pt x="12142" y="7323"/>
                    <a:pt x="12441" y="6894"/>
                  </a:cubicBezTo>
                  <a:cubicBezTo>
                    <a:pt x="12859" y="6294"/>
                    <a:pt x="13334" y="5613"/>
                    <a:pt x="12997" y="4666"/>
                  </a:cubicBezTo>
                  <a:cubicBezTo>
                    <a:pt x="12619" y="3607"/>
                    <a:pt x="11916" y="2737"/>
                    <a:pt x="11205" y="2450"/>
                  </a:cubicBezTo>
                  <a:cubicBezTo>
                    <a:pt x="11059" y="2391"/>
                    <a:pt x="10920" y="2362"/>
                    <a:pt x="10792" y="2362"/>
                  </a:cubicBezTo>
                  <a:cubicBezTo>
                    <a:pt x="10698" y="2362"/>
                    <a:pt x="10610" y="2378"/>
                    <a:pt x="10530" y="2409"/>
                  </a:cubicBezTo>
                  <a:cubicBezTo>
                    <a:pt x="10422" y="2049"/>
                    <a:pt x="9718" y="51"/>
                    <a:pt x="7392" y="1"/>
                  </a:cubicBezTo>
                  <a:cubicBezTo>
                    <a:pt x="7364" y="0"/>
                    <a:pt x="7336" y="0"/>
                    <a:pt x="73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p13"/>
            <p:cNvSpPr/>
            <p:nvPr/>
          </p:nvSpPr>
          <p:spPr>
            <a:xfrm>
              <a:off x="7419324" y="3574795"/>
              <a:ext cx="1496266" cy="1022107"/>
            </a:xfrm>
            <a:custGeom>
              <a:rect b="b" l="l" r="r" t="t"/>
              <a:pathLst>
                <a:path extrusionOk="0" h="10929" w="15999">
                  <a:moveTo>
                    <a:pt x="9185" y="0"/>
                  </a:moveTo>
                  <a:lnTo>
                    <a:pt x="6132" y="1908"/>
                  </a:lnTo>
                  <a:lnTo>
                    <a:pt x="6487" y="3271"/>
                  </a:lnTo>
                  <a:cubicBezTo>
                    <a:pt x="6487" y="3271"/>
                    <a:pt x="4660" y="4279"/>
                    <a:pt x="3462" y="4769"/>
                  </a:cubicBezTo>
                  <a:cubicBezTo>
                    <a:pt x="2262" y="5260"/>
                    <a:pt x="1363" y="5370"/>
                    <a:pt x="1363" y="5370"/>
                  </a:cubicBezTo>
                  <a:lnTo>
                    <a:pt x="0" y="10929"/>
                  </a:lnTo>
                  <a:lnTo>
                    <a:pt x="15998" y="10929"/>
                  </a:lnTo>
                  <a:cubicBezTo>
                    <a:pt x="15998" y="10929"/>
                    <a:pt x="13790" y="5832"/>
                    <a:pt x="13628" y="5424"/>
                  </a:cubicBezTo>
                  <a:cubicBezTo>
                    <a:pt x="13464" y="5015"/>
                    <a:pt x="13382" y="4797"/>
                    <a:pt x="13382" y="4797"/>
                  </a:cubicBezTo>
                  <a:cubicBezTo>
                    <a:pt x="13382" y="4797"/>
                    <a:pt x="10874" y="4225"/>
                    <a:pt x="10139" y="3843"/>
                  </a:cubicBezTo>
                  <a:cubicBezTo>
                    <a:pt x="9403" y="3462"/>
                    <a:pt x="9267" y="3244"/>
                    <a:pt x="9267" y="3244"/>
                  </a:cubicBezTo>
                  <a:lnTo>
                    <a:pt x="918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p13"/>
            <p:cNvSpPr/>
            <p:nvPr/>
          </p:nvSpPr>
          <p:spPr>
            <a:xfrm>
              <a:off x="7414555" y="3570306"/>
              <a:ext cx="1505712" cy="1031179"/>
            </a:xfrm>
            <a:custGeom>
              <a:rect b="b" l="l" r="r" t="t"/>
              <a:pathLst>
                <a:path extrusionOk="0" h="11026" w="16100">
                  <a:moveTo>
                    <a:pt x="9190" y="133"/>
                  </a:moveTo>
                  <a:lnTo>
                    <a:pt x="9269" y="3293"/>
                  </a:lnTo>
                  <a:cubicBezTo>
                    <a:pt x="9269" y="3301"/>
                    <a:pt x="9273" y="3309"/>
                    <a:pt x="9277" y="3317"/>
                  </a:cubicBezTo>
                  <a:cubicBezTo>
                    <a:pt x="9283" y="3326"/>
                    <a:pt x="9429" y="3551"/>
                    <a:pt x="10168" y="3934"/>
                  </a:cubicBezTo>
                  <a:cubicBezTo>
                    <a:pt x="10870" y="4298"/>
                    <a:pt x="13118" y="4822"/>
                    <a:pt x="13398" y="4886"/>
                  </a:cubicBezTo>
                  <a:cubicBezTo>
                    <a:pt x="13423" y="4954"/>
                    <a:pt x="13502" y="5162"/>
                    <a:pt x="13634" y="5490"/>
                  </a:cubicBezTo>
                  <a:cubicBezTo>
                    <a:pt x="13786" y="5869"/>
                    <a:pt x="15716" y="10327"/>
                    <a:pt x="15977" y="10930"/>
                  </a:cubicBezTo>
                  <a:lnTo>
                    <a:pt x="112" y="10930"/>
                  </a:lnTo>
                  <a:lnTo>
                    <a:pt x="1452" y="5461"/>
                  </a:lnTo>
                  <a:cubicBezTo>
                    <a:pt x="1626" y="5435"/>
                    <a:pt x="2466" y="5297"/>
                    <a:pt x="3531" y="4862"/>
                  </a:cubicBezTo>
                  <a:cubicBezTo>
                    <a:pt x="4719" y="4377"/>
                    <a:pt x="6542" y="3370"/>
                    <a:pt x="6560" y="3361"/>
                  </a:cubicBezTo>
                  <a:cubicBezTo>
                    <a:pt x="6580" y="3350"/>
                    <a:pt x="6589" y="3328"/>
                    <a:pt x="6584" y="3306"/>
                  </a:cubicBezTo>
                  <a:lnTo>
                    <a:pt x="6238" y="1978"/>
                  </a:lnTo>
                  <a:lnTo>
                    <a:pt x="9190" y="133"/>
                  </a:lnTo>
                  <a:close/>
                  <a:moveTo>
                    <a:pt x="9237" y="0"/>
                  </a:moveTo>
                  <a:cubicBezTo>
                    <a:pt x="9228" y="0"/>
                    <a:pt x="9219" y="3"/>
                    <a:pt x="9211" y="8"/>
                  </a:cubicBezTo>
                  <a:lnTo>
                    <a:pt x="6158" y="1916"/>
                  </a:lnTo>
                  <a:cubicBezTo>
                    <a:pt x="6140" y="1926"/>
                    <a:pt x="6132" y="1948"/>
                    <a:pt x="6137" y="1968"/>
                  </a:cubicBezTo>
                  <a:lnTo>
                    <a:pt x="6482" y="3295"/>
                  </a:lnTo>
                  <a:cubicBezTo>
                    <a:pt x="6231" y="3432"/>
                    <a:pt x="4589" y="4325"/>
                    <a:pt x="3494" y="4773"/>
                  </a:cubicBezTo>
                  <a:cubicBezTo>
                    <a:pt x="2316" y="5256"/>
                    <a:pt x="1417" y="5369"/>
                    <a:pt x="1408" y="5370"/>
                  </a:cubicBezTo>
                  <a:cubicBezTo>
                    <a:pt x="1388" y="5372"/>
                    <a:pt x="1372" y="5387"/>
                    <a:pt x="1367" y="5406"/>
                  </a:cubicBezTo>
                  <a:lnTo>
                    <a:pt x="5" y="10966"/>
                  </a:lnTo>
                  <a:cubicBezTo>
                    <a:pt x="1" y="10980"/>
                    <a:pt x="4" y="10996"/>
                    <a:pt x="13" y="11007"/>
                  </a:cubicBezTo>
                  <a:cubicBezTo>
                    <a:pt x="23" y="11019"/>
                    <a:pt x="36" y="11025"/>
                    <a:pt x="51" y="11025"/>
                  </a:cubicBezTo>
                  <a:lnTo>
                    <a:pt x="16049" y="11025"/>
                  </a:lnTo>
                  <a:cubicBezTo>
                    <a:pt x="16066" y="11025"/>
                    <a:pt x="16081" y="11017"/>
                    <a:pt x="16089" y="11003"/>
                  </a:cubicBezTo>
                  <a:cubicBezTo>
                    <a:pt x="16099" y="10991"/>
                    <a:pt x="16100" y="10973"/>
                    <a:pt x="16093" y="10958"/>
                  </a:cubicBezTo>
                  <a:cubicBezTo>
                    <a:pt x="16071" y="10908"/>
                    <a:pt x="13884" y="5857"/>
                    <a:pt x="13723" y="5454"/>
                  </a:cubicBezTo>
                  <a:cubicBezTo>
                    <a:pt x="13561" y="5050"/>
                    <a:pt x="13478" y="4831"/>
                    <a:pt x="13478" y="4829"/>
                  </a:cubicBezTo>
                  <a:cubicBezTo>
                    <a:pt x="13472" y="4813"/>
                    <a:pt x="13459" y="4802"/>
                    <a:pt x="13444" y="4798"/>
                  </a:cubicBezTo>
                  <a:cubicBezTo>
                    <a:pt x="13419" y="4793"/>
                    <a:pt x="10934" y="4223"/>
                    <a:pt x="10212" y="3849"/>
                  </a:cubicBezTo>
                  <a:cubicBezTo>
                    <a:pt x="9586" y="3525"/>
                    <a:pt x="9401" y="3320"/>
                    <a:pt x="9365" y="3276"/>
                  </a:cubicBezTo>
                  <a:lnTo>
                    <a:pt x="9284" y="47"/>
                  </a:lnTo>
                  <a:cubicBezTo>
                    <a:pt x="9283" y="30"/>
                    <a:pt x="9274" y="15"/>
                    <a:pt x="9259" y="6"/>
                  </a:cubicBezTo>
                  <a:cubicBezTo>
                    <a:pt x="9252" y="2"/>
                    <a:pt x="9244" y="0"/>
                    <a:pt x="92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13"/>
            <p:cNvSpPr/>
            <p:nvPr/>
          </p:nvSpPr>
          <p:spPr>
            <a:xfrm>
              <a:off x="7870385" y="3574795"/>
              <a:ext cx="509978" cy="685707"/>
            </a:xfrm>
            <a:custGeom>
              <a:rect b="b" l="l" r="r" t="t"/>
              <a:pathLst>
                <a:path extrusionOk="0" h="7332" w="5453">
                  <a:moveTo>
                    <a:pt x="4362" y="0"/>
                  </a:moveTo>
                  <a:lnTo>
                    <a:pt x="1309" y="1908"/>
                  </a:lnTo>
                  <a:lnTo>
                    <a:pt x="1664" y="3271"/>
                  </a:lnTo>
                  <a:cubicBezTo>
                    <a:pt x="1664" y="3271"/>
                    <a:pt x="1208" y="3523"/>
                    <a:pt x="602" y="3835"/>
                  </a:cubicBezTo>
                  <a:lnTo>
                    <a:pt x="1" y="7141"/>
                  </a:lnTo>
                  <a:lnTo>
                    <a:pt x="4416" y="7332"/>
                  </a:lnTo>
                  <a:lnTo>
                    <a:pt x="5452" y="3908"/>
                  </a:lnTo>
                  <a:cubicBezTo>
                    <a:pt x="5403" y="3886"/>
                    <a:pt x="5356" y="3864"/>
                    <a:pt x="5316" y="3843"/>
                  </a:cubicBezTo>
                  <a:cubicBezTo>
                    <a:pt x="4580" y="3462"/>
                    <a:pt x="4444" y="3244"/>
                    <a:pt x="4444" y="3244"/>
                  </a:cubicBezTo>
                  <a:lnTo>
                    <a:pt x="4362" y="0"/>
                  </a:ln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7" name="Google Shape;2287;p13"/>
            <p:cNvSpPr/>
            <p:nvPr/>
          </p:nvSpPr>
          <p:spPr>
            <a:xfrm>
              <a:off x="7865148" y="3566846"/>
              <a:ext cx="520640" cy="698333"/>
            </a:xfrm>
            <a:custGeom>
              <a:rect b="b" l="l" r="r" t="t"/>
              <a:pathLst>
                <a:path extrusionOk="0" h="7467" w="5567">
                  <a:moveTo>
                    <a:pt x="4373" y="170"/>
                  </a:moveTo>
                  <a:lnTo>
                    <a:pt x="4453" y="3343"/>
                  </a:lnTo>
                  <a:lnTo>
                    <a:pt x="4459" y="3354"/>
                  </a:lnTo>
                  <a:cubicBezTo>
                    <a:pt x="4465" y="3363"/>
                    <a:pt x="4611" y="3588"/>
                    <a:pt x="5350" y="3971"/>
                  </a:cubicBezTo>
                  <a:cubicBezTo>
                    <a:pt x="5380" y="3987"/>
                    <a:pt x="5415" y="4002"/>
                    <a:pt x="5450" y="4019"/>
                  </a:cubicBezTo>
                  <a:lnTo>
                    <a:pt x="4438" y="7368"/>
                  </a:lnTo>
                  <a:lnTo>
                    <a:pt x="114" y="7181"/>
                  </a:lnTo>
                  <a:lnTo>
                    <a:pt x="701" y="3953"/>
                  </a:lnTo>
                  <a:cubicBezTo>
                    <a:pt x="1290" y="3648"/>
                    <a:pt x="1738" y="3400"/>
                    <a:pt x="1743" y="3398"/>
                  </a:cubicBezTo>
                  <a:lnTo>
                    <a:pt x="1776" y="3380"/>
                  </a:lnTo>
                  <a:lnTo>
                    <a:pt x="1421" y="2015"/>
                  </a:lnTo>
                  <a:lnTo>
                    <a:pt x="4373" y="170"/>
                  </a:lnTo>
                  <a:close/>
                  <a:moveTo>
                    <a:pt x="4463" y="0"/>
                  </a:moveTo>
                  <a:lnTo>
                    <a:pt x="1310" y="1971"/>
                  </a:lnTo>
                  <a:lnTo>
                    <a:pt x="1663" y="3332"/>
                  </a:lnTo>
                  <a:cubicBezTo>
                    <a:pt x="1549" y="3395"/>
                    <a:pt x="1143" y="3616"/>
                    <a:pt x="636" y="3878"/>
                  </a:cubicBezTo>
                  <a:lnTo>
                    <a:pt x="615" y="3889"/>
                  </a:lnTo>
                  <a:lnTo>
                    <a:pt x="0" y="7271"/>
                  </a:lnTo>
                  <a:lnTo>
                    <a:pt x="4507" y="7466"/>
                  </a:lnTo>
                  <a:lnTo>
                    <a:pt x="5567" y="3966"/>
                  </a:lnTo>
                  <a:lnTo>
                    <a:pt x="5528" y="3949"/>
                  </a:lnTo>
                  <a:cubicBezTo>
                    <a:pt x="5479" y="3927"/>
                    <a:pt x="5434" y="3906"/>
                    <a:pt x="5394" y="3886"/>
                  </a:cubicBezTo>
                  <a:cubicBezTo>
                    <a:pt x="4768" y="3562"/>
                    <a:pt x="4583" y="3357"/>
                    <a:pt x="4547" y="3313"/>
                  </a:cubicBezTo>
                  <a:lnTo>
                    <a:pt x="446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13"/>
            <p:cNvSpPr/>
            <p:nvPr/>
          </p:nvSpPr>
          <p:spPr>
            <a:xfrm>
              <a:off x="7992806" y="3582838"/>
              <a:ext cx="272712" cy="394758"/>
            </a:xfrm>
            <a:custGeom>
              <a:rect b="b" l="l" r="r" t="t"/>
              <a:pathLst>
                <a:path extrusionOk="0" h="4221" w="2916">
                  <a:moveTo>
                    <a:pt x="2915" y="0"/>
                  </a:moveTo>
                  <a:lnTo>
                    <a:pt x="0" y="1822"/>
                  </a:lnTo>
                  <a:lnTo>
                    <a:pt x="355" y="3185"/>
                  </a:lnTo>
                  <a:lnTo>
                    <a:pt x="600" y="4221"/>
                  </a:lnTo>
                  <a:lnTo>
                    <a:pt x="2535" y="841"/>
                  </a:lnTo>
                  <a:lnTo>
                    <a:pt x="29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p13"/>
            <p:cNvSpPr/>
            <p:nvPr/>
          </p:nvSpPr>
          <p:spPr>
            <a:xfrm>
              <a:off x="7987569" y="3571148"/>
              <a:ext cx="288143" cy="418513"/>
            </a:xfrm>
            <a:custGeom>
              <a:rect b="b" l="l" r="r" t="t"/>
              <a:pathLst>
                <a:path extrusionOk="0" h="4475" w="3081">
                  <a:moveTo>
                    <a:pt x="2863" y="249"/>
                  </a:moveTo>
                  <a:lnTo>
                    <a:pt x="2549" y="945"/>
                  </a:lnTo>
                  <a:lnTo>
                    <a:pt x="674" y="4217"/>
                  </a:lnTo>
                  <a:lnTo>
                    <a:pt x="457" y="3297"/>
                  </a:lnTo>
                  <a:lnTo>
                    <a:pt x="111" y="1969"/>
                  </a:lnTo>
                  <a:lnTo>
                    <a:pt x="2863" y="249"/>
                  </a:lnTo>
                  <a:close/>
                  <a:moveTo>
                    <a:pt x="3081" y="0"/>
                  </a:moveTo>
                  <a:lnTo>
                    <a:pt x="1" y="1925"/>
                  </a:lnTo>
                  <a:lnTo>
                    <a:pt x="364" y="3320"/>
                  </a:lnTo>
                  <a:lnTo>
                    <a:pt x="638" y="4475"/>
                  </a:lnTo>
                  <a:lnTo>
                    <a:pt x="2632" y="990"/>
                  </a:lnTo>
                  <a:lnTo>
                    <a:pt x="30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0" name="Google Shape;2290;p13"/>
            <p:cNvSpPr/>
            <p:nvPr/>
          </p:nvSpPr>
          <p:spPr>
            <a:xfrm>
              <a:off x="7585982" y="4243852"/>
              <a:ext cx="80336" cy="353609"/>
            </a:xfrm>
            <a:custGeom>
              <a:rect b="b" l="l" r="r" t="t"/>
              <a:pathLst>
                <a:path extrusionOk="0" h="3781" w="859">
                  <a:moveTo>
                    <a:pt x="765" y="1"/>
                  </a:moveTo>
                  <a:lnTo>
                    <a:pt x="1" y="3761"/>
                  </a:lnTo>
                  <a:lnTo>
                    <a:pt x="94" y="3780"/>
                  </a:lnTo>
                  <a:lnTo>
                    <a:pt x="858" y="19"/>
                  </a:lnTo>
                  <a:lnTo>
                    <a:pt x="7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13"/>
            <p:cNvSpPr/>
            <p:nvPr/>
          </p:nvSpPr>
          <p:spPr>
            <a:xfrm>
              <a:off x="8487168" y="4188487"/>
              <a:ext cx="95674" cy="412247"/>
            </a:xfrm>
            <a:custGeom>
              <a:rect b="b" l="l" r="r" t="t"/>
              <a:pathLst>
                <a:path extrusionOk="0" h="4408" w="1023">
                  <a:moveTo>
                    <a:pt x="929" y="1"/>
                  </a:moveTo>
                  <a:lnTo>
                    <a:pt x="1" y="4388"/>
                  </a:lnTo>
                  <a:lnTo>
                    <a:pt x="94" y="4408"/>
                  </a:lnTo>
                  <a:lnTo>
                    <a:pt x="1023" y="20"/>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2" name="Google Shape;2292;p13"/>
            <p:cNvSpPr/>
            <p:nvPr/>
          </p:nvSpPr>
          <p:spPr>
            <a:xfrm>
              <a:off x="7775553" y="3071273"/>
              <a:ext cx="653255" cy="723771"/>
            </a:xfrm>
            <a:custGeom>
              <a:rect b="b" l="l" r="r" t="t"/>
              <a:pathLst>
                <a:path extrusionOk="0" h="7739" w="6985">
                  <a:moveTo>
                    <a:pt x="3474" y="1"/>
                  </a:moveTo>
                  <a:cubicBezTo>
                    <a:pt x="2891" y="1"/>
                    <a:pt x="2074" y="964"/>
                    <a:pt x="2074" y="964"/>
                  </a:cubicBezTo>
                  <a:cubicBezTo>
                    <a:pt x="2074" y="964"/>
                    <a:pt x="1703" y="1409"/>
                    <a:pt x="1309" y="1705"/>
                  </a:cubicBezTo>
                  <a:cubicBezTo>
                    <a:pt x="913" y="2001"/>
                    <a:pt x="0" y="2100"/>
                    <a:pt x="0" y="2100"/>
                  </a:cubicBezTo>
                  <a:cubicBezTo>
                    <a:pt x="0" y="2100"/>
                    <a:pt x="124" y="4296"/>
                    <a:pt x="371" y="5358"/>
                  </a:cubicBezTo>
                  <a:cubicBezTo>
                    <a:pt x="617" y="6419"/>
                    <a:pt x="1703" y="7603"/>
                    <a:pt x="1950" y="7727"/>
                  </a:cubicBezTo>
                  <a:cubicBezTo>
                    <a:pt x="1965" y="7735"/>
                    <a:pt x="1987" y="7738"/>
                    <a:pt x="2015" y="7738"/>
                  </a:cubicBezTo>
                  <a:cubicBezTo>
                    <a:pt x="2444" y="7738"/>
                    <a:pt x="4305" y="6889"/>
                    <a:pt x="4838" y="6517"/>
                  </a:cubicBezTo>
                  <a:cubicBezTo>
                    <a:pt x="5405" y="6123"/>
                    <a:pt x="5726" y="5111"/>
                    <a:pt x="5726" y="5111"/>
                  </a:cubicBezTo>
                  <a:cubicBezTo>
                    <a:pt x="5726" y="5111"/>
                    <a:pt x="6145" y="4987"/>
                    <a:pt x="6565" y="4568"/>
                  </a:cubicBezTo>
                  <a:cubicBezTo>
                    <a:pt x="6984" y="4148"/>
                    <a:pt x="6861" y="3087"/>
                    <a:pt x="6861" y="3087"/>
                  </a:cubicBezTo>
                  <a:lnTo>
                    <a:pt x="6861" y="3087"/>
                  </a:lnTo>
                  <a:cubicBezTo>
                    <a:pt x="6861" y="3087"/>
                    <a:pt x="6293" y="3680"/>
                    <a:pt x="6022" y="3729"/>
                  </a:cubicBezTo>
                  <a:cubicBezTo>
                    <a:pt x="6014" y="3731"/>
                    <a:pt x="6006" y="3732"/>
                    <a:pt x="5997" y="3732"/>
                  </a:cubicBezTo>
                  <a:cubicBezTo>
                    <a:pt x="5730" y="3732"/>
                    <a:pt x="5405" y="2989"/>
                    <a:pt x="5405" y="2989"/>
                  </a:cubicBezTo>
                  <a:cubicBezTo>
                    <a:pt x="5405" y="2989"/>
                    <a:pt x="4295" y="2914"/>
                    <a:pt x="4023" y="2372"/>
                  </a:cubicBezTo>
                  <a:cubicBezTo>
                    <a:pt x="3752" y="1828"/>
                    <a:pt x="4344" y="842"/>
                    <a:pt x="3826" y="175"/>
                  </a:cubicBezTo>
                  <a:cubicBezTo>
                    <a:pt x="3729" y="51"/>
                    <a:pt x="3608" y="1"/>
                    <a:pt x="3474" y="1"/>
                  </a:cubicBezTo>
                  <a:close/>
                </a:path>
              </a:pathLst>
            </a:custGeom>
            <a:solidFill>
              <a:srgbClr val="C4C4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3" name="Google Shape;2293;p13"/>
            <p:cNvSpPr/>
            <p:nvPr/>
          </p:nvSpPr>
          <p:spPr>
            <a:xfrm>
              <a:off x="7770783" y="3066784"/>
              <a:ext cx="662233" cy="732468"/>
            </a:xfrm>
            <a:custGeom>
              <a:rect b="b" l="l" r="r" t="t"/>
              <a:pathLst>
                <a:path extrusionOk="0" h="7832" w="7081">
                  <a:moveTo>
                    <a:pt x="3535" y="96"/>
                  </a:moveTo>
                  <a:cubicBezTo>
                    <a:pt x="3660" y="98"/>
                    <a:pt x="3759" y="150"/>
                    <a:pt x="3839" y="253"/>
                  </a:cubicBezTo>
                  <a:cubicBezTo>
                    <a:pt x="4123" y="617"/>
                    <a:pt x="4060" y="1080"/>
                    <a:pt x="3999" y="1528"/>
                  </a:cubicBezTo>
                  <a:cubicBezTo>
                    <a:pt x="3953" y="1871"/>
                    <a:pt x="3909" y="2194"/>
                    <a:pt x="4031" y="2440"/>
                  </a:cubicBezTo>
                  <a:cubicBezTo>
                    <a:pt x="4290" y="2958"/>
                    <a:pt x="5241" y="3066"/>
                    <a:pt x="5424" y="3082"/>
                  </a:cubicBezTo>
                  <a:cubicBezTo>
                    <a:pt x="5492" y="3232"/>
                    <a:pt x="5778" y="3827"/>
                    <a:pt x="6049" y="3827"/>
                  </a:cubicBezTo>
                  <a:cubicBezTo>
                    <a:pt x="6060" y="3827"/>
                    <a:pt x="6071" y="3826"/>
                    <a:pt x="6082" y="3824"/>
                  </a:cubicBezTo>
                  <a:cubicBezTo>
                    <a:pt x="6307" y="3783"/>
                    <a:pt x="6708" y="3406"/>
                    <a:pt x="6873" y="3242"/>
                  </a:cubicBezTo>
                  <a:lnTo>
                    <a:pt x="6873" y="3242"/>
                  </a:lnTo>
                  <a:cubicBezTo>
                    <a:pt x="6891" y="3515"/>
                    <a:pt x="6906" y="4258"/>
                    <a:pt x="6582" y="4582"/>
                  </a:cubicBezTo>
                  <a:cubicBezTo>
                    <a:pt x="6177" y="4987"/>
                    <a:pt x="5768" y="5112"/>
                    <a:pt x="5764" y="5113"/>
                  </a:cubicBezTo>
                  <a:lnTo>
                    <a:pt x="5740" y="5120"/>
                  </a:lnTo>
                  <a:lnTo>
                    <a:pt x="5731" y="5145"/>
                  </a:lnTo>
                  <a:cubicBezTo>
                    <a:pt x="5728" y="5154"/>
                    <a:pt x="5409" y="6146"/>
                    <a:pt x="4861" y="6527"/>
                  </a:cubicBezTo>
                  <a:cubicBezTo>
                    <a:pt x="4298" y="6918"/>
                    <a:pt x="2450" y="7741"/>
                    <a:pt x="2073" y="7741"/>
                  </a:cubicBezTo>
                  <a:cubicBezTo>
                    <a:pt x="2051" y="7741"/>
                    <a:pt x="2034" y="7738"/>
                    <a:pt x="2023" y="7732"/>
                  </a:cubicBezTo>
                  <a:cubicBezTo>
                    <a:pt x="1801" y="7622"/>
                    <a:pt x="714" y="6455"/>
                    <a:pt x="468" y="5394"/>
                  </a:cubicBezTo>
                  <a:cubicBezTo>
                    <a:pt x="244" y="4433"/>
                    <a:pt x="121" y="2508"/>
                    <a:pt x="102" y="2190"/>
                  </a:cubicBezTo>
                  <a:cubicBezTo>
                    <a:pt x="294" y="2166"/>
                    <a:pt x="1033" y="2057"/>
                    <a:pt x="1388" y="1791"/>
                  </a:cubicBezTo>
                  <a:cubicBezTo>
                    <a:pt x="1779" y="1497"/>
                    <a:pt x="2152" y="1054"/>
                    <a:pt x="2161" y="1044"/>
                  </a:cubicBezTo>
                  <a:cubicBezTo>
                    <a:pt x="2175" y="1027"/>
                    <a:pt x="2972" y="96"/>
                    <a:pt x="3525" y="96"/>
                  </a:cubicBezTo>
                  <a:close/>
                  <a:moveTo>
                    <a:pt x="3523" y="1"/>
                  </a:moveTo>
                  <a:cubicBezTo>
                    <a:pt x="2929" y="1"/>
                    <a:pt x="2122" y="941"/>
                    <a:pt x="2088" y="982"/>
                  </a:cubicBezTo>
                  <a:cubicBezTo>
                    <a:pt x="2084" y="986"/>
                    <a:pt x="1716" y="1425"/>
                    <a:pt x="1330" y="1714"/>
                  </a:cubicBezTo>
                  <a:cubicBezTo>
                    <a:pt x="950" y="2000"/>
                    <a:pt x="55" y="2099"/>
                    <a:pt x="46" y="2101"/>
                  </a:cubicBezTo>
                  <a:lnTo>
                    <a:pt x="1" y="2105"/>
                  </a:lnTo>
                  <a:lnTo>
                    <a:pt x="4" y="2151"/>
                  </a:lnTo>
                  <a:cubicBezTo>
                    <a:pt x="5" y="2173"/>
                    <a:pt x="130" y="4363"/>
                    <a:pt x="375" y="5416"/>
                  </a:cubicBezTo>
                  <a:cubicBezTo>
                    <a:pt x="621" y="6475"/>
                    <a:pt x="1693" y="7675"/>
                    <a:pt x="1980" y="7818"/>
                  </a:cubicBezTo>
                  <a:cubicBezTo>
                    <a:pt x="1999" y="7827"/>
                    <a:pt x="2025" y="7832"/>
                    <a:pt x="2059" y="7832"/>
                  </a:cubicBezTo>
                  <a:cubicBezTo>
                    <a:pt x="2534" y="7832"/>
                    <a:pt x="4415" y="6954"/>
                    <a:pt x="4916" y="6605"/>
                  </a:cubicBezTo>
                  <a:cubicBezTo>
                    <a:pt x="5449" y="6235"/>
                    <a:pt x="5762" y="5356"/>
                    <a:pt x="5815" y="5197"/>
                  </a:cubicBezTo>
                  <a:cubicBezTo>
                    <a:pt x="5913" y="5164"/>
                    <a:pt x="6280" y="5021"/>
                    <a:pt x="6650" y="4649"/>
                  </a:cubicBezTo>
                  <a:cubicBezTo>
                    <a:pt x="7081" y="4219"/>
                    <a:pt x="6965" y="3174"/>
                    <a:pt x="6960" y="3130"/>
                  </a:cubicBezTo>
                  <a:lnTo>
                    <a:pt x="6948" y="3028"/>
                  </a:lnTo>
                  <a:lnTo>
                    <a:pt x="6878" y="3102"/>
                  </a:lnTo>
                  <a:cubicBezTo>
                    <a:pt x="6723" y="3263"/>
                    <a:pt x="6275" y="3691"/>
                    <a:pt x="6065" y="3730"/>
                  </a:cubicBezTo>
                  <a:cubicBezTo>
                    <a:pt x="6059" y="3731"/>
                    <a:pt x="6054" y="3731"/>
                    <a:pt x="6048" y="3731"/>
                  </a:cubicBezTo>
                  <a:cubicBezTo>
                    <a:pt x="5876" y="3731"/>
                    <a:pt x="5624" y="3300"/>
                    <a:pt x="5500" y="3017"/>
                  </a:cubicBezTo>
                  <a:lnTo>
                    <a:pt x="5489" y="2990"/>
                  </a:lnTo>
                  <a:lnTo>
                    <a:pt x="5459" y="2988"/>
                  </a:lnTo>
                  <a:cubicBezTo>
                    <a:pt x="5449" y="2988"/>
                    <a:pt x="4373" y="2910"/>
                    <a:pt x="4117" y="2397"/>
                  </a:cubicBezTo>
                  <a:cubicBezTo>
                    <a:pt x="4007" y="2178"/>
                    <a:pt x="4049" y="1869"/>
                    <a:pt x="4093" y="1540"/>
                  </a:cubicBezTo>
                  <a:cubicBezTo>
                    <a:pt x="4154" y="1095"/>
                    <a:pt x="4222" y="589"/>
                    <a:pt x="3915" y="193"/>
                  </a:cubicBezTo>
                  <a:cubicBezTo>
                    <a:pt x="3817" y="69"/>
                    <a:pt x="3690" y="4"/>
                    <a:pt x="3537" y="1"/>
                  </a:cubicBezTo>
                  <a:cubicBezTo>
                    <a:pt x="3532" y="1"/>
                    <a:pt x="3528" y="1"/>
                    <a:pt x="35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4" name="Google Shape;2294;p13"/>
            <p:cNvSpPr/>
            <p:nvPr/>
          </p:nvSpPr>
          <p:spPr>
            <a:xfrm>
              <a:off x="7864306" y="3335566"/>
              <a:ext cx="91371" cy="236612"/>
            </a:xfrm>
            <a:custGeom>
              <a:rect b="b" l="l" r="r" t="t"/>
              <a:pathLst>
                <a:path extrusionOk="0" h="2530" w="977">
                  <a:moveTo>
                    <a:pt x="306" y="1"/>
                  </a:moveTo>
                  <a:lnTo>
                    <a:pt x="215" y="28"/>
                  </a:lnTo>
                  <a:cubicBezTo>
                    <a:pt x="216" y="32"/>
                    <a:pt x="337" y="447"/>
                    <a:pt x="361" y="783"/>
                  </a:cubicBezTo>
                  <a:cubicBezTo>
                    <a:pt x="385" y="1116"/>
                    <a:pt x="21" y="2456"/>
                    <a:pt x="18" y="2470"/>
                  </a:cubicBezTo>
                  <a:lnTo>
                    <a:pt x="1" y="2530"/>
                  </a:lnTo>
                  <a:lnTo>
                    <a:pt x="977" y="2530"/>
                  </a:lnTo>
                  <a:lnTo>
                    <a:pt x="977" y="2434"/>
                  </a:lnTo>
                  <a:lnTo>
                    <a:pt x="126" y="2434"/>
                  </a:lnTo>
                  <a:cubicBezTo>
                    <a:pt x="198" y="2164"/>
                    <a:pt x="478" y="1088"/>
                    <a:pt x="456" y="776"/>
                  </a:cubicBezTo>
                  <a:cubicBezTo>
                    <a:pt x="432" y="429"/>
                    <a:pt x="311" y="18"/>
                    <a:pt x="3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5" name="Google Shape;2295;p13"/>
            <p:cNvSpPr/>
            <p:nvPr/>
          </p:nvSpPr>
          <p:spPr>
            <a:xfrm>
              <a:off x="7907701" y="3510359"/>
              <a:ext cx="211267" cy="131212"/>
            </a:xfrm>
            <a:custGeom>
              <a:rect b="b" l="l" r="r" t="t"/>
              <a:pathLst>
                <a:path extrusionOk="0" h="1403" w="2259">
                  <a:moveTo>
                    <a:pt x="2172" y="1"/>
                  </a:moveTo>
                  <a:cubicBezTo>
                    <a:pt x="2167" y="11"/>
                    <a:pt x="1705" y="998"/>
                    <a:pt x="1137" y="1211"/>
                  </a:cubicBezTo>
                  <a:cubicBezTo>
                    <a:pt x="947" y="1282"/>
                    <a:pt x="762" y="1305"/>
                    <a:pt x="599" y="1305"/>
                  </a:cubicBezTo>
                  <a:cubicBezTo>
                    <a:pt x="275" y="1305"/>
                    <a:pt x="41" y="1212"/>
                    <a:pt x="37" y="1211"/>
                  </a:cubicBezTo>
                  <a:lnTo>
                    <a:pt x="1" y="1300"/>
                  </a:lnTo>
                  <a:cubicBezTo>
                    <a:pt x="15" y="1305"/>
                    <a:pt x="258" y="1403"/>
                    <a:pt x="595" y="1403"/>
                  </a:cubicBezTo>
                  <a:cubicBezTo>
                    <a:pt x="768" y="1403"/>
                    <a:pt x="966" y="1376"/>
                    <a:pt x="1171" y="1300"/>
                  </a:cubicBezTo>
                  <a:cubicBezTo>
                    <a:pt x="1775" y="1073"/>
                    <a:pt x="2239" y="84"/>
                    <a:pt x="2259" y="41"/>
                  </a:cubicBezTo>
                  <a:lnTo>
                    <a:pt x="217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6" name="Google Shape;2296;p13"/>
            <p:cNvSpPr/>
            <p:nvPr/>
          </p:nvSpPr>
          <p:spPr>
            <a:xfrm>
              <a:off x="7955771" y="3590788"/>
              <a:ext cx="108393" cy="108767"/>
            </a:xfrm>
            <a:custGeom>
              <a:rect b="b" l="l" r="r" t="t"/>
              <a:pathLst>
                <a:path extrusionOk="0" h="1163" w="1159">
                  <a:moveTo>
                    <a:pt x="1158" y="0"/>
                  </a:moveTo>
                  <a:lnTo>
                    <a:pt x="1158" y="0"/>
                  </a:lnTo>
                  <a:cubicBezTo>
                    <a:pt x="1158" y="0"/>
                    <a:pt x="768" y="466"/>
                    <a:pt x="1" y="498"/>
                  </a:cubicBezTo>
                  <a:cubicBezTo>
                    <a:pt x="1" y="498"/>
                    <a:pt x="73" y="1162"/>
                    <a:pt x="414" y="1162"/>
                  </a:cubicBezTo>
                  <a:cubicBezTo>
                    <a:pt x="466" y="1162"/>
                    <a:pt x="525" y="1147"/>
                    <a:pt x="591" y="1110"/>
                  </a:cubicBezTo>
                  <a:cubicBezTo>
                    <a:pt x="1085" y="840"/>
                    <a:pt x="1158" y="0"/>
                    <a:pt x="11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7" name="Google Shape;2297;p13"/>
            <p:cNvSpPr/>
            <p:nvPr/>
          </p:nvSpPr>
          <p:spPr>
            <a:xfrm>
              <a:off x="7950815" y="3577040"/>
              <a:ext cx="119054" cy="127004"/>
            </a:xfrm>
            <a:custGeom>
              <a:rect b="b" l="l" r="r" t="t"/>
              <a:pathLst>
                <a:path extrusionOk="0" h="1358" w="1273">
                  <a:moveTo>
                    <a:pt x="1144" y="280"/>
                  </a:moveTo>
                  <a:lnTo>
                    <a:pt x="1144" y="280"/>
                  </a:lnTo>
                  <a:cubicBezTo>
                    <a:pt x="1100" y="524"/>
                    <a:pt x="969" y="1024"/>
                    <a:pt x="620" y="1215"/>
                  </a:cubicBezTo>
                  <a:cubicBezTo>
                    <a:pt x="565" y="1246"/>
                    <a:pt x="514" y="1262"/>
                    <a:pt x="467" y="1262"/>
                  </a:cubicBezTo>
                  <a:cubicBezTo>
                    <a:pt x="434" y="1262"/>
                    <a:pt x="404" y="1254"/>
                    <a:pt x="375" y="1240"/>
                  </a:cubicBezTo>
                  <a:cubicBezTo>
                    <a:pt x="200" y="1148"/>
                    <a:pt x="129" y="817"/>
                    <a:pt x="108" y="689"/>
                  </a:cubicBezTo>
                  <a:cubicBezTo>
                    <a:pt x="638" y="654"/>
                    <a:pt x="983" y="420"/>
                    <a:pt x="1144" y="280"/>
                  </a:cubicBezTo>
                  <a:close/>
                  <a:moveTo>
                    <a:pt x="1272" y="0"/>
                  </a:moveTo>
                  <a:lnTo>
                    <a:pt x="1174" y="117"/>
                  </a:lnTo>
                  <a:cubicBezTo>
                    <a:pt x="1171" y="121"/>
                    <a:pt x="787" y="567"/>
                    <a:pt x="52" y="596"/>
                  </a:cubicBezTo>
                  <a:lnTo>
                    <a:pt x="0" y="598"/>
                  </a:lnTo>
                  <a:lnTo>
                    <a:pt x="7" y="649"/>
                  </a:lnTo>
                  <a:cubicBezTo>
                    <a:pt x="9" y="671"/>
                    <a:pt x="67" y="1187"/>
                    <a:pt x="331" y="1323"/>
                  </a:cubicBezTo>
                  <a:cubicBezTo>
                    <a:pt x="374" y="1347"/>
                    <a:pt x="419" y="1357"/>
                    <a:pt x="467" y="1357"/>
                  </a:cubicBezTo>
                  <a:cubicBezTo>
                    <a:pt x="530" y="1357"/>
                    <a:pt x="596" y="1338"/>
                    <a:pt x="667" y="1299"/>
                  </a:cubicBezTo>
                  <a:cubicBezTo>
                    <a:pt x="1177" y="1019"/>
                    <a:pt x="1256" y="187"/>
                    <a:pt x="1259" y="151"/>
                  </a:cubicBezTo>
                  <a:lnTo>
                    <a:pt x="127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8" name="Google Shape;2298;p13"/>
            <p:cNvSpPr/>
            <p:nvPr/>
          </p:nvSpPr>
          <p:spPr>
            <a:xfrm>
              <a:off x="8017216" y="3363716"/>
              <a:ext cx="33200" cy="60135"/>
            </a:xfrm>
            <a:custGeom>
              <a:rect b="b" l="l" r="r" t="t"/>
              <a:pathLst>
                <a:path extrusionOk="0" h="643" w="355">
                  <a:moveTo>
                    <a:pt x="177" y="0"/>
                  </a:moveTo>
                  <a:cubicBezTo>
                    <a:pt x="79" y="0"/>
                    <a:pt x="1" y="144"/>
                    <a:pt x="1" y="321"/>
                  </a:cubicBezTo>
                  <a:cubicBezTo>
                    <a:pt x="1" y="498"/>
                    <a:pt x="79" y="642"/>
                    <a:pt x="177" y="642"/>
                  </a:cubicBezTo>
                  <a:cubicBezTo>
                    <a:pt x="276" y="642"/>
                    <a:pt x="354" y="498"/>
                    <a:pt x="354" y="321"/>
                  </a:cubicBezTo>
                  <a:cubicBezTo>
                    <a:pt x="354" y="144"/>
                    <a:pt x="276" y="0"/>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9" name="Google Shape;2299;p13"/>
            <p:cNvSpPr/>
            <p:nvPr/>
          </p:nvSpPr>
          <p:spPr>
            <a:xfrm>
              <a:off x="8012727" y="3359227"/>
              <a:ext cx="42179" cy="69020"/>
            </a:xfrm>
            <a:custGeom>
              <a:rect b="b" l="l" r="r" t="t"/>
              <a:pathLst>
                <a:path extrusionOk="0" h="738" w="451">
                  <a:moveTo>
                    <a:pt x="225" y="96"/>
                  </a:moveTo>
                  <a:cubicBezTo>
                    <a:pt x="287" y="96"/>
                    <a:pt x="355" y="213"/>
                    <a:pt x="355" y="369"/>
                  </a:cubicBezTo>
                  <a:cubicBezTo>
                    <a:pt x="355" y="525"/>
                    <a:pt x="287" y="642"/>
                    <a:pt x="225" y="642"/>
                  </a:cubicBezTo>
                  <a:cubicBezTo>
                    <a:pt x="164" y="642"/>
                    <a:pt x="96" y="525"/>
                    <a:pt x="96" y="369"/>
                  </a:cubicBezTo>
                  <a:cubicBezTo>
                    <a:pt x="96" y="213"/>
                    <a:pt x="164" y="96"/>
                    <a:pt x="225" y="96"/>
                  </a:cubicBezTo>
                  <a:close/>
                  <a:moveTo>
                    <a:pt x="225" y="1"/>
                  </a:moveTo>
                  <a:cubicBezTo>
                    <a:pt x="99" y="1"/>
                    <a:pt x="0" y="162"/>
                    <a:pt x="0" y="369"/>
                  </a:cubicBezTo>
                  <a:cubicBezTo>
                    <a:pt x="0" y="576"/>
                    <a:pt x="99" y="737"/>
                    <a:pt x="225" y="737"/>
                  </a:cubicBezTo>
                  <a:cubicBezTo>
                    <a:pt x="352" y="737"/>
                    <a:pt x="451" y="576"/>
                    <a:pt x="451" y="369"/>
                  </a:cubicBezTo>
                  <a:cubicBezTo>
                    <a:pt x="451" y="162"/>
                    <a:pt x="352" y="1"/>
                    <a:pt x="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13"/>
            <p:cNvSpPr/>
            <p:nvPr/>
          </p:nvSpPr>
          <p:spPr>
            <a:xfrm>
              <a:off x="7837278" y="3343141"/>
              <a:ext cx="30114" cy="60135"/>
            </a:xfrm>
            <a:custGeom>
              <a:rect b="b" l="l" r="r" t="t"/>
              <a:pathLst>
                <a:path extrusionOk="0" h="643" w="322">
                  <a:moveTo>
                    <a:pt x="161" y="1"/>
                  </a:moveTo>
                  <a:cubicBezTo>
                    <a:pt x="72" y="1"/>
                    <a:pt x="0" y="144"/>
                    <a:pt x="0" y="322"/>
                  </a:cubicBezTo>
                  <a:cubicBezTo>
                    <a:pt x="0" y="499"/>
                    <a:pt x="72" y="643"/>
                    <a:pt x="161" y="643"/>
                  </a:cubicBezTo>
                  <a:cubicBezTo>
                    <a:pt x="249" y="643"/>
                    <a:pt x="321" y="499"/>
                    <a:pt x="321" y="322"/>
                  </a:cubicBezTo>
                  <a:cubicBezTo>
                    <a:pt x="321" y="144"/>
                    <a:pt x="249" y="1"/>
                    <a:pt x="1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1" name="Google Shape;2301;p13"/>
            <p:cNvSpPr/>
            <p:nvPr/>
          </p:nvSpPr>
          <p:spPr>
            <a:xfrm>
              <a:off x="7832695" y="3338746"/>
              <a:ext cx="39092" cy="69020"/>
            </a:xfrm>
            <a:custGeom>
              <a:rect b="b" l="l" r="r" t="t"/>
              <a:pathLst>
                <a:path extrusionOk="0" h="738" w="418">
                  <a:moveTo>
                    <a:pt x="210" y="96"/>
                  </a:moveTo>
                  <a:cubicBezTo>
                    <a:pt x="255" y="96"/>
                    <a:pt x="322" y="202"/>
                    <a:pt x="322" y="369"/>
                  </a:cubicBezTo>
                  <a:cubicBezTo>
                    <a:pt x="322" y="536"/>
                    <a:pt x="256" y="642"/>
                    <a:pt x="210" y="642"/>
                  </a:cubicBezTo>
                  <a:cubicBezTo>
                    <a:pt x="164" y="642"/>
                    <a:pt x="97" y="536"/>
                    <a:pt x="97" y="369"/>
                  </a:cubicBezTo>
                  <a:cubicBezTo>
                    <a:pt x="97" y="202"/>
                    <a:pt x="164" y="96"/>
                    <a:pt x="210" y="96"/>
                  </a:cubicBezTo>
                  <a:close/>
                  <a:moveTo>
                    <a:pt x="210" y="0"/>
                  </a:moveTo>
                  <a:cubicBezTo>
                    <a:pt x="91" y="0"/>
                    <a:pt x="1" y="159"/>
                    <a:pt x="1" y="369"/>
                  </a:cubicBezTo>
                  <a:cubicBezTo>
                    <a:pt x="1" y="579"/>
                    <a:pt x="91" y="737"/>
                    <a:pt x="210" y="737"/>
                  </a:cubicBezTo>
                  <a:cubicBezTo>
                    <a:pt x="328" y="737"/>
                    <a:pt x="417" y="579"/>
                    <a:pt x="417" y="369"/>
                  </a:cubicBezTo>
                  <a:cubicBezTo>
                    <a:pt x="417" y="159"/>
                    <a:pt x="328" y="0"/>
                    <a:pt x="2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13"/>
            <p:cNvSpPr/>
            <p:nvPr/>
          </p:nvSpPr>
          <p:spPr>
            <a:xfrm>
              <a:off x="7977843" y="3277395"/>
              <a:ext cx="130090" cy="53962"/>
            </a:xfrm>
            <a:custGeom>
              <a:rect b="b" l="l" r="r" t="t"/>
              <a:pathLst>
                <a:path extrusionOk="0" h="577" w="1391">
                  <a:moveTo>
                    <a:pt x="617" y="1"/>
                  </a:moveTo>
                  <a:cubicBezTo>
                    <a:pt x="276" y="1"/>
                    <a:pt x="13" y="236"/>
                    <a:pt x="1" y="246"/>
                  </a:cubicBezTo>
                  <a:lnTo>
                    <a:pt x="65" y="318"/>
                  </a:lnTo>
                  <a:cubicBezTo>
                    <a:pt x="68" y="315"/>
                    <a:pt x="314" y="96"/>
                    <a:pt x="621" y="96"/>
                  </a:cubicBezTo>
                  <a:cubicBezTo>
                    <a:pt x="650" y="96"/>
                    <a:pt x="679" y="98"/>
                    <a:pt x="709" y="102"/>
                  </a:cubicBezTo>
                  <a:cubicBezTo>
                    <a:pt x="936" y="136"/>
                    <a:pt x="1137" y="296"/>
                    <a:pt x="1308" y="577"/>
                  </a:cubicBezTo>
                  <a:lnTo>
                    <a:pt x="1390" y="527"/>
                  </a:lnTo>
                  <a:cubicBezTo>
                    <a:pt x="1203" y="220"/>
                    <a:pt x="979" y="45"/>
                    <a:pt x="722" y="8"/>
                  </a:cubicBezTo>
                  <a:cubicBezTo>
                    <a:pt x="686" y="3"/>
                    <a:pt x="651" y="1"/>
                    <a:pt x="6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13"/>
            <p:cNvSpPr/>
            <p:nvPr/>
          </p:nvSpPr>
          <p:spPr>
            <a:xfrm>
              <a:off x="7794912" y="3289834"/>
              <a:ext cx="88846" cy="43394"/>
            </a:xfrm>
            <a:custGeom>
              <a:rect b="b" l="l" r="r" t="t"/>
              <a:pathLst>
                <a:path extrusionOk="0" h="464" w="950">
                  <a:moveTo>
                    <a:pt x="498" y="0"/>
                  </a:moveTo>
                  <a:cubicBezTo>
                    <a:pt x="426" y="0"/>
                    <a:pt x="353" y="12"/>
                    <a:pt x="284" y="43"/>
                  </a:cubicBezTo>
                  <a:cubicBezTo>
                    <a:pt x="140" y="107"/>
                    <a:pt x="45" y="241"/>
                    <a:pt x="1" y="443"/>
                  </a:cubicBezTo>
                  <a:lnTo>
                    <a:pt x="94" y="464"/>
                  </a:lnTo>
                  <a:cubicBezTo>
                    <a:pt x="132" y="294"/>
                    <a:pt x="209" y="181"/>
                    <a:pt x="323" y="130"/>
                  </a:cubicBezTo>
                  <a:cubicBezTo>
                    <a:pt x="378" y="105"/>
                    <a:pt x="437" y="96"/>
                    <a:pt x="497" y="96"/>
                  </a:cubicBezTo>
                  <a:cubicBezTo>
                    <a:pt x="699" y="96"/>
                    <a:pt x="900" y="206"/>
                    <a:pt x="902" y="208"/>
                  </a:cubicBezTo>
                  <a:lnTo>
                    <a:pt x="950" y="124"/>
                  </a:lnTo>
                  <a:cubicBezTo>
                    <a:pt x="938" y="117"/>
                    <a:pt x="724" y="0"/>
                    <a:pt x="4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04" name="Google Shape;2304;p13"/>
          <p:cNvSpPr txBox="1"/>
          <p:nvPr>
            <p:ph idx="1" type="subTitle"/>
          </p:nvPr>
        </p:nvSpPr>
        <p:spPr>
          <a:xfrm>
            <a:off x="713225" y="2335950"/>
            <a:ext cx="4383000" cy="1257300"/>
          </a:xfrm>
          <a:prstGeom prst="rect">
            <a:avLst/>
          </a:prstGeom>
          <a:solidFill>
            <a:schemeClr val="dk2"/>
          </a:solidFill>
          <a:ln cap="flat" cmpd="sng" w="9525">
            <a:solidFill>
              <a:schemeClr val="dk1"/>
            </a:solidFill>
            <a:prstDash val="solid"/>
            <a:round/>
            <a:headEnd len="sm" w="sm" type="none"/>
            <a:tailEnd len="sm" w="sm" type="none"/>
          </a:ln>
          <a:effectLst>
            <a:outerShdw rotWithShape="0" algn="bl" dir="2280000" dist="38100">
              <a:srgbClr val="000000"/>
            </a:outerShdw>
          </a:effectLst>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latin typeface="Inconsolata"/>
                <a:ea typeface="Inconsolata"/>
                <a:cs typeface="Inconsolata"/>
                <a:sym typeface="Inconsolata"/>
              </a:rPr>
              <a:t>Do you have any questions or feedback?</a:t>
            </a:r>
            <a:endParaRPr b="1">
              <a:latin typeface="Inconsolata"/>
              <a:ea typeface="Inconsolata"/>
              <a:cs typeface="Inconsolata"/>
              <a:sym typeface="Inconsolata"/>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If not,</a:t>
            </a:r>
            <a:endParaRPr/>
          </a:p>
          <a:p>
            <a:pPr indent="-317500" lvl="0" marL="457200" rtl="0" algn="l">
              <a:lnSpc>
                <a:spcPct val="100000"/>
              </a:lnSpc>
              <a:spcBef>
                <a:spcPts val="0"/>
              </a:spcBef>
              <a:spcAft>
                <a:spcPts val="0"/>
              </a:spcAft>
              <a:buSzPts val="1400"/>
              <a:buChar char="●"/>
            </a:pPr>
            <a:r>
              <a:rPr lang="en"/>
              <a:t>What strategy/topic do you plan to apply to your professional development?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onversation and Communication by Slidesgo">
  <a:themeElements>
    <a:clrScheme name="Simple Light">
      <a:dk1>
        <a:srgbClr val="191919"/>
      </a:dk1>
      <a:lt1>
        <a:srgbClr val="F7F0EA"/>
      </a:lt1>
      <a:dk2>
        <a:srgbClr val="FFCF00"/>
      </a:dk2>
      <a:lt2>
        <a:srgbClr val="FF5069"/>
      </a:lt2>
      <a:accent1>
        <a:srgbClr val="F3324D"/>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
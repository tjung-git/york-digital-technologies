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.fntdata"/><Relationship Id="rId6" Type="http://schemas.openxmlformats.org/officeDocument/2006/relationships/slide" Target="slides/slide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e9780e0f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e9780e0f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e9780e0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2e9780e0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Conscientiousness: I want things to be done efficiently and passionately.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Honesty: Open communication lets team members voice their opinions and work in a transparent manner.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Confidence: This gives every team member to believe in themselves and produce what they believe to be the best version of their work.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Loyalty: No one will be late or miss deadlines without good reason, and no one will be worried about their team missing deadlines.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Trust: This is a key element of efficient and high quality collaborative work.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e9780e0f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e9780e0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Strengths: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Problem solving: I’m good at dividing up tasks and tackling problems one at a time in a methodical way.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Technical Skills: I have most likely the highest proficiency in technical areas for now among my cohorts, and I continue to learn new skills.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Communication: I’m very effective at communicating and solving problems.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Adaptability: I’m good at adapting to different situations and ideas.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Weaknesses: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Time management: Sometimes I struggle to have stick to a plan and not have the best balance in task management, especially if I know something can be done better.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Delegation: I have difficulty delegating key tasks to others.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Overworking: I don’t have the best work-life balance.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e9780e0f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e9780e0f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e9780e0f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e9780e0f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e9780e0f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e9780e0f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e9780e0f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e9780e0f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e9780e0f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e9780e0f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e9780e0f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e9780e0f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e9780e0f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e9780e0f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e9780e0f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e9780e0f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charter will help me understand my values and strengths. It also lets me know where I can improve and have a better understanding of my weaknesses and areas of improvement. I will try my best to commit to these, and be better.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Assembling Your Personal Charter Presentation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Tyler Jung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DIGT1161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520"/>
              <a:t>Core Values and Principles</a:t>
            </a:r>
            <a:endParaRPr sz="352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Conscientiousness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Honesty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Confidence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Loyalty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Trust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/>
              <a:t>Strengths</a:t>
            </a:r>
            <a:r>
              <a:rPr lang="en-GB" sz="3120"/>
              <a:t> and Weaknesses</a:t>
            </a:r>
            <a:endParaRPr sz="312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Strengths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Problem Solving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Technical</a:t>
            </a:r>
            <a:r>
              <a:rPr lang="en-GB" sz="2000"/>
              <a:t> Skills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Communication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Adaptability</a:t>
            </a:r>
            <a:endParaRPr sz="2000"/>
          </a:p>
        </p:txBody>
      </p:sp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Weaknesses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Time Management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Delegation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Overworking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Short-Term Goals</a:t>
            </a:r>
            <a:endParaRPr sz="372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Time management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Build trust in teammates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Long-Term Goals</a:t>
            </a:r>
            <a:endParaRPr sz="372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Take up leadership roles in projects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GB" sz="2600"/>
              <a:t>Achieve a better balanced work-life cycle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Action Steps</a:t>
            </a:r>
            <a:endParaRPr sz="372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Use tools like GHE for task tracking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Set </a:t>
            </a:r>
            <a:r>
              <a:rPr lang="en-GB" sz="2600"/>
              <a:t>boundaries</a:t>
            </a:r>
            <a:r>
              <a:rPr lang="en-GB" sz="2600"/>
              <a:t> and adhere to them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Look for constructive feedback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Commitments and Boundaries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Commitments</a:t>
            </a:r>
            <a:endParaRPr sz="3720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Complete tasks on time regardless of quality and stick to the plan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Participate in more problem solving </a:t>
            </a:r>
            <a:r>
              <a:rPr lang="en-GB" sz="2600"/>
              <a:t>activities and events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Transparent and open communication</a:t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Boundaries</a:t>
            </a:r>
            <a:endParaRPr sz="3720"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Maintain work-life balance by setting clear work hours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GB" sz="2600"/>
              <a:t>Try to avoid over </a:t>
            </a:r>
            <a:r>
              <a:rPr lang="en-GB" sz="2600"/>
              <a:t>committing</a:t>
            </a:r>
            <a:r>
              <a:rPr lang="en-GB" sz="2600"/>
              <a:t> by delegating tasks, even the key ones as well. 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